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e004a03eb924e7e" /><Relationship Type="http://schemas.openxmlformats.org/officeDocument/2006/relationships/extended-properties" Target="/docProps/app.xml" Id="R64e31a4b3c1148a7" /><Relationship Type="http://schemas.openxmlformats.org/officeDocument/2006/relationships/officeDocument" Target="/ppt/presentation.xml" Id="R53bbc0bcb9d54c0b" /></Relationships>
</file>

<file path=ppt/presentation.xml><?xml version="1.0" encoding="utf-8"?>
<p:presentation xmlns:p="http://schemas.openxmlformats.org/presentationml/2006/main">
  <p:sldMasterIdLst>
    <p:sldMasterId xmlns:r="http://schemas.openxmlformats.org/officeDocument/2006/relationships" id="2147483648" r:id="R0c3c72e8465844a2"/>
  </p:sldMasterIdLst>
  <p:notesMasterIdLst>
    <p:notesMasterId xmlns:r="http://schemas.openxmlformats.org/officeDocument/2006/relationships" r:id="R5ca85e813e954014"/>
  </p:notesMasterIdLst>
  <p:sldIdLst>
    <p:sldId xmlns:r="http://schemas.openxmlformats.org/officeDocument/2006/relationships" id="266" r:id="RviaOverview"/>
    <p:sldId xmlns:r="http://schemas.openxmlformats.org/officeDocument/2006/relationships" id="256" r:id="Rd5bb284998304d72"/>
    <p:sldId xmlns:r="http://schemas.openxmlformats.org/officeDocument/2006/relationships" id="257" r:id="R28e6acf7e558438e"/>
    <p:sldId xmlns:r="http://schemas.openxmlformats.org/officeDocument/2006/relationships" id="262" r:id="Re800c95b3ccc48b2"/>
    <p:sldId xmlns:r="http://schemas.openxmlformats.org/officeDocument/2006/relationships" id="263" r:id="R0b939428bc6f4c75"/>
    <p:sldId xmlns:r="http://schemas.openxmlformats.org/officeDocument/2006/relationships" id="264" r:id="R96a9b5e32194401d"/>
    <p:sldId xmlns:r="http://schemas.openxmlformats.org/officeDocument/2006/relationships" id="265" r:id="Rd4e355067edc4ce1"/>
    <p:sldId xmlns:r="http://schemas.openxmlformats.org/officeDocument/2006/relationships" id="258" r:id="R7e9e5d353de448df"/>
    <p:sldId xmlns:r="http://schemas.openxmlformats.org/officeDocument/2006/relationships" id="259" r:id="R87d1a1c2c5fd4dbd"/>
    <p:sldId xmlns:r="http://schemas.openxmlformats.org/officeDocument/2006/relationships" id="260" r:id="R12b0e32653054459"/>
    <p:sldId xmlns:r="http://schemas.openxmlformats.org/officeDocument/2006/relationships" id="261" r:id="R31db13b4990d4952"/>
  </p:sldIdLst>
  <p:sldSz cx="18288000" cy="10287000"/>
  <p:notesSz cx="6858000" cy="9144000"/>
  <p:extLst>
    <p:ext uri="{521415D9-36F7-43E2-AB2F-B90AF26B5E84}">
      <p14:sectionLst xmlns:p14="http://schemas.microsoft.com/office/powerpoint/2010/main">
        <p14:section name="본 발표" id="{82000001-0000-4000-8000-000000000001}">
          <p14:sldIdLst>
            <p14:sldId id="266"/>
            <p14:sldId id="256"/>
            <p14:sldId id="257"/>
            <p14:sldId id="262"/>
            <p14:sldId id="263"/>
            <p14:sldId id="264"/>
            <p14:sldId id="265"/>
            <p14:sldId id="258"/>
            <p14:sldId id="259"/>
          </p14:sldIdLst>
        </p14:section>
        <p14:section name="부록 · 보충 자료" id="{82000001-0000-4000-8000-000000000002}">
          <p14:sldIdLst>
            <p14:sldId id="260"/>
            <p14:sldId id="261"/>
          </p14:sldIdLst>
        </p14:section>
      </p14:sectionLst>
    </p:ext>
  </p:ex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dfdd6d08314bc3" /><Relationship Type="http://schemas.openxmlformats.org/officeDocument/2006/relationships/slideMaster" Target="/ppt/slideMasters/slideMaster1.xml" Id="R0c3c72e8465844a2" /><Relationship Type="http://schemas.openxmlformats.org/officeDocument/2006/relationships/notesMaster" Target="/ppt/notesMasters/notesMaster1.xml" Id="R5ca85e813e954014" /><Relationship Type="http://schemas.openxmlformats.org/officeDocument/2006/relationships/presProps" Target="/ppt/presProps.xml" Id="Rdbcc7842291b4826" /><Relationship Type="http://schemas.openxmlformats.org/officeDocument/2006/relationships/tableStyles" Target="/ppt/tableStyles.xml" Id="Rb850dac62b96484f" /><Relationship Type="http://schemas.openxmlformats.org/officeDocument/2006/relationships/slide" Target="/ppt/slides/slide1.xml" Id="Rd5bb284998304d72" /><Relationship Type="http://schemas.openxmlformats.org/officeDocument/2006/relationships/slide" Target="/ppt/slides/slide2.xml" Id="R28e6acf7e558438e" /><Relationship Type="http://schemas.openxmlformats.org/officeDocument/2006/relationships/slide" Target="/ppt/slides/slide3.xml" Id="R7e9e5d353de448df" /><Relationship Type="http://schemas.openxmlformats.org/officeDocument/2006/relationships/slide" Target="/ppt/slides/slide4.xml" Id="R87d1a1c2c5fd4dbd" /><Relationship Type="http://schemas.openxmlformats.org/officeDocument/2006/relationships/slide" Target="/ppt/slides/slide5.xml" Id="R12b0e32653054459" /><Relationship Type="http://schemas.openxmlformats.org/officeDocument/2006/relationships/slide" Target="/ppt/slides/slide6.xml" Id="R31db13b4990d4952" /><Relationship Type="http://schemas.openxmlformats.org/officeDocument/2006/relationships/slide" Target="/ppt/slides/slide7.xml" Id="Re800c95b3ccc48b2" /><Relationship Type="http://schemas.openxmlformats.org/officeDocument/2006/relationships/slide" Target="/ppt/slides/slide8.xml" Id="R0b939428bc6f4c75" /><Relationship Type="http://schemas.openxmlformats.org/officeDocument/2006/relationships/slide" Target="/ppt/slides/slide9.xml" Id="R96a9b5e32194401d" /><Relationship Type="http://schemas.openxmlformats.org/officeDocument/2006/relationships/slide" Target="/ppt/slides/slide10.xml" Id="Rd4e355067edc4ce1" /><Relationship Type="http://schemas.openxmlformats.org/officeDocument/2006/relationships/slide" Target="/ppt/slides/slide11.xml" Id="RviaOverview"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00c7f09bf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411b37618c4e8a" /><Relationship Type="http://schemas.openxmlformats.org/officeDocument/2006/relationships/notesMaster" Target="/ppt/notesMasters/notesMaster1.xml" Id="Rd94b16226d9742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695a13ef524abb" /><Relationship Type="http://schemas.openxmlformats.org/officeDocument/2006/relationships/notesMaster" Target="/ppt/notesMasters/notesMaster1.xml" Id="Rf7dd7de0035d41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30f09d8a244954" /><Relationship Type="http://schemas.openxmlformats.org/officeDocument/2006/relationships/notesMaster" Target="/ppt/notesMasters/notesMaster1.xml" Id="Rf3499972cade4e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a582a54c24c83" /><Relationship Type="http://schemas.openxmlformats.org/officeDocument/2006/relationships/notesMaster" Target="/ppt/notesMasters/notesMaster1.xml" Id="R24a2b618dbd740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f5f856c9d4e1f" /><Relationship Type="http://schemas.openxmlformats.org/officeDocument/2006/relationships/notesMaster" Target="/ppt/notesMasters/notesMaster1.xml" Id="R515984633508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3412f5785a45f5" /><Relationship Type="http://schemas.openxmlformats.org/officeDocument/2006/relationships/notesMaster" Target="/ppt/notesMasters/notesMaster1.xml" Id="R21cc2a964006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a3ac7c4c14f76" /><Relationship Type="http://schemas.openxmlformats.org/officeDocument/2006/relationships/notesMaster" Target="/ppt/notesMasters/notesMaster1.xml" Id="Rad29ecd59eaa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046e19a934426" /><Relationship Type="http://schemas.openxmlformats.org/officeDocument/2006/relationships/notesMaster" Target="/ppt/notesMasters/notesMaster1.xml" Id="R39514067d3f64c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2c512a9c466b" /><Relationship Type="http://schemas.openxmlformats.org/officeDocument/2006/relationships/notesMaster" Target="/ppt/notesMasters/notesMaster1.xml" Id="R6877b8abd845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706b4d6e834580" /><Relationship Type="http://schemas.openxmlformats.org/officeDocument/2006/relationships/notesMaster" Target="/ppt/notesMasters/notesMaster1.xml" Id="R1a32d61983b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25f551bf0c4525" /><Relationship Type="http://schemas.openxmlformats.org/officeDocument/2006/relationships/notesMaster" Target="/ppt/notesMasters/notesMaster1.xml" Id="R325333de3940422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기능 정확성을 위한 VIA Request 해석 설계</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https://github.com/cbyche/via-sw-architecture/blob/main/docs/architecture/12-decisions/decision-packages/diagrams/dp41-background.svg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A는 모델이 다음 읽기와 전체 의미 제안을 선택한다. B는 Request Interpreter 내부 Request Resolution Engine이 조회와 전체 결합을 결정하며 요청 틀 해석기에 필요한 부분 의미만 다시 요청할 수 있다. 읽기 도구 실행기와 의미 제안 검증기는 양안 공통이다. Engine은 별도 Component와 저장 owner가 아니다. 임시 해석 상태는 Request Interpreter 내부이고, 채택 의미·질문·출처·revision의 영속 owner는 Request Controller다. 코드가 현재 입력·source·Task·질문·권한을 재검증하여 State Store에 채택한다. Model Access는 로컬 cloud adapter, 음성 모델과 의미 LLM은 외부 의존성이다. 로컬 VAD는 Interaction Manager의 Turn-Taking Control에 있다. 음성 모델 자율 응답은 이번 비교 범위 밖이다. 도구 조회 자체가 모델 호출은 아니고 Context 의미 가공에 모델이 필요하면 45의 비용으로 추가 집계한다. 음성·전사 비용은 공통이고 실패·재시도·폐기된 호출도 비용에 포함한다. B 한 번 호출과 정확성 고정 우열은 가정하지 않는다.</a:t>
            </a:r>
          </a:p>
          <a:p xmlns:a="http://schemas.openxmlformats.org/drawingml/2006/main">
            <a:r>
              <a:t>문서형 overlay는 §3/5 계약의 설명용 교환 자료이며 Component나 영속 저장소 또는 확정 API schema가 아니다. A ReadRequest(tool=task_retrieval, selector=아까 보고서)와 EvidenceBundle(T7/T8, source revisions)의 순환에서 모델이 다음 조회와 전체 MeaningProposal을 선택한다. A도 구조화 출력과 부분 수정을 허용한다. B RequestFrame v1은 goal/target=UNRESOLVED/relation/send=false 예시다. Engine이 후보와 항목 상태를 처리하고 필요한 경우에만 field/candidateIds/evidenceVersions를 지정한 부분 요청과 field result를 교환한다. 두 Task 후보는 AMBIGUOUS이므로 질문을 실제 전달하고 새 답변 예산 보고서를 해석한 뒤 T7 BOUND로 결합한다. BOUND와 코드 전체 MeaningProposal은 정답 보증이 아니며 공통 검증과 현재성 채택이 남는다. 최종 MeaningProposal은 양안 같은 계약이고 차이는 생산 책임이다.</a:t>
            </a:r>
          </a:p>
          <a:p xmlns:a="http://schemas.openxmlformats.org/drawingml/2006/main">
            <a:r>
              <a:t>다음 주제로 연결</a:t>
            </a:r>
          </a:p>
          <a:p xmlns:a="http://schemas.openxmlformats.org/drawingml/2006/main">
            <a:r>
              <a:t>요청을 이해하는 중에도 새 입력과 업무 알림은 계속 들어옵니다. 다음으로, 겹친 사건과 여러 처리를 이어가는 실행 구조를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https://github.com/cbyche/via-sw-architecture/blob/main/docs/architecture/12-decisions/decision-packages/diagrams/dp42-background.svg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https://github.com/cbyche/via-sw-architecture/blob/main/docs/architecture/12-decisions/decision-packages/diagrams/dp43-background.svg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https://github.com/cbyche/via-sw-architecture/blob/main/docs/architecture/12-decisions/decision-packages/diagrams/dp44-background.svg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a:p xmlns:a="http://schemas.openxmlformats.org/drawingml/2006/main">
            <a:r>
              <a:t>다음 주제로 연결</a:t>
            </a:r>
          </a:p>
          <a:p xmlns:a="http://schemas.openxmlformats.org/drawingml/2006/main">
            <a:r>
              <a:t>들어온 사건을 처리하는 데 더해, 현재 요청이 가리키는 과거 설명과 업무 결과를 연결해야 합니다. 다음으로, 여러 활동의 과거 맥락을 제공하는 방식을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기능 정확성을 위한 VIA 기억과 Context 제공 설계</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https://github.com/cbyche/via-sw-architecture/blob/main/docs/architecture/12-decisions/decision-packages/diagrams/dp45-background.svg</a:t>
            </a:r>
          </a:p>
          <a:p xmlns:a="http://schemas.openxmlformats.org/drawingml/2006/main">
            <a:r>
              <a:t>공통 문제와 설계 고려 사항의 배경이며 특정 설계안의 선택을 뜻하지 않는다.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기존 수치와 점수는 동일한 형식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다음 주제로 연결</a:t>
            </a:r>
          </a:p>
          <a:p xmlns:a="http://schemas.openxmlformats.org/drawingml/2006/main">
            <a:r>
              <a:t>이 연결을 유지하려면 대화·요청·업무·실행의 상태를 각자의 수명에 맞게 관리해야 합니다. 마지막으로, 서로 다른 수명과 상태 관리 책임을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사용자는 화면의 표를 가리키며 제안서에 넣고, 공유 메일은 초안만 만들어 달라고 합니다. VIA는 표가 무엇인지, 두 업무를 어떻게 나눌지, 초안이라는 조건을 이해해야 합니다.</a:t>
            </a:r>
          </a:p>
          <a:p xmlns:a="http://schemas.openxmlformats.org/drawingml/2006/main">
            <a:r>
              <a:t>그런데 처리가 끝나기 전에 가격을 빼 달라는 정정이 들어오고, 메일 업무에서는 수신자를 묻습니다. VIA는 각각의 업무를 연결하고, 늦게 끝난 결과도 현재 조건에서 유효한지 확인해야 합니다.</a:t>
            </a:r>
          </a:p>
          <a:p xmlns:a="http://schemas.openxmlformats.org/drawingml/2006/main">
            <a:r>
              <a:t>이어서 사용자는 VIA가 전에 설명한 기준과 제품 비교, 견적 결과를 함께 참조합니다. VIA는 실제 전달한 설명과 허용된 결과 참조를 연결하고, 분석과 제안서 작성은 업무 수행 Agent에 맡깁니다.</a:t>
            </a:r>
          </a:p>
          <a:p xmlns:a="http://schemas.openxmlformats.org/drawingml/2006/main">
            <a:r>
              <a:t>위임 요청 처리가 끝나도 대화와 업무는 이어집니다. 음성 대화가 끝난 뒤 사용자가 돌아오면 같은 업무의 진행과 결과를 연결해야 합니다.</a:t>
            </a:r>
          </a:p>
          <a:p xmlns:a="http://schemas.openxmlformats.org/drawingml/2006/main">
            <a:r>
              <a:t>먼저, 이처럼 대상과 조건이 섞인 요청을 VIA가 어떤 방식으로 이해하고 완성할지부터 설명하겠습니다.</a:t>
            </a:r>
          </a:p>
          <a:p xmlns:a="http://schemas.openxmlformats.org/drawingml/2006/main">
            <a:r>
              <a:t/>
            </a:r>
          </a:p>
          <a:p xmlns:a="http://schemas.openxmlformats.org/drawingml/2006/main">
            <a:r>
              <a:t>본 발표: 도입 → 41 → 44 → 45 → 42. 43은 부록이며 후보 자격 변경을 뜻하지 않는다. 시간축은 상대적인 설명용이며 구간 길이는 측정값이 아니다. Agent 내부 기록 전체를 보유한다고 가정하지 않는다.</a:t>
            </a:r>
          </a:p>
          <a:p xmlns:a="http://schemas.openxmlformats.org/drawingml/2006/main">
            <a:r>
              <a:t>https://github.com/cbyche/via-sw-architecture/blob/main/docs/architecture/12-decisions/decision-packages/diagrams/dp-background-overview.svg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f07e463daf47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6413db9a24cbc" /><Relationship Type="http://schemas.openxmlformats.org/officeDocument/2006/relationships/slideLayout" Target="/ppt/slideLayouts/slideLayout1.xml" Id="R663e5bb2ae2c48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3e5bb2ae2c48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054bf24ee64584" /><Relationship Type="http://schemas.openxmlformats.org/officeDocument/2006/relationships/notesSlide" Target="/ppt/notesSlides/notesSlide1.xml" Id="R0fb64cd22d5243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6806d47c644c63" /><Relationship Type="http://schemas.openxmlformats.org/officeDocument/2006/relationships/notesSlide" Target="/ppt/notesSlides/notesSlide2.xml" Id="R704ed05a7b66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5772cdc81b41b9" /><Relationship Type="http://schemas.openxmlformats.org/officeDocument/2006/relationships/notesSlide" Target="/ppt/notesSlides/notesSlide3.xml" Id="R22430df242ca4b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557a35e79434f" /><Relationship Type="http://schemas.openxmlformats.org/officeDocument/2006/relationships/notesSlide" Target="/ppt/notesSlides/notesSlide4.xml" Id="Rc06947a345af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1ba80a6364412a" /><Relationship Type="http://schemas.openxmlformats.org/officeDocument/2006/relationships/notesSlide" Target="/ppt/notesSlides/notesSlide5.xml" Id="Rd7f0a3fc64b14b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7ea5618b7240a4" /><Relationship Type="http://schemas.openxmlformats.org/officeDocument/2006/relationships/notesSlide" Target="/ppt/notesSlides/notesSlide6.xml" Id="Rb3fad9ea5c7a40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084e82e5dd4339" /><Relationship Type="http://schemas.openxmlformats.org/officeDocument/2006/relationships/notesSlide" Target="/ppt/notesSlides/notesSlide7.xml" Id="R73212bb7779f42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2008e1db1467f" /><Relationship Type="http://schemas.openxmlformats.org/officeDocument/2006/relationships/notesSlide" Target="/ppt/notesSlides/notesSlide8.xml" Id="R776926d34d0148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b73f500e104ec9" /><Relationship Type="http://schemas.openxmlformats.org/officeDocument/2006/relationships/notesSlide" Target="/ppt/notesSlides/notesSlide9.xml" Id="Reb3935ab28774d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154affa0f4dd5" /><Relationship Type="http://schemas.openxmlformats.org/officeDocument/2006/relationships/notesSlide" Target="/ppt/notesSlides/notesSlide10.xml" Id="Rdf7f7506b1884c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502e4a4ab346a0" /><Relationship Type="http://schemas.openxmlformats.org/officeDocument/2006/relationships/notesSlide" Target="/ppt/notesSlides/notesSlide11.xml" Id="R59bf0a34ca3b400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2" name="dp41-background / n1">
            <a:extLst xmlns:a="http://schemas.openxmlformats.org/drawingml/2006/main">
              <a:ext uri="{FF2B5EF4-FFF2-40B4-BE49-F238E27FC236}">
                <a16:creationId xmlns:a16="http://schemas.microsoft.com/office/drawing/2014/main" id="{68400C4E-14E8-43BD-B327-66489BC77C4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background / n2 / text 1">
            <a:extLst xmlns:a="http://schemas.openxmlformats.org/drawingml/2006/main">
              <a:ext uri="{FF2B5EF4-FFF2-40B4-BE49-F238E27FC236}">
                <a16:creationId xmlns:a16="http://schemas.microsoft.com/office/drawing/2014/main" id="{DE472242-B2D8-4D11-BBD0-1077474123BD}"/>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1-background / n3 / text 1">
            <a:extLst xmlns:a="http://schemas.openxmlformats.org/drawingml/2006/main">
              <a:ext uri="{FF2B5EF4-FFF2-40B4-BE49-F238E27FC236}">
                <a16:creationId xmlns:a16="http://schemas.microsoft.com/office/drawing/2014/main" id="{E98258B9-67C6-4B71-8707-2BB23E0AEAA8}"/>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04-41</a:t>
            </a:r>
          </a:p>
        </p:txBody>
      </p:sp>
      <p:sp>
        <p:nvSpPr>
          <p:cNvPr id="4" name="dp41-background / n4 / text 1">
            <a:extLst xmlns:a="http://schemas.openxmlformats.org/drawingml/2006/main">
              <a:ext uri="{FF2B5EF4-FFF2-40B4-BE49-F238E27FC236}">
                <a16:creationId xmlns:a16="http://schemas.microsoft.com/office/drawing/2014/main" id="{1FACA81C-E1A5-48C8-92B9-4646C667497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04-41. 기능 정확성을 위한 VIA Request 해석 설계</a:t>
            </a:r>
          </a:p>
        </p:txBody>
      </p:sp>
      <p:sp>
        <p:nvSpPr>
          <p:cNvPr id="5" name="dp41-background / n5 / path">
            <a:extLst xmlns:a="http://schemas.openxmlformats.org/drawingml/2006/main">
              <a:ext uri="{FF2B5EF4-FFF2-40B4-BE49-F238E27FC236}">
                <a16:creationId xmlns:a16="http://schemas.microsoft.com/office/drawing/2014/main" id="{FD411CB4-ACF1-4353-8D98-07CFB3340806}"/>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1-background / n6">
            <a:extLst xmlns:a="http://schemas.openxmlformats.org/drawingml/2006/main">
              <a:ext uri="{FF2B5EF4-FFF2-40B4-BE49-F238E27FC236}">
                <a16:creationId xmlns:a16="http://schemas.microsoft.com/office/drawing/2014/main" id="{828317D9-F955-4D0C-B4EF-6507ADAFAED1}"/>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1-background / n7 / text 1">
            <a:extLst xmlns:a="http://schemas.openxmlformats.org/drawingml/2006/main">
              <a:ext uri="{FF2B5EF4-FFF2-40B4-BE49-F238E27FC236}">
                <a16:creationId xmlns:a16="http://schemas.microsoft.com/office/drawing/2014/main" id="{85272821-7EF2-4476-A62C-FD1203D2FB1F}"/>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선택한 표와 이전 보고서의 오연결 위험</a:t>
            </a:r>
          </a:p>
        </p:txBody>
      </p:sp>
      <p:sp>
        <p:nvSpPr>
          <p:cNvPr id="8" name="dp41-background / n8 / path">
            <a:extLst xmlns:a="http://schemas.openxmlformats.org/drawingml/2006/main">
              <a:ext uri="{FF2B5EF4-FFF2-40B4-BE49-F238E27FC236}">
                <a16:creationId xmlns:a16="http://schemas.microsoft.com/office/drawing/2014/main" id="{217C737C-AE73-44CC-BD5D-CBDCA69F2085}"/>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1-background / n9 / text 1">
            <a:extLst xmlns:a="http://schemas.openxmlformats.org/drawingml/2006/main">
              <a:ext uri="{FF2B5EF4-FFF2-40B4-BE49-F238E27FC236}">
                <a16:creationId xmlns:a16="http://schemas.microsoft.com/office/drawing/2014/main" id="{E7BE2837-4BFB-434D-BE3E-910D16169FB1}"/>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1-background / n10 / path">
            <a:extLst xmlns:a="http://schemas.openxmlformats.org/drawingml/2006/main">
              <a:ext uri="{FF2B5EF4-FFF2-40B4-BE49-F238E27FC236}">
                <a16:creationId xmlns:a16="http://schemas.microsoft.com/office/drawing/2014/main" id="{E2D4A95B-4BE1-4B13-BF20-6D54EE66328F}"/>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1-background / n11 / text 1">
            <a:extLst xmlns:a="http://schemas.openxmlformats.org/drawingml/2006/main">
              <a:ext uri="{FF2B5EF4-FFF2-40B4-BE49-F238E27FC236}">
                <a16:creationId xmlns:a16="http://schemas.microsoft.com/office/drawing/2014/main" id="{1328D4D8-1488-4F4F-907A-8EC4038D71A7}"/>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1-background / n12 / text 1">
            <a:extLst xmlns:a="http://schemas.openxmlformats.org/drawingml/2006/main">
              <a:ext uri="{FF2B5EF4-FFF2-40B4-BE49-F238E27FC236}">
                <a16:creationId xmlns:a16="http://schemas.microsoft.com/office/drawing/2014/main" id="{F1978346-368C-40CE-9716-956EC6C2CB41}"/>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정보 조회와 의미 완성의 진행 책임 설계</a:t>
            </a:r>
          </a:p>
        </p:txBody>
      </p:sp>
      <p:sp>
        <p:nvSpPr>
          <p:cNvPr id="13" name="dp41-background / n13 / text 1">
            <a:extLst xmlns:a="http://schemas.openxmlformats.org/drawingml/2006/main">
              <a:ext uri="{FF2B5EF4-FFF2-40B4-BE49-F238E27FC236}">
                <a16:creationId xmlns:a16="http://schemas.microsoft.com/office/drawing/2014/main" id="{07C81B3E-CCF9-414B-A9D8-96E176C714B8}"/>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반응성</a:t>
            </a:r>
          </a:p>
        </p:txBody>
      </p:sp>
      <p:sp>
        <p:nvSpPr>
          <p:cNvPr id="14" name="dp41-background / n14 / text 1">
            <a:extLst xmlns:a="http://schemas.openxmlformats.org/drawingml/2006/main">
              <a:ext uri="{FF2B5EF4-FFF2-40B4-BE49-F238E27FC236}">
                <a16:creationId xmlns:a16="http://schemas.microsoft.com/office/drawing/2014/main" id="{2C498EE4-C6BF-4EFC-8618-0904F3D0732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1-background / n15 / text 1">
            <a:extLst xmlns:a="http://schemas.openxmlformats.org/drawingml/2006/main">
              <a:ext uri="{FF2B5EF4-FFF2-40B4-BE49-F238E27FC236}">
                <a16:creationId xmlns:a16="http://schemas.microsoft.com/office/drawing/2014/main" id="{9C42A106-BFBF-4C0E-95EA-3E25DFE326F2}"/>
              </a:ext>
            </a:extLst>
          </p:cNvPr>
          <p:cNvSpPr>
            <a:spLocks xmlns:a="http://schemas.openxmlformats.org/drawingml/2006/main" noGrp="1"/>
          </p:cNvSpPr>
          <p:nvPr/>
        </p:nvSpPr>
        <p:spPr>
          <a:xfrm xmlns:a="http://schemas.openxmlformats.org/drawingml/2006/main">
            <a:off x="609600" y="2524125"/>
            <a:ext cx="1057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18232E"/>
                </a:solidFill>
                <a:latin typeface="Apple SD Gothic Neo"/>
                <a:ea typeface="Apple SD Gothic Neo"/>
                <a:cs typeface="Apple SD Gothic Neo"/>
              </a:defRPr>
            </a:pPr>
            <a:r>
              <a:rPr sz="2175" b="1">
                <a:solidFill>
                  <a:srgbClr val="18232E"/>
                </a:solidFill>
                <a:latin typeface="Apple SD Gothic Neo"/>
                <a:ea typeface="Apple SD Gothic Neo"/>
                <a:cs typeface="Apple SD Gothic Neo"/>
              </a:rPr>
              <a:t>“이 표를 아까 보고서에 넣고, 메일은 초안만 만들어.”</a:t>
            </a:r>
          </a:p>
        </p:txBody>
      </p:sp>
      <p:sp>
        <p:nvSpPr>
          <p:cNvPr id="16" name="dp41-background / n16">
            <a:extLst xmlns:a="http://schemas.openxmlformats.org/drawingml/2006/main">
              <a:ext uri="{FF2B5EF4-FFF2-40B4-BE49-F238E27FC236}">
                <a16:creationId xmlns:a16="http://schemas.microsoft.com/office/drawing/2014/main" id="{A2B4DD22-9CC1-477D-9D44-3AEAE065ED61}"/>
              </a:ext>
            </a:extLst>
          </p:cNvPr>
          <p:cNvSpPr>
            <a:spLocks xmlns:a="http://schemas.openxmlformats.org/drawingml/2006/main" noGrp="1"/>
          </p:cNvSpPr>
          <p:nvPr/>
        </p:nvSpPr>
        <p:spPr>
          <a:xfrm xmlns:a="http://schemas.openxmlformats.org/drawingml/2006/main">
            <a:off x="609600" y="3143250"/>
            <a:ext cx="10572750" cy="3914775"/>
          </a:xfrm>
          <a:prstGeom xmlns:a="http://schemas.openxmlformats.org/drawingml/2006/main" prst="rect">
            <a:avLst/>
          </a:prstGeom>
          <a:solidFill xmlns:a="http://schemas.openxmlformats.org/drawingml/2006/main">
            <a:srgbClr val="E6ECF2"/>
          </a:solidFill>
          <a:ln xmlns:a="http://schemas.openxmlformats.org/drawingml/2006/main" w="16193">
            <a:solidFill>
              <a:srgbClr val="CDD6DE"/>
            </a:solidFill>
            <a:prstDash val="solid"/>
          </a:ln>
        </p:spPr>
      </p:sp>
      <p:sp>
        <p:nvSpPr>
          <p:cNvPr id="17" name="dp41-background / n17 / text 1">
            <a:extLst xmlns:a="http://schemas.openxmlformats.org/drawingml/2006/main">
              <a:ext uri="{FF2B5EF4-FFF2-40B4-BE49-F238E27FC236}">
                <a16:creationId xmlns:a16="http://schemas.microsoft.com/office/drawing/2014/main" id="{26FA228F-1878-41EE-B18F-F6559390DA2F}"/>
              </a:ext>
            </a:extLst>
          </p:cNvPr>
          <p:cNvSpPr>
            <a:spLocks xmlns:a="http://schemas.openxmlformats.org/drawingml/2006/main" noGrp="1"/>
          </p:cNvSpPr>
          <p:nvPr/>
        </p:nvSpPr>
        <p:spPr>
          <a:xfrm xmlns:a="http://schemas.openxmlformats.org/drawingml/2006/main">
            <a:off x="819150" y="3295650"/>
            <a:ext cx="9848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화면과 VIA 기록 / 설명용 가상 화면</a:t>
            </a:r>
          </a:p>
        </p:txBody>
      </p:sp>
      <p:sp>
        <p:nvSpPr>
          <p:cNvPr id="18" name="dp41-background / n18">
            <a:extLst xmlns:a="http://schemas.openxmlformats.org/drawingml/2006/main">
              <a:ext uri="{FF2B5EF4-FFF2-40B4-BE49-F238E27FC236}">
                <a16:creationId xmlns:a16="http://schemas.microsoft.com/office/drawing/2014/main" id="{CCBF7F47-EB83-49A8-944F-846894FD6179}"/>
              </a:ext>
            </a:extLst>
          </p:cNvPr>
          <p:cNvSpPr>
            <a:spLocks xmlns:a="http://schemas.openxmlformats.org/drawingml/2006/main" noGrp="1"/>
          </p:cNvSpPr>
          <p:nvPr/>
        </p:nvSpPr>
        <p:spPr>
          <a:xfrm xmlns:a="http://schemas.openxmlformats.org/drawingml/2006/main">
            <a:off x="762000" y="3705225"/>
            <a:ext cx="5410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9" name="dp41-background / n19 / text 1">
            <a:extLst xmlns:a="http://schemas.openxmlformats.org/drawingml/2006/main">
              <a:ext uri="{FF2B5EF4-FFF2-40B4-BE49-F238E27FC236}">
                <a16:creationId xmlns:a16="http://schemas.microsoft.com/office/drawing/2014/main" id="{066FDCC8-6D7D-4EFD-B3AA-9263C42D9ECA}"/>
              </a:ext>
            </a:extLst>
          </p:cNvPr>
          <p:cNvSpPr>
            <a:spLocks xmlns:a="http://schemas.openxmlformats.org/drawingml/2006/main" noGrp="1"/>
          </p:cNvSpPr>
          <p:nvPr/>
        </p:nvSpPr>
        <p:spPr>
          <a:xfrm xmlns:a="http://schemas.openxmlformats.org/drawingml/2006/main">
            <a:off x="952500" y="3867150"/>
            <a:ext cx="5048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매출 현황.xlsx</a:t>
            </a:r>
          </a:p>
        </p:txBody>
      </p:sp>
      <p:sp>
        <p:nvSpPr>
          <p:cNvPr id="20" name="dp41-background / n20 / text 1">
            <a:extLst xmlns:a="http://schemas.openxmlformats.org/drawingml/2006/main">
              <a:ext uri="{FF2B5EF4-FFF2-40B4-BE49-F238E27FC236}">
                <a16:creationId xmlns:a16="http://schemas.microsoft.com/office/drawing/2014/main" id="{035706AA-AAA7-45AC-B433-766A4A333E07}"/>
              </a:ext>
            </a:extLst>
          </p:cNvPr>
          <p:cNvSpPr>
            <a:spLocks xmlns:a="http://schemas.openxmlformats.org/drawingml/2006/main" noGrp="1"/>
          </p:cNvSpPr>
          <p:nvPr/>
        </p:nvSpPr>
        <p:spPr>
          <a:xfrm xmlns:a="http://schemas.openxmlformats.org/drawingml/2006/main">
            <a:off x="952500" y="4305300"/>
            <a:ext cx="5048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2858A5"/>
                </a:solidFill>
                <a:latin typeface="Apple SD Gothic Neo"/>
                <a:ea typeface="Apple SD Gothic Neo"/>
                <a:cs typeface="Apple SD Gothic Neo"/>
              </a:defRPr>
            </a:pPr>
            <a:r>
              <a:rPr sz="1725" b="1">
                <a:solidFill>
                  <a:srgbClr val="2858A5"/>
                </a:solidFill>
                <a:latin typeface="Apple SD Gothic Neo"/>
                <a:ea typeface="Apple SD Gothic Neo"/>
                <a:cs typeface="Apple SD Gothic Neo"/>
              </a:rPr>
              <a:t>선택 범위 A1:D4</a:t>
            </a:r>
          </a:p>
        </p:txBody>
      </p:sp>
      <p:sp>
        <p:nvSpPr>
          <p:cNvPr id="21" name="dp41-background / n21">
            <a:extLst xmlns:a="http://schemas.openxmlformats.org/drawingml/2006/main">
              <a:ext uri="{FF2B5EF4-FFF2-40B4-BE49-F238E27FC236}">
                <a16:creationId xmlns:a16="http://schemas.microsoft.com/office/drawing/2014/main" id="{F4157A86-10CE-4E47-AEA9-29B5F79968DB}"/>
              </a:ext>
            </a:extLst>
          </p:cNvPr>
          <p:cNvSpPr>
            <a:spLocks xmlns:a="http://schemas.openxmlformats.org/drawingml/2006/main" noGrp="1"/>
          </p:cNvSpPr>
          <p:nvPr/>
        </p:nvSpPr>
        <p:spPr>
          <a:xfrm xmlns:a="http://schemas.openxmlformats.org/drawingml/2006/main">
            <a:off x="952500" y="4810125"/>
            <a:ext cx="5029200" cy="1638300"/>
          </a:xfrm>
          <a:prstGeom xmlns:a="http://schemas.openxmlformats.org/drawingml/2006/main" prst="rect">
            <a:avLst/>
          </a:prstGeom>
          <a:solidFill xmlns:a="http://schemas.openxmlformats.org/drawingml/2006/main">
            <a:srgbClr val="F3F7FC"/>
          </a:solidFill>
          <a:ln xmlns:a="http://schemas.openxmlformats.org/drawingml/2006/main" w="16193">
            <a:solidFill>
              <a:srgbClr val="2858A5"/>
            </a:solidFill>
            <a:prstDash val="solid"/>
          </a:ln>
        </p:spPr>
      </p:sp>
      <p:sp>
        <p:nvSpPr>
          <p:cNvPr id="22" name="dp41-background / n22">
            <a:extLst xmlns:a="http://schemas.openxmlformats.org/drawingml/2006/main">
              <a:ext uri="{FF2B5EF4-FFF2-40B4-BE49-F238E27FC236}">
                <a16:creationId xmlns:a16="http://schemas.microsoft.com/office/drawing/2014/main" id="{1DB093FF-6CDB-4CE3-B67F-562EF1E0791A}"/>
              </a:ext>
            </a:extLst>
          </p:cNvPr>
          <p:cNvSpPr>
            <a:spLocks xmlns:a="http://schemas.openxmlformats.org/drawingml/2006/main" noGrp="1"/>
          </p:cNvSpPr>
          <p:nvPr/>
        </p:nvSpPr>
        <p:spPr>
          <a:xfrm xmlns:a="http://schemas.openxmlformats.org/drawingml/2006/main">
            <a:off x="952500" y="4810125"/>
            <a:ext cx="5029200" cy="409575"/>
          </a:xfrm>
          <a:prstGeom xmlns:a="http://schemas.openxmlformats.org/drawingml/2006/main" prst="rect">
            <a:avLst/>
          </a:prstGeom>
          <a:solidFill xmlns:a="http://schemas.openxmlformats.org/drawingml/2006/main">
            <a:srgbClr val="E4EDF8"/>
          </a:solidFill>
          <a:ln xmlns:a="http://schemas.openxmlformats.org/drawingml/2006/main" w="0">
            <a:noFill/>
            <a:prstDash val="solid"/>
          </a:ln>
        </p:spPr>
      </p:sp>
      <p:sp>
        <p:nvSpPr>
          <p:cNvPr id="23" name="dp41-background / n23 / path">
            <a:extLst xmlns:a="http://schemas.openxmlformats.org/drawingml/2006/main">
              <a:ext uri="{FF2B5EF4-FFF2-40B4-BE49-F238E27FC236}">
                <a16:creationId xmlns:a16="http://schemas.microsoft.com/office/drawing/2014/main" id="{E7272560-5609-461A-9BFF-9A842CFC004B}"/>
              </a:ext>
            </a:extLst>
          </p:cNvPr>
          <p:cNvSpPr>
            <a:spLocks xmlns:a="http://schemas.openxmlformats.org/drawingml/2006/main" noGrp="1"/>
          </p:cNvSpPr>
          <p:nvPr/>
        </p:nvSpPr>
        <p:spPr>
          <a:xfrm xmlns:a="http://schemas.openxmlformats.org/drawingml/2006/main">
            <a:off x="22098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4" name="dp41-background / n24 / path">
            <a:extLst xmlns:a="http://schemas.openxmlformats.org/drawingml/2006/main">
              <a:ext uri="{FF2B5EF4-FFF2-40B4-BE49-F238E27FC236}">
                <a16:creationId xmlns:a16="http://schemas.microsoft.com/office/drawing/2014/main" id="{FB395BA3-3B6E-4124-A323-A6F022B262BA}"/>
              </a:ext>
            </a:extLst>
          </p:cNvPr>
          <p:cNvSpPr>
            <a:spLocks xmlns:a="http://schemas.openxmlformats.org/drawingml/2006/main" noGrp="1"/>
          </p:cNvSpPr>
          <p:nvPr/>
        </p:nvSpPr>
        <p:spPr>
          <a:xfrm xmlns:a="http://schemas.openxmlformats.org/drawingml/2006/main">
            <a:off x="34671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5" name="dp41-background / n25 / path">
            <a:extLst xmlns:a="http://schemas.openxmlformats.org/drawingml/2006/main">
              <a:ext uri="{FF2B5EF4-FFF2-40B4-BE49-F238E27FC236}">
                <a16:creationId xmlns:a16="http://schemas.microsoft.com/office/drawing/2014/main" id="{5BA44BA0-CADB-4AE6-84C0-1300DE201C10}"/>
              </a:ext>
            </a:extLst>
          </p:cNvPr>
          <p:cNvSpPr>
            <a:spLocks xmlns:a="http://schemas.openxmlformats.org/drawingml/2006/main" noGrp="1"/>
          </p:cNvSpPr>
          <p:nvPr/>
        </p:nvSpPr>
        <p:spPr>
          <a:xfrm xmlns:a="http://schemas.openxmlformats.org/drawingml/2006/main">
            <a:off x="47244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6" name="dp41-background / n26 / path">
            <a:extLst xmlns:a="http://schemas.openxmlformats.org/drawingml/2006/main">
              <a:ext uri="{FF2B5EF4-FFF2-40B4-BE49-F238E27FC236}">
                <a16:creationId xmlns:a16="http://schemas.microsoft.com/office/drawing/2014/main" id="{35913F6A-C4AB-4036-AA99-FAEDAED97027}"/>
              </a:ext>
            </a:extLst>
          </p:cNvPr>
          <p:cNvSpPr>
            <a:spLocks xmlns:a="http://schemas.openxmlformats.org/drawingml/2006/main" noGrp="1"/>
          </p:cNvSpPr>
          <p:nvPr/>
        </p:nvSpPr>
        <p:spPr>
          <a:xfrm xmlns:a="http://schemas.openxmlformats.org/drawingml/2006/main">
            <a:off x="952500" y="521970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7" name="dp41-background / n27 / path">
            <a:extLst xmlns:a="http://schemas.openxmlformats.org/drawingml/2006/main">
              <a:ext uri="{FF2B5EF4-FFF2-40B4-BE49-F238E27FC236}">
                <a16:creationId xmlns:a16="http://schemas.microsoft.com/office/drawing/2014/main" id="{1EC4D37A-4B54-46A9-A0EA-52E0E84C3B86}"/>
              </a:ext>
            </a:extLst>
          </p:cNvPr>
          <p:cNvSpPr>
            <a:spLocks xmlns:a="http://schemas.openxmlformats.org/drawingml/2006/main" noGrp="1"/>
          </p:cNvSpPr>
          <p:nvPr/>
        </p:nvSpPr>
        <p:spPr>
          <a:xfrm xmlns:a="http://schemas.openxmlformats.org/drawingml/2006/main">
            <a:off x="952500" y="5629275"/>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8" name="dp41-background / n28 / path">
            <a:extLst xmlns:a="http://schemas.openxmlformats.org/drawingml/2006/main">
              <a:ext uri="{FF2B5EF4-FFF2-40B4-BE49-F238E27FC236}">
                <a16:creationId xmlns:a16="http://schemas.microsoft.com/office/drawing/2014/main" id="{709092C5-3D2A-49C9-80B3-7B7C34603656}"/>
              </a:ext>
            </a:extLst>
          </p:cNvPr>
          <p:cNvSpPr>
            <a:spLocks xmlns:a="http://schemas.openxmlformats.org/drawingml/2006/main" noGrp="1"/>
          </p:cNvSpPr>
          <p:nvPr/>
        </p:nvSpPr>
        <p:spPr>
          <a:xfrm xmlns:a="http://schemas.openxmlformats.org/drawingml/2006/main">
            <a:off x="952500" y="603885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9" name="dp41-background / n29 / text 1">
            <a:extLst xmlns:a="http://schemas.openxmlformats.org/drawingml/2006/main">
              <a:ext uri="{FF2B5EF4-FFF2-40B4-BE49-F238E27FC236}">
                <a16:creationId xmlns:a16="http://schemas.microsoft.com/office/drawing/2014/main" id="{36161049-EA40-4862-866C-335FAF8D3EB0}"/>
              </a:ext>
            </a:extLst>
          </p:cNvPr>
          <p:cNvSpPr>
            <a:spLocks xmlns:a="http://schemas.openxmlformats.org/drawingml/2006/main" noGrp="1"/>
          </p:cNvSpPr>
          <p:nvPr/>
        </p:nvSpPr>
        <p:spPr>
          <a:xfrm xmlns:a="http://schemas.openxmlformats.org/drawingml/2006/main">
            <a:off x="10096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항목</a:t>
            </a:r>
          </a:p>
        </p:txBody>
      </p:sp>
      <p:sp>
        <p:nvSpPr>
          <p:cNvPr id="30" name="dp41-background / n30 / text 1">
            <a:extLst xmlns:a="http://schemas.openxmlformats.org/drawingml/2006/main">
              <a:ext uri="{FF2B5EF4-FFF2-40B4-BE49-F238E27FC236}">
                <a16:creationId xmlns:a16="http://schemas.microsoft.com/office/drawing/2014/main" id="{AF251D3A-BE67-409F-935E-4FE9CBF4B382}"/>
              </a:ext>
            </a:extLst>
          </p:cNvPr>
          <p:cNvSpPr>
            <a:spLocks xmlns:a="http://schemas.openxmlformats.org/drawingml/2006/main" noGrp="1"/>
          </p:cNvSpPr>
          <p:nvPr/>
        </p:nvSpPr>
        <p:spPr>
          <a:xfrm xmlns:a="http://schemas.openxmlformats.org/drawingml/2006/main">
            <a:off x="22669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1분기</a:t>
            </a:r>
          </a:p>
        </p:txBody>
      </p:sp>
      <p:sp>
        <p:nvSpPr>
          <p:cNvPr id="31" name="dp41-background / n31 / text 1">
            <a:extLst xmlns:a="http://schemas.openxmlformats.org/drawingml/2006/main">
              <a:ext uri="{FF2B5EF4-FFF2-40B4-BE49-F238E27FC236}">
                <a16:creationId xmlns:a16="http://schemas.microsoft.com/office/drawing/2014/main" id="{77392018-C3A3-419F-A6E1-D36A2F71E3E1}"/>
              </a:ext>
            </a:extLst>
          </p:cNvPr>
          <p:cNvSpPr>
            <a:spLocks xmlns:a="http://schemas.openxmlformats.org/drawingml/2006/main" noGrp="1"/>
          </p:cNvSpPr>
          <p:nvPr/>
        </p:nvSpPr>
        <p:spPr>
          <a:xfrm xmlns:a="http://schemas.openxmlformats.org/drawingml/2006/main">
            <a:off x="35242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2분기</a:t>
            </a:r>
          </a:p>
        </p:txBody>
      </p:sp>
      <p:sp>
        <p:nvSpPr>
          <p:cNvPr id="32" name="dp41-background / n32 / text 1">
            <a:extLst xmlns:a="http://schemas.openxmlformats.org/drawingml/2006/main">
              <a:ext uri="{FF2B5EF4-FFF2-40B4-BE49-F238E27FC236}">
                <a16:creationId xmlns:a16="http://schemas.microsoft.com/office/drawing/2014/main" id="{57D0119A-7AC7-4C97-871F-11A955B275A2}"/>
              </a:ext>
            </a:extLst>
          </p:cNvPr>
          <p:cNvSpPr>
            <a:spLocks xmlns:a="http://schemas.openxmlformats.org/drawingml/2006/main" noGrp="1"/>
          </p:cNvSpPr>
          <p:nvPr/>
        </p:nvSpPr>
        <p:spPr>
          <a:xfrm xmlns:a="http://schemas.openxmlformats.org/drawingml/2006/main">
            <a:off x="47815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합계</a:t>
            </a:r>
          </a:p>
        </p:txBody>
      </p:sp>
      <p:sp>
        <p:nvSpPr>
          <p:cNvPr id="33" name="dp41-background / n33 / text 1">
            <a:extLst xmlns:a="http://schemas.openxmlformats.org/drawingml/2006/main">
              <a:ext uri="{FF2B5EF4-FFF2-40B4-BE49-F238E27FC236}">
                <a16:creationId xmlns:a16="http://schemas.microsoft.com/office/drawing/2014/main" id="{6ABB9FF9-1558-42DB-B4E3-09B47C1926F4}"/>
              </a:ext>
            </a:extLst>
          </p:cNvPr>
          <p:cNvSpPr>
            <a:spLocks xmlns:a="http://schemas.openxmlformats.org/drawingml/2006/main" noGrp="1"/>
          </p:cNvSpPr>
          <p:nvPr/>
        </p:nvSpPr>
        <p:spPr>
          <a:xfrm xmlns:a="http://schemas.openxmlformats.org/drawingml/2006/main">
            <a:off x="10096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A</a:t>
            </a:r>
          </a:p>
        </p:txBody>
      </p:sp>
      <p:sp>
        <p:nvSpPr>
          <p:cNvPr id="34" name="dp41-background / n34 / text 1">
            <a:extLst xmlns:a="http://schemas.openxmlformats.org/drawingml/2006/main">
              <a:ext uri="{FF2B5EF4-FFF2-40B4-BE49-F238E27FC236}">
                <a16:creationId xmlns:a16="http://schemas.microsoft.com/office/drawing/2014/main" id="{D7EC8C09-697C-4BD0-BF8C-3AE0D36147A7}"/>
              </a:ext>
            </a:extLst>
          </p:cNvPr>
          <p:cNvSpPr>
            <a:spLocks xmlns:a="http://schemas.openxmlformats.org/drawingml/2006/main" noGrp="1"/>
          </p:cNvSpPr>
          <p:nvPr/>
        </p:nvSpPr>
        <p:spPr>
          <a:xfrm xmlns:a="http://schemas.openxmlformats.org/drawingml/2006/main">
            <a:off x="22669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120</a:t>
            </a:r>
          </a:p>
        </p:txBody>
      </p:sp>
      <p:sp>
        <p:nvSpPr>
          <p:cNvPr id="35" name="dp41-background / n35 / text 1">
            <a:extLst xmlns:a="http://schemas.openxmlformats.org/drawingml/2006/main">
              <a:ext uri="{FF2B5EF4-FFF2-40B4-BE49-F238E27FC236}">
                <a16:creationId xmlns:a16="http://schemas.microsoft.com/office/drawing/2014/main" id="{FDBE0D1C-9E7F-478F-9815-8FB7DC0193EE}"/>
              </a:ext>
            </a:extLst>
          </p:cNvPr>
          <p:cNvSpPr>
            <a:spLocks xmlns:a="http://schemas.openxmlformats.org/drawingml/2006/main" noGrp="1"/>
          </p:cNvSpPr>
          <p:nvPr/>
        </p:nvSpPr>
        <p:spPr>
          <a:xfrm xmlns:a="http://schemas.openxmlformats.org/drawingml/2006/main">
            <a:off x="35242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140</a:t>
            </a:r>
          </a:p>
        </p:txBody>
      </p:sp>
      <p:sp>
        <p:nvSpPr>
          <p:cNvPr id="36" name="dp41-background / n36 / text 1">
            <a:extLst xmlns:a="http://schemas.openxmlformats.org/drawingml/2006/main">
              <a:ext uri="{FF2B5EF4-FFF2-40B4-BE49-F238E27FC236}">
                <a16:creationId xmlns:a16="http://schemas.microsoft.com/office/drawing/2014/main" id="{6A6A4DBB-0F30-4E95-9E75-C7E0E5C498FC}"/>
              </a:ext>
            </a:extLst>
          </p:cNvPr>
          <p:cNvSpPr>
            <a:spLocks xmlns:a="http://schemas.openxmlformats.org/drawingml/2006/main" noGrp="1"/>
          </p:cNvSpPr>
          <p:nvPr/>
        </p:nvSpPr>
        <p:spPr>
          <a:xfrm xmlns:a="http://schemas.openxmlformats.org/drawingml/2006/main">
            <a:off x="47815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260</a:t>
            </a:r>
          </a:p>
        </p:txBody>
      </p:sp>
      <p:sp>
        <p:nvSpPr>
          <p:cNvPr id="37" name="dp41-background / n37 / text 1">
            <a:extLst xmlns:a="http://schemas.openxmlformats.org/drawingml/2006/main">
              <a:ext uri="{FF2B5EF4-FFF2-40B4-BE49-F238E27FC236}">
                <a16:creationId xmlns:a16="http://schemas.microsoft.com/office/drawing/2014/main" id="{AB550EDD-F00D-4E43-B694-E3BB83A8380E}"/>
              </a:ext>
            </a:extLst>
          </p:cNvPr>
          <p:cNvSpPr>
            <a:spLocks xmlns:a="http://schemas.openxmlformats.org/drawingml/2006/main" noGrp="1"/>
          </p:cNvSpPr>
          <p:nvPr/>
        </p:nvSpPr>
        <p:spPr>
          <a:xfrm xmlns:a="http://schemas.openxmlformats.org/drawingml/2006/main">
            <a:off x="10096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B</a:t>
            </a:r>
          </a:p>
        </p:txBody>
      </p:sp>
      <p:sp>
        <p:nvSpPr>
          <p:cNvPr id="38" name="dp41-background / n38 / text 1">
            <a:extLst xmlns:a="http://schemas.openxmlformats.org/drawingml/2006/main">
              <a:ext uri="{FF2B5EF4-FFF2-40B4-BE49-F238E27FC236}">
                <a16:creationId xmlns:a16="http://schemas.microsoft.com/office/drawing/2014/main" id="{4189F042-9397-4F72-A978-987DDF1C7A9E}"/>
              </a:ext>
            </a:extLst>
          </p:cNvPr>
          <p:cNvSpPr>
            <a:spLocks xmlns:a="http://schemas.openxmlformats.org/drawingml/2006/main" noGrp="1"/>
          </p:cNvSpPr>
          <p:nvPr/>
        </p:nvSpPr>
        <p:spPr>
          <a:xfrm xmlns:a="http://schemas.openxmlformats.org/drawingml/2006/main">
            <a:off x="22669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80</a:t>
            </a:r>
          </a:p>
        </p:txBody>
      </p:sp>
      <p:sp>
        <p:nvSpPr>
          <p:cNvPr id="39" name="dp41-background / n39 / text 1">
            <a:extLst xmlns:a="http://schemas.openxmlformats.org/drawingml/2006/main">
              <a:ext uri="{FF2B5EF4-FFF2-40B4-BE49-F238E27FC236}">
                <a16:creationId xmlns:a16="http://schemas.microsoft.com/office/drawing/2014/main" id="{1B2497C9-2C14-4D8F-A560-D38A66A7ABDD}"/>
              </a:ext>
            </a:extLst>
          </p:cNvPr>
          <p:cNvSpPr>
            <a:spLocks xmlns:a="http://schemas.openxmlformats.org/drawingml/2006/main" noGrp="1"/>
          </p:cNvSpPr>
          <p:nvPr/>
        </p:nvSpPr>
        <p:spPr>
          <a:xfrm xmlns:a="http://schemas.openxmlformats.org/drawingml/2006/main">
            <a:off x="35242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100</a:t>
            </a:r>
          </a:p>
        </p:txBody>
      </p:sp>
      <p:sp>
        <p:nvSpPr>
          <p:cNvPr id="40" name="dp41-background / n40 / text 1">
            <a:extLst xmlns:a="http://schemas.openxmlformats.org/drawingml/2006/main">
              <a:ext uri="{FF2B5EF4-FFF2-40B4-BE49-F238E27FC236}">
                <a16:creationId xmlns:a16="http://schemas.microsoft.com/office/drawing/2014/main" id="{D37D426D-D704-49B5-9790-8604EB7E5F9A}"/>
              </a:ext>
            </a:extLst>
          </p:cNvPr>
          <p:cNvSpPr>
            <a:spLocks xmlns:a="http://schemas.openxmlformats.org/drawingml/2006/main" noGrp="1"/>
          </p:cNvSpPr>
          <p:nvPr/>
        </p:nvSpPr>
        <p:spPr>
          <a:xfrm xmlns:a="http://schemas.openxmlformats.org/drawingml/2006/main">
            <a:off x="47815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180</a:t>
            </a:r>
          </a:p>
        </p:txBody>
      </p:sp>
      <p:sp>
        <p:nvSpPr>
          <p:cNvPr id="41" name="dp41-background / n41 / text 1">
            <a:extLst xmlns:a="http://schemas.openxmlformats.org/drawingml/2006/main">
              <a:ext uri="{FF2B5EF4-FFF2-40B4-BE49-F238E27FC236}">
                <a16:creationId xmlns:a16="http://schemas.microsoft.com/office/drawing/2014/main" id="{55B34B1C-82ED-4EE7-86C0-C11A5D57E23F}"/>
              </a:ext>
            </a:extLst>
          </p:cNvPr>
          <p:cNvSpPr>
            <a:spLocks xmlns:a="http://schemas.openxmlformats.org/drawingml/2006/main" noGrp="1"/>
          </p:cNvSpPr>
          <p:nvPr/>
        </p:nvSpPr>
        <p:spPr>
          <a:xfrm xmlns:a="http://schemas.openxmlformats.org/drawingml/2006/main">
            <a:off x="10096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합계</a:t>
            </a:r>
          </a:p>
        </p:txBody>
      </p:sp>
      <p:sp>
        <p:nvSpPr>
          <p:cNvPr id="42" name="dp41-background / n42 / text 1">
            <a:extLst xmlns:a="http://schemas.openxmlformats.org/drawingml/2006/main">
              <a:ext uri="{FF2B5EF4-FFF2-40B4-BE49-F238E27FC236}">
                <a16:creationId xmlns:a16="http://schemas.microsoft.com/office/drawing/2014/main" id="{5FA80B21-16A7-4CE6-96FF-F958DE62C069}"/>
              </a:ext>
            </a:extLst>
          </p:cNvPr>
          <p:cNvSpPr>
            <a:spLocks xmlns:a="http://schemas.openxmlformats.org/drawingml/2006/main" noGrp="1"/>
          </p:cNvSpPr>
          <p:nvPr/>
        </p:nvSpPr>
        <p:spPr>
          <a:xfrm xmlns:a="http://schemas.openxmlformats.org/drawingml/2006/main">
            <a:off x="22669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200</a:t>
            </a:r>
          </a:p>
        </p:txBody>
      </p:sp>
      <p:sp>
        <p:nvSpPr>
          <p:cNvPr id="43" name="dp41-background / n43 / text 1">
            <a:extLst xmlns:a="http://schemas.openxmlformats.org/drawingml/2006/main">
              <a:ext uri="{FF2B5EF4-FFF2-40B4-BE49-F238E27FC236}">
                <a16:creationId xmlns:a16="http://schemas.microsoft.com/office/drawing/2014/main" id="{1AFC39AF-1C55-4890-82A7-F67A936E8E65}"/>
              </a:ext>
            </a:extLst>
          </p:cNvPr>
          <p:cNvSpPr>
            <a:spLocks xmlns:a="http://schemas.openxmlformats.org/drawingml/2006/main" noGrp="1"/>
          </p:cNvSpPr>
          <p:nvPr/>
        </p:nvSpPr>
        <p:spPr>
          <a:xfrm xmlns:a="http://schemas.openxmlformats.org/drawingml/2006/main">
            <a:off x="35242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240</a:t>
            </a:r>
          </a:p>
        </p:txBody>
      </p:sp>
      <p:sp>
        <p:nvSpPr>
          <p:cNvPr id="44" name="dp41-background / n44 / text 1">
            <a:extLst xmlns:a="http://schemas.openxmlformats.org/drawingml/2006/main">
              <a:ext uri="{FF2B5EF4-FFF2-40B4-BE49-F238E27FC236}">
                <a16:creationId xmlns:a16="http://schemas.microsoft.com/office/drawing/2014/main" id="{B51956C0-7F8B-4981-A524-33B21706BC04}"/>
              </a:ext>
            </a:extLst>
          </p:cNvPr>
          <p:cNvSpPr>
            <a:spLocks xmlns:a="http://schemas.openxmlformats.org/drawingml/2006/main" noGrp="1"/>
          </p:cNvSpPr>
          <p:nvPr/>
        </p:nvSpPr>
        <p:spPr>
          <a:xfrm xmlns:a="http://schemas.openxmlformats.org/drawingml/2006/main">
            <a:off x="47815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440</a:t>
            </a:r>
          </a:p>
        </p:txBody>
      </p:sp>
      <p:sp>
        <p:nvSpPr>
          <p:cNvPr id="45" name="dp41-background / n45">
            <a:extLst xmlns:a="http://schemas.openxmlformats.org/drawingml/2006/main">
              <a:ext uri="{FF2B5EF4-FFF2-40B4-BE49-F238E27FC236}">
                <a16:creationId xmlns:a16="http://schemas.microsoft.com/office/drawing/2014/main" id="{173D7512-F929-44B6-B3AC-9BA98849E474}"/>
              </a:ext>
            </a:extLst>
          </p:cNvPr>
          <p:cNvSpPr>
            <a:spLocks xmlns:a="http://schemas.openxmlformats.org/drawingml/2006/main" noGrp="1"/>
          </p:cNvSpPr>
          <p:nvPr/>
        </p:nvSpPr>
        <p:spPr>
          <a:xfrm xmlns:a="http://schemas.openxmlformats.org/drawingml/2006/main">
            <a:off x="6381750" y="3705225"/>
            <a:ext cx="4648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46" name="dp41-background / n46 / text 1">
            <a:extLst xmlns:a="http://schemas.openxmlformats.org/drawingml/2006/main">
              <a:ext uri="{FF2B5EF4-FFF2-40B4-BE49-F238E27FC236}">
                <a16:creationId xmlns:a16="http://schemas.microsoft.com/office/drawing/2014/main" id="{9238D84E-13C6-4E55-8B3E-3C9AD2F3D901}"/>
              </a:ext>
            </a:extLst>
          </p:cNvPr>
          <p:cNvSpPr>
            <a:spLocks xmlns:a="http://schemas.openxmlformats.org/drawingml/2006/main" noGrp="1"/>
          </p:cNvSpPr>
          <p:nvPr/>
        </p:nvSpPr>
        <p:spPr>
          <a:xfrm xmlns:a="http://schemas.openxmlformats.org/drawingml/2006/main">
            <a:off x="6572250" y="3867150"/>
            <a:ext cx="42672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이전 Request와 Task 후보</a:t>
            </a:r>
          </a:p>
        </p:txBody>
      </p:sp>
      <p:sp>
        <p:nvSpPr>
          <p:cNvPr id="47" name="dp41-background / n47 / text 1">
            <a:extLst xmlns:a="http://schemas.openxmlformats.org/drawingml/2006/main">
              <a:ext uri="{FF2B5EF4-FFF2-40B4-BE49-F238E27FC236}">
                <a16:creationId xmlns:a16="http://schemas.microsoft.com/office/drawing/2014/main" id="{6F63C331-BEDB-41C9-8CE3-0C58920F541D}"/>
              </a:ext>
            </a:extLst>
          </p:cNvPr>
          <p:cNvSpPr>
            <a:spLocks xmlns:a="http://schemas.openxmlformats.org/drawingml/2006/main" noGrp="1"/>
          </p:cNvSpPr>
          <p:nvPr/>
        </p:nvSpPr>
        <p:spPr>
          <a:xfrm xmlns:a="http://schemas.openxmlformats.org/drawingml/2006/main">
            <a:off x="6572250" y="433387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예산 보고서 Task</a:t>
            </a:r>
          </a:p>
        </p:txBody>
      </p:sp>
      <p:sp>
        <p:nvSpPr>
          <p:cNvPr id="48" name="dp41-background / n48 / text 1">
            <a:extLst xmlns:a="http://schemas.openxmlformats.org/drawingml/2006/main">
              <a:ext uri="{FF2B5EF4-FFF2-40B4-BE49-F238E27FC236}">
                <a16:creationId xmlns:a16="http://schemas.microsoft.com/office/drawing/2014/main" id="{11997DFD-64C2-4F31-88E5-741569DFD398}"/>
              </a:ext>
            </a:extLst>
          </p:cNvPr>
          <p:cNvSpPr>
            <a:spLocks xmlns:a="http://schemas.openxmlformats.org/drawingml/2006/main" noGrp="1"/>
          </p:cNvSpPr>
          <p:nvPr/>
        </p:nvSpPr>
        <p:spPr>
          <a:xfrm xmlns:a="http://schemas.openxmlformats.org/drawingml/2006/main">
            <a:off x="6572250" y="471487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“예산 보고서 만들어줘” / 진행 중</a:t>
            </a:r>
          </a:p>
        </p:txBody>
      </p:sp>
      <p:sp>
        <p:nvSpPr>
          <p:cNvPr id="49" name="dp41-background / n49 / path">
            <a:extLst xmlns:a="http://schemas.openxmlformats.org/drawingml/2006/main">
              <a:ext uri="{FF2B5EF4-FFF2-40B4-BE49-F238E27FC236}">
                <a16:creationId xmlns:a16="http://schemas.microsoft.com/office/drawing/2014/main" id="{DEF0C108-F438-4981-9FC3-1C21A75349DE}"/>
              </a:ext>
            </a:extLst>
          </p:cNvPr>
          <p:cNvSpPr>
            <a:spLocks xmlns:a="http://schemas.openxmlformats.org/drawingml/2006/main" noGrp="1"/>
          </p:cNvSpPr>
          <p:nvPr/>
        </p:nvSpPr>
        <p:spPr>
          <a:xfrm xmlns:a="http://schemas.openxmlformats.org/drawingml/2006/main">
            <a:off x="6572250" y="5105400"/>
            <a:ext cx="4267200" cy="953"/>
          </a:xfrm>
          <a:custGeom xmlns:a="http://schemas.openxmlformats.org/drawingml/2006/main">
            <a:pathLst>
              <a:path w="4267200" h="953">
                <a:moveTo>
                  <a:pt x="0" y="0"/>
                </a:moveTo>
                <a:lnTo>
                  <a:pt x="4267200" y="0"/>
                </a:lnTo>
              </a:path>
            </a:pathLst>
          </a:custGeom>
          <a:noFill xmlns:a="http://schemas.openxmlformats.org/drawingml/2006/main"/>
          <a:ln xmlns:a="http://schemas.openxmlformats.org/drawingml/2006/main" w="9525">
            <a:solidFill>
              <a:srgbClr val="CDD6DE"/>
            </a:solidFill>
            <a:prstDash val="solid"/>
          </a:ln>
        </p:spPr>
      </p:sp>
      <p:sp>
        <p:nvSpPr>
          <p:cNvPr id="50" name="dp41-background / n50 / text 1">
            <a:extLst xmlns:a="http://schemas.openxmlformats.org/drawingml/2006/main">
              <a:ext uri="{FF2B5EF4-FFF2-40B4-BE49-F238E27FC236}">
                <a16:creationId xmlns:a16="http://schemas.microsoft.com/office/drawing/2014/main" id="{75BB7E4C-A807-4F86-B42F-6D3C44050D89}"/>
              </a:ext>
            </a:extLst>
          </p:cNvPr>
          <p:cNvSpPr>
            <a:spLocks xmlns:a="http://schemas.openxmlformats.org/drawingml/2006/main" noGrp="1"/>
          </p:cNvSpPr>
          <p:nvPr/>
        </p:nvSpPr>
        <p:spPr>
          <a:xfrm xmlns:a="http://schemas.openxmlformats.org/drawingml/2006/main">
            <a:off x="6572250" y="530542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실적 보고서 Task</a:t>
            </a:r>
          </a:p>
        </p:txBody>
      </p:sp>
      <p:sp>
        <p:nvSpPr>
          <p:cNvPr id="51" name="dp41-background / n51 / text 1">
            <a:extLst xmlns:a="http://schemas.openxmlformats.org/drawingml/2006/main">
              <a:ext uri="{FF2B5EF4-FFF2-40B4-BE49-F238E27FC236}">
                <a16:creationId xmlns:a16="http://schemas.microsoft.com/office/drawing/2014/main" id="{86141AB4-F9EF-4370-A976-E9AC5972F5D1}"/>
              </a:ext>
            </a:extLst>
          </p:cNvPr>
          <p:cNvSpPr>
            <a:spLocks xmlns:a="http://schemas.openxmlformats.org/drawingml/2006/main" noGrp="1"/>
          </p:cNvSpPr>
          <p:nvPr/>
        </p:nvSpPr>
        <p:spPr>
          <a:xfrm xmlns:a="http://schemas.openxmlformats.org/drawingml/2006/main">
            <a:off x="6572250" y="568642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“실적 보고서 만들어줘” / 진행 중</a:t>
            </a:r>
          </a:p>
        </p:txBody>
      </p:sp>
      <p:sp>
        <p:nvSpPr>
          <p:cNvPr id="52" name="dp41-background / n52 / text 1">
            <a:extLst xmlns:a="http://schemas.openxmlformats.org/drawingml/2006/main">
              <a:ext uri="{FF2B5EF4-FFF2-40B4-BE49-F238E27FC236}">
                <a16:creationId xmlns:a16="http://schemas.microsoft.com/office/drawing/2014/main" id="{6E6C2BCD-2125-441A-A2DA-C49FBFBB7BCE}"/>
              </a:ext>
            </a:extLst>
          </p:cNvPr>
          <p:cNvSpPr>
            <a:spLocks xmlns:a="http://schemas.openxmlformats.org/drawingml/2006/main" noGrp="1"/>
          </p:cNvSpPr>
          <p:nvPr/>
        </p:nvSpPr>
        <p:spPr>
          <a:xfrm xmlns:a="http://schemas.openxmlformats.org/drawingml/2006/main">
            <a:off x="6572250" y="6334125"/>
            <a:ext cx="42672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B63732"/>
                </a:solidFill>
                <a:latin typeface="Apple SD Gothic Neo"/>
                <a:ea typeface="Apple SD Gothic Neo"/>
                <a:cs typeface="Apple SD Gothic Neo"/>
              </a:defRPr>
            </a:pPr>
            <a:r>
              <a:rPr sz="2175" b="1">
                <a:solidFill>
                  <a:srgbClr val="B63732"/>
                </a:solidFill>
                <a:latin typeface="Apple SD Gothic Neo"/>
                <a:ea typeface="Apple SD Gothic Neo"/>
                <a:cs typeface="Apple SD Gothic Neo"/>
              </a:rPr>
              <a:t>연결할 Task 미확정</a:t>
            </a:r>
          </a:p>
        </p:txBody>
      </p:sp>
      <p:sp>
        <p:nvSpPr>
          <p:cNvPr id="53" name="dp41-background / n53">
            <a:extLst xmlns:a="http://schemas.openxmlformats.org/drawingml/2006/main">
              <a:ext uri="{FF2B5EF4-FFF2-40B4-BE49-F238E27FC236}">
                <a16:creationId xmlns:a16="http://schemas.microsoft.com/office/drawing/2014/main" id="{7F637F65-4602-4509-97EB-E1DBBCC92119}"/>
              </a:ext>
            </a:extLst>
          </p:cNvPr>
          <p:cNvSpPr>
            <a:spLocks xmlns:a="http://schemas.openxmlformats.org/drawingml/2006/main" noGrp="1"/>
          </p:cNvSpPr>
          <p:nvPr/>
        </p:nvSpPr>
        <p:spPr>
          <a:xfrm xmlns:a="http://schemas.openxmlformats.org/drawingml/2006/main">
            <a:off x="609600" y="7410450"/>
            <a:ext cx="10572750" cy="638175"/>
          </a:xfrm>
          <a:prstGeom xmlns:a="http://schemas.openxmlformats.org/drawingml/2006/main" prst="rect">
            <a:avLst/>
          </a:prstGeom>
          <a:solidFill xmlns:a="http://schemas.openxmlformats.org/drawingml/2006/main">
            <a:srgbClr val="F1F4F7"/>
          </a:solidFill>
          <a:ln xmlns:a="http://schemas.openxmlformats.org/drawingml/2006/main" w="0">
            <a:noFill/>
            <a:prstDash val="solid"/>
          </a:ln>
        </p:spPr>
      </p:sp>
      <p:sp>
        <p:nvSpPr>
          <p:cNvPr id="54" name="dp41-background / n54 / text 1">
            <a:extLst xmlns:a="http://schemas.openxmlformats.org/drawingml/2006/main">
              <a:ext uri="{FF2B5EF4-FFF2-40B4-BE49-F238E27FC236}">
                <a16:creationId xmlns:a16="http://schemas.microsoft.com/office/drawing/2014/main" id="{B6DF071D-2D87-48FF-A2B5-A77A568A685A}"/>
              </a:ext>
            </a:extLst>
          </p:cNvPr>
          <p:cNvSpPr>
            <a:spLocks xmlns:a="http://schemas.openxmlformats.org/drawingml/2006/main" noGrp="1"/>
          </p:cNvSpPr>
          <p:nvPr/>
        </p:nvSpPr>
        <p:spPr>
          <a:xfrm xmlns:a="http://schemas.openxmlformats.org/drawingml/2006/main">
            <a:off x="800100" y="7572375"/>
            <a:ext cx="101727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 Request의 고정 조건 / 초안 작성, 발송 제외</a:t>
            </a:r>
          </a:p>
        </p:txBody>
      </p:sp>
      <p:sp>
        <p:nvSpPr>
          <p:cNvPr id="55" name="dp41-background / n55 / text 1">
            <a:extLst xmlns:a="http://schemas.openxmlformats.org/drawingml/2006/main">
              <a:ext uri="{FF2B5EF4-FFF2-40B4-BE49-F238E27FC236}">
                <a16:creationId xmlns:a16="http://schemas.microsoft.com/office/drawing/2014/main" id="{C0C07AE9-AE40-4895-A936-0E2248DB1EA9}"/>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선택 자료의 확인</a:t>
            </a:r>
          </a:p>
        </p:txBody>
      </p:sp>
      <p:sp>
        <p:nvSpPr>
          <p:cNvPr id="56" name="dp41-background / n56 / text 1">
            <a:extLst xmlns:a="http://schemas.openxmlformats.org/drawingml/2006/main">
              <a:ext uri="{FF2B5EF4-FFF2-40B4-BE49-F238E27FC236}">
                <a16:creationId xmlns:a16="http://schemas.microsoft.com/office/drawing/2014/main" id="{F683B306-38C3-4110-BAE5-568ABAF38AC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화면 정보와 Referent 범위 확인</a:t>
            </a:r>
          </a:p>
        </p:txBody>
      </p:sp>
      <p:sp>
        <p:nvSpPr>
          <p:cNvPr id="57" name="dp41-background / n57 / text 1">
            <a:extLst xmlns:a="http://schemas.openxmlformats.org/drawingml/2006/main">
              <a:ext uri="{FF2B5EF4-FFF2-40B4-BE49-F238E27FC236}">
                <a16:creationId xmlns:a16="http://schemas.microsoft.com/office/drawing/2014/main" id="{136EB045-EE6E-43F3-A223-B3363DA06A3C}"/>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관련 Task의 구분</a:t>
            </a:r>
          </a:p>
        </p:txBody>
      </p:sp>
      <p:sp>
        <p:nvSpPr>
          <p:cNvPr id="58" name="dp41-background / n58 / text 1">
            <a:extLst xmlns:a="http://schemas.openxmlformats.org/drawingml/2006/main">
              <a:ext uri="{FF2B5EF4-FFF2-40B4-BE49-F238E27FC236}">
                <a16:creationId xmlns:a16="http://schemas.microsoft.com/office/drawing/2014/main" id="{89BA3CDB-6A9F-47EF-B95E-3C6A9F547336}"/>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이전 Request와 현재 Task 상태 확인</a:t>
            </a:r>
          </a:p>
        </p:txBody>
      </p:sp>
      <p:sp>
        <p:nvSpPr>
          <p:cNvPr id="59" name="dp41-background / n59 / text 1">
            <a:extLst xmlns:a="http://schemas.openxmlformats.org/drawingml/2006/main">
              <a:ext uri="{FF2B5EF4-FFF2-40B4-BE49-F238E27FC236}">
                <a16:creationId xmlns:a16="http://schemas.microsoft.com/office/drawing/2014/main" id="{300ED27A-ACCD-4E77-9A47-633B9132CB8C}"/>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정보 보완과 조건 유지</a:t>
            </a:r>
          </a:p>
        </p:txBody>
      </p:sp>
      <p:sp>
        <p:nvSpPr>
          <p:cNvPr id="60" name="dp41-background / n60 / text 1">
            <a:extLst xmlns:a="http://schemas.openxmlformats.org/drawingml/2006/main">
              <a:ext uri="{FF2B5EF4-FFF2-40B4-BE49-F238E27FC236}">
                <a16:creationId xmlns:a16="http://schemas.microsoft.com/office/drawing/2014/main" id="{79F637F0-8DB2-4CE9-8904-BC89F1FB3AA5}"/>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미확정 Task의 Clarification과</a:t>
            </a:r>
          </a:p>
        </p:txBody>
      </p:sp>
      <p:sp>
        <p:nvSpPr>
          <p:cNvPr id="61" name="dp41-background / n60 / text 2">
            <a:extLst xmlns:a="http://schemas.openxmlformats.org/drawingml/2006/main">
              <a:ext uri="{FF2B5EF4-FFF2-40B4-BE49-F238E27FC236}">
                <a16:creationId xmlns:a16="http://schemas.microsoft.com/office/drawing/2014/main" id="{BE77470A-0AFB-4108-88B7-43214095F0D0}"/>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초안 조건의 보존</a:t>
            </a:r>
          </a:p>
        </p:txBody>
      </p:sp>
    </p:spTree>
    <p:extLst>
      <p:ext uri="{BB962C8B-B14F-4D97-AF65-F5344CB8AC3E}">
        <p14:creationId xmlns:p14="http://schemas.microsoft.com/office/powerpoint/2010/main" val="48631164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2" name="dp41-comparison / n1">
            <a:extLst xmlns:a="http://schemas.openxmlformats.org/drawingml/2006/main">
              <a:ext uri="{FF2B5EF4-FFF2-40B4-BE49-F238E27FC236}">
                <a16:creationId xmlns:a16="http://schemas.microsoft.com/office/drawing/2014/main" id="{E450163A-ED86-476F-80BF-FE19E91A61E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DB6B0A14-DFC0-4FDF-85B6-2EF2C150D17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27C5DF00-0AEB-46EC-8EAE-94851312FA3C}"/>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270FB4B1-DECB-462A-AD88-9195E4D9F95C}"/>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497E4640-1B85-4FBC-9735-B3C2CD5CB096}"/>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D4EC7826-0E2C-44F5-9459-7B81E88CCE64}"/>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“이 표를 아까 보고서에 넣고, 메일은 초안만 만들어.” / 보고서 Task 후보 2개</a:t>
            </a:r>
          </a:p>
        </p:txBody>
      </p:sp>
      <p:sp>
        <p:nvSpPr>
          <p:cNvPr id="7" name="dp41-comparison / n7 / text 1">
            <a:extLst xmlns:a="http://schemas.openxmlformats.org/drawingml/2006/main">
              <a:ext uri="{FF2B5EF4-FFF2-40B4-BE49-F238E27FC236}">
                <a16:creationId xmlns:a16="http://schemas.microsoft.com/office/drawing/2014/main" id="{2D9152ED-8E10-42CA-AADE-8F5AC95017E1}"/>
              </a:ext>
            </a:extLst>
          </p:cNvPr>
          <p:cNvSpPr>
            <a:spLocks xmlns:a="http://schemas.openxmlformats.org/drawingml/2006/main" noGrp="1"/>
          </p:cNvSpPr>
          <p:nvPr/>
        </p:nvSpPr>
        <p:spPr>
          <a:xfrm xmlns:a="http://schemas.openxmlformats.org/drawingml/2006/main">
            <a:off x="381000" y="160972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로컬 VIA / 로컬 VAD / 클라우드 음성 + 의미 LLM / 채택은 코드 / 조회 예시: E7@v2 표, T7/T8 후보, M3 발송 금지</a:t>
            </a:r>
          </a:p>
        </p:txBody>
      </p:sp>
      <p:sp>
        <p:nvSpPr>
          <p:cNvPr id="8" name="dp41-comparison / n8">
            <a:extLst xmlns:a="http://schemas.openxmlformats.org/drawingml/2006/main">
              <a:ext uri="{FF2B5EF4-FFF2-40B4-BE49-F238E27FC236}">
                <a16:creationId xmlns:a16="http://schemas.microsoft.com/office/drawing/2014/main" id="{B9F30BE0-8032-4126-958C-9C7BE2EF2F63}"/>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DB47C3B2-9054-4922-84FE-C5CA67B206A5}"/>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4CFEC20C-48DA-4E24-AF60-9B7175913C53}"/>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2A430354-6B16-4B8B-9478-A0AEAE7D0881}"/>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384D631C-A52C-4AF2-809A-2DE1742712CC}"/>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66983368-786F-4BB1-9E59-0FAFB7640E63}"/>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7361C887-F84B-4F51-8FEB-ACCC1B4CFB88}"/>
              </a:ext>
            </a:extLst>
          </p:cNvPr>
          <p:cNvSpPr>
            <a:spLocks xmlns:a="http://schemas.openxmlformats.org/drawingml/2006/main" noGrp="1"/>
          </p:cNvSpPr>
          <p:nvPr/>
        </p:nvSpPr>
        <p:spPr>
          <a:xfrm xmlns:a="http://schemas.openxmlformats.org/drawingml/2006/main">
            <a:off x="400050" y="771525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비교 대상: 다음 읽기와 전체 의미 결합의 결정권 / 임시 해석 상태는 Request Interpreter / 채택 의미/질문/출처/revision은 Request Controller</a:t>
            </a:r>
          </a:p>
        </p:txBody>
      </p:sp>
      <p:sp>
        <p:nvSpPr>
          <p:cNvPr id="15" name="dp41-comparison / n15 / text 1">
            <a:extLst xmlns:a="http://schemas.openxmlformats.org/drawingml/2006/main">
              <a:ext uri="{FF2B5EF4-FFF2-40B4-BE49-F238E27FC236}">
                <a16:creationId xmlns:a16="http://schemas.microsoft.com/office/drawing/2014/main" id="{21F8E565-1A59-44FE-A89F-5B863681DDEF}"/>
              </a:ext>
            </a:extLst>
          </p:cNvPr>
          <p:cNvSpPr>
            <a:spLocks xmlns:a="http://schemas.openxmlformats.org/drawingml/2006/main" noGrp="1"/>
          </p:cNvSpPr>
          <p:nvPr/>
        </p:nvSpPr>
        <p:spPr>
          <a:xfrm xmlns:a="http://schemas.openxmlformats.org/drawingml/2006/main">
            <a:off x="400050" y="79629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음성/전사 비용은 공통. 재시도/폐기된 모델 호출도 집계. 도구 조회 자체는 모델 호출이 아니며 45의 의미 가공이 추가되면 별도 집계.</a:t>
            </a:r>
          </a:p>
        </p:txBody>
      </p:sp>
      <p:sp>
        <p:nvSpPr>
          <p:cNvPr id="16" name="dp41-comparison / n16 / path">
            <a:extLst xmlns:a="http://schemas.openxmlformats.org/drawingml/2006/main">
              <a:ext uri="{FF2B5EF4-FFF2-40B4-BE49-F238E27FC236}">
                <a16:creationId xmlns:a16="http://schemas.microsoft.com/office/drawing/2014/main" id="{ABDC1FEB-EF68-49A1-9051-9037D45C54D7}"/>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34666A29-BBC0-4DEE-84CE-E8D36F670707}"/>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3A356764-EFB6-46FB-B792-042B837512CE}"/>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95FC5CA1-074B-4AD1-8104-B5463242BF12}"/>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7D0DC56A-177C-47A9-BAFA-44206DE18075}"/>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701E475F-4CBC-4167-A3F8-BCC3719359F9}"/>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C24F7B31-B4CF-4389-85D0-A5060E8A359E}"/>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28680D74-EAC3-4B94-AE90-ED1B885A8BA7}"/>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3083DF51-CAC5-4779-A5B9-3CB1494760C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127305B8-4C66-44EF-B0A7-0C341C53158F}"/>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F6EE64F3-EAC1-4D4B-BF1B-7582481B858C}"/>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D06A8FDB-A224-48BA-BD34-E215F75193A7}"/>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63550282-122D-4F03-8D83-6EC147E59F2B}"/>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59D9E49B-6953-404A-A657-636867D34848}"/>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FB3D8F32-17AD-4B08-BC6B-3440D7104452}"/>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prompt/tool 변경 가능 / 채택 계약 변경은 별도</a:t>
            </a:r>
          </a:p>
        </p:txBody>
      </p:sp>
      <p:sp>
        <p:nvSpPr>
          <p:cNvPr id="31" name="dp41-comparison / n31 / text 1">
            <a:extLst xmlns:a="http://schemas.openxmlformats.org/drawingml/2006/main">
              <a:ext uri="{FF2B5EF4-FFF2-40B4-BE49-F238E27FC236}">
                <a16:creationId xmlns:a16="http://schemas.microsoft.com/office/drawing/2014/main" id="{29036350-775E-46B8-A5A9-555532C0E7CF}"/>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schema와 Engine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FCE473A6-F25C-4228-9166-8A8B86BADB15}"/>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F2218386-422A-4794-BE5A-AB8BB833C438}"/>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교환 자료/필드는 검토용 예시 / A도 구조화 출력 가능 / B의 BOUND는 정답 보증이 아님 / 품질 우열과 호출 비용은 측정 전 가설</a:t>
            </a:r>
          </a:p>
        </p:txBody>
      </p:sp>
      <p:sp>
        <p:nvSpPr>
          <p:cNvPr id="34" name="dp41-comparison / n34">
            <a:extLst xmlns:a="http://schemas.openxmlformats.org/drawingml/2006/main">
              <a:ext uri="{FF2B5EF4-FFF2-40B4-BE49-F238E27FC236}">
                <a16:creationId xmlns:a16="http://schemas.microsoft.com/office/drawing/2014/main" id="{72BFBC25-8125-4931-94AB-7F5F5103F2BE}"/>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C65D616E-4681-4389-B888-EE9F081F8781}"/>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F4C94D22-14B2-47A8-97AD-A50F8FC0A9C6}"/>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C221712C-6A19-4669-AF26-4205D7AB8580}"/>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FD9360A8-05C7-4195-8226-89D33BF7894C}"/>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23ADB06B-FA11-454F-8DE4-8C0CA2E97A2A}"/>
              </a:ext>
            </a:extLst>
          </p:cNvPr>
          <p:cNvSpPr>
            <a:spLocks xmlns:a="http://schemas.openxmlformats.org/drawingml/2006/main" noGrp="1"/>
          </p:cNvSpPr>
          <p:nvPr/>
        </p:nvSpPr>
        <p:spPr>
          <a:xfrm xmlns:a="http://schemas.openxmlformats.org/drawingml/2006/main">
            <a:off x="504825" y="3514725"/>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E601FBFB-7A12-4086-8F06-261D989B922D}"/>
              </a:ext>
            </a:extLst>
          </p:cNvPr>
          <p:cNvSpPr>
            <a:spLocks xmlns:a="http://schemas.openxmlformats.org/drawingml/2006/main" noGrp="1"/>
          </p:cNvSpPr>
          <p:nvPr/>
        </p:nvSpPr>
        <p:spPr>
          <a:xfrm xmlns:a="http://schemas.openxmlformats.org/drawingml/2006/main">
            <a:off x="590550" y="35814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17D8D1D2-F5E1-48BF-8612-D16BB4E6A4ED}"/>
              </a:ext>
            </a:extLst>
          </p:cNvPr>
          <p:cNvSpPr>
            <a:spLocks xmlns:a="http://schemas.openxmlformats.org/drawingml/2006/main" noGrp="1"/>
          </p:cNvSpPr>
          <p:nvPr/>
        </p:nvSpPr>
        <p:spPr>
          <a:xfrm xmlns:a="http://schemas.openxmlformats.org/drawingml/2006/main">
            <a:off x="514350" y="38290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B9170831-3710-4CC4-89D2-83A08D30B456}"/>
              </a:ext>
            </a:extLst>
          </p:cNvPr>
          <p:cNvSpPr>
            <a:spLocks xmlns:a="http://schemas.openxmlformats.org/drawingml/2006/main" noGrp="1"/>
          </p:cNvSpPr>
          <p:nvPr/>
        </p:nvSpPr>
        <p:spPr>
          <a:xfrm xmlns:a="http://schemas.openxmlformats.org/drawingml/2006/main">
            <a:off x="504825" y="40481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BCEA5552-5B77-42E1-A64F-FA297106E989}"/>
              </a:ext>
            </a:extLst>
          </p:cNvPr>
          <p:cNvSpPr>
            <a:spLocks xmlns:a="http://schemas.openxmlformats.org/drawingml/2006/main" noGrp="1"/>
          </p:cNvSpPr>
          <p:nvPr/>
        </p:nvSpPr>
        <p:spPr>
          <a:xfrm xmlns:a="http://schemas.openxmlformats.org/drawingml/2006/main">
            <a:off x="1038225" y="40481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9268AD5B-46CE-4A49-BB47-92B467F644FD}"/>
              </a:ext>
            </a:extLst>
          </p:cNvPr>
          <p:cNvSpPr>
            <a:spLocks xmlns:a="http://schemas.openxmlformats.org/drawingml/2006/main" noGrp="1"/>
          </p:cNvSpPr>
          <p:nvPr/>
        </p:nvSpPr>
        <p:spPr>
          <a:xfrm xmlns:a="http://schemas.openxmlformats.org/drawingml/2006/main">
            <a:off x="523875" y="41148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5E5C971C-9C3C-40D0-AC1C-3A7B31315C30}"/>
              </a:ext>
            </a:extLst>
          </p:cNvPr>
          <p:cNvSpPr>
            <a:spLocks xmlns:a="http://schemas.openxmlformats.org/drawingml/2006/main" noGrp="1"/>
          </p:cNvSpPr>
          <p:nvPr/>
        </p:nvSpPr>
        <p:spPr>
          <a:xfrm xmlns:a="http://schemas.openxmlformats.org/drawingml/2006/main">
            <a:off x="514350" y="43624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AC3E1551-D464-42BA-982F-FE5A78C753A8}"/>
              </a:ext>
            </a:extLst>
          </p:cNvPr>
          <p:cNvSpPr>
            <a:spLocks xmlns:a="http://schemas.openxmlformats.org/drawingml/2006/main" noGrp="1"/>
          </p:cNvSpPr>
          <p:nvPr/>
        </p:nvSpPr>
        <p:spPr>
          <a:xfrm xmlns:a="http://schemas.openxmlformats.org/drawingml/2006/main">
            <a:off x="504825" y="45815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0B5693BB-178F-4F23-8EC2-17D4B772EE79}"/>
              </a:ext>
            </a:extLst>
          </p:cNvPr>
          <p:cNvSpPr>
            <a:spLocks xmlns:a="http://schemas.openxmlformats.org/drawingml/2006/main" noGrp="1"/>
          </p:cNvSpPr>
          <p:nvPr/>
        </p:nvSpPr>
        <p:spPr>
          <a:xfrm xmlns:a="http://schemas.openxmlformats.org/drawingml/2006/main">
            <a:off x="590550" y="46482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48" name="dp41-comparison / n47 / text 1">
            <a:extLst xmlns:a="http://schemas.openxmlformats.org/drawingml/2006/main">
              <a:ext uri="{FF2B5EF4-FFF2-40B4-BE49-F238E27FC236}">
                <a16:creationId xmlns:a16="http://schemas.microsoft.com/office/drawing/2014/main" id="{F444DACE-E889-493F-9296-793F8DB5B397}"/>
              </a:ext>
            </a:extLst>
          </p:cNvPr>
          <p:cNvSpPr>
            <a:spLocks xmlns:a="http://schemas.openxmlformats.org/drawingml/2006/main" noGrp="1"/>
          </p:cNvSpPr>
          <p:nvPr/>
        </p:nvSpPr>
        <p:spPr>
          <a:xfrm xmlns:a="http://schemas.openxmlformats.org/drawingml/2006/main">
            <a:off x="514350" y="48958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9" name="dp41-comparison / n48">
            <a:extLst xmlns:a="http://schemas.openxmlformats.org/drawingml/2006/main">
              <a:ext uri="{FF2B5EF4-FFF2-40B4-BE49-F238E27FC236}">
                <a16:creationId xmlns:a16="http://schemas.microsoft.com/office/drawing/2014/main" id="{76B7CAE1-59AF-49D7-A0DF-DE0297EDD2D0}"/>
              </a:ext>
            </a:extLst>
          </p:cNvPr>
          <p:cNvSpPr>
            <a:spLocks xmlns:a="http://schemas.openxmlformats.org/drawingml/2006/main" noGrp="1"/>
          </p:cNvSpPr>
          <p:nvPr/>
        </p:nvSpPr>
        <p:spPr>
          <a:xfrm xmlns:a="http://schemas.openxmlformats.org/drawingml/2006/main">
            <a:off x="504825" y="511492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50" name="dp41-comparison / n49 / text 1">
            <a:extLst xmlns:a="http://schemas.openxmlformats.org/drawingml/2006/main">
              <a:ext uri="{FF2B5EF4-FFF2-40B4-BE49-F238E27FC236}">
                <a16:creationId xmlns:a16="http://schemas.microsoft.com/office/drawing/2014/main" id="{DE219907-570E-4ACF-BADC-997E391A6EC2}"/>
              </a:ext>
            </a:extLst>
          </p:cNvPr>
          <p:cNvSpPr>
            <a:spLocks xmlns:a="http://schemas.openxmlformats.org/drawingml/2006/main" noGrp="1"/>
          </p:cNvSpPr>
          <p:nvPr/>
        </p:nvSpPr>
        <p:spPr>
          <a:xfrm xmlns:a="http://schemas.openxmlformats.org/drawingml/2006/main">
            <a:off x="590550" y="51816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Service</a:t>
            </a:r>
          </a:p>
        </p:txBody>
      </p:sp>
      <p:sp>
        <p:nvSpPr>
          <p:cNvPr id="51" name="dp41-comparison / n50 / text 1">
            <a:extLst xmlns:a="http://schemas.openxmlformats.org/drawingml/2006/main">
              <a:ext uri="{FF2B5EF4-FFF2-40B4-BE49-F238E27FC236}">
                <a16:creationId xmlns:a16="http://schemas.microsoft.com/office/drawing/2014/main" id="{2EBA8FED-C6C0-4A62-82B1-F550E7979F40}"/>
              </a:ext>
            </a:extLst>
          </p:cNvPr>
          <p:cNvSpPr>
            <a:spLocks xmlns:a="http://schemas.openxmlformats.org/drawingml/2006/main" noGrp="1"/>
          </p:cNvSpPr>
          <p:nvPr/>
        </p:nvSpPr>
        <p:spPr>
          <a:xfrm xmlns:a="http://schemas.openxmlformats.org/drawingml/2006/main">
            <a:off x="514350" y="54292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의존성</a:t>
            </a:r>
          </a:p>
        </p:txBody>
      </p:sp>
      <p:sp>
        <p:nvSpPr>
          <p:cNvPr id="52" name="dp41-comparison / n51">
            <a:extLst xmlns:a="http://schemas.openxmlformats.org/drawingml/2006/main">
              <a:ext uri="{FF2B5EF4-FFF2-40B4-BE49-F238E27FC236}">
                <a16:creationId xmlns:a16="http://schemas.microsoft.com/office/drawing/2014/main" id="{D19C7D56-7881-47CD-8481-404D02DF6FC6}"/>
              </a:ext>
            </a:extLst>
          </p:cNvPr>
          <p:cNvSpPr>
            <a:spLocks xmlns:a="http://schemas.openxmlformats.org/drawingml/2006/main" noGrp="1"/>
          </p:cNvSpPr>
          <p:nvPr/>
        </p:nvSpPr>
        <p:spPr>
          <a:xfrm xmlns:a="http://schemas.openxmlformats.org/drawingml/2006/main">
            <a:off x="504825" y="659130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3" name="dp41-comparison / n52 / text 1">
            <a:extLst xmlns:a="http://schemas.openxmlformats.org/drawingml/2006/main">
              <a:ext uri="{FF2B5EF4-FFF2-40B4-BE49-F238E27FC236}">
                <a16:creationId xmlns:a16="http://schemas.microsoft.com/office/drawing/2014/main" id="{3CAD4CC9-CBAB-479F-98FA-A35E7615B434}"/>
              </a:ext>
            </a:extLst>
          </p:cNvPr>
          <p:cNvSpPr>
            <a:spLocks xmlns:a="http://schemas.openxmlformats.org/drawingml/2006/main" noGrp="1"/>
          </p:cNvSpPr>
          <p:nvPr/>
        </p:nvSpPr>
        <p:spPr>
          <a:xfrm xmlns:a="http://schemas.openxmlformats.org/drawingml/2006/main">
            <a:off x="590550" y="66579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4" name="dp41-comparison / n53 / text 1">
            <a:extLst xmlns:a="http://schemas.openxmlformats.org/drawingml/2006/main">
              <a:ext uri="{FF2B5EF4-FFF2-40B4-BE49-F238E27FC236}">
                <a16:creationId xmlns:a16="http://schemas.microsoft.com/office/drawing/2014/main" id="{6876A256-F508-46A3-890E-05CECE332B2C}"/>
              </a:ext>
            </a:extLst>
          </p:cNvPr>
          <p:cNvSpPr>
            <a:spLocks xmlns:a="http://schemas.openxmlformats.org/drawingml/2006/main" noGrp="1"/>
          </p:cNvSpPr>
          <p:nvPr/>
        </p:nvSpPr>
        <p:spPr>
          <a:xfrm xmlns:a="http://schemas.openxmlformats.org/drawingml/2006/main">
            <a:off x="514350" y="69056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5" name="dp41-comparison / n54 / path">
            <a:extLst xmlns:a="http://schemas.openxmlformats.org/drawingml/2006/main">
              <a:ext uri="{FF2B5EF4-FFF2-40B4-BE49-F238E27FC236}">
                <a16:creationId xmlns:a16="http://schemas.microsoft.com/office/drawing/2014/main" id="{E01D1E1E-E411-4EA1-ACE4-94E28005C7AF}"/>
              </a:ext>
            </a:extLst>
          </p:cNvPr>
          <p:cNvSpPr>
            <a:spLocks xmlns:a="http://schemas.openxmlformats.org/drawingml/2006/main" noGrp="1"/>
          </p:cNvSpPr>
          <p:nvPr/>
        </p:nvSpPr>
        <p:spPr>
          <a:xfrm xmlns:a="http://schemas.openxmlformats.org/drawingml/2006/main">
            <a:off x="514350" y="57245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56" name="dp41-comparison / n54 / arrow">
            <a:extLst xmlns:a="http://schemas.openxmlformats.org/drawingml/2006/main">
              <a:ext uri="{FF2B5EF4-FFF2-40B4-BE49-F238E27FC236}">
                <a16:creationId xmlns:a16="http://schemas.microsoft.com/office/drawing/2014/main" id="{59324FF0-7F8A-4A55-821C-09AC83CF9309}"/>
              </a:ext>
            </a:extLst>
          </p:cNvPr>
          <p:cNvSpPr>
            <a:spLocks xmlns:a="http://schemas.openxmlformats.org/drawingml/2006/main" noGrp="1"/>
          </p:cNvSpPr>
          <p:nvPr/>
        </p:nvSpPr>
        <p:spPr>
          <a:xfrm xmlns:a="http://schemas.openxmlformats.org/drawingml/2006/main">
            <a:off x="1104519" y="5690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5 / text 1">
            <a:extLst xmlns:a="http://schemas.openxmlformats.org/drawingml/2006/main">
              <a:ext uri="{FF2B5EF4-FFF2-40B4-BE49-F238E27FC236}">
                <a16:creationId xmlns:a16="http://schemas.microsoft.com/office/drawing/2014/main" id="{D04009EB-7C73-4DF0-B7B5-91E0819697AD}"/>
              </a:ext>
            </a:extLst>
          </p:cNvPr>
          <p:cNvSpPr>
            <a:spLocks xmlns:a="http://schemas.openxmlformats.org/drawingml/2006/main" noGrp="1"/>
          </p:cNvSpPr>
          <p:nvPr/>
        </p:nvSpPr>
        <p:spPr>
          <a:xfrm xmlns:a="http://schemas.openxmlformats.org/drawingml/2006/main">
            <a:off x="514350" y="58102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58" name="dp41-comparison / n56 / path">
            <a:extLst xmlns:a="http://schemas.openxmlformats.org/drawingml/2006/main">
              <a:ext uri="{FF2B5EF4-FFF2-40B4-BE49-F238E27FC236}">
                <a16:creationId xmlns:a16="http://schemas.microsoft.com/office/drawing/2014/main" id="{BC9DEC47-913A-4199-86E3-72823627AB31}"/>
              </a:ext>
            </a:extLst>
          </p:cNvPr>
          <p:cNvSpPr>
            <a:spLocks xmlns:a="http://schemas.openxmlformats.org/drawingml/2006/main" noGrp="1"/>
          </p:cNvSpPr>
          <p:nvPr/>
        </p:nvSpPr>
        <p:spPr>
          <a:xfrm xmlns:a="http://schemas.openxmlformats.org/drawingml/2006/main">
            <a:off x="514350" y="61722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59" name="dp41-comparison / n56 / arrow">
            <a:extLst xmlns:a="http://schemas.openxmlformats.org/drawingml/2006/main">
              <a:ext uri="{FF2B5EF4-FFF2-40B4-BE49-F238E27FC236}">
                <a16:creationId xmlns:a16="http://schemas.microsoft.com/office/drawing/2014/main" id="{40F21A98-DB33-4B3E-8C8C-4C3883D6BB58}"/>
              </a:ext>
            </a:extLst>
          </p:cNvPr>
          <p:cNvSpPr>
            <a:spLocks xmlns:a="http://schemas.openxmlformats.org/drawingml/2006/main" noGrp="1"/>
          </p:cNvSpPr>
          <p:nvPr/>
        </p:nvSpPr>
        <p:spPr>
          <a:xfrm xmlns:a="http://schemas.openxmlformats.org/drawingml/2006/main">
            <a:off x="1104519" y="61386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B4ABD412-7C03-40A4-BBF3-D897E546503F}"/>
              </a:ext>
            </a:extLst>
          </p:cNvPr>
          <p:cNvSpPr>
            <a:spLocks xmlns:a="http://schemas.openxmlformats.org/drawingml/2006/main" noGrp="1"/>
          </p:cNvSpPr>
          <p:nvPr/>
        </p:nvSpPr>
        <p:spPr>
          <a:xfrm xmlns:a="http://schemas.openxmlformats.org/drawingml/2006/main">
            <a:off x="514350" y="62579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61" name="dp41-comparison / n58 / text 1">
            <a:extLst xmlns:a="http://schemas.openxmlformats.org/drawingml/2006/main">
              <a:ext uri="{FF2B5EF4-FFF2-40B4-BE49-F238E27FC236}">
                <a16:creationId xmlns:a16="http://schemas.microsoft.com/office/drawing/2014/main" id="{42CFB0D4-54F9-4AB1-8133-F305DF86AC6A}"/>
              </a:ext>
            </a:extLst>
          </p:cNvPr>
          <p:cNvSpPr>
            <a:spLocks xmlns:a="http://schemas.openxmlformats.org/drawingml/2006/main" noGrp="1"/>
          </p:cNvSpPr>
          <p:nvPr/>
        </p:nvSpPr>
        <p:spPr>
          <a:xfrm xmlns:a="http://schemas.openxmlformats.org/drawingml/2006/main">
            <a:off x="514350" y="7143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공통: 검정</a:t>
            </a:r>
          </a:p>
        </p:txBody>
      </p:sp>
      <p:sp>
        <p:nvSpPr>
          <p:cNvPr id="62" name="dp41-comparison / n58 / text 2">
            <a:extLst xmlns:a="http://schemas.openxmlformats.org/drawingml/2006/main">
              <a:ext uri="{FF2B5EF4-FFF2-40B4-BE49-F238E27FC236}">
                <a16:creationId xmlns:a16="http://schemas.microsoft.com/office/drawing/2014/main" id="{37ED8222-1E47-4A5D-B2E1-B4488DEF7C65}"/>
              </a:ext>
            </a:extLst>
          </p:cNvPr>
          <p:cNvSpPr>
            <a:spLocks xmlns:a="http://schemas.openxmlformats.org/drawingml/2006/main" noGrp="1"/>
          </p:cNvSpPr>
          <p:nvPr/>
        </p:nvSpPr>
        <p:spPr>
          <a:xfrm xmlns:a="http://schemas.openxmlformats.org/drawingml/2006/main">
            <a:off x="514350" y="728091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 바탕</a:t>
            </a:r>
          </a:p>
        </p:txBody>
      </p:sp>
      <p:sp>
        <p:nvSpPr>
          <p:cNvPr id="63" name="dp41-comparison / n59">
            <a:extLst xmlns:a="http://schemas.openxmlformats.org/drawingml/2006/main">
              <a:ext uri="{FF2B5EF4-FFF2-40B4-BE49-F238E27FC236}">
                <a16:creationId xmlns:a16="http://schemas.microsoft.com/office/drawing/2014/main" id="{E10D9747-18AA-4AA8-A9BA-62684F5A9347}"/>
              </a:ext>
            </a:extLst>
          </p:cNvPr>
          <p:cNvSpPr>
            <a:spLocks xmlns:a="http://schemas.openxmlformats.org/drawingml/2006/main" noGrp="1"/>
          </p:cNvSpPr>
          <p:nvPr/>
        </p:nvSpPr>
        <p:spPr>
          <a:xfrm xmlns:a="http://schemas.openxmlformats.org/drawingml/2006/main">
            <a:off x="1476375" y="2552700"/>
            <a:ext cx="7953375" cy="29051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1-comparison / n60 / text 1">
            <a:extLst xmlns:a="http://schemas.openxmlformats.org/drawingml/2006/main">
              <a:ext uri="{FF2B5EF4-FFF2-40B4-BE49-F238E27FC236}">
                <a16:creationId xmlns:a16="http://schemas.microsoft.com/office/drawing/2014/main" id="{A9E41DF3-4EDD-4EA5-9B4C-00B91BB25F73}"/>
              </a:ext>
            </a:extLst>
          </p:cNvPr>
          <p:cNvSpPr>
            <a:spLocks xmlns:a="http://schemas.openxmlformats.org/drawingml/2006/main" noGrp="1"/>
          </p:cNvSpPr>
          <p:nvPr/>
        </p:nvSpPr>
        <p:spPr>
          <a:xfrm xmlns:a="http://schemas.openxmlformats.org/drawingml/2006/main">
            <a:off x="1600200" y="26479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65" name="dp41-comparison / n63">
            <a:extLst xmlns:a="http://schemas.openxmlformats.org/drawingml/2006/main">
              <a:ext uri="{FF2B5EF4-FFF2-40B4-BE49-F238E27FC236}">
                <a16:creationId xmlns:a16="http://schemas.microsoft.com/office/drawing/2014/main" id="{D5470207-5ED8-4661-9C29-ECE7F3BF6EE9}"/>
              </a:ext>
            </a:extLst>
          </p:cNvPr>
          <p:cNvSpPr>
            <a:spLocks xmlns:a="http://schemas.openxmlformats.org/drawingml/2006/main" noGrp="1"/>
          </p:cNvSpPr>
          <p:nvPr/>
        </p:nvSpPr>
        <p:spPr>
          <a:xfrm xmlns:a="http://schemas.openxmlformats.org/drawingml/2006/main">
            <a:off x="1666875" y="3429000"/>
            <a:ext cx="2238375" cy="495300"/>
          </a:xfrm>
          <a:prstGeom xmlns:a="http://schemas.openxmlformats.org/drawingml/2006/main" prst="roundRect">
            <a:avLst>
              <a:gd name="adj" fmla="val 15385"/>
            </a:avLst>
          </a:prstGeom>
          <a:solidFill xmlns:a="http://schemas.openxmlformats.org/drawingml/2006/main">
            <a:srgbClr val="FFF0DD"/>
          </a:solidFill>
          <a:ln xmlns:a="http://schemas.openxmlformats.org/drawingml/2006/main" w="17145">
            <a:solidFill>
              <a:srgbClr val="B8753F"/>
            </a:solidFill>
            <a:prstDash val="solid"/>
          </a:ln>
        </p:spPr>
      </p:sp>
      <p:sp>
        <p:nvSpPr>
          <p:cNvPr id="66" name="dp41-comparison / n64 / text 1">
            <a:extLst xmlns:a="http://schemas.openxmlformats.org/drawingml/2006/main">
              <a:ext uri="{FF2B5EF4-FFF2-40B4-BE49-F238E27FC236}">
                <a16:creationId xmlns:a16="http://schemas.microsoft.com/office/drawing/2014/main" id="{6F11D381-D93F-4E08-A09F-2018F4811E19}"/>
              </a:ext>
            </a:extLst>
          </p:cNvPr>
          <p:cNvSpPr>
            <a:spLocks xmlns:a="http://schemas.openxmlformats.org/drawingml/2006/main" noGrp="1"/>
          </p:cNvSpPr>
          <p:nvPr/>
        </p:nvSpPr>
        <p:spPr>
          <a:xfrm xmlns:a="http://schemas.openxmlformats.org/drawingml/2006/main">
            <a:off x="1752600" y="3565208"/>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67" name="dp41-comparison / n65">
            <a:extLst xmlns:a="http://schemas.openxmlformats.org/drawingml/2006/main">
              <a:ext uri="{FF2B5EF4-FFF2-40B4-BE49-F238E27FC236}">
                <a16:creationId xmlns:a16="http://schemas.microsoft.com/office/drawing/2014/main" id="{CCB945CD-9751-4F60-B79F-771EB792BDD6}"/>
              </a:ext>
            </a:extLst>
          </p:cNvPr>
          <p:cNvSpPr>
            <a:spLocks xmlns:a="http://schemas.openxmlformats.org/drawingml/2006/main" noGrp="1"/>
          </p:cNvSpPr>
          <p:nvPr/>
        </p:nvSpPr>
        <p:spPr>
          <a:xfrm xmlns:a="http://schemas.openxmlformats.org/drawingml/2006/main">
            <a:off x="7096125" y="3657600"/>
            <a:ext cx="2143125" cy="400050"/>
          </a:xfrm>
          <a:prstGeom xmlns:a="http://schemas.openxmlformats.org/drawingml/2006/main" prst="roundRect">
            <a:avLst>
              <a:gd name="adj" fmla="val 19048"/>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6 / text 1">
            <a:extLst xmlns:a="http://schemas.openxmlformats.org/drawingml/2006/main">
              <a:ext uri="{FF2B5EF4-FFF2-40B4-BE49-F238E27FC236}">
                <a16:creationId xmlns:a16="http://schemas.microsoft.com/office/drawing/2014/main" id="{70D59F42-C39E-46B9-B0B1-F78EE3C82F97}"/>
              </a:ext>
            </a:extLst>
          </p:cNvPr>
          <p:cNvSpPr>
            <a:spLocks xmlns:a="http://schemas.openxmlformats.org/drawingml/2006/main" noGrp="1"/>
          </p:cNvSpPr>
          <p:nvPr/>
        </p:nvSpPr>
        <p:spPr>
          <a:xfrm xmlns:a="http://schemas.openxmlformats.org/drawingml/2006/main">
            <a:off x="7181850" y="3746183"/>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읽기 도구 실행기</a:t>
            </a:r>
          </a:p>
        </p:txBody>
      </p:sp>
      <p:sp>
        <p:nvSpPr>
          <p:cNvPr id="69" name="dp41-comparison / n67 / path">
            <a:extLst xmlns:a="http://schemas.openxmlformats.org/drawingml/2006/main">
              <a:ext uri="{FF2B5EF4-FFF2-40B4-BE49-F238E27FC236}">
                <a16:creationId xmlns:a16="http://schemas.microsoft.com/office/drawing/2014/main" id="{88A12443-AB07-4A24-A7B1-D79CC9CD0FDB}"/>
              </a:ext>
            </a:extLst>
          </p:cNvPr>
          <p:cNvSpPr>
            <a:spLocks xmlns:a="http://schemas.openxmlformats.org/drawingml/2006/main" noGrp="1"/>
          </p:cNvSpPr>
          <p:nvPr/>
        </p:nvSpPr>
        <p:spPr>
          <a:xfrm xmlns:a="http://schemas.openxmlformats.org/drawingml/2006/main">
            <a:off x="3905250" y="3286125"/>
            <a:ext cx="4262438" cy="390525"/>
          </a:xfrm>
          <a:custGeom xmlns:a="http://schemas.openxmlformats.org/drawingml/2006/main">
            <a:pathLst>
              <a:path w="4262438" h="390525">
                <a:moveTo>
                  <a:pt x="0" y="390525"/>
                </a:moveTo>
                <a:lnTo>
                  <a:pt x="161925" y="390525"/>
                </a:lnTo>
                <a:lnTo>
                  <a:pt x="161925" y="0"/>
                </a:lnTo>
                <a:lnTo>
                  <a:pt x="4257675" y="0"/>
                </a:lnTo>
                <a:lnTo>
                  <a:pt x="4262438" y="371475"/>
                </a:lnTo>
              </a:path>
            </a:pathLst>
          </a:custGeom>
          <a:noFill xmlns:a="http://schemas.openxmlformats.org/drawingml/2006/main"/>
          <a:ln xmlns:a="http://schemas.openxmlformats.org/drawingml/2006/main" w="10478">
            <a:solidFill>
              <a:srgbClr val="000000"/>
            </a:solidFill>
            <a:prstDash val="solid"/>
          </a:ln>
        </p:spPr>
      </p:sp>
      <p:sp>
        <p:nvSpPr>
          <p:cNvPr id="70" name="dp41-comparison / n67 / arrow">
            <a:extLst xmlns:a="http://schemas.openxmlformats.org/drawingml/2006/main">
              <a:ext uri="{FF2B5EF4-FFF2-40B4-BE49-F238E27FC236}">
                <a16:creationId xmlns:a16="http://schemas.microsoft.com/office/drawing/2014/main" id="{14B1E88F-9161-4196-B4D1-356307505763}"/>
              </a:ext>
            </a:extLst>
          </p:cNvPr>
          <p:cNvSpPr>
            <a:spLocks xmlns:a="http://schemas.openxmlformats.org/drawingml/2006/main" noGrp="1"/>
          </p:cNvSpPr>
          <p:nvPr/>
        </p:nvSpPr>
        <p:spPr>
          <a:xfrm xmlns:a="http://schemas.openxmlformats.org/drawingml/2006/main">
            <a:off x="8133303" y="3590120"/>
            <a:ext cx="67050" cy="67480"/>
          </a:xfrm>
          <a:custGeom xmlns:a="http://schemas.openxmlformats.org/drawingml/2006/main">
            <a:pathLst>
              <a:path w="67050" h="67480">
                <a:moveTo>
                  <a:pt x="0" y="860"/>
                </a:moveTo>
                <a:lnTo>
                  <a:pt x="34385" y="67480"/>
                </a:lnTo>
                <a:lnTo>
                  <a:pt x="67050" y="0"/>
                </a:lnTo>
              </a:path>
            </a:pathLst>
          </a:custGeom>
          <a:noFill xmlns:a="http://schemas.openxmlformats.org/drawingml/2006/main"/>
          <a:ln xmlns:a="http://schemas.openxmlformats.org/drawingml/2006/main" w="13411">
            <a:solidFill>
              <a:srgbClr val="000000"/>
            </a:solidFill>
            <a:prstDash val="solid"/>
          </a:ln>
        </p:spPr>
      </p:sp>
      <p:sp>
        <p:nvSpPr>
          <p:cNvPr id="71" name="dp41-comparison / n70 / path">
            <a:extLst xmlns:a="http://schemas.openxmlformats.org/drawingml/2006/main">
              <a:ext uri="{FF2B5EF4-FFF2-40B4-BE49-F238E27FC236}">
                <a16:creationId xmlns:a16="http://schemas.microsoft.com/office/drawing/2014/main" id="{3DB3E6D3-0B71-4762-AEB0-16A113D04C8F}"/>
              </a:ext>
            </a:extLst>
          </p:cNvPr>
          <p:cNvSpPr>
            <a:spLocks xmlns:a="http://schemas.openxmlformats.org/drawingml/2006/main" noGrp="1"/>
          </p:cNvSpPr>
          <p:nvPr/>
        </p:nvSpPr>
        <p:spPr>
          <a:xfrm xmlns:a="http://schemas.openxmlformats.org/drawingml/2006/main">
            <a:off x="2781300" y="3924300"/>
            <a:ext cx="5386388" cy="904875"/>
          </a:xfrm>
          <a:custGeom xmlns:a="http://schemas.openxmlformats.org/drawingml/2006/main">
            <a:pathLst>
              <a:path w="5386388" h="904875">
                <a:moveTo>
                  <a:pt x="5386388" y="133350"/>
                </a:moveTo>
                <a:lnTo>
                  <a:pt x="5381625" y="904875"/>
                </a:lnTo>
                <a:lnTo>
                  <a:pt x="0" y="904875"/>
                </a:lnTo>
                <a:lnTo>
                  <a:pt x="4763" y="0"/>
                </a:lnTo>
              </a:path>
            </a:pathLst>
          </a:custGeom>
          <a:noFill xmlns:a="http://schemas.openxmlformats.org/drawingml/2006/main"/>
          <a:ln xmlns:a="http://schemas.openxmlformats.org/drawingml/2006/main" w="10478">
            <a:solidFill>
              <a:srgbClr val="000000"/>
            </a:solidFill>
            <a:prstDash val="dash"/>
          </a:ln>
        </p:spPr>
      </p:sp>
      <p:sp>
        <p:nvSpPr>
          <p:cNvPr id="72" name="dp41-comparison / n70 / arrow">
            <a:extLst xmlns:a="http://schemas.openxmlformats.org/drawingml/2006/main">
              <a:ext uri="{FF2B5EF4-FFF2-40B4-BE49-F238E27FC236}">
                <a16:creationId xmlns:a16="http://schemas.microsoft.com/office/drawing/2014/main" id="{4C61B426-1C99-46EB-B523-4295ADC28873}"/>
              </a:ext>
            </a:extLst>
          </p:cNvPr>
          <p:cNvSpPr>
            <a:spLocks xmlns:a="http://schemas.openxmlformats.org/drawingml/2006/main" noGrp="1"/>
          </p:cNvSpPr>
          <p:nvPr/>
        </p:nvSpPr>
        <p:spPr>
          <a:xfrm xmlns:a="http://schemas.openxmlformats.org/drawingml/2006/main">
            <a:off x="2752182" y="3924300"/>
            <a:ext cx="67055" cy="67232"/>
          </a:xfrm>
          <a:custGeom xmlns:a="http://schemas.openxmlformats.org/drawingml/2006/main">
            <a:pathLst>
              <a:path w="67055" h="67232">
                <a:moveTo>
                  <a:pt x="67055" y="67232"/>
                </a:moveTo>
                <a:lnTo>
                  <a:pt x="33880" y="0"/>
                </a:lnTo>
                <a:lnTo>
                  <a:pt x="0" y="66879"/>
                </a:lnTo>
              </a:path>
            </a:pathLst>
          </a:custGeom>
          <a:noFill xmlns:a="http://schemas.openxmlformats.org/drawingml/2006/main"/>
          <a:ln xmlns:a="http://schemas.openxmlformats.org/drawingml/2006/main" w="13411">
            <a:solidFill>
              <a:srgbClr val="000000"/>
            </a:solidFill>
            <a:prstDash val="solid"/>
          </a:ln>
        </p:spPr>
      </p:sp>
      <p:sp>
        <p:nvSpPr>
          <p:cNvPr id="73" name="dp41-comparison / n77">
            <a:extLst xmlns:a="http://schemas.openxmlformats.org/drawingml/2006/main">
              <a:ext uri="{FF2B5EF4-FFF2-40B4-BE49-F238E27FC236}">
                <a16:creationId xmlns:a16="http://schemas.microsoft.com/office/drawing/2014/main" id="{E33E977D-5BB4-4CF6-A48B-C003256D3C86}"/>
              </a:ext>
            </a:extLst>
          </p:cNvPr>
          <p:cNvSpPr>
            <a:spLocks xmlns:a="http://schemas.openxmlformats.org/drawingml/2006/main" noGrp="1"/>
          </p:cNvSpPr>
          <p:nvPr/>
        </p:nvSpPr>
        <p:spPr>
          <a:xfrm xmlns:a="http://schemas.openxmlformats.org/drawingml/2006/main">
            <a:off x="1666875" y="5010150"/>
            <a:ext cx="2238375" cy="4000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8 / text 1">
            <a:extLst xmlns:a="http://schemas.openxmlformats.org/drawingml/2006/main">
              <a:ext uri="{FF2B5EF4-FFF2-40B4-BE49-F238E27FC236}">
                <a16:creationId xmlns:a16="http://schemas.microsoft.com/office/drawing/2014/main" id="{ED9A9D75-8DA1-4F3A-8E16-232A6D42C48A}"/>
              </a:ext>
            </a:extLst>
          </p:cNvPr>
          <p:cNvSpPr>
            <a:spLocks xmlns:a="http://schemas.openxmlformats.org/drawingml/2006/main" noGrp="1"/>
          </p:cNvSpPr>
          <p:nvPr/>
        </p:nvSpPr>
        <p:spPr>
          <a:xfrm xmlns:a="http://schemas.openxmlformats.org/drawingml/2006/main">
            <a:off x="1752600" y="5153025"/>
            <a:ext cx="20669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임시 해석 상태</a:t>
            </a:r>
          </a:p>
        </p:txBody>
      </p:sp>
      <p:sp>
        <p:nvSpPr>
          <p:cNvPr id="75" name="dp41-comparison / n79">
            <a:extLst xmlns:a="http://schemas.openxmlformats.org/drawingml/2006/main">
              <a:ext uri="{FF2B5EF4-FFF2-40B4-BE49-F238E27FC236}">
                <a16:creationId xmlns:a16="http://schemas.microsoft.com/office/drawing/2014/main" id="{5321E837-FE32-4351-80F6-F45AC6F918BA}"/>
              </a:ext>
            </a:extLst>
          </p:cNvPr>
          <p:cNvSpPr>
            <a:spLocks xmlns:a="http://schemas.openxmlformats.org/drawingml/2006/main" noGrp="1"/>
          </p:cNvSpPr>
          <p:nvPr/>
        </p:nvSpPr>
        <p:spPr>
          <a:xfrm xmlns:a="http://schemas.openxmlformats.org/drawingml/2006/main">
            <a:off x="7096125" y="5067300"/>
            <a:ext cx="2143125" cy="285750"/>
          </a:xfrm>
          <a:prstGeom xmlns:a="http://schemas.openxmlformats.org/drawingml/2006/main" prst="roundRect">
            <a:avLst>
              <a:gd name="adj" fmla="val 26667"/>
            </a:avLst>
          </a:prstGeom>
          <a:solidFill xmlns:a="http://schemas.openxmlformats.org/drawingml/2006/main">
            <a:srgbClr val="FFFFFF"/>
          </a:solidFill>
          <a:ln xmlns:a="http://schemas.openxmlformats.org/drawingml/2006/main" w="9525">
            <a:solidFill>
              <a:srgbClr val="000000"/>
            </a:solidFill>
            <a:prstDash val="solid"/>
          </a:ln>
        </p:spPr>
      </p:sp>
      <p:sp>
        <p:nvSpPr>
          <p:cNvPr id="76" name="dp41-comparison / n80 / text 1">
            <a:extLst xmlns:a="http://schemas.openxmlformats.org/drawingml/2006/main">
              <a:ext uri="{FF2B5EF4-FFF2-40B4-BE49-F238E27FC236}">
                <a16:creationId xmlns:a16="http://schemas.microsoft.com/office/drawing/2014/main" id="{605E2833-6397-47C3-94EC-6AB693B4AEA3}"/>
              </a:ext>
            </a:extLst>
          </p:cNvPr>
          <p:cNvSpPr>
            <a:spLocks xmlns:a="http://schemas.openxmlformats.org/drawingml/2006/main" noGrp="1"/>
          </p:cNvSpPr>
          <p:nvPr/>
        </p:nvSpPr>
        <p:spPr>
          <a:xfrm xmlns:a="http://schemas.openxmlformats.org/drawingml/2006/main">
            <a:off x="7181850" y="5111115"/>
            <a:ext cx="19716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의미 제안 검증기</a:t>
            </a:r>
          </a:p>
        </p:txBody>
      </p:sp>
      <p:sp>
        <p:nvSpPr>
          <p:cNvPr id="77" name="dp41-comparison / n81 / path">
            <a:extLst xmlns:a="http://schemas.openxmlformats.org/drawingml/2006/main">
              <a:ext uri="{FF2B5EF4-FFF2-40B4-BE49-F238E27FC236}">
                <a16:creationId xmlns:a16="http://schemas.microsoft.com/office/drawing/2014/main" id="{A82BEE8C-17CB-49C1-A751-B0EEC54D8803}"/>
              </a:ext>
            </a:extLst>
          </p:cNvPr>
          <p:cNvSpPr>
            <a:spLocks xmlns:a="http://schemas.openxmlformats.org/drawingml/2006/main" noGrp="1"/>
          </p:cNvSpPr>
          <p:nvPr/>
        </p:nvSpPr>
        <p:spPr>
          <a:xfrm xmlns:a="http://schemas.openxmlformats.org/drawingml/2006/main">
            <a:off x="3905250" y="3848100"/>
            <a:ext cx="3190875" cy="1362075"/>
          </a:xfrm>
          <a:custGeom xmlns:a="http://schemas.openxmlformats.org/drawingml/2006/main">
            <a:pathLst>
              <a:path w="3190875" h="1362075">
                <a:moveTo>
                  <a:pt x="0" y="0"/>
                </a:moveTo>
                <a:lnTo>
                  <a:pt x="200025" y="0"/>
                </a:lnTo>
                <a:lnTo>
                  <a:pt x="200025" y="1362075"/>
                </a:lnTo>
                <a:lnTo>
                  <a:pt x="3190875" y="1362075"/>
                </a:lnTo>
              </a:path>
            </a:pathLst>
          </a:custGeom>
          <a:noFill xmlns:a="http://schemas.openxmlformats.org/drawingml/2006/main"/>
          <a:ln xmlns:a="http://schemas.openxmlformats.org/drawingml/2006/main" w="10478">
            <a:solidFill>
              <a:srgbClr val="000000"/>
            </a:solidFill>
            <a:prstDash val="solid"/>
          </a:ln>
        </p:spPr>
      </p:sp>
      <p:sp>
        <p:nvSpPr>
          <p:cNvPr id="78" name="dp41-comparison / n81 / arrow">
            <a:extLst xmlns:a="http://schemas.openxmlformats.org/drawingml/2006/main">
              <a:ext uri="{FF2B5EF4-FFF2-40B4-BE49-F238E27FC236}">
                <a16:creationId xmlns:a16="http://schemas.microsoft.com/office/drawing/2014/main" id="{245AF35E-4D2F-4C50-9083-7B59B2E54415}"/>
              </a:ext>
            </a:extLst>
          </p:cNvPr>
          <p:cNvSpPr>
            <a:spLocks xmlns:a="http://schemas.openxmlformats.org/drawingml/2006/main" noGrp="1"/>
          </p:cNvSpPr>
          <p:nvPr/>
        </p:nvSpPr>
        <p:spPr>
          <a:xfrm xmlns:a="http://schemas.openxmlformats.org/drawingml/2006/main">
            <a:off x="7029069" y="5176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1-comparison / n84 / path">
            <a:extLst xmlns:a="http://schemas.openxmlformats.org/drawingml/2006/main">
              <a:ext uri="{FF2B5EF4-FFF2-40B4-BE49-F238E27FC236}">
                <a16:creationId xmlns:a16="http://schemas.microsoft.com/office/drawing/2014/main" id="{D656C681-58E1-4FD6-A3E2-886B189CC0D8}"/>
              </a:ext>
            </a:extLst>
          </p:cNvPr>
          <p:cNvSpPr>
            <a:spLocks xmlns:a="http://schemas.openxmlformats.org/drawingml/2006/main" noGrp="1"/>
          </p:cNvSpPr>
          <p:nvPr/>
        </p:nvSpPr>
        <p:spPr>
          <a:xfrm xmlns:a="http://schemas.openxmlformats.org/drawingml/2006/main">
            <a:off x="1590675" y="3676650"/>
            <a:ext cx="76200" cy="1533525"/>
          </a:xfrm>
          <a:custGeom xmlns:a="http://schemas.openxmlformats.org/drawingml/2006/main">
            <a:pathLst>
              <a:path w="76200" h="1533525">
                <a:moveTo>
                  <a:pt x="76200" y="0"/>
                </a:moveTo>
                <a:lnTo>
                  <a:pt x="0" y="0"/>
                </a:lnTo>
                <a:lnTo>
                  <a:pt x="0" y="1533525"/>
                </a:lnTo>
                <a:lnTo>
                  <a:pt x="76200" y="1533525"/>
                </a:lnTo>
              </a:path>
            </a:pathLst>
          </a:custGeom>
          <a:noFill xmlns:a="http://schemas.openxmlformats.org/drawingml/2006/main"/>
          <a:ln xmlns:a="http://schemas.openxmlformats.org/drawingml/2006/main" w="10478">
            <a:solidFill>
              <a:srgbClr val="000000"/>
            </a:solidFill>
            <a:prstDash val="solid"/>
          </a:ln>
        </p:spPr>
      </p:sp>
      <p:sp>
        <p:nvSpPr>
          <p:cNvPr id="80" name="dp41-comparison / n84 / arrow">
            <a:extLst xmlns:a="http://schemas.openxmlformats.org/drawingml/2006/main">
              <a:ext uri="{FF2B5EF4-FFF2-40B4-BE49-F238E27FC236}">
                <a16:creationId xmlns:a16="http://schemas.microsoft.com/office/drawing/2014/main" id="{01468D6C-23BB-4D67-8CB9-EE3D89458992}"/>
              </a:ext>
            </a:extLst>
          </p:cNvPr>
          <p:cNvSpPr>
            <a:spLocks xmlns:a="http://schemas.openxmlformats.org/drawingml/2006/main" noGrp="1"/>
          </p:cNvSpPr>
          <p:nvPr/>
        </p:nvSpPr>
        <p:spPr>
          <a:xfrm xmlns:a="http://schemas.openxmlformats.org/drawingml/2006/main">
            <a:off x="1599819" y="5176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1" name="dp41-comparison / n85 / path">
            <a:extLst xmlns:a="http://schemas.openxmlformats.org/drawingml/2006/main">
              <a:ext uri="{FF2B5EF4-FFF2-40B4-BE49-F238E27FC236}">
                <a16:creationId xmlns:a16="http://schemas.microsoft.com/office/drawing/2014/main" id="{EBEB6902-C282-48AD-B963-A1698E6818F9}"/>
              </a:ext>
            </a:extLst>
          </p:cNvPr>
          <p:cNvSpPr>
            <a:spLocks xmlns:a="http://schemas.openxmlformats.org/drawingml/2006/main" noGrp="1"/>
          </p:cNvSpPr>
          <p:nvPr/>
        </p:nvSpPr>
        <p:spPr>
          <a:xfrm xmlns:a="http://schemas.openxmlformats.org/drawingml/2006/main">
            <a:off x="1552575" y="3781425"/>
            <a:ext cx="114300" cy="1504950"/>
          </a:xfrm>
          <a:custGeom xmlns:a="http://schemas.openxmlformats.org/drawingml/2006/main">
            <a:pathLst>
              <a:path w="114300" h="1504950">
                <a:moveTo>
                  <a:pt x="114300" y="1504950"/>
                </a:moveTo>
                <a:lnTo>
                  <a:pt x="0" y="1504950"/>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82" name="dp41-comparison / n85 / arrow">
            <a:extLst xmlns:a="http://schemas.openxmlformats.org/drawingml/2006/main">
              <a:ext uri="{FF2B5EF4-FFF2-40B4-BE49-F238E27FC236}">
                <a16:creationId xmlns:a16="http://schemas.microsoft.com/office/drawing/2014/main" id="{69B10A9E-0C97-446E-B54B-80D99122878B}"/>
              </a:ext>
            </a:extLst>
          </p:cNvPr>
          <p:cNvSpPr>
            <a:spLocks xmlns:a="http://schemas.openxmlformats.org/drawingml/2006/main" noGrp="1"/>
          </p:cNvSpPr>
          <p:nvPr/>
        </p:nvSpPr>
        <p:spPr>
          <a:xfrm xmlns:a="http://schemas.openxmlformats.org/drawingml/2006/main">
            <a:off x="1599819" y="3747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1-comparison / n88">
            <a:extLst xmlns:a="http://schemas.openxmlformats.org/drawingml/2006/main">
              <a:ext uri="{FF2B5EF4-FFF2-40B4-BE49-F238E27FC236}">
                <a16:creationId xmlns:a16="http://schemas.microsoft.com/office/drawing/2014/main" id="{5674AE7E-506C-45C5-9641-2CCF323B9D4F}"/>
              </a:ext>
            </a:extLst>
          </p:cNvPr>
          <p:cNvSpPr>
            <a:spLocks xmlns:a="http://schemas.openxmlformats.org/drawingml/2006/main" noGrp="1"/>
          </p:cNvSpPr>
          <p:nvPr/>
        </p:nvSpPr>
        <p:spPr>
          <a:xfrm xmlns:a="http://schemas.openxmlformats.org/drawingml/2006/main">
            <a:off x="1666875" y="567690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9 / text 1">
            <a:extLst xmlns:a="http://schemas.openxmlformats.org/drawingml/2006/main">
              <a:ext uri="{FF2B5EF4-FFF2-40B4-BE49-F238E27FC236}">
                <a16:creationId xmlns:a16="http://schemas.microsoft.com/office/drawing/2014/main" id="{907E3411-8C1A-44FD-8E41-EADD582CFB94}"/>
              </a:ext>
            </a:extLst>
          </p:cNvPr>
          <p:cNvSpPr>
            <a:spLocks xmlns:a="http://schemas.openxmlformats.org/drawingml/2006/main" noGrp="1"/>
          </p:cNvSpPr>
          <p:nvPr/>
        </p:nvSpPr>
        <p:spPr>
          <a:xfrm xmlns:a="http://schemas.openxmlformats.org/drawingml/2006/main">
            <a:off x="1752600" y="5711190"/>
            <a:ext cx="2019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Context Manager</a:t>
            </a:r>
          </a:p>
        </p:txBody>
      </p:sp>
      <p:sp>
        <p:nvSpPr>
          <p:cNvPr id="85" name="dp41-comparison / n90">
            <a:extLst xmlns:a="http://schemas.openxmlformats.org/drawingml/2006/main">
              <a:ext uri="{FF2B5EF4-FFF2-40B4-BE49-F238E27FC236}">
                <a16:creationId xmlns:a16="http://schemas.microsoft.com/office/drawing/2014/main" id="{2DDD1CE7-D493-48D8-BD1A-B465A3C93F07}"/>
              </a:ext>
            </a:extLst>
          </p:cNvPr>
          <p:cNvSpPr>
            <a:spLocks xmlns:a="http://schemas.openxmlformats.org/drawingml/2006/main" noGrp="1"/>
          </p:cNvSpPr>
          <p:nvPr/>
        </p:nvSpPr>
        <p:spPr>
          <a:xfrm xmlns:a="http://schemas.openxmlformats.org/drawingml/2006/main">
            <a:off x="4362450" y="567690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6" name="dp41-comparison / n91 / text 1">
            <a:extLst xmlns:a="http://schemas.openxmlformats.org/drawingml/2006/main">
              <a:ext uri="{FF2B5EF4-FFF2-40B4-BE49-F238E27FC236}">
                <a16:creationId xmlns:a16="http://schemas.microsoft.com/office/drawing/2014/main" id="{78C41FE6-E334-40A1-A9EE-7BD04BDF930D}"/>
              </a:ext>
            </a:extLst>
          </p:cNvPr>
          <p:cNvSpPr>
            <a:spLocks xmlns:a="http://schemas.openxmlformats.org/drawingml/2006/main" noGrp="1"/>
          </p:cNvSpPr>
          <p:nvPr/>
        </p:nvSpPr>
        <p:spPr>
          <a:xfrm xmlns:a="http://schemas.openxmlformats.org/drawingml/2006/main">
            <a:off x="4448175" y="5711190"/>
            <a:ext cx="2019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Task Manager</a:t>
            </a:r>
          </a:p>
        </p:txBody>
      </p:sp>
      <p:sp>
        <p:nvSpPr>
          <p:cNvPr id="87" name="dp41-comparison / n92">
            <a:extLst xmlns:a="http://schemas.openxmlformats.org/drawingml/2006/main">
              <a:ext uri="{FF2B5EF4-FFF2-40B4-BE49-F238E27FC236}">
                <a16:creationId xmlns:a16="http://schemas.microsoft.com/office/drawing/2014/main" id="{ED7517ED-E8D5-43F2-BD47-7F21B00CB129}"/>
              </a:ext>
            </a:extLst>
          </p:cNvPr>
          <p:cNvSpPr>
            <a:spLocks xmlns:a="http://schemas.openxmlformats.org/drawingml/2006/main" noGrp="1"/>
          </p:cNvSpPr>
          <p:nvPr/>
        </p:nvSpPr>
        <p:spPr>
          <a:xfrm xmlns:a="http://schemas.openxmlformats.org/drawingml/2006/main">
            <a:off x="7239000" y="6057900"/>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8" name="dp41-comparison / n93 / text 1">
            <a:extLst xmlns:a="http://schemas.openxmlformats.org/drawingml/2006/main">
              <a:ext uri="{FF2B5EF4-FFF2-40B4-BE49-F238E27FC236}">
                <a16:creationId xmlns:a16="http://schemas.microsoft.com/office/drawing/2014/main" id="{09B5BC0A-3537-4645-B221-589165CDA1A8}"/>
              </a:ext>
            </a:extLst>
          </p:cNvPr>
          <p:cNvSpPr>
            <a:spLocks xmlns:a="http://schemas.openxmlformats.org/drawingml/2006/main" noGrp="1"/>
          </p:cNvSpPr>
          <p:nvPr/>
        </p:nvSpPr>
        <p:spPr>
          <a:xfrm xmlns:a="http://schemas.openxmlformats.org/drawingml/2006/main">
            <a:off x="7324725" y="6092190"/>
            <a:ext cx="1924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Model Access</a:t>
            </a:r>
          </a:p>
        </p:txBody>
      </p:sp>
      <p:sp>
        <p:nvSpPr>
          <p:cNvPr id="89" name="dp41-comparison / n96">
            <a:extLst xmlns:a="http://schemas.openxmlformats.org/drawingml/2006/main">
              <a:ext uri="{FF2B5EF4-FFF2-40B4-BE49-F238E27FC236}">
                <a16:creationId xmlns:a16="http://schemas.microsoft.com/office/drawing/2014/main" id="{0C29C7B5-7771-44AC-88E5-5F5D02BE84B5}"/>
              </a:ext>
            </a:extLst>
          </p:cNvPr>
          <p:cNvSpPr>
            <a:spLocks xmlns:a="http://schemas.openxmlformats.org/drawingml/2006/main" noGrp="1"/>
          </p:cNvSpPr>
          <p:nvPr/>
        </p:nvSpPr>
        <p:spPr>
          <a:xfrm xmlns:a="http://schemas.openxmlformats.org/drawingml/2006/main">
            <a:off x="1666875" y="6134100"/>
            <a:ext cx="2238375"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0" name="dp41-comparison / n97 / text 1">
            <a:extLst xmlns:a="http://schemas.openxmlformats.org/drawingml/2006/main">
              <a:ext uri="{FF2B5EF4-FFF2-40B4-BE49-F238E27FC236}">
                <a16:creationId xmlns:a16="http://schemas.microsoft.com/office/drawing/2014/main" id="{A449938B-1C41-4E9D-AD74-BC3A183B4A46}"/>
              </a:ext>
            </a:extLst>
          </p:cNvPr>
          <p:cNvSpPr>
            <a:spLocks xmlns:a="http://schemas.openxmlformats.org/drawingml/2006/main" noGrp="1"/>
          </p:cNvSpPr>
          <p:nvPr/>
        </p:nvSpPr>
        <p:spPr>
          <a:xfrm xmlns:a="http://schemas.openxmlformats.org/drawingml/2006/main">
            <a:off x="1790700" y="6229350"/>
            <a:ext cx="1990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91" name="dp41-comparison / n98">
            <a:extLst xmlns:a="http://schemas.openxmlformats.org/drawingml/2006/main">
              <a:ext uri="{FF2B5EF4-FFF2-40B4-BE49-F238E27FC236}">
                <a16:creationId xmlns:a16="http://schemas.microsoft.com/office/drawing/2014/main" id="{B4F062EC-7102-4629-9561-238FE7434955}"/>
              </a:ext>
            </a:extLst>
          </p:cNvPr>
          <p:cNvSpPr>
            <a:spLocks xmlns:a="http://schemas.openxmlformats.org/drawingml/2006/main" noGrp="1"/>
          </p:cNvSpPr>
          <p:nvPr/>
        </p:nvSpPr>
        <p:spPr>
          <a:xfrm xmlns:a="http://schemas.openxmlformats.org/drawingml/2006/main">
            <a:off x="1781175" y="6448425"/>
            <a:ext cx="2009775" cy="3429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99 / text 1">
            <a:extLst xmlns:a="http://schemas.openxmlformats.org/drawingml/2006/main">
              <a:ext uri="{FF2B5EF4-FFF2-40B4-BE49-F238E27FC236}">
                <a16:creationId xmlns:a16="http://schemas.microsoft.com/office/drawing/2014/main" id="{6CBBBFF5-4D00-4A6A-9924-7F8107A327E5}"/>
              </a:ext>
            </a:extLst>
          </p:cNvPr>
          <p:cNvSpPr>
            <a:spLocks xmlns:a="http://schemas.openxmlformats.org/drawingml/2006/main" noGrp="1"/>
          </p:cNvSpPr>
          <p:nvPr/>
        </p:nvSpPr>
        <p:spPr>
          <a:xfrm xmlns:a="http://schemas.openxmlformats.org/drawingml/2006/main">
            <a:off x="1866900" y="6591300"/>
            <a:ext cx="18383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 b="0">
                <a:solidFill>
                  <a:srgbClr val="18232E"/>
                </a:solidFill>
                <a:latin typeface="Apple SD Gothic Neo"/>
                <a:ea typeface="Apple SD Gothic Neo"/>
                <a:cs typeface="Apple SD Gothic Neo"/>
              </a:defRPr>
            </a:pPr>
            <a:r>
              <a:rPr sz="825" b="0">
                <a:solidFill>
                  <a:srgbClr val="18232E"/>
                </a:solidFill>
                <a:latin typeface="Apple SD Gothic Neo"/>
                <a:ea typeface="Apple SD Gothic Neo"/>
                <a:cs typeface="Apple SD Gothic Neo"/>
              </a:rPr>
              <a:t>채택 의미 / 질문 / 출처</a:t>
            </a:r>
          </a:p>
        </p:txBody>
      </p:sp>
      <p:sp>
        <p:nvSpPr>
          <p:cNvPr id="93" name="dp41-comparison / n100">
            <a:extLst xmlns:a="http://schemas.openxmlformats.org/drawingml/2006/main">
              <a:ext uri="{FF2B5EF4-FFF2-40B4-BE49-F238E27FC236}">
                <a16:creationId xmlns:a16="http://schemas.microsoft.com/office/drawing/2014/main" id="{28ED98CE-67B0-466C-9796-1CBAA3253607}"/>
              </a:ext>
            </a:extLst>
          </p:cNvPr>
          <p:cNvSpPr>
            <a:spLocks xmlns:a="http://schemas.openxmlformats.org/drawingml/2006/main" noGrp="1"/>
          </p:cNvSpPr>
          <p:nvPr/>
        </p:nvSpPr>
        <p:spPr>
          <a:xfrm xmlns:a="http://schemas.openxmlformats.org/drawingml/2006/main">
            <a:off x="4362450" y="60769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4" name="dp41-comparison / n101 / text 1">
            <a:extLst xmlns:a="http://schemas.openxmlformats.org/drawingml/2006/main">
              <a:ext uri="{FF2B5EF4-FFF2-40B4-BE49-F238E27FC236}">
                <a16:creationId xmlns:a16="http://schemas.microsoft.com/office/drawing/2014/main" id="{F2249C5D-D920-4889-B024-7C8872F21ACE}"/>
              </a:ext>
            </a:extLst>
          </p:cNvPr>
          <p:cNvSpPr>
            <a:spLocks xmlns:a="http://schemas.openxmlformats.org/drawingml/2006/main" noGrp="1"/>
          </p:cNvSpPr>
          <p:nvPr/>
        </p:nvSpPr>
        <p:spPr>
          <a:xfrm xmlns:a="http://schemas.openxmlformats.org/drawingml/2006/main">
            <a:off x="4448175" y="611266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Policy Manager</a:t>
            </a:r>
          </a:p>
        </p:txBody>
      </p:sp>
      <p:sp>
        <p:nvSpPr>
          <p:cNvPr id="95" name="dp41-comparison / n102">
            <a:extLst xmlns:a="http://schemas.openxmlformats.org/drawingml/2006/main">
              <a:ext uri="{FF2B5EF4-FFF2-40B4-BE49-F238E27FC236}">
                <a16:creationId xmlns:a16="http://schemas.microsoft.com/office/drawing/2014/main" id="{BD1ED961-C557-415C-B2A7-38F6961BEAB5}"/>
              </a:ext>
            </a:extLst>
          </p:cNvPr>
          <p:cNvSpPr>
            <a:spLocks xmlns:a="http://schemas.openxmlformats.org/drawingml/2006/main" noGrp="1"/>
          </p:cNvSpPr>
          <p:nvPr/>
        </p:nvSpPr>
        <p:spPr>
          <a:xfrm xmlns:a="http://schemas.openxmlformats.org/drawingml/2006/main">
            <a:off x="4362450" y="64770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6" name="dp41-comparison / n103 / text 1">
            <a:extLst xmlns:a="http://schemas.openxmlformats.org/drawingml/2006/main">
              <a:ext uri="{FF2B5EF4-FFF2-40B4-BE49-F238E27FC236}">
                <a16:creationId xmlns:a16="http://schemas.microsoft.com/office/drawing/2014/main" id="{F2C2310B-6C4E-4578-9A90-BB17CAEBB80F}"/>
              </a:ext>
            </a:extLst>
          </p:cNvPr>
          <p:cNvSpPr>
            <a:spLocks xmlns:a="http://schemas.openxmlformats.org/drawingml/2006/main" noGrp="1"/>
          </p:cNvSpPr>
          <p:nvPr/>
        </p:nvSpPr>
        <p:spPr>
          <a:xfrm xmlns:a="http://schemas.openxmlformats.org/drawingml/2006/main">
            <a:off x="4448175" y="651271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State Store</a:t>
            </a:r>
          </a:p>
        </p:txBody>
      </p:sp>
      <p:sp>
        <p:nvSpPr>
          <p:cNvPr id="97" name="dp41-comparison / n104">
            <a:extLst xmlns:a="http://schemas.openxmlformats.org/drawingml/2006/main">
              <a:ext uri="{FF2B5EF4-FFF2-40B4-BE49-F238E27FC236}">
                <a16:creationId xmlns:a16="http://schemas.microsoft.com/office/drawing/2014/main" id="{D71B0350-4169-4685-BF12-CFCE0BD2EB76}"/>
              </a:ext>
            </a:extLst>
          </p:cNvPr>
          <p:cNvSpPr>
            <a:spLocks xmlns:a="http://schemas.openxmlformats.org/drawingml/2006/main" noGrp="1"/>
          </p:cNvSpPr>
          <p:nvPr/>
        </p:nvSpPr>
        <p:spPr>
          <a:xfrm xmlns:a="http://schemas.openxmlformats.org/drawingml/2006/main">
            <a:off x="1666875" y="6915150"/>
            <a:ext cx="2238375" cy="6000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5 / text 1">
            <a:extLst xmlns:a="http://schemas.openxmlformats.org/drawingml/2006/main">
              <a:ext uri="{FF2B5EF4-FFF2-40B4-BE49-F238E27FC236}">
                <a16:creationId xmlns:a16="http://schemas.microsoft.com/office/drawing/2014/main" id="{5CE08FA8-4BD2-4C07-A83E-62098F71647D}"/>
              </a:ext>
            </a:extLst>
          </p:cNvPr>
          <p:cNvSpPr>
            <a:spLocks xmlns:a="http://schemas.openxmlformats.org/drawingml/2006/main" noGrp="1"/>
          </p:cNvSpPr>
          <p:nvPr/>
        </p:nvSpPr>
        <p:spPr>
          <a:xfrm xmlns:a="http://schemas.openxmlformats.org/drawingml/2006/main">
            <a:off x="1790700" y="7010400"/>
            <a:ext cx="1990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Interaction Manager</a:t>
            </a:r>
          </a:p>
        </p:txBody>
      </p:sp>
      <p:sp>
        <p:nvSpPr>
          <p:cNvPr id="99" name="dp41-comparison / n106">
            <a:extLst xmlns:a="http://schemas.openxmlformats.org/drawingml/2006/main">
              <a:ext uri="{FF2B5EF4-FFF2-40B4-BE49-F238E27FC236}">
                <a16:creationId xmlns:a16="http://schemas.microsoft.com/office/drawing/2014/main" id="{9D13E2C0-C3C0-40F2-8B61-FD89309829FB}"/>
              </a:ext>
            </a:extLst>
          </p:cNvPr>
          <p:cNvSpPr>
            <a:spLocks xmlns:a="http://schemas.openxmlformats.org/drawingml/2006/main" noGrp="1"/>
          </p:cNvSpPr>
          <p:nvPr/>
        </p:nvSpPr>
        <p:spPr>
          <a:xfrm xmlns:a="http://schemas.openxmlformats.org/drawingml/2006/main">
            <a:off x="1781175" y="7229475"/>
            <a:ext cx="857250" cy="161925"/>
          </a:xfrm>
          <a:prstGeom xmlns:a="http://schemas.openxmlformats.org/drawingml/2006/main" prst="roundRect">
            <a:avLst>
              <a:gd name="adj" fmla="val 47059"/>
            </a:avLst>
          </a:prstGeom>
          <a:solidFill xmlns:a="http://schemas.openxmlformats.org/drawingml/2006/main">
            <a:srgbClr val="FFFFFF"/>
          </a:solidFill>
          <a:ln xmlns:a="http://schemas.openxmlformats.org/drawingml/2006/main" w="9525">
            <a:solidFill>
              <a:srgbClr val="000000"/>
            </a:solidFill>
            <a:prstDash val="solid"/>
          </a:ln>
        </p:spPr>
      </p:sp>
      <p:sp>
        <p:nvSpPr>
          <p:cNvPr id="100" name="dp41-comparison / n107 / text 1">
            <a:extLst xmlns:a="http://schemas.openxmlformats.org/drawingml/2006/main">
              <a:ext uri="{FF2B5EF4-FFF2-40B4-BE49-F238E27FC236}">
                <a16:creationId xmlns:a16="http://schemas.microsoft.com/office/drawing/2014/main" id="{EAA97104-53AE-41EE-B305-89623FC4DFA9}"/>
              </a:ext>
            </a:extLst>
          </p:cNvPr>
          <p:cNvSpPr>
            <a:spLocks xmlns:a="http://schemas.openxmlformats.org/drawingml/2006/main" noGrp="1"/>
          </p:cNvSpPr>
          <p:nvPr/>
        </p:nvSpPr>
        <p:spPr>
          <a:xfrm xmlns:a="http://schemas.openxmlformats.org/drawingml/2006/main">
            <a:off x="1866900" y="7254716"/>
            <a:ext cx="685800" cy="12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75" b="1">
                <a:solidFill>
                  <a:srgbClr val="000000"/>
                </a:solidFill>
                <a:latin typeface="Apple SD Gothic Neo"/>
                <a:ea typeface="Apple SD Gothic Neo"/>
                <a:cs typeface="Apple SD Gothic Neo"/>
              </a:defRPr>
            </a:pPr>
            <a:r>
              <a:rPr sz="675" b="1">
                <a:solidFill>
                  <a:srgbClr val="000000"/>
                </a:solidFill>
                <a:latin typeface="Apple SD Gothic Neo"/>
                <a:ea typeface="Apple SD Gothic Neo"/>
                <a:cs typeface="Apple SD Gothic Neo"/>
              </a:rPr>
              <a:t>Channel I/O</a:t>
            </a:r>
          </a:p>
        </p:txBody>
      </p:sp>
      <p:sp>
        <p:nvSpPr>
          <p:cNvPr id="101" name="dp41-comparison / n108">
            <a:extLst xmlns:a="http://schemas.openxmlformats.org/drawingml/2006/main">
              <a:ext uri="{FF2B5EF4-FFF2-40B4-BE49-F238E27FC236}">
                <a16:creationId xmlns:a16="http://schemas.microsoft.com/office/drawing/2014/main" id="{B68601A2-DAA0-4C27-BB60-80F9C831D202}"/>
              </a:ext>
            </a:extLst>
          </p:cNvPr>
          <p:cNvSpPr>
            <a:spLocks xmlns:a="http://schemas.openxmlformats.org/drawingml/2006/main" noGrp="1"/>
          </p:cNvSpPr>
          <p:nvPr/>
        </p:nvSpPr>
        <p:spPr>
          <a:xfrm xmlns:a="http://schemas.openxmlformats.org/drawingml/2006/main">
            <a:off x="2724150" y="7229475"/>
            <a:ext cx="1066800" cy="161925"/>
          </a:xfrm>
          <a:prstGeom xmlns:a="http://schemas.openxmlformats.org/drawingml/2006/main" prst="roundRect">
            <a:avLst>
              <a:gd name="adj" fmla="val 47059"/>
            </a:avLst>
          </a:prstGeom>
          <a:solidFill xmlns:a="http://schemas.openxmlformats.org/drawingml/2006/main">
            <a:srgbClr val="FFFFFF"/>
          </a:solidFill>
          <a:ln xmlns:a="http://schemas.openxmlformats.org/drawingml/2006/main" w="9525">
            <a:solidFill>
              <a:srgbClr val="000000"/>
            </a:solidFill>
            <a:prstDash val="solid"/>
          </a:ln>
        </p:spPr>
      </p:sp>
      <p:sp>
        <p:nvSpPr>
          <p:cNvPr id="102" name="dp41-comparison / n109 / text 1">
            <a:extLst xmlns:a="http://schemas.openxmlformats.org/drawingml/2006/main">
              <a:ext uri="{FF2B5EF4-FFF2-40B4-BE49-F238E27FC236}">
                <a16:creationId xmlns:a16="http://schemas.microsoft.com/office/drawing/2014/main" id="{D1F6C22A-AD7A-4004-BFFF-9CAD5B005CEA}"/>
              </a:ext>
            </a:extLst>
          </p:cNvPr>
          <p:cNvSpPr>
            <a:spLocks xmlns:a="http://schemas.openxmlformats.org/drawingml/2006/main" noGrp="1"/>
          </p:cNvSpPr>
          <p:nvPr/>
        </p:nvSpPr>
        <p:spPr>
          <a:xfrm xmlns:a="http://schemas.openxmlformats.org/drawingml/2006/main">
            <a:off x="2809875" y="7260908"/>
            <a:ext cx="895350" cy="1104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00" b="1">
                <a:solidFill>
                  <a:srgbClr val="000000"/>
                </a:solidFill>
                <a:latin typeface="Apple SD Gothic Neo"/>
                <a:ea typeface="Apple SD Gothic Neo"/>
                <a:cs typeface="Apple SD Gothic Neo"/>
              </a:defRPr>
            </a:pPr>
            <a:r>
              <a:rPr sz="600" b="1">
                <a:solidFill>
                  <a:srgbClr val="000000"/>
                </a:solidFill>
                <a:latin typeface="Apple SD Gothic Neo"/>
                <a:ea typeface="Apple SD Gothic Neo"/>
                <a:cs typeface="Apple SD Gothic Neo"/>
              </a:rPr>
              <a:t>Turn-Taking Control</a:t>
            </a:r>
          </a:p>
        </p:txBody>
      </p:sp>
      <p:sp>
        <p:nvSpPr>
          <p:cNvPr id="103" name="dp41-comparison / n112">
            <a:extLst xmlns:a="http://schemas.openxmlformats.org/drawingml/2006/main">
              <a:ext uri="{FF2B5EF4-FFF2-40B4-BE49-F238E27FC236}">
                <a16:creationId xmlns:a16="http://schemas.microsoft.com/office/drawing/2014/main" id="{314E2CE8-8ABA-4A83-BDEA-27E28028D9ED}"/>
              </a:ext>
            </a:extLst>
          </p:cNvPr>
          <p:cNvSpPr>
            <a:spLocks xmlns:a="http://schemas.openxmlformats.org/drawingml/2006/main" noGrp="1"/>
          </p:cNvSpPr>
          <p:nvPr/>
        </p:nvSpPr>
        <p:spPr>
          <a:xfrm xmlns:a="http://schemas.openxmlformats.org/drawingml/2006/main">
            <a:off x="4362450" y="699135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4" name="dp41-comparison / n113 / text 1">
            <a:extLst xmlns:a="http://schemas.openxmlformats.org/drawingml/2006/main">
              <a:ext uri="{FF2B5EF4-FFF2-40B4-BE49-F238E27FC236}">
                <a16:creationId xmlns:a16="http://schemas.microsoft.com/office/drawing/2014/main" id="{7D3F744B-C5D0-4BEF-B38D-DAA9E1CDD898}"/>
              </a:ext>
            </a:extLst>
          </p:cNvPr>
          <p:cNvSpPr>
            <a:spLocks xmlns:a="http://schemas.openxmlformats.org/drawingml/2006/main" noGrp="1"/>
          </p:cNvSpPr>
          <p:nvPr/>
        </p:nvSpPr>
        <p:spPr>
          <a:xfrm xmlns:a="http://schemas.openxmlformats.org/drawingml/2006/main">
            <a:off x="4448175" y="7031831"/>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Response Manager</a:t>
            </a:r>
          </a:p>
        </p:txBody>
      </p:sp>
      <p:sp>
        <p:nvSpPr>
          <p:cNvPr id="105" name="dp41-comparison / n114">
            <a:extLst xmlns:a="http://schemas.openxmlformats.org/drawingml/2006/main">
              <a:ext uri="{FF2B5EF4-FFF2-40B4-BE49-F238E27FC236}">
                <a16:creationId xmlns:a16="http://schemas.microsoft.com/office/drawing/2014/main" id="{DC726793-C683-4EF3-A049-97B293DB5B6F}"/>
              </a:ext>
            </a:extLst>
          </p:cNvPr>
          <p:cNvSpPr>
            <a:spLocks xmlns:a="http://schemas.openxmlformats.org/drawingml/2006/main" noGrp="1"/>
          </p:cNvSpPr>
          <p:nvPr/>
        </p:nvSpPr>
        <p:spPr>
          <a:xfrm xmlns:a="http://schemas.openxmlformats.org/drawingml/2006/main">
            <a:off x="7239000" y="6991350"/>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6" name="dp41-comparison / n115 / text 1">
            <a:extLst xmlns:a="http://schemas.openxmlformats.org/drawingml/2006/main">
              <a:ext uri="{FF2B5EF4-FFF2-40B4-BE49-F238E27FC236}">
                <a16:creationId xmlns:a16="http://schemas.microsoft.com/office/drawing/2014/main" id="{118480A4-4607-4FF9-B64E-2EC4DDE41FC4}"/>
              </a:ext>
            </a:extLst>
          </p:cNvPr>
          <p:cNvSpPr>
            <a:spLocks xmlns:a="http://schemas.openxmlformats.org/drawingml/2006/main" noGrp="1"/>
          </p:cNvSpPr>
          <p:nvPr/>
        </p:nvSpPr>
        <p:spPr>
          <a:xfrm xmlns:a="http://schemas.openxmlformats.org/drawingml/2006/main">
            <a:off x="7324725" y="7031831"/>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Agent Gateway</a:t>
            </a:r>
          </a:p>
        </p:txBody>
      </p:sp>
      <p:sp>
        <p:nvSpPr>
          <p:cNvPr id="107" name="dp41-comparison / n116">
            <a:extLst xmlns:a="http://schemas.openxmlformats.org/drawingml/2006/main">
              <a:ext uri="{FF2B5EF4-FFF2-40B4-BE49-F238E27FC236}">
                <a16:creationId xmlns:a16="http://schemas.microsoft.com/office/drawing/2014/main" id="{253CFD6D-D355-4A37-96FE-AC98FAB10325}"/>
              </a:ext>
            </a:extLst>
          </p:cNvPr>
          <p:cNvSpPr>
            <a:spLocks xmlns:a="http://schemas.openxmlformats.org/drawingml/2006/main" noGrp="1"/>
          </p:cNvSpPr>
          <p:nvPr/>
        </p:nvSpPr>
        <p:spPr>
          <a:xfrm xmlns:a="http://schemas.openxmlformats.org/drawingml/2006/main">
            <a:off x="7239000" y="6534150"/>
            <a:ext cx="9715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08" name="dp41-comparison / n117 / text 1">
            <a:extLst xmlns:a="http://schemas.openxmlformats.org/drawingml/2006/main">
              <a:ext uri="{FF2B5EF4-FFF2-40B4-BE49-F238E27FC236}">
                <a16:creationId xmlns:a16="http://schemas.microsoft.com/office/drawing/2014/main" id="{C3D45D7C-DF19-4579-BA85-A18D1C4CD453}"/>
              </a:ext>
            </a:extLst>
          </p:cNvPr>
          <p:cNvSpPr>
            <a:spLocks xmlns:a="http://schemas.openxmlformats.org/drawingml/2006/main" noGrp="1"/>
          </p:cNvSpPr>
          <p:nvPr/>
        </p:nvSpPr>
        <p:spPr>
          <a:xfrm xmlns:a="http://schemas.openxmlformats.org/drawingml/2006/main">
            <a:off x="7324725" y="6538913"/>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클라우드</a:t>
            </a:r>
          </a:p>
        </p:txBody>
      </p:sp>
      <p:sp>
        <p:nvSpPr>
          <p:cNvPr id="109" name="dp41-comparison / n117 / text 2">
            <a:extLst xmlns:a="http://schemas.openxmlformats.org/drawingml/2006/main">
              <a:ext uri="{FF2B5EF4-FFF2-40B4-BE49-F238E27FC236}">
                <a16:creationId xmlns:a16="http://schemas.microsoft.com/office/drawing/2014/main" id="{365D6A34-4988-4D3D-960B-834F4146A5D2}"/>
              </a:ext>
            </a:extLst>
          </p:cNvPr>
          <p:cNvSpPr>
            <a:spLocks xmlns:a="http://schemas.openxmlformats.org/drawingml/2006/main" noGrp="1"/>
          </p:cNvSpPr>
          <p:nvPr/>
        </p:nvSpPr>
        <p:spPr>
          <a:xfrm xmlns:a="http://schemas.openxmlformats.org/drawingml/2006/main">
            <a:off x="7324725" y="6662738"/>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음성 모델</a:t>
            </a:r>
          </a:p>
        </p:txBody>
      </p:sp>
      <p:sp>
        <p:nvSpPr>
          <p:cNvPr id="110" name="dp41-comparison / n118">
            <a:extLst xmlns:a="http://schemas.openxmlformats.org/drawingml/2006/main">
              <a:ext uri="{FF2B5EF4-FFF2-40B4-BE49-F238E27FC236}">
                <a16:creationId xmlns:a16="http://schemas.microsoft.com/office/drawing/2014/main" id="{CABE08FD-A116-4954-8619-0D8F13D58A17}"/>
              </a:ext>
            </a:extLst>
          </p:cNvPr>
          <p:cNvSpPr>
            <a:spLocks xmlns:a="http://schemas.openxmlformats.org/drawingml/2006/main" noGrp="1"/>
          </p:cNvSpPr>
          <p:nvPr/>
        </p:nvSpPr>
        <p:spPr>
          <a:xfrm xmlns:a="http://schemas.openxmlformats.org/drawingml/2006/main">
            <a:off x="8362950" y="6534150"/>
            <a:ext cx="9715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19 / text 1">
            <a:extLst xmlns:a="http://schemas.openxmlformats.org/drawingml/2006/main">
              <a:ext uri="{FF2B5EF4-FFF2-40B4-BE49-F238E27FC236}">
                <a16:creationId xmlns:a16="http://schemas.microsoft.com/office/drawing/2014/main" id="{1C83AE1E-054F-45D4-98F4-4D232CFE8D2F}"/>
              </a:ext>
            </a:extLst>
          </p:cNvPr>
          <p:cNvSpPr>
            <a:spLocks xmlns:a="http://schemas.openxmlformats.org/drawingml/2006/main" noGrp="1"/>
          </p:cNvSpPr>
          <p:nvPr/>
        </p:nvSpPr>
        <p:spPr>
          <a:xfrm xmlns:a="http://schemas.openxmlformats.org/drawingml/2006/main">
            <a:off x="8448675" y="6538913"/>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클라우드</a:t>
            </a:r>
          </a:p>
        </p:txBody>
      </p:sp>
      <p:sp>
        <p:nvSpPr>
          <p:cNvPr id="112" name="dp41-comparison / n119 / text 2">
            <a:extLst xmlns:a="http://schemas.openxmlformats.org/drawingml/2006/main">
              <a:ext uri="{FF2B5EF4-FFF2-40B4-BE49-F238E27FC236}">
                <a16:creationId xmlns:a16="http://schemas.microsoft.com/office/drawing/2014/main" id="{0C56EA61-F4B5-48D0-B9F4-2B9D72DD89D3}"/>
              </a:ext>
            </a:extLst>
          </p:cNvPr>
          <p:cNvSpPr>
            <a:spLocks xmlns:a="http://schemas.openxmlformats.org/drawingml/2006/main" noGrp="1"/>
          </p:cNvSpPr>
          <p:nvPr/>
        </p:nvSpPr>
        <p:spPr>
          <a:xfrm xmlns:a="http://schemas.openxmlformats.org/drawingml/2006/main">
            <a:off x="8448675" y="6662738"/>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의미 LLM</a:t>
            </a:r>
          </a:p>
        </p:txBody>
      </p:sp>
      <p:sp>
        <p:nvSpPr>
          <p:cNvPr id="113" name="dp41-comparison / n120">
            <a:extLst xmlns:a="http://schemas.openxmlformats.org/drawingml/2006/main">
              <a:ext uri="{FF2B5EF4-FFF2-40B4-BE49-F238E27FC236}">
                <a16:creationId xmlns:a16="http://schemas.microsoft.com/office/drawing/2014/main" id="{620056FF-EA2D-476B-BE5F-4DCB405CE983}"/>
              </a:ext>
            </a:extLst>
          </p:cNvPr>
          <p:cNvSpPr>
            <a:spLocks xmlns:a="http://schemas.openxmlformats.org/drawingml/2006/main" noGrp="1"/>
          </p:cNvSpPr>
          <p:nvPr/>
        </p:nvSpPr>
        <p:spPr>
          <a:xfrm xmlns:a="http://schemas.openxmlformats.org/drawingml/2006/main">
            <a:off x="7239000" y="7372350"/>
            <a:ext cx="2095500" cy="16192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14" name="dp41-comparison / n121 / text 1">
            <a:extLst xmlns:a="http://schemas.openxmlformats.org/drawingml/2006/main">
              <a:ext uri="{FF2B5EF4-FFF2-40B4-BE49-F238E27FC236}">
                <a16:creationId xmlns:a16="http://schemas.microsoft.com/office/drawing/2014/main" id="{81D6ECBF-9072-42BB-9618-8DB57C7F00C4}"/>
              </a:ext>
            </a:extLst>
          </p:cNvPr>
          <p:cNvSpPr>
            <a:spLocks xmlns:a="http://schemas.openxmlformats.org/drawingml/2006/main" noGrp="1"/>
          </p:cNvSpPr>
          <p:nvPr/>
        </p:nvSpPr>
        <p:spPr>
          <a:xfrm xmlns:a="http://schemas.openxmlformats.org/drawingml/2006/main">
            <a:off x="7324725" y="7385209"/>
            <a:ext cx="1924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 b="1">
                <a:solidFill>
                  <a:srgbClr val="000000"/>
                </a:solidFill>
                <a:latin typeface="Apple SD Gothic Neo"/>
                <a:ea typeface="Apple SD Gothic Neo"/>
                <a:cs typeface="Apple SD Gothic Neo"/>
              </a:defRPr>
            </a:pPr>
            <a:r>
              <a:rPr sz="825" b="1">
                <a:solidFill>
                  <a:srgbClr val="000000"/>
                </a:solidFill>
                <a:latin typeface="Apple SD Gothic Neo"/>
                <a:ea typeface="Apple SD Gothic Neo"/>
                <a:cs typeface="Apple SD Gothic Neo"/>
              </a:rPr>
              <a:t>Downstream Agent</a:t>
            </a:r>
          </a:p>
        </p:txBody>
      </p:sp>
      <p:sp>
        <p:nvSpPr>
          <p:cNvPr id="115" name="dp41-comparison / n122 / path">
            <a:extLst xmlns:a="http://schemas.openxmlformats.org/drawingml/2006/main">
              <a:ext uri="{FF2B5EF4-FFF2-40B4-BE49-F238E27FC236}">
                <a16:creationId xmlns:a16="http://schemas.microsoft.com/office/drawing/2014/main" id="{8831BCCB-B915-4006-9264-FDA35ECFC5C0}"/>
              </a:ext>
            </a:extLst>
          </p:cNvPr>
          <p:cNvSpPr>
            <a:spLocks xmlns:a="http://schemas.openxmlformats.org/drawingml/2006/main" noGrp="1"/>
          </p:cNvSpPr>
          <p:nvPr/>
        </p:nvSpPr>
        <p:spPr>
          <a:xfrm xmlns:a="http://schemas.openxmlformats.org/drawingml/2006/main">
            <a:off x="2762250" y="3800475"/>
            <a:ext cx="6705600" cy="1876425"/>
          </a:xfrm>
          <a:custGeom xmlns:a="http://schemas.openxmlformats.org/drawingml/2006/main">
            <a:pathLst>
              <a:path w="6705600" h="1876425">
                <a:moveTo>
                  <a:pt x="6477000" y="0"/>
                </a:moveTo>
                <a:lnTo>
                  <a:pt x="6705600" y="0"/>
                </a:lnTo>
                <a:lnTo>
                  <a:pt x="6705600" y="1771650"/>
                </a:lnTo>
                <a:lnTo>
                  <a:pt x="0" y="1771650"/>
                </a:lnTo>
                <a:lnTo>
                  <a:pt x="0" y="1876425"/>
                </a:lnTo>
              </a:path>
            </a:pathLst>
          </a:custGeom>
          <a:noFill xmlns:a="http://schemas.openxmlformats.org/drawingml/2006/main"/>
          <a:ln xmlns:a="http://schemas.openxmlformats.org/drawingml/2006/main" w="10478">
            <a:solidFill>
              <a:srgbClr val="000000"/>
            </a:solidFill>
            <a:prstDash val="solid"/>
          </a:ln>
        </p:spPr>
      </p:sp>
      <p:sp>
        <p:nvSpPr>
          <p:cNvPr id="116" name="dp41-comparison / n122 / arrow">
            <a:extLst xmlns:a="http://schemas.openxmlformats.org/drawingml/2006/main">
              <a:ext uri="{FF2B5EF4-FFF2-40B4-BE49-F238E27FC236}">
                <a16:creationId xmlns:a16="http://schemas.microsoft.com/office/drawing/2014/main" id="{7B8A33BA-19D7-4142-8DED-A92064E0E996}"/>
              </a:ext>
            </a:extLst>
          </p:cNvPr>
          <p:cNvSpPr>
            <a:spLocks xmlns:a="http://schemas.openxmlformats.org/drawingml/2006/main" noGrp="1"/>
          </p:cNvSpPr>
          <p:nvPr/>
        </p:nvSpPr>
        <p:spPr>
          <a:xfrm xmlns:a="http://schemas.openxmlformats.org/drawingml/2006/main">
            <a:off x="272872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7" name="dp41-comparison / n123 / path">
            <a:extLst xmlns:a="http://schemas.openxmlformats.org/drawingml/2006/main">
              <a:ext uri="{FF2B5EF4-FFF2-40B4-BE49-F238E27FC236}">
                <a16:creationId xmlns:a16="http://schemas.microsoft.com/office/drawing/2014/main" id="{A3ECF938-6261-4182-8860-184FAEB2CA47}"/>
              </a:ext>
            </a:extLst>
          </p:cNvPr>
          <p:cNvSpPr>
            <a:spLocks xmlns:a="http://schemas.openxmlformats.org/drawingml/2006/main" noGrp="1"/>
          </p:cNvSpPr>
          <p:nvPr/>
        </p:nvSpPr>
        <p:spPr>
          <a:xfrm xmlns:a="http://schemas.openxmlformats.org/drawingml/2006/main">
            <a:off x="2847975" y="3924300"/>
            <a:ext cx="6543675" cy="1752600"/>
          </a:xfrm>
          <a:custGeom xmlns:a="http://schemas.openxmlformats.org/drawingml/2006/main">
            <a:pathLst>
              <a:path w="6543675" h="1752600">
                <a:moveTo>
                  <a:pt x="0" y="1752600"/>
                </a:moveTo>
                <a:lnTo>
                  <a:pt x="0" y="1676400"/>
                </a:lnTo>
                <a:lnTo>
                  <a:pt x="6543675" y="1676400"/>
                </a:lnTo>
                <a:lnTo>
                  <a:pt x="6543675" y="0"/>
                </a:lnTo>
                <a:lnTo>
                  <a:pt x="6391275" y="0"/>
                </a:lnTo>
              </a:path>
            </a:pathLst>
          </a:custGeom>
          <a:noFill xmlns:a="http://schemas.openxmlformats.org/drawingml/2006/main"/>
          <a:ln xmlns:a="http://schemas.openxmlformats.org/drawingml/2006/main" w="10478">
            <a:solidFill>
              <a:srgbClr val="000000"/>
            </a:solidFill>
            <a:prstDash val="dash"/>
          </a:ln>
        </p:spPr>
      </p:sp>
      <p:sp>
        <p:nvSpPr>
          <p:cNvPr id="118" name="dp41-comparison / n123 / arrow">
            <a:extLst xmlns:a="http://schemas.openxmlformats.org/drawingml/2006/main">
              <a:ext uri="{FF2B5EF4-FFF2-40B4-BE49-F238E27FC236}">
                <a16:creationId xmlns:a16="http://schemas.microsoft.com/office/drawing/2014/main" id="{A83A9F31-1B5F-4832-9ED9-F5932016E0C7}"/>
              </a:ext>
            </a:extLst>
          </p:cNvPr>
          <p:cNvSpPr>
            <a:spLocks xmlns:a="http://schemas.openxmlformats.org/drawingml/2006/main" noGrp="1"/>
          </p:cNvSpPr>
          <p:nvPr/>
        </p:nvSpPr>
        <p:spPr>
          <a:xfrm xmlns:a="http://schemas.openxmlformats.org/drawingml/2006/main">
            <a:off x="923925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9" name="dp41-comparison / n124 / path">
            <a:extLst xmlns:a="http://schemas.openxmlformats.org/drawingml/2006/main">
              <a:ext uri="{FF2B5EF4-FFF2-40B4-BE49-F238E27FC236}">
                <a16:creationId xmlns:a16="http://schemas.microsoft.com/office/drawing/2014/main" id="{5AC3C245-8133-4EC8-99AC-9E9BE7DD8685}"/>
              </a:ext>
            </a:extLst>
          </p:cNvPr>
          <p:cNvSpPr>
            <a:spLocks xmlns:a="http://schemas.openxmlformats.org/drawingml/2006/main" noGrp="1"/>
          </p:cNvSpPr>
          <p:nvPr/>
        </p:nvSpPr>
        <p:spPr>
          <a:xfrm xmlns:a="http://schemas.openxmlformats.org/drawingml/2006/main">
            <a:off x="5457825" y="3800475"/>
            <a:ext cx="4010025" cy="1876425"/>
          </a:xfrm>
          <a:custGeom xmlns:a="http://schemas.openxmlformats.org/drawingml/2006/main">
            <a:pathLst>
              <a:path w="4010025" h="1876425">
                <a:moveTo>
                  <a:pt x="3781425" y="0"/>
                </a:moveTo>
                <a:lnTo>
                  <a:pt x="4010025" y="0"/>
                </a:lnTo>
                <a:lnTo>
                  <a:pt x="4010025" y="1800225"/>
                </a:lnTo>
                <a:lnTo>
                  <a:pt x="0" y="1800225"/>
                </a:lnTo>
                <a:lnTo>
                  <a:pt x="0" y="1876425"/>
                </a:lnTo>
              </a:path>
            </a:pathLst>
          </a:custGeom>
          <a:noFill xmlns:a="http://schemas.openxmlformats.org/drawingml/2006/main"/>
          <a:ln xmlns:a="http://schemas.openxmlformats.org/drawingml/2006/main" w="10478">
            <a:solidFill>
              <a:srgbClr val="000000"/>
            </a:solidFill>
            <a:prstDash val="solid"/>
          </a:ln>
        </p:spPr>
      </p:sp>
      <p:sp>
        <p:nvSpPr>
          <p:cNvPr id="120" name="dp41-comparison / n124 / arrow">
            <a:extLst xmlns:a="http://schemas.openxmlformats.org/drawingml/2006/main">
              <a:ext uri="{FF2B5EF4-FFF2-40B4-BE49-F238E27FC236}">
                <a16:creationId xmlns:a16="http://schemas.microsoft.com/office/drawing/2014/main" id="{55ABE73A-86E6-452A-9BA5-457CBE85853E}"/>
              </a:ext>
            </a:extLst>
          </p:cNvPr>
          <p:cNvSpPr>
            <a:spLocks xmlns:a="http://schemas.openxmlformats.org/drawingml/2006/main" noGrp="1"/>
          </p:cNvSpPr>
          <p:nvPr/>
        </p:nvSpPr>
        <p:spPr>
          <a:xfrm xmlns:a="http://schemas.openxmlformats.org/drawingml/2006/main">
            <a:off x="5424297"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1" name="dp41-comparison / n125 / path">
            <a:extLst xmlns:a="http://schemas.openxmlformats.org/drawingml/2006/main">
              <a:ext uri="{FF2B5EF4-FFF2-40B4-BE49-F238E27FC236}">
                <a16:creationId xmlns:a16="http://schemas.microsoft.com/office/drawing/2014/main" id="{B20272E8-B328-40F2-A4B1-6E666E175278}"/>
              </a:ext>
            </a:extLst>
          </p:cNvPr>
          <p:cNvSpPr>
            <a:spLocks xmlns:a="http://schemas.openxmlformats.org/drawingml/2006/main" noGrp="1"/>
          </p:cNvSpPr>
          <p:nvPr/>
        </p:nvSpPr>
        <p:spPr>
          <a:xfrm xmlns:a="http://schemas.openxmlformats.org/drawingml/2006/main">
            <a:off x="5543550" y="3924300"/>
            <a:ext cx="3848100" cy="1752600"/>
          </a:xfrm>
          <a:custGeom xmlns:a="http://schemas.openxmlformats.org/drawingml/2006/main">
            <a:pathLst>
              <a:path w="3848100" h="1752600">
                <a:moveTo>
                  <a:pt x="0" y="1752600"/>
                </a:moveTo>
                <a:lnTo>
                  <a:pt x="0" y="1704975"/>
                </a:lnTo>
                <a:lnTo>
                  <a:pt x="3848100" y="1704975"/>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122" name="dp41-comparison / n125 / arrow">
            <a:extLst xmlns:a="http://schemas.openxmlformats.org/drawingml/2006/main">
              <a:ext uri="{FF2B5EF4-FFF2-40B4-BE49-F238E27FC236}">
                <a16:creationId xmlns:a16="http://schemas.microsoft.com/office/drawing/2014/main" id="{8656A563-F3FC-49B1-8BBF-0C31D1F31E18}"/>
              </a:ext>
            </a:extLst>
          </p:cNvPr>
          <p:cNvSpPr>
            <a:spLocks xmlns:a="http://schemas.openxmlformats.org/drawingml/2006/main" noGrp="1"/>
          </p:cNvSpPr>
          <p:nvPr/>
        </p:nvSpPr>
        <p:spPr>
          <a:xfrm xmlns:a="http://schemas.openxmlformats.org/drawingml/2006/main">
            <a:off x="923925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23" name="dp41-comparison / n126 / path">
            <a:extLst xmlns:a="http://schemas.openxmlformats.org/drawingml/2006/main">
              <a:ext uri="{FF2B5EF4-FFF2-40B4-BE49-F238E27FC236}">
                <a16:creationId xmlns:a16="http://schemas.microsoft.com/office/drawing/2014/main" id="{AD0B20A1-1B3C-4189-BB82-AC4835F0DAFB}"/>
              </a:ext>
            </a:extLst>
          </p:cNvPr>
          <p:cNvSpPr>
            <a:spLocks xmlns:a="http://schemas.openxmlformats.org/drawingml/2006/main" noGrp="1"/>
          </p:cNvSpPr>
          <p:nvPr/>
        </p:nvSpPr>
        <p:spPr>
          <a:xfrm xmlns:a="http://schemas.openxmlformats.org/drawingml/2006/main">
            <a:off x="1504950" y="3676650"/>
            <a:ext cx="7981950" cy="2514600"/>
          </a:xfrm>
          <a:custGeom xmlns:a="http://schemas.openxmlformats.org/drawingml/2006/main">
            <a:pathLst>
              <a:path w="7981950" h="2514600">
                <a:moveTo>
                  <a:pt x="161925" y="0"/>
                </a:moveTo>
                <a:lnTo>
                  <a:pt x="0" y="0"/>
                </a:lnTo>
                <a:lnTo>
                  <a:pt x="0" y="2343150"/>
                </a:lnTo>
                <a:lnTo>
                  <a:pt x="7981950" y="2343150"/>
                </a:lnTo>
                <a:lnTo>
                  <a:pt x="7981950" y="2514600"/>
                </a:lnTo>
                <a:lnTo>
                  <a:pt x="7829550" y="2514600"/>
                </a:lnTo>
              </a:path>
            </a:pathLst>
          </a:custGeom>
          <a:noFill xmlns:a="http://schemas.openxmlformats.org/drawingml/2006/main"/>
          <a:ln xmlns:a="http://schemas.openxmlformats.org/drawingml/2006/main" w="10478">
            <a:solidFill>
              <a:srgbClr val="000000"/>
            </a:solidFill>
            <a:prstDash val="solid"/>
          </a:ln>
        </p:spPr>
      </p:sp>
      <p:sp>
        <p:nvSpPr>
          <p:cNvPr id="124" name="dp41-comparison / n126 / arrow">
            <a:extLst xmlns:a="http://schemas.openxmlformats.org/drawingml/2006/main">
              <a:ext uri="{FF2B5EF4-FFF2-40B4-BE49-F238E27FC236}">
                <a16:creationId xmlns:a16="http://schemas.microsoft.com/office/drawing/2014/main" id="{DE4200E2-C9D2-4BE6-92BF-ED397BF7C7E9}"/>
              </a:ext>
            </a:extLst>
          </p:cNvPr>
          <p:cNvSpPr>
            <a:spLocks xmlns:a="http://schemas.openxmlformats.org/drawingml/2006/main" noGrp="1"/>
          </p:cNvSpPr>
          <p:nvPr/>
        </p:nvSpPr>
        <p:spPr>
          <a:xfrm xmlns:a="http://schemas.openxmlformats.org/drawingml/2006/main">
            <a:off x="9334500" y="6157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25" name="dp41-comparison / n127 / path">
            <a:extLst xmlns:a="http://schemas.openxmlformats.org/drawingml/2006/main">
              <a:ext uri="{FF2B5EF4-FFF2-40B4-BE49-F238E27FC236}">
                <a16:creationId xmlns:a16="http://schemas.microsoft.com/office/drawing/2014/main" id="{1D4BB736-504C-4407-905F-F747B8306DBD}"/>
              </a:ext>
            </a:extLst>
          </p:cNvPr>
          <p:cNvSpPr>
            <a:spLocks xmlns:a="http://schemas.openxmlformats.org/drawingml/2006/main" noGrp="1"/>
          </p:cNvSpPr>
          <p:nvPr/>
        </p:nvSpPr>
        <p:spPr>
          <a:xfrm xmlns:a="http://schemas.openxmlformats.org/drawingml/2006/main">
            <a:off x="1428750" y="3790950"/>
            <a:ext cx="8077200" cy="2476500"/>
          </a:xfrm>
          <a:custGeom xmlns:a="http://schemas.openxmlformats.org/drawingml/2006/main">
            <a:pathLst>
              <a:path w="8077200" h="2476500">
                <a:moveTo>
                  <a:pt x="7905750" y="2476500"/>
                </a:moveTo>
                <a:lnTo>
                  <a:pt x="8077200" y="2476500"/>
                </a:lnTo>
                <a:lnTo>
                  <a:pt x="8077200" y="2200275"/>
                </a:lnTo>
                <a:lnTo>
                  <a:pt x="0" y="2200275"/>
                </a:lnTo>
                <a:lnTo>
                  <a:pt x="0"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26" name="dp41-comparison / n127 / arrow">
            <a:extLst xmlns:a="http://schemas.openxmlformats.org/drawingml/2006/main">
              <a:ext uri="{FF2B5EF4-FFF2-40B4-BE49-F238E27FC236}">
                <a16:creationId xmlns:a16="http://schemas.microsoft.com/office/drawing/2014/main" id="{6194919E-DD9E-47EC-A9E7-AF5DFD3FD05E}"/>
              </a:ext>
            </a:extLst>
          </p:cNvPr>
          <p:cNvSpPr>
            <a:spLocks xmlns:a="http://schemas.openxmlformats.org/drawingml/2006/main" noGrp="1"/>
          </p:cNvSpPr>
          <p:nvPr/>
        </p:nvSpPr>
        <p:spPr>
          <a:xfrm xmlns:a="http://schemas.openxmlformats.org/drawingml/2006/main">
            <a:off x="1599819" y="37574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7" name="dp41-comparison / n128 / path">
            <a:extLst xmlns:a="http://schemas.openxmlformats.org/drawingml/2006/main">
              <a:ext uri="{FF2B5EF4-FFF2-40B4-BE49-F238E27FC236}">
                <a16:creationId xmlns:a16="http://schemas.microsoft.com/office/drawing/2014/main" id="{A3B46B23-1C39-4E24-818F-963F4508FB19}"/>
              </a:ext>
            </a:extLst>
          </p:cNvPr>
          <p:cNvSpPr>
            <a:spLocks xmlns:a="http://schemas.openxmlformats.org/drawingml/2006/main" noGrp="1"/>
          </p:cNvSpPr>
          <p:nvPr/>
        </p:nvSpPr>
        <p:spPr>
          <a:xfrm xmlns:a="http://schemas.openxmlformats.org/drawingml/2006/main">
            <a:off x="7724775" y="6324600"/>
            <a:ext cx="85725" cy="209550"/>
          </a:xfrm>
          <a:custGeom xmlns:a="http://schemas.openxmlformats.org/drawingml/2006/main">
            <a:pathLst>
              <a:path w="85725" h="209550">
                <a:moveTo>
                  <a:pt x="85725" y="0"/>
                </a:moveTo>
                <a:lnTo>
                  <a:pt x="85725" y="95250"/>
                </a:lnTo>
                <a:lnTo>
                  <a:pt x="0" y="95250"/>
                </a:lnTo>
                <a:lnTo>
                  <a:pt x="0" y="209550"/>
                </a:lnTo>
              </a:path>
            </a:pathLst>
          </a:custGeom>
          <a:noFill xmlns:a="http://schemas.openxmlformats.org/drawingml/2006/main"/>
          <a:ln xmlns:a="http://schemas.openxmlformats.org/drawingml/2006/main" w="10478">
            <a:solidFill>
              <a:srgbClr val="000000"/>
            </a:solidFill>
            <a:prstDash val="solid"/>
          </a:ln>
        </p:spPr>
      </p:sp>
      <p:sp>
        <p:nvSpPr>
          <p:cNvPr id="128" name="dp41-comparison / n128 / arrow">
            <a:extLst xmlns:a="http://schemas.openxmlformats.org/drawingml/2006/main">
              <a:ext uri="{FF2B5EF4-FFF2-40B4-BE49-F238E27FC236}">
                <a16:creationId xmlns:a16="http://schemas.microsoft.com/office/drawing/2014/main" id="{F8101E4E-DA9E-4309-A59B-4220982C43F0}"/>
              </a:ext>
            </a:extLst>
          </p:cNvPr>
          <p:cNvSpPr>
            <a:spLocks xmlns:a="http://schemas.openxmlformats.org/drawingml/2006/main" noGrp="1"/>
          </p:cNvSpPr>
          <p:nvPr/>
        </p:nvSpPr>
        <p:spPr>
          <a:xfrm xmlns:a="http://schemas.openxmlformats.org/drawingml/2006/main">
            <a:off x="7691247" y="64670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9" name="dp41-comparison / n129 / path">
            <a:extLst xmlns:a="http://schemas.openxmlformats.org/drawingml/2006/main">
              <a:ext uri="{FF2B5EF4-FFF2-40B4-BE49-F238E27FC236}">
                <a16:creationId xmlns:a16="http://schemas.microsoft.com/office/drawing/2014/main" id="{312DCEA8-6F0A-4B5C-BDAB-B47AC37E5E9A}"/>
              </a:ext>
            </a:extLst>
          </p:cNvPr>
          <p:cNvSpPr>
            <a:spLocks xmlns:a="http://schemas.openxmlformats.org/drawingml/2006/main" noGrp="1"/>
          </p:cNvSpPr>
          <p:nvPr/>
        </p:nvSpPr>
        <p:spPr>
          <a:xfrm xmlns:a="http://schemas.openxmlformats.org/drawingml/2006/main">
            <a:off x="7810500" y="6324600"/>
            <a:ext cx="85725" cy="209550"/>
          </a:xfrm>
          <a:custGeom xmlns:a="http://schemas.openxmlformats.org/drawingml/2006/main">
            <a:pathLst>
              <a:path w="85725" h="209550">
                <a:moveTo>
                  <a:pt x="0" y="209550"/>
                </a:moveTo>
                <a:lnTo>
                  <a:pt x="0" y="142875"/>
                </a:lnTo>
                <a:lnTo>
                  <a:pt x="85725" y="142875"/>
                </a:lnTo>
                <a:lnTo>
                  <a:pt x="85725" y="0"/>
                </a:lnTo>
              </a:path>
            </a:pathLst>
          </a:custGeom>
          <a:noFill xmlns:a="http://schemas.openxmlformats.org/drawingml/2006/main"/>
          <a:ln xmlns:a="http://schemas.openxmlformats.org/drawingml/2006/main" w="10478">
            <a:solidFill>
              <a:srgbClr val="000000"/>
            </a:solidFill>
            <a:prstDash val="dash"/>
          </a:ln>
        </p:spPr>
      </p:sp>
      <p:sp>
        <p:nvSpPr>
          <p:cNvPr id="130" name="dp41-comparison / n129 / arrow">
            <a:extLst xmlns:a="http://schemas.openxmlformats.org/drawingml/2006/main">
              <a:ext uri="{FF2B5EF4-FFF2-40B4-BE49-F238E27FC236}">
                <a16:creationId xmlns:a16="http://schemas.microsoft.com/office/drawing/2014/main" id="{FEF1B879-5A65-4101-A93E-DAAE9309EE3F}"/>
              </a:ext>
            </a:extLst>
          </p:cNvPr>
          <p:cNvSpPr>
            <a:spLocks xmlns:a="http://schemas.openxmlformats.org/drawingml/2006/main" noGrp="1"/>
          </p:cNvSpPr>
          <p:nvPr/>
        </p:nvSpPr>
        <p:spPr>
          <a:xfrm xmlns:a="http://schemas.openxmlformats.org/drawingml/2006/main">
            <a:off x="7862697" y="63246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1" name="dp41-comparison / n130 / path">
            <a:extLst xmlns:a="http://schemas.openxmlformats.org/drawingml/2006/main">
              <a:ext uri="{FF2B5EF4-FFF2-40B4-BE49-F238E27FC236}">
                <a16:creationId xmlns:a16="http://schemas.microsoft.com/office/drawing/2014/main" id="{CCCEF749-BA54-4889-B5FE-396114E10E76}"/>
              </a:ext>
            </a:extLst>
          </p:cNvPr>
          <p:cNvSpPr>
            <a:spLocks xmlns:a="http://schemas.openxmlformats.org/drawingml/2006/main" noGrp="1"/>
          </p:cNvSpPr>
          <p:nvPr/>
        </p:nvSpPr>
        <p:spPr>
          <a:xfrm xmlns:a="http://schemas.openxmlformats.org/drawingml/2006/main">
            <a:off x="8810625" y="6324600"/>
            <a:ext cx="38100" cy="209550"/>
          </a:xfrm>
          <a:custGeom xmlns:a="http://schemas.openxmlformats.org/drawingml/2006/main">
            <a:pathLst>
              <a:path w="38100" h="209550">
                <a:moveTo>
                  <a:pt x="0" y="0"/>
                </a:moveTo>
                <a:lnTo>
                  <a:pt x="0" y="95250"/>
                </a:lnTo>
                <a:lnTo>
                  <a:pt x="38100" y="95250"/>
                </a:lnTo>
                <a:lnTo>
                  <a:pt x="38100" y="209550"/>
                </a:lnTo>
              </a:path>
            </a:pathLst>
          </a:custGeom>
          <a:noFill xmlns:a="http://schemas.openxmlformats.org/drawingml/2006/main"/>
          <a:ln xmlns:a="http://schemas.openxmlformats.org/drawingml/2006/main" w="10478">
            <a:solidFill>
              <a:srgbClr val="000000"/>
            </a:solidFill>
            <a:prstDash val="solid"/>
          </a:ln>
        </p:spPr>
      </p:sp>
      <p:sp>
        <p:nvSpPr>
          <p:cNvPr id="132" name="dp41-comparison / n130 / arrow">
            <a:extLst xmlns:a="http://schemas.openxmlformats.org/drawingml/2006/main">
              <a:ext uri="{FF2B5EF4-FFF2-40B4-BE49-F238E27FC236}">
                <a16:creationId xmlns:a16="http://schemas.microsoft.com/office/drawing/2014/main" id="{1C1B2946-0FAF-4435-9499-0C70BF328A46}"/>
              </a:ext>
            </a:extLst>
          </p:cNvPr>
          <p:cNvSpPr>
            <a:spLocks xmlns:a="http://schemas.openxmlformats.org/drawingml/2006/main" noGrp="1"/>
          </p:cNvSpPr>
          <p:nvPr/>
        </p:nvSpPr>
        <p:spPr>
          <a:xfrm xmlns:a="http://schemas.openxmlformats.org/drawingml/2006/main">
            <a:off x="8815197" y="64670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3" name="dp41-comparison / n131 / path">
            <a:extLst xmlns:a="http://schemas.openxmlformats.org/drawingml/2006/main">
              <a:ext uri="{FF2B5EF4-FFF2-40B4-BE49-F238E27FC236}">
                <a16:creationId xmlns:a16="http://schemas.microsoft.com/office/drawing/2014/main" id="{0B1E0E31-EFFE-428B-AF3B-4B70CA5E1E3E}"/>
              </a:ext>
            </a:extLst>
          </p:cNvPr>
          <p:cNvSpPr>
            <a:spLocks xmlns:a="http://schemas.openxmlformats.org/drawingml/2006/main" noGrp="1"/>
          </p:cNvSpPr>
          <p:nvPr/>
        </p:nvSpPr>
        <p:spPr>
          <a:xfrm xmlns:a="http://schemas.openxmlformats.org/drawingml/2006/main">
            <a:off x="8896350" y="6324600"/>
            <a:ext cx="38100" cy="209550"/>
          </a:xfrm>
          <a:custGeom xmlns:a="http://schemas.openxmlformats.org/drawingml/2006/main">
            <a:pathLst>
              <a:path w="38100" h="209550">
                <a:moveTo>
                  <a:pt x="38100" y="209550"/>
                </a:moveTo>
                <a:lnTo>
                  <a:pt x="38100" y="142875"/>
                </a:lnTo>
                <a:lnTo>
                  <a:pt x="0" y="142875"/>
                </a:lnTo>
                <a:lnTo>
                  <a:pt x="0" y="0"/>
                </a:lnTo>
              </a:path>
            </a:pathLst>
          </a:custGeom>
          <a:noFill xmlns:a="http://schemas.openxmlformats.org/drawingml/2006/main"/>
          <a:ln xmlns:a="http://schemas.openxmlformats.org/drawingml/2006/main" w="10478">
            <a:solidFill>
              <a:srgbClr val="000000"/>
            </a:solidFill>
            <a:prstDash val="dash"/>
          </a:ln>
        </p:spPr>
      </p:sp>
      <p:sp>
        <p:nvSpPr>
          <p:cNvPr id="134" name="dp41-comparison / n131 / arrow">
            <a:extLst xmlns:a="http://schemas.openxmlformats.org/drawingml/2006/main">
              <a:ext uri="{FF2B5EF4-FFF2-40B4-BE49-F238E27FC236}">
                <a16:creationId xmlns:a16="http://schemas.microsoft.com/office/drawing/2014/main" id="{B37E81B6-B96B-4F15-99B0-835B8BEBAC40}"/>
              </a:ext>
            </a:extLst>
          </p:cNvPr>
          <p:cNvSpPr>
            <a:spLocks xmlns:a="http://schemas.openxmlformats.org/drawingml/2006/main" noGrp="1"/>
          </p:cNvSpPr>
          <p:nvPr/>
        </p:nvSpPr>
        <p:spPr>
          <a:xfrm xmlns:a="http://schemas.openxmlformats.org/drawingml/2006/main">
            <a:off x="8862822" y="63246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5" name="dp41-comparison / n132 / path">
            <a:extLst xmlns:a="http://schemas.openxmlformats.org/drawingml/2006/main">
              <a:ext uri="{FF2B5EF4-FFF2-40B4-BE49-F238E27FC236}">
                <a16:creationId xmlns:a16="http://schemas.microsoft.com/office/drawing/2014/main" id="{7EBB4662-9C6E-4078-8DFA-861AE379510E}"/>
              </a:ext>
            </a:extLst>
          </p:cNvPr>
          <p:cNvSpPr>
            <a:spLocks xmlns:a="http://schemas.openxmlformats.org/drawingml/2006/main" noGrp="1"/>
          </p:cNvSpPr>
          <p:nvPr/>
        </p:nvSpPr>
        <p:spPr>
          <a:xfrm xmlns:a="http://schemas.openxmlformats.org/drawingml/2006/main">
            <a:off x="1485900" y="3590925"/>
            <a:ext cx="180975" cy="2695575"/>
          </a:xfrm>
          <a:custGeom xmlns:a="http://schemas.openxmlformats.org/drawingml/2006/main">
            <a:pathLst>
              <a:path w="180975" h="2695575">
                <a:moveTo>
                  <a:pt x="180975" y="2695575"/>
                </a:moveTo>
                <a:lnTo>
                  <a:pt x="0" y="2647950"/>
                </a:lnTo>
                <a:lnTo>
                  <a:pt x="0" y="0"/>
                </a:lnTo>
                <a:lnTo>
                  <a:pt x="180975" y="0"/>
                </a:lnTo>
              </a:path>
            </a:pathLst>
          </a:custGeom>
          <a:noFill xmlns:a="http://schemas.openxmlformats.org/drawingml/2006/main"/>
          <a:ln xmlns:a="http://schemas.openxmlformats.org/drawingml/2006/main" w="10478">
            <a:solidFill>
              <a:srgbClr val="000000"/>
            </a:solidFill>
            <a:prstDash val="solid"/>
          </a:ln>
        </p:spPr>
      </p:sp>
      <p:sp>
        <p:nvSpPr>
          <p:cNvPr id="136" name="dp41-comparison / n132 / arrow">
            <a:extLst xmlns:a="http://schemas.openxmlformats.org/drawingml/2006/main">
              <a:ext uri="{FF2B5EF4-FFF2-40B4-BE49-F238E27FC236}">
                <a16:creationId xmlns:a16="http://schemas.microsoft.com/office/drawing/2014/main" id="{F1C43F35-ED93-4D09-BBB9-CF63F245BAE6}"/>
              </a:ext>
            </a:extLst>
          </p:cNvPr>
          <p:cNvSpPr>
            <a:spLocks xmlns:a="http://schemas.openxmlformats.org/drawingml/2006/main" noGrp="1"/>
          </p:cNvSpPr>
          <p:nvPr/>
        </p:nvSpPr>
        <p:spPr>
          <a:xfrm xmlns:a="http://schemas.openxmlformats.org/drawingml/2006/main">
            <a:off x="1599819" y="35573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7" name="dp41-comparison / n133 / path">
            <a:extLst xmlns:a="http://schemas.openxmlformats.org/drawingml/2006/main">
              <a:ext uri="{FF2B5EF4-FFF2-40B4-BE49-F238E27FC236}">
                <a16:creationId xmlns:a16="http://schemas.microsoft.com/office/drawing/2014/main" id="{CB431247-38E5-4E7E-BE05-00F3665A5F21}"/>
              </a:ext>
            </a:extLst>
          </p:cNvPr>
          <p:cNvSpPr>
            <a:spLocks xmlns:a="http://schemas.openxmlformats.org/drawingml/2006/main" noGrp="1"/>
          </p:cNvSpPr>
          <p:nvPr/>
        </p:nvSpPr>
        <p:spPr>
          <a:xfrm xmlns:a="http://schemas.openxmlformats.org/drawingml/2006/main">
            <a:off x="2781300" y="5353050"/>
            <a:ext cx="5386388" cy="781050"/>
          </a:xfrm>
          <a:custGeom xmlns:a="http://schemas.openxmlformats.org/drawingml/2006/main">
            <a:pathLst>
              <a:path w="5386388" h="781050">
                <a:moveTo>
                  <a:pt x="5386388" y="0"/>
                </a:moveTo>
                <a:lnTo>
                  <a:pt x="5386388" y="742950"/>
                </a:lnTo>
                <a:lnTo>
                  <a:pt x="0" y="742950"/>
                </a:lnTo>
                <a:lnTo>
                  <a:pt x="4763" y="781050"/>
                </a:lnTo>
              </a:path>
            </a:pathLst>
          </a:custGeom>
          <a:noFill xmlns:a="http://schemas.openxmlformats.org/drawingml/2006/main"/>
          <a:ln xmlns:a="http://schemas.openxmlformats.org/drawingml/2006/main" w="10478">
            <a:solidFill>
              <a:srgbClr val="000000"/>
            </a:solidFill>
            <a:prstDash val="solid"/>
          </a:ln>
        </p:spPr>
      </p:sp>
      <p:sp>
        <p:nvSpPr>
          <p:cNvPr id="138" name="dp41-comparison / n133 / arrow">
            <a:extLst xmlns:a="http://schemas.openxmlformats.org/drawingml/2006/main">
              <a:ext uri="{FF2B5EF4-FFF2-40B4-BE49-F238E27FC236}">
                <a16:creationId xmlns:a16="http://schemas.microsoft.com/office/drawing/2014/main" id="{8CAE1119-82B2-4394-BA21-3A5F8DDABECE}"/>
              </a:ext>
            </a:extLst>
          </p:cNvPr>
          <p:cNvSpPr>
            <a:spLocks xmlns:a="http://schemas.openxmlformats.org/drawingml/2006/main" noGrp="1"/>
          </p:cNvSpPr>
          <p:nvPr/>
        </p:nvSpPr>
        <p:spPr>
          <a:xfrm xmlns:a="http://schemas.openxmlformats.org/drawingml/2006/main">
            <a:off x="2744476" y="6063403"/>
            <a:ext cx="66538" cy="70697"/>
          </a:xfrm>
          <a:custGeom xmlns:a="http://schemas.openxmlformats.org/drawingml/2006/main">
            <a:pathLst>
              <a:path w="66538" h="70697">
                <a:moveTo>
                  <a:pt x="0" y="8317"/>
                </a:moveTo>
                <a:lnTo>
                  <a:pt x="41586" y="70697"/>
                </a:lnTo>
                <a:lnTo>
                  <a:pt x="66538" y="0"/>
                </a:lnTo>
              </a:path>
            </a:pathLst>
          </a:custGeom>
          <a:noFill xmlns:a="http://schemas.openxmlformats.org/drawingml/2006/main"/>
          <a:ln xmlns:a="http://schemas.openxmlformats.org/drawingml/2006/main" w="13411">
            <a:solidFill>
              <a:srgbClr val="000000"/>
            </a:solidFill>
            <a:prstDash val="solid"/>
          </a:ln>
        </p:spPr>
      </p:sp>
      <p:sp>
        <p:nvSpPr>
          <p:cNvPr id="139" name="dp41-comparison / n134 / path">
            <a:extLst xmlns:a="http://schemas.openxmlformats.org/drawingml/2006/main">
              <a:ext uri="{FF2B5EF4-FFF2-40B4-BE49-F238E27FC236}">
                <a16:creationId xmlns:a16="http://schemas.microsoft.com/office/drawing/2014/main" id="{E3741280-1047-47AB-A011-8657D37AE328}"/>
              </a:ext>
            </a:extLst>
          </p:cNvPr>
          <p:cNvSpPr>
            <a:spLocks xmlns:a="http://schemas.openxmlformats.org/drawingml/2006/main" noGrp="1"/>
          </p:cNvSpPr>
          <p:nvPr/>
        </p:nvSpPr>
        <p:spPr>
          <a:xfrm xmlns:a="http://schemas.openxmlformats.org/drawingml/2006/main">
            <a:off x="3905250" y="6167438"/>
            <a:ext cx="457200" cy="109538"/>
          </a:xfrm>
          <a:custGeom xmlns:a="http://schemas.openxmlformats.org/drawingml/2006/main">
            <a:pathLst>
              <a:path w="457200" h="109538">
                <a:moveTo>
                  <a:pt x="0" y="109538"/>
                </a:moveTo>
                <a:lnTo>
                  <a:pt x="457200" y="0"/>
                </a:lnTo>
              </a:path>
            </a:pathLst>
          </a:custGeom>
          <a:noFill xmlns:a="http://schemas.openxmlformats.org/drawingml/2006/main"/>
          <a:ln xmlns:a="http://schemas.openxmlformats.org/drawingml/2006/main" w="10478">
            <a:solidFill>
              <a:srgbClr val="000000"/>
            </a:solidFill>
            <a:prstDash val="solid"/>
          </a:ln>
        </p:spPr>
      </p:sp>
      <p:sp>
        <p:nvSpPr>
          <p:cNvPr id="140" name="dp41-comparison / n134 / arrow">
            <a:extLst xmlns:a="http://schemas.openxmlformats.org/drawingml/2006/main">
              <a:ext uri="{FF2B5EF4-FFF2-40B4-BE49-F238E27FC236}">
                <a16:creationId xmlns:a16="http://schemas.microsoft.com/office/drawing/2014/main" id="{700D0486-31E6-4C98-A7EA-B6D7DE630334}"/>
              </a:ext>
            </a:extLst>
          </p:cNvPr>
          <p:cNvSpPr>
            <a:spLocks xmlns:a="http://schemas.openxmlformats.org/drawingml/2006/main" noGrp="1"/>
          </p:cNvSpPr>
          <p:nvPr/>
        </p:nvSpPr>
        <p:spPr>
          <a:xfrm xmlns:a="http://schemas.openxmlformats.org/drawingml/2006/main">
            <a:off x="4289428" y="6150456"/>
            <a:ext cx="73022" cy="65211"/>
          </a:xfrm>
          <a:custGeom xmlns:a="http://schemas.openxmlformats.org/drawingml/2006/main">
            <a:pathLst>
              <a:path w="73022" h="65211">
                <a:moveTo>
                  <a:pt x="15623" y="65211"/>
                </a:moveTo>
                <a:lnTo>
                  <a:pt x="73022" y="16982"/>
                </a:lnTo>
                <a:lnTo>
                  <a:pt x="0" y="0"/>
                </a:lnTo>
              </a:path>
            </a:pathLst>
          </a:custGeom>
          <a:noFill xmlns:a="http://schemas.openxmlformats.org/drawingml/2006/main"/>
          <a:ln xmlns:a="http://schemas.openxmlformats.org/drawingml/2006/main" w="13411">
            <a:solidFill>
              <a:srgbClr val="000000"/>
            </a:solidFill>
            <a:prstDash val="solid"/>
          </a:ln>
        </p:spPr>
      </p:sp>
      <p:sp>
        <p:nvSpPr>
          <p:cNvPr id="141" name="dp41-comparison / n135 / path">
            <a:extLst xmlns:a="http://schemas.openxmlformats.org/drawingml/2006/main">
              <a:ext uri="{FF2B5EF4-FFF2-40B4-BE49-F238E27FC236}">
                <a16:creationId xmlns:a16="http://schemas.microsoft.com/office/drawing/2014/main" id="{FEC24BD3-7901-453B-B16A-2A1677E4D1D6}"/>
              </a:ext>
            </a:extLst>
          </p:cNvPr>
          <p:cNvSpPr>
            <a:spLocks xmlns:a="http://schemas.openxmlformats.org/drawingml/2006/main" noGrp="1"/>
          </p:cNvSpPr>
          <p:nvPr/>
        </p:nvSpPr>
        <p:spPr>
          <a:xfrm xmlns:a="http://schemas.openxmlformats.org/drawingml/2006/main">
            <a:off x="3905250" y="6281738"/>
            <a:ext cx="457200" cy="100013"/>
          </a:xfrm>
          <a:custGeom xmlns:a="http://schemas.openxmlformats.org/drawingml/2006/main">
            <a:pathLst>
              <a:path w="457200" h="100013">
                <a:moveTo>
                  <a:pt x="457200" y="0"/>
                </a:moveTo>
                <a:lnTo>
                  <a:pt x="0" y="100013"/>
                </a:lnTo>
              </a:path>
            </a:pathLst>
          </a:custGeom>
          <a:noFill xmlns:a="http://schemas.openxmlformats.org/drawingml/2006/main"/>
          <a:ln xmlns:a="http://schemas.openxmlformats.org/drawingml/2006/main" w="10478">
            <a:solidFill>
              <a:srgbClr val="000000"/>
            </a:solidFill>
            <a:prstDash val="dash"/>
          </a:ln>
        </p:spPr>
      </p:sp>
      <p:sp>
        <p:nvSpPr>
          <p:cNvPr id="142" name="dp41-comparison / n135 / arrow">
            <a:extLst xmlns:a="http://schemas.openxmlformats.org/drawingml/2006/main">
              <a:ext uri="{FF2B5EF4-FFF2-40B4-BE49-F238E27FC236}">
                <a16:creationId xmlns:a16="http://schemas.microsoft.com/office/drawing/2014/main" id="{9371AEF2-D99F-458E-B0C8-D62E61416215}"/>
              </a:ext>
            </a:extLst>
          </p:cNvPr>
          <p:cNvSpPr>
            <a:spLocks xmlns:a="http://schemas.openxmlformats.org/drawingml/2006/main" noGrp="1"/>
          </p:cNvSpPr>
          <p:nvPr/>
        </p:nvSpPr>
        <p:spPr>
          <a:xfrm xmlns:a="http://schemas.openxmlformats.org/drawingml/2006/main">
            <a:off x="3905250" y="6334667"/>
            <a:ext cx="72672" cy="65507"/>
          </a:xfrm>
          <a:custGeom xmlns:a="http://schemas.openxmlformats.org/drawingml/2006/main">
            <a:pathLst>
              <a:path w="72672" h="65507">
                <a:moveTo>
                  <a:pt x="58342" y="0"/>
                </a:moveTo>
                <a:lnTo>
                  <a:pt x="0" y="47083"/>
                </a:lnTo>
                <a:lnTo>
                  <a:pt x="72672" y="65507"/>
                </a:lnTo>
              </a:path>
            </a:pathLst>
          </a:custGeom>
          <a:noFill xmlns:a="http://schemas.openxmlformats.org/drawingml/2006/main"/>
          <a:ln xmlns:a="http://schemas.openxmlformats.org/drawingml/2006/main" w="13411">
            <a:solidFill>
              <a:srgbClr val="000000"/>
            </a:solidFill>
            <a:prstDash val="solid"/>
          </a:ln>
        </p:spPr>
      </p:sp>
      <p:sp>
        <p:nvSpPr>
          <p:cNvPr id="143" name="dp41-comparison / n136 / path">
            <a:extLst xmlns:a="http://schemas.openxmlformats.org/drawingml/2006/main">
              <a:ext uri="{FF2B5EF4-FFF2-40B4-BE49-F238E27FC236}">
                <a16:creationId xmlns:a16="http://schemas.microsoft.com/office/drawing/2014/main" id="{343747AD-A82D-4012-8780-DC92B95354C5}"/>
              </a:ext>
            </a:extLst>
          </p:cNvPr>
          <p:cNvSpPr>
            <a:spLocks xmlns:a="http://schemas.openxmlformats.org/drawingml/2006/main" noGrp="1"/>
          </p:cNvSpPr>
          <p:nvPr/>
        </p:nvSpPr>
        <p:spPr>
          <a:xfrm xmlns:a="http://schemas.openxmlformats.org/drawingml/2006/main">
            <a:off x="3905250" y="6557963"/>
            <a:ext cx="457200" cy="80963"/>
          </a:xfrm>
          <a:custGeom xmlns:a="http://schemas.openxmlformats.org/drawingml/2006/main">
            <a:pathLst>
              <a:path w="457200" h="80963">
                <a:moveTo>
                  <a:pt x="0" y="80963"/>
                </a:moveTo>
                <a:lnTo>
                  <a:pt x="457200" y="0"/>
                </a:lnTo>
              </a:path>
            </a:pathLst>
          </a:custGeom>
          <a:noFill xmlns:a="http://schemas.openxmlformats.org/drawingml/2006/main"/>
          <a:ln xmlns:a="http://schemas.openxmlformats.org/drawingml/2006/main" w="10478">
            <a:solidFill>
              <a:srgbClr val="000000"/>
            </a:solidFill>
            <a:prstDash val="solid"/>
          </a:ln>
        </p:spPr>
      </p:sp>
      <p:sp>
        <p:nvSpPr>
          <p:cNvPr id="144" name="dp41-comparison / n136 / arrow">
            <a:extLst xmlns:a="http://schemas.openxmlformats.org/drawingml/2006/main">
              <a:ext uri="{FF2B5EF4-FFF2-40B4-BE49-F238E27FC236}">
                <a16:creationId xmlns:a16="http://schemas.microsoft.com/office/drawing/2014/main" id="{6EF5C82C-09B3-45DB-B84F-EA7FE96B2DA5}"/>
              </a:ext>
            </a:extLst>
          </p:cNvPr>
          <p:cNvSpPr>
            <a:spLocks xmlns:a="http://schemas.openxmlformats.org/drawingml/2006/main" noGrp="1"/>
          </p:cNvSpPr>
          <p:nvPr/>
        </p:nvSpPr>
        <p:spPr>
          <a:xfrm xmlns:a="http://schemas.openxmlformats.org/drawingml/2006/main">
            <a:off x="4290575" y="6536641"/>
            <a:ext cx="71875" cy="66029"/>
          </a:xfrm>
          <a:custGeom xmlns:a="http://schemas.openxmlformats.org/drawingml/2006/main">
            <a:pathLst>
              <a:path w="71875" h="66029">
                <a:moveTo>
                  <a:pt x="11693" y="66029"/>
                </a:moveTo>
                <a:lnTo>
                  <a:pt x="71875" y="21322"/>
                </a:lnTo>
                <a:lnTo>
                  <a:pt x="0" y="0"/>
                </a:lnTo>
              </a:path>
            </a:pathLst>
          </a:custGeom>
          <a:noFill xmlns:a="http://schemas.openxmlformats.org/drawingml/2006/main"/>
          <a:ln xmlns:a="http://schemas.openxmlformats.org/drawingml/2006/main" w="13411">
            <a:solidFill>
              <a:srgbClr val="000000"/>
            </a:solidFill>
            <a:prstDash val="solid"/>
          </a:ln>
        </p:spPr>
      </p:sp>
      <p:sp>
        <p:nvSpPr>
          <p:cNvPr id="145" name="dp41-comparison / n137 / path">
            <a:extLst xmlns:a="http://schemas.openxmlformats.org/drawingml/2006/main">
              <a:ext uri="{FF2B5EF4-FFF2-40B4-BE49-F238E27FC236}">
                <a16:creationId xmlns:a16="http://schemas.microsoft.com/office/drawing/2014/main" id="{CD71B429-531C-4DAF-B7AF-4F9C7DD30636}"/>
              </a:ext>
            </a:extLst>
          </p:cNvPr>
          <p:cNvSpPr>
            <a:spLocks xmlns:a="http://schemas.openxmlformats.org/drawingml/2006/main" noGrp="1"/>
          </p:cNvSpPr>
          <p:nvPr/>
        </p:nvSpPr>
        <p:spPr>
          <a:xfrm xmlns:a="http://schemas.openxmlformats.org/drawingml/2006/main">
            <a:off x="3905250" y="6662738"/>
            <a:ext cx="457200" cy="80963"/>
          </a:xfrm>
          <a:custGeom xmlns:a="http://schemas.openxmlformats.org/drawingml/2006/main">
            <a:pathLst>
              <a:path w="457200" h="80963">
                <a:moveTo>
                  <a:pt x="457200" y="0"/>
                </a:moveTo>
                <a:lnTo>
                  <a:pt x="0" y="80963"/>
                </a:lnTo>
              </a:path>
            </a:pathLst>
          </a:custGeom>
          <a:noFill xmlns:a="http://schemas.openxmlformats.org/drawingml/2006/main"/>
          <a:ln xmlns:a="http://schemas.openxmlformats.org/drawingml/2006/main" w="10478">
            <a:solidFill>
              <a:srgbClr val="000000"/>
            </a:solidFill>
            <a:prstDash val="dash"/>
          </a:ln>
        </p:spPr>
      </p:sp>
      <p:sp>
        <p:nvSpPr>
          <p:cNvPr id="146" name="dp41-comparison / n137 / arrow">
            <a:extLst xmlns:a="http://schemas.openxmlformats.org/drawingml/2006/main">
              <a:ext uri="{FF2B5EF4-FFF2-40B4-BE49-F238E27FC236}">
                <a16:creationId xmlns:a16="http://schemas.microsoft.com/office/drawing/2014/main" id="{3D5AE7DD-8CF6-46D8-9266-B85D4BFD36DC}"/>
              </a:ext>
            </a:extLst>
          </p:cNvPr>
          <p:cNvSpPr>
            <a:spLocks xmlns:a="http://schemas.openxmlformats.org/drawingml/2006/main" noGrp="1"/>
          </p:cNvSpPr>
          <p:nvPr/>
        </p:nvSpPr>
        <p:spPr>
          <a:xfrm xmlns:a="http://schemas.openxmlformats.org/drawingml/2006/main">
            <a:off x="3905250" y="6698993"/>
            <a:ext cx="71875" cy="66029"/>
          </a:xfrm>
          <a:custGeom xmlns:a="http://schemas.openxmlformats.org/drawingml/2006/main">
            <a:pathLst>
              <a:path w="71875" h="66029">
                <a:moveTo>
                  <a:pt x="60182" y="0"/>
                </a:moveTo>
                <a:lnTo>
                  <a:pt x="0" y="44707"/>
                </a:lnTo>
                <a:lnTo>
                  <a:pt x="71875" y="66029"/>
                </a:lnTo>
              </a:path>
            </a:pathLst>
          </a:custGeom>
          <a:noFill xmlns:a="http://schemas.openxmlformats.org/drawingml/2006/main"/>
          <a:ln xmlns:a="http://schemas.openxmlformats.org/drawingml/2006/main" w="13411">
            <a:solidFill>
              <a:srgbClr val="000000"/>
            </a:solidFill>
            <a:prstDash val="solid"/>
          </a:ln>
        </p:spPr>
      </p:sp>
      <p:sp>
        <p:nvSpPr>
          <p:cNvPr id="147" name="dp41-comparison / n138 / path">
            <a:extLst xmlns:a="http://schemas.openxmlformats.org/drawingml/2006/main">
              <a:ext uri="{FF2B5EF4-FFF2-40B4-BE49-F238E27FC236}">
                <a16:creationId xmlns:a16="http://schemas.microsoft.com/office/drawing/2014/main" id="{D8479AC0-1F37-41B4-B98E-F58DF987CF82}"/>
              </a:ext>
            </a:extLst>
          </p:cNvPr>
          <p:cNvSpPr>
            <a:spLocks xmlns:a="http://schemas.openxmlformats.org/drawingml/2006/main" noGrp="1"/>
          </p:cNvSpPr>
          <p:nvPr/>
        </p:nvSpPr>
        <p:spPr>
          <a:xfrm xmlns:a="http://schemas.openxmlformats.org/drawingml/2006/main">
            <a:off x="2166938" y="6858000"/>
            <a:ext cx="953" cy="57150"/>
          </a:xfrm>
          <a:custGeom xmlns:a="http://schemas.openxmlformats.org/drawingml/2006/main">
            <a:pathLst>
              <a:path w="953" h="57150">
                <a:moveTo>
                  <a:pt x="0" y="57150"/>
                </a:moveTo>
                <a:lnTo>
                  <a:pt x="0" y="0"/>
                </a:lnTo>
              </a:path>
            </a:pathLst>
          </a:custGeom>
          <a:noFill xmlns:a="http://schemas.openxmlformats.org/drawingml/2006/main"/>
          <a:ln xmlns:a="http://schemas.openxmlformats.org/drawingml/2006/main" w="10478">
            <a:solidFill>
              <a:srgbClr val="000000"/>
            </a:solidFill>
            <a:prstDash val="solid"/>
          </a:ln>
        </p:spPr>
      </p:sp>
      <p:sp>
        <p:nvSpPr>
          <p:cNvPr id="148" name="dp41-comparison / n138 / arrow">
            <a:extLst xmlns:a="http://schemas.openxmlformats.org/drawingml/2006/main">
              <a:ext uri="{FF2B5EF4-FFF2-40B4-BE49-F238E27FC236}">
                <a16:creationId xmlns:a16="http://schemas.microsoft.com/office/drawing/2014/main" id="{F2C8D3F8-010E-476B-B510-545099CF380E}"/>
              </a:ext>
            </a:extLst>
          </p:cNvPr>
          <p:cNvSpPr>
            <a:spLocks xmlns:a="http://schemas.openxmlformats.org/drawingml/2006/main" noGrp="1"/>
          </p:cNvSpPr>
          <p:nvPr/>
        </p:nvSpPr>
        <p:spPr>
          <a:xfrm xmlns:a="http://schemas.openxmlformats.org/drawingml/2006/main">
            <a:off x="2133410" y="6858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49" name="dp41-comparison / n139 / path">
            <a:extLst xmlns:a="http://schemas.openxmlformats.org/drawingml/2006/main">
              <a:ext uri="{FF2B5EF4-FFF2-40B4-BE49-F238E27FC236}">
                <a16:creationId xmlns:a16="http://schemas.microsoft.com/office/drawing/2014/main" id="{9161C0FC-F028-4B5B-8B97-BE83A5098054}"/>
              </a:ext>
            </a:extLst>
          </p:cNvPr>
          <p:cNvSpPr>
            <a:spLocks xmlns:a="http://schemas.openxmlformats.org/drawingml/2006/main" noGrp="1"/>
          </p:cNvSpPr>
          <p:nvPr/>
        </p:nvSpPr>
        <p:spPr>
          <a:xfrm xmlns:a="http://schemas.openxmlformats.org/drawingml/2006/main">
            <a:off x="3905250" y="6496050"/>
            <a:ext cx="1552575" cy="495300"/>
          </a:xfrm>
          <a:custGeom xmlns:a="http://schemas.openxmlformats.org/drawingml/2006/main">
            <a:pathLst>
              <a:path w="1552575" h="495300">
                <a:moveTo>
                  <a:pt x="0" y="47625"/>
                </a:moveTo>
                <a:lnTo>
                  <a:pt x="161925" y="0"/>
                </a:lnTo>
                <a:lnTo>
                  <a:pt x="161925" y="361950"/>
                </a:lnTo>
                <a:lnTo>
                  <a:pt x="1552575" y="361950"/>
                </a:lnTo>
                <a:lnTo>
                  <a:pt x="1552575" y="495300"/>
                </a:lnTo>
              </a:path>
            </a:pathLst>
          </a:custGeom>
          <a:noFill xmlns:a="http://schemas.openxmlformats.org/drawingml/2006/main"/>
          <a:ln xmlns:a="http://schemas.openxmlformats.org/drawingml/2006/main" w="10478">
            <a:solidFill>
              <a:srgbClr val="000000"/>
            </a:solidFill>
            <a:prstDash val="solid"/>
          </a:ln>
        </p:spPr>
      </p:sp>
      <p:sp>
        <p:nvSpPr>
          <p:cNvPr id="150" name="dp41-comparison / n139 / arrow">
            <a:extLst xmlns:a="http://schemas.openxmlformats.org/drawingml/2006/main">
              <a:ext uri="{FF2B5EF4-FFF2-40B4-BE49-F238E27FC236}">
                <a16:creationId xmlns:a16="http://schemas.microsoft.com/office/drawing/2014/main" id="{943A7E0B-E1B0-49DC-BE9D-5A205EBEAD0C}"/>
              </a:ext>
            </a:extLst>
          </p:cNvPr>
          <p:cNvSpPr>
            <a:spLocks xmlns:a="http://schemas.openxmlformats.org/drawingml/2006/main" noGrp="1"/>
          </p:cNvSpPr>
          <p:nvPr/>
        </p:nvSpPr>
        <p:spPr>
          <a:xfrm xmlns:a="http://schemas.openxmlformats.org/drawingml/2006/main">
            <a:off x="5424297" y="6924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1" name="dp41-comparison / n140 / path">
            <a:extLst xmlns:a="http://schemas.openxmlformats.org/drawingml/2006/main">
              <a:ext uri="{FF2B5EF4-FFF2-40B4-BE49-F238E27FC236}">
                <a16:creationId xmlns:a16="http://schemas.microsoft.com/office/drawing/2014/main" id="{9E28E35E-CE75-4B7C-8255-1D9D3F73F2BE}"/>
              </a:ext>
            </a:extLst>
          </p:cNvPr>
          <p:cNvSpPr>
            <a:spLocks xmlns:a="http://schemas.openxmlformats.org/drawingml/2006/main" noGrp="1"/>
          </p:cNvSpPr>
          <p:nvPr/>
        </p:nvSpPr>
        <p:spPr>
          <a:xfrm xmlns:a="http://schemas.openxmlformats.org/drawingml/2006/main">
            <a:off x="3905250" y="7067550"/>
            <a:ext cx="457200" cy="90488"/>
          </a:xfrm>
          <a:custGeom xmlns:a="http://schemas.openxmlformats.org/drawingml/2006/main">
            <a:pathLst>
              <a:path w="457200" h="90488">
                <a:moveTo>
                  <a:pt x="457200" y="0"/>
                </a:moveTo>
                <a:lnTo>
                  <a:pt x="0" y="90488"/>
                </a:lnTo>
              </a:path>
            </a:pathLst>
          </a:custGeom>
          <a:noFill xmlns:a="http://schemas.openxmlformats.org/drawingml/2006/main"/>
          <a:ln xmlns:a="http://schemas.openxmlformats.org/drawingml/2006/main" w="10478">
            <a:solidFill>
              <a:srgbClr val="000000"/>
            </a:solidFill>
            <a:prstDash val="solid"/>
          </a:ln>
        </p:spPr>
      </p:sp>
      <p:sp>
        <p:nvSpPr>
          <p:cNvPr id="152" name="dp41-comparison / n140 / arrow">
            <a:extLst xmlns:a="http://schemas.openxmlformats.org/drawingml/2006/main">
              <a:ext uri="{FF2B5EF4-FFF2-40B4-BE49-F238E27FC236}">
                <a16:creationId xmlns:a16="http://schemas.microsoft.com/office/drawing/2014/main" id="{F0D4D446-28C6-4557-9ACB-06BF0DEF225F}"/>
              </a:ext>
            </a:extLst>
          </p:cNvPr>
          <p:cNvSpPr>
            <a:spLocks xmlns:a="http://schemas.openxmlformats.org/drawingml/2006/main" noGrp="1"/>
          </p:cNvSpPr>
          <p:nvPr/>
        </p:nvSpPr>
        <p:spPr>
          <a:xfrm xmlns:a="http://schemas.openxmlformats.org/drawingml/2006/main">
            <a:off x="3905250" y="7112129"/>
            <a:ext cx="72290" cy="65780"/>
          </a:xfrm>
          <a:custGeom xmlns:a="http://schemas.openxmlformats.org/drawingml/2006/main">
            <a:pathLst>
              <a:path w="72290" h="65780">
                <a:moveTo>
                  <a:pt x="59271" y="0"/>
                </a:moveTo>
                <a:lnTo>
                  <a:pt x="0" y="45909"/>
                </a:lnTo>
                <a:lnTo>
                  <a:pt x="72290" y="65780"/>
                </a:lnTo>
              </a:path>
            </a:pathLst>
          </a:custGeom>
          <a:noFill xmlns:a="http://schemas.openxmlformats.org/drawingml/2006/main"/>
          <a:ln xmlns:a="http://schemas.openxmlformats.org/drawingml/2006/main" w="13411">
            <a:solidFill>
              <a:srgbClr val="000000"/>
            </a:solidFill>
            <a:prstDash val="solid"/>
          </a:ln>
        </p:spPr>
      </p:sp>
      <p:sp>
        <p:nvSpPr>
          <p:cNvPr id="153" name="dp41-comparison / n141 / path">
            <a:extLst xmlns:a="http://schemas.openxmlformats.org/drawingml/2006/main">
              <a:ext uri="{FF2B5EF4-FFF2-40B4-BE49-F238E27FC236}">
                <a16:creationId xmlns:a16="http://schemas.microsoft.com/office/drawing/2014/main" id="{5536AD2B-C91B-458A-AE4C-A6C5CCB11629}"/>
              </a:ext>
            </a:extLst>
          </p:cNvPr>
          <p:cNvSpPr>
            <a:spLocks xmlns:a="http://schemas.openxmlformats.org/drawingml/2006/main" noGrp="1"/>
          </p:cNvSpPr>
          <p:nvPr/>
        </p:nvSpPr>
        <p:spPr>
          <a:xfrm xmlns:a="http://schemas.openxmlformats.org/drawingml/2006/main">
            <a:off x="3905250" y="7200900"/>
            <a:ext cx="457200" cy="90488"/>
          </a:xfrm>
          <a:custGeom xmlns:a="http://schemas.openxmlformats.org/drawingml/2006/main">
            <a:pathLst>
              <a:path w="457200" h="90488">
                <a:moveTo>
                  <a:pt x="0" y="90488"/>
                </a:moveTo>
                <a:lnTo>
                  <a:pt x="457200" y="0"/>
                </a:lnTo>
              </a:path>
            </a:pathLst>
          </a:custGeom>
          <a:noFill xmlns:a="http://schemas.openxmlformats.org/drawingml/2006/main"/>
          <a:ln xmlns:a="http://schemas.openxmlformats.org/drawingml/2006/main" w="10478">
            <a:solidFill>
              <a:srgbClr val="000000"/>
            </a:solidFill>
            <a:prstDash val="dash"/>
          </a:ln>
        </p:spPr>
      </p:sp>
      <p:sp>
        <p:nvSpPr>
          <p:cNvPr id="154" name="dp41-comparison / n141 / arrow">
            <a:extLst xmlns:a="http://schemas.openxmlformats.org/drawingml/2006/main">
              <a:ext uri="{FF2B5EF4-FFF2-40B4-BE49-F238E27FC236}">
                <a16:creationId xmlns:a16="http://schemas.microsoft.com/office/drawing/2014/main" id="{3D962DC1-8206-4081-AA76-F79E5765DDAF}"/>
              </a:ext>
            </a:extLst>
          </p:cNvPr>
          <p:cNvSpPr>
            <a:spLocks xmlns:a="http://schemas.openxmlformats.org/drawingml/2006/main" noGrp="1"/>
          </p:cNvSpPr>
          <p:nvPr/>
        </p:nvSpPr>
        <p:spPr>
          <a:xfrm xmlns:a="http://schemas.openxmlformats.org/drawingml/2006/main">
            <a:off x="4290160" y="7181029"/>
            <a:ext cx="72290" cy="65780"/>
          </a:xfrm>
          <a:custGeom xmlns:a="http://schemas.openxmlformats.org/drawingml/2006/main">
            <a:pathLst>
              <a:path w="72290" h="65780">
                <a:moveTo>
                  <a:pt x="13019" y="65780"/>
                </a:moveTo>
                <a:lnTo>
                  <a:pt x="72290" y="19871"/>
                </a:lnTo>
                <a:lnTo>
                  <a:pt x="0" y="0"/>
                </a:lnTo>
              </a:path>
            </a:pathLst>
          </a:custGeom>
          <a:noFill xmlns:a="http://schemas.openxmlformats.org/drawingml/2006/main"/>
          <a:ln xmlns:a="http://schemas.openxmlformats.org/drawingml/2006/main" w="13411">
            <a:solidFill>
              <a:srgbClr val="000000"/>
            </a:solidFill>
            <a:prstDash val="solid"/>
          </a:ln>
        </p:spPr>
      </p:sp>
      <p:sp>
        <p:nvSpPr>
          <p:cNvPr id="155" name="dp41-comparison / n142 / path">
            <a:extLst xmlns:a="http://schemas.openxmlformats.org/drawingml/2006/main">
              <a:ext uri="{FF2B5EF4-FFF2-40B4-BE49-F238E27FC236}">
                <a16:creationId xmlns:a16="http://schemas.microsoft.com/office/drawing/2014/main" id="{03A9250E-3852-42A5-8179-18F98159CEBB}"/>
              </a:ext>
            </a:extLst>
          </p:cNvPr>
          <p:cNvSpPr>
            <a:spLocks xmlns:a="http://schemas.openxmlformats.org/drawingml/2006/main" noGrp="1"/>
          </p:cNvSpPr>
          <p:nvPr/>
        </p:nvSpPr>
        <p:spPr>
          <a:xfrm xmlns:a="http://schemas.openxmlformats.org/drawingml/2006/main">
            <a:off x="1543050" y="6486525"/>
            <a:ext cx="5191125" cy="552450"/>
          </a:xfrm>
          <a:custGeom xmlns:a="http://schemas.openxmlformats.org/drawingml/2006/main">
            <a:pathLst>
              <a:path w="5191125" h="552450">
                <a:moveTo>
                  <a:pt x="5010150" y="552450"/>
                </a:moveTo>
                <a:lnTo>
                  <a:pt x="5191125" y="552450"/>
                </a:lnTo>
                <a:lnTo>
                  <a:pt x="5191125" y="352425"/>
                </a:lnTo>
                <a:lnTo>
                  <a:pt x="0" y="352425"/>
                </a:lnTo>
                <a:lnTo>
                  <a:pt x="0" y="0"/>
                </a:lnTo>
                <a:lnTo>
                  <a:pt x="123825" y="47625"/>
                </a:lnTo>
              </a:path>
            </a:pathLst>
          </a:custGeom>
          <a:noFill xmlns:a="http://schemas.openxmlformats.org/drawingml/2006/main"/>
          <a:ln xmlns:a="http://schemas.openxmlformats.org/drawingml/2006/main" w="10478">
            <a:solidFill>
              <a:srgbClr val="000000"/>
            </a:solidFill>
            <a:prstDash val="solid"/>
          </a:ln>
        </p:spPr>
      </p:sp>
      <p:sp>
        <p:nvSpPr>
          <p:cNvPr id="156" name="dp41-comparison / n142 / arrow">
            <a:extLst xmlns:a="http://schemas.openxmlformats.org/drawingml/2006/main">
              <a:ext uri="{FF2B5EF4-FFF2-40B4-BE49-F238E27FC236}">
                <a16:creationId xmlns:a16="http://schemas.microsoft.com/office/drawing/2014/main" id="{7E94C6F1-9CFD-48E1-8F45-4197D2980180}"/>
              </a:ext>
            </a:extLst>
          </p:cNvPr>
          <p:cNvSpPr>
            <a:spLocks xmlns:a="http://schemas.openxmlformats.org/drawingml/2006/main" noGrp="1"/>
          </p:cNvSpPr>
          <p:nvPr/>
        </p:nvSpPr>
        <p:spPr>
          <a:xfrm xmlns:a="http://schemas.openxmlformats.org/drawingml/2006/main">
            <a:off x="1592253" y="6478785"/>
            <a:ext cx="74622" cy="62586"/>
          </a:xfrm>
          <a:custGeom xmlns:a="http://schemas.openxmlformats.org/drawingml/2006/main">
            <a:pathLst>
              <a:path w="74622" h="62586">
                <a:moveTo>
                  <a:pt x="0" y="62586"/>
                </a:moveTo>
                <a:lnTo>
                  <a:pt x="74622" y="55365"/>
                </a:lnTo>
                <a:lnTo>
                  <a:pt x="24072" y="0"/>
                </a:lnTo>
              </a:path>
            </a:pathLst>
          </a:custGeom>
          <a:noFill xmlns:a="http://schemas.openxmlformats.org/drawingml/2006/main"/>
          <a:ln xmlns:a="http://schemas.openxmlformats.org/drawingml/2006/main" w="13411">
            <a:solidFill>
              <a:srgbClr val="000000"/>
            </a:solidFill>
            <a:prstDash val="solid"/>
          </a:ln>
        </p:spPr>
      </p:sp>
      <p:sp>
        <p:nvSpPr>
          <p:cNvPr id="157" name="dp41-comparison / n143 / path">
            <a:extLst xmlns:a="http://schemas.openxmlformats.org/drawingml/2006/main">
              <a:ext uri="{FF2B5EF4-FFF2-40B4-BE49-F238E27FC236}">
                <a16:creationId xmlns:a16="http://schemas.microsoft.com/office/drawing/2014/main" id="{F3D09902-6C0C-4CE3-B942-4468F766429D}"/>
              </a:ext>
            </a:extLst>
          </p:cNvPr>
          <p:cNvSpPr>
            <a:spLocks xmlns:a="http://schemas.openxmlformats.org/drawingml/2006/main" noGrp="1"/>
          </p:cNvSpPr>
          <p:nvPr/>
        </p:nvSpPr>
        <p:spPr>
          <a:xfrm xmlns:a="http://schemas.openxmlformats.org/drawingml/2006/main">
            <a:off x="6553200" y="6143625"/>
            <a:ext cx="685800" cy="990600"/>
          </a:xfrm>
          <a:custGeom xmlns:a="http://schemas.openxmlformats.org/drawingml/2006/main">
            <a:pathLst>
              <a:path w="685800" h="990600">
                <a:moveTo>
                  <a:pt x="0" y="990600"/>
                </a:moveTo>
                <a:lnTo>
                  <a:pt x="323850" y="990600"/>
                </a:lnTo>
                <a:lnTo>
                  <a:pt x="323850" y="0"/>
                </a:lnTo>
                <a:lnTo>
                  <a:pt x="685800" y="0"/>
                </a:lnTo>
              </a:path>
            </a:pathLst>
          </a:custGeom>
          <a:noFill xmlns:a="http://schemas.openxmlformats.org/drawingml/2006/main"/>
          <a:ln xmlns:a="http://schemas.openxmlformats.org/drawingml/2006/main" w="10478">
            <a:solidFill>
              <a:srgbClr val="000000"/>
            </a:solidFill>
            <a:prstDash val="solid"/>
          </a:ln>
        </p:spPr>
      </p:sp>
      <p:sp>
        <p:nvSpPr>
          <p:cNvPr id="158" name="dp41-comparison / n143 / arrow">
            <a:extLst xmlns:a="http://schemas.openxmlformats.org/drawingml/2006/main">
              <a:ext uri="{FF2B5EF4-FFF2-40B4-BE49-F238E27FC236}">
                <a16:creationId xmlns:a16="http://schemas.microsoft.com/office/drawing/2014/main" id="{2F8BFF1A-5D9D-468A-8D65-3C882A7AF07A}"/>
              </a:ext>
            </a:extLst>
          </p:cNvPr>
          <p:cNvSpPr>
            <a:spLocks xmlns:a="http://schemas.openxmlformats.org/drawingml/2006/main" noGrp="1"/>
          </p:cNvSpPr>
          <p:nvPr/>
        </p:nvSpPr>
        <p:spPr>
          <a:xfrm xmlns:a="http://schemas.openxmlformats.org/drawingml/2006/main">
            <a:off x="7171944" y="61100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9" name="dp41-comparison / n144 / path">
            <a:extLst xmlns:a="http://schemas.openxmlformats.org/drawingml/2006/main">
              <a:ext uri="{FF2B5EF4-FFF2-40B4-BE49-F238E27FC236}">
                <a16:creationId xmlns:a16="http://schemas.microsoft.com/office/drawing/2014/main" id="{F31BC3B1-D098-462D-9608-0E78EBA33D0E}"/>
              </a:ext>
            </a:extLst>
          </p:cNvPr>
          <p:cNvSpPr>
            <a:spLocks xmlns:a="http://schemas.openxmlformats.org/drawingml/2006/main" noGrp="1"/>
          </p:cNvSpPr>
          <p:nvPr/>
        </p:nvSpPr>
        <p:spPr>
          <a:xfrm xmlns:a="http://schemas.openxmlformats.org/drawingml/2006/main">
            <a:off x="6553200" y="6267450"/>
            <a:ext cx="685800" cy="952500"/>
          </a:xfrm>
          <a:custGeom xmlns:a="http://schemas.openxmlformats.org/drawingml/2006/main">
            <a:pathLst>
              <a:path w="685800" h="952500">
                <a:moveTo>
                  <a:pt x="685800" y="0"/>
                </a:moveTo>
                <a:lnTo>
                  <a:pt x="400050" y="0"/>
                </a:lnTo>
                <a:lnTo>
                  <a:pt x="400050" y="952500"/>
                </a:lnTo>
                <a:lnTo>
                  <a:pt x="0" y="952500"/>
                </a:lnTo>
              </a:path>
            </a:pathLst>
          </a:custGeom>
          <a:noFill xmlns:a="http://schemas.openxmlformats.org/drawingml/2006/main"/>
          <a:ln xmlns:a="http://schemas.openxmlformats.org/drawingml/2006/main" w="10478">
            <a:solidFill>
              <a:srgbClr val="000000"/>
            </a:solidFill>
            <a:prstDash val="dash"/>
          </a:ln>
        </p:spPr>
      </p:sp>
      <p:sp>
        <p:nvSpPr>
          <p:cNvPr id="160" name="dp41-comparison / n144 / arrow">
            <a:extLst xmlns:a="http://schemas.openxmlformats.org/drawingml/2006/main">
              <a:ext uri="{FF2B5EF4-FFF2-40B4-BE49-F238E27FC236}">
                <a16:creationId xmlns:a16="http://schemas.microsoft.com/office/drawing/2014/main" id="{DD9AD5F0-C3B4-43E9-8CB3-0EAC46059690}"/>
              </a:ext>
            </a:extLst>
          </p:cNvPr>
          <p:cNvSpPr>
            <a:spLocks xmlns:a="http://schemas.openxmlformats.org/drawingml/2006/main" noGrp="1"/>
          </p:cNvSpPr>
          <p:nvPr/>
        </p:nvSpPr>
        <p:spPr>
          <a:xfrm xmlns:a="http://schemas.openxmlformats.org/drawingml/2006/main">
            <a:off x="6553200" y="71864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1" name="dp41-comparison / n145 / path">
            <a:extLst xmlns:a="http://schemas.openxmlformats.org/drawingml/2006/main">
              <a:ext uri="{FF2B5EF4-FFF2-40B4-BE49-F238E27FC236}">
                <a16:creationId xmlns:a16="http://schemas.microsoft.com/office/drawing/2014/main" id="{44EAE35B-D890-4BC8-926A-347CB9466085}"/>
              </a:ext>
            </a:extLst>
          </p:cNvPr>
          <p:cNvSpPr>
            <a:spLocks xmlns:a="http://schemas.openxmlformats.org/drawingml/2006/main" noGrp="1"/>
          </p:cNvSpPr>
          <p:nvPr/>
        </p:nvSpPr>
        <p:spPr>
          <a:xfrm xmlns:a="http://schemas.openxmlformats.org/drawingml/2006/main">
            <a:off x="2209800" y="6172200"/>
            <a:ext cx="7239000" cy="1371600"/>
          </a:xfrm>
          <a:custGeom xmlns:a="http://schemas.openxmlformats.org/drawingml/2006/main">
            <a:pathLst>
              <a:path w="7239000" h="1371600">
                <a:moveTo>
                  <a:pt x="0" y="1219200"/>
                </a:moveTo>
                <a:lnTo>
                  <a:pt x="0" y="1371600"/>
                </a:lnTo>
                <a:lnTo>
                  <a:pt x="7239000" y="1371600"/>
                </a:lnTo>
                <a:lnTo>
                  <a:pt x="7239000" y="0"/>
                </a:lnTo>
                <a:lnTo>
                  <a:pt x="7124700" y="0"/>
                </a:lnTo>
              </a:path>
            </a:pathLst>
          </a:custGeom>
          <a:noFill xmlns:a="http://schemas.openxmlformats.org/drawingml/2006/main"/>
          <a:ln xmlns:a="http://schemas.openxmlformats.org/drawingml/2006/main" w="10478">
            <a:solidFill>
              <a:srgbClr val="000000"/>
            </a:solidFill>
            <a:prstDash val="solid"/>
          </a:ln>
        </p:spPr>
      </p:sp>
      <p:sp>
        <p:nvSpPr>
          <p:cNvPr id="162" name="dp41-comparison / n145 / arrow">
            <a:extLst xmlns:a="http://schemas.openxmlformats.org/drawingml/2006/main">
              <a:ext uri="{FF2B5EF4-FFF2-40B4-BE49-F238E27FC236}">
                <a16:creationId xmlns:a16="http://schemas.microsoft.com/office/drawing/2014/main" id="{2C957B4A-3044-43AB-9192-2EE555032C70}"/>
              </a:ext>
            </a:extLst>
          </p:cNvPr>
          <p:cNvSpPr>
            <a:spLocks xmlns:a="http://schemas.openxmlformats.org/drawingml/2006/main" noGrp="1"/>
          </p:cNvSpPr>
          <p:nvPr/>
        </p:nvSpPr>
        <p:spPr>
          <a:xfrm xmlns:a="http://schemas.openxmlformats.org/drawingml/2006/main">
            <a:off x="9334500"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3" name="dp41-comparison / n146 / path">
            <a:extLst xmlns:a="http://schemas.openxmlformats.org/drawingml/2006/main">
              <a:ext uri="{FF2B5EF4-FFF2-40B4-BE49-F238E27FC236}">
                <a16:creationId xmlns:a16="http://schemas.microsoft.com/office/drawing/2014/main" id="{54E6BBCB-7004-4F5C-B515-C1B9868F48BA}"/>
              </a:ext>
            </a:extLst>
          </p:cNvPr>
          <p:cNvSpPr>
            <a:spLocks xmlns:a="http://schemas.openxmlformats.org/drawingml/2006/main" noGrp="1"/>
          </p:cNvSpPr>
          <p:nvPr/>
        </p:nvSpPr>
        <p:spPr>
          <a:xfrm xmlns:a="http://schemas.openxmlformats.org/drawingml/2006/main">
            <a:off x="2314575" y="6296025"/>
            <a:ext cx="7105650" cy="1209675"/>
          </a:xfrm>
          <a:custGeom xmlns:a="http://schemas.openxmlformats.org/drawingml/2006/main">
            <a:pathLst>
              <a:path w="7105650" h="1209675">
                <a:moveTo>
                  <a:pt x="7019925" y="0"/>
                </a:moveTo>
                <a:lnTo>
                  <a:pt x="7105650" y="0"/>
                </a:lnTo>
                <a:lnTo>
                  <a:pt x="7105650" y="1209675"/>
                </a:lnTo>
                <a:lnTo>
                  <a:pt x="0" y="1209675"/>
                </a:lnTo>
                <a:lnTo>
                  <a:pt x="0" y="1095375"/>
                </a:lnTo>
              </a:path>
            </a:pathLst>
          </a:custGeom>
          <a:noFill xmlns:a="http://schemas.openxmlformats.org/drawingml/2006/main"/>
          <a:ln xmlns:a="http://schemas.openxmlformats.org/drawingml/2006/main" w="10478">
            <a:solidFill>
              <a:srgbClr val="000000"/>
            </a:solidFill>
            <a:prstDash val="dash"/>
          </a:ln>
        </p:spPr>
      </p:sp>
      <p:sp>
        <p:nvSpPr>
          <p:cNvPr id="164" name="dp41-comparison / n146 / arrow">
            <a:extLst xmlns:a="http://schemas.openxmlformats.org/drawingml/2006/main">
              <a:ext uri="{FF2B5EF4-FFF2-40B4-BE49-F238E27FC236}">
                <a16:creationId xmlns:a16="http://schemas.microsoft.com/office/drawing/2014/main" id="{17F27DA1-0DBE-4A46-848D-91CCD5D8CBF4}"/>
              </a:ext>
            </a:extLst>
          </p:cNvPr>
          <p:cNvSpPr>
            <a:spLocks xmlns:a="http://schemas.openxmlformats.org/drawingml/2006/main" noGrp="1"/>
          </p:cNvSpPr>
          <p:nvPr/>
        </p:nvSpPr>
        <p:spPr>
          <a:xfrm xmlns:a="http://schemas.openxmlformats.org/drawingml/2006/main">
            <a:off x="2281047" y="73914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65" name="dp41-comparison / n147 / path">
            <a:extLst xmlns:a="http://schemas.openxmlformats.org/drawingml/2006/main">
              <a:ext uri="{FF2B5EF4-FFF2-40B4-BE49-F238E27FC236}">
                <a16:creationId xmlns:a16="http://schemas.microsoft.com/office/drawing/2014/main" id="{DA308319-34E5-485A-B872-1A4ACDD25DA5}"/>
              </a:ext>
            </a:extLst>
          </p:cNvPr>
          <p:cNvSpPr>
            <a:spLocks xmlns:a="http://schemas.openxmlformats.org/drawingml/2006/main" noGrp="1"/>
          </p:cNvSpPr>
          <p:nvPr/>
        </p:nvSpPr>
        <p:spPr>
          <a:xfrm xmlns:a="http://schemas.openxmlformats.org/drawingml/2006/main">
            <a:off x="3905250" y="5886450"/>
            <a:ext cx="457200" cy="333375"/>
          </a:xfrm>
          <a:custGeom xmlns:a="http://schemas.openxmlformats.org/drawingml/2006/main">
            <a:pathLst>
              <a:path w="457200" h="333375">
                <a:moveTo>
                  <a:pt x="0" y="333375"/>
                </a:moveTo>
                <a:lnTo>
                  <a:pt x="171450" y="285750"/>
                </a:lnTo>
                <a:lnTo>
                  <a:pt x="171450" y="0"/>
                </a:lnTo>
                <a:lnTo>
                  <a:pt x="457200" y="0"/>
                </a:lnTo>
              </a:path>
            </a:pathLst>
          </a:custGeom>
          <a:noFill xmlns:a="http://schemas.openxmlformats.org/drawingml/2006/main"/>
          <a:ln xmlns:a="http://schemas.openxmlformats.org/drawingml/2006/main" w="10478">
            <a:solidFill>
              <a:srgbClr val="000000"/>
            </a:solidFill>
            <a:prstDash val="solid"/>
          </a:ln>
        </p:spPr>
      </p:sp>
      <p:sp>
        <p:nvSpPr>
          <p:cNvPr id="166" name="dp41-comparison / n147 / arrow">
            <a:extLst xmlns:a="http://schemas.openxmlformats.org/drawingml/2006/main">
              <a:ext uri="{FF2B5EF4-FFF2-40B4-BE49-F238E27FC236}">
                <a16:creationId xmlns:a16="http://schemas.microsoft.com/office/drawing/2014/main" id="{42EA1E0F-3123-4325-8221-F306065BD127}"/>
              </a:ext>
            </a:extLst>
          </p:cNvPr>
          <p:cNvSpPr>
            <a:spLocks xmlns:a="http://schemas.openxmlformats.org/drawingml/2006/main" noGrp="1"/>
          </p:cNvSpPr>
          <p:nvPr/>
        </p:nvSpPr>
        <p:spPr>
          <a:xfrm xmlns:a="http://schemas.openxmlformats.org/drawingml/2006/main">
            <a:off x="4295394" y="5852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7" name="dp41-comparison / n148 / path">
            <a:extLst xmlns:a="http://schemas.openxmlformats.org/drawingml/2006/main">
              <a:ext uri="{FF2B5EF4-FFF2-40B4-BE49-F238E27FC236}">
                <a16:creationId xmlns:a16="http://schemas.microsoft.com/office/drawing/2014/main" id="{57E2EA3D-A07F-4FEC-B2E2-6380FDACCEBB}"/>
              </a:ext>
            </a:extLst>
          </p:cNvPr>
          <p:cNvSpPr>
            <a:spLocks xmlns:a="http://schemas.openxmlformats.org/drawingml/2006/main" noGrp="1"/>
          </p:cNvSpPr>
          <p:nvPr/>
        </p:nvSpPr>
        <p:spPr>
          <a:xfrm xmlns:a="http://schemas.openxmlformats.org/drawingml/2006/main">
            <a:off x="6553200" y="5810250"/>
            <a:ext cx="1733550" cy="1181100"/>
          </a:xfrm>
          <a:custGeom xmlns:a="http://schemas.openxmlformats.org/drawingml/2006/main">
            <a:pathLst>
              <a:path w="1733550" h="1181100">
                <a:moveTo>
                  <a:pt x="0" y="0"/>
                </a:moveTo>
                <a:lnTo>
                  <a:pt x="171450" y="0"/>
                </a:lnTo>
                <a:lnTo>
                  <a:pt x="171450" y="1095375"/>
                </a:lnTo>
                <a:lnTo>
                  <a:pt x="1733550" y="1095375"/>
                </a:lnTo>
                <a:lnTo>
                  <a:pt x="1733550" y="1181100"/>
                </a:lnTo>
              </a:path>
            </a:pathLst>
          </a:custGeom>
          <a:noFill xmlns:a="http://schemas.openxmlformats.org/drawingml/2006/main"/>
          <a:ln xmlns:a="http://schemas.openxmlformats.org/drawingml/2006/main" w="10478">
            <a:solidFill>
              <a:srgbClr val="000000"/>
            </a:solidFill>
            <a:prstDash val="solid"/>
          </a:ln>
        </p:spPr>
      </p:sp>
      <p:sp>
        <p:nvSpPr>
          <p:cNvPr id="168" name="dp41-comparison / n148 / arrow">
            <a:extLst xmlns:a="http://schemas.openxmlformats.org/drawingml/2006/main">
              <a:ext uri="{FF2B5EF4-FFF2-40B4-BE49-F238E27FC236}">
                <a16:creationId xmlns:a16="http://schemas.microsoft.com/office/drawing/2014/main" id="{F5264FAE-535A-424B-8C31-036F2A65BB16}"/>
              </a:ext>
            </a:extLst>
          </p:cNvPr>
          <p:cNvSpPr>
            <a:spLocks xmlns:a="http://schemas.openxmlformats.org/drawingml/2006/main" noGrp="1"/>
          </p:cNvSpPr>
          <p:nvPr/>
        </p:nvSpPr>
        <p:spPr>
          <a:xfrm xmlns:a="http://schemas.openxmlformats.org/drawingml/2006/main">
            <a:off x="8253222" y="6924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9" name="dp41-comparison / n149 / path">
            <a:extLst xmlns:a="http://schemas.openxmlformats.org/drawingml/2006/main">
              <a:ext uri="{FF2B5EF4-FFF2-40B4-BE49-F238E27FC236}">
                <a16:creationId xmlns:a16="http://schemas.microsoft.com/office/drawing/2014/main" id="{EF9E3062-A803-4C7D-ADF9-DF465A41F551}"/>
              </a:ext>
            </a:extLst>
          </p:cNvPr>
          <p:cNvSpPr>
            <a:spLocks xmlns:a="http://schemas.openxmlformats.org/drawingml/2006/main" noGrp="1"/>
          </p:cNvSpPr>
          <p:nvPr/>
        </p:nvSpPr>
        <p:spPr>
          <a:xfrm xmlns:a="http://schemas.openxmlformats.org/drawingml/2006/main">
            <a:off x="8286750" y="7258050"/>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0478">
            <a:solidFill>
              <a:srgbClr val="000000"/>
            </a:solidFill>
            <a:prstDash val="solid"/>
          </a:ln>
        </p:spPr>
      </p:sp>
      <p:sp>
        <p:nvSpPr>
          <p:cNvPr id="170" name="dp41-comparison / n149 / arrow">
            <a:extLst xmlns:a="http://schemas.openxmlformats.org/drawingml/2006/main">
              <a:ext uri="{FF2B5EF4-FFF2-40B4-BE49-F238E27FC236}">
                <a16:creationId xmlns:a16="http://schemas.microsoft.com/office/drawing/2014/main" id="{232A54C4-B9E7-4C33-8779-26B52CCFC0C4}"/>
              </a:ext>
            </a:extLst>
          </p:cNvPr>
          <p:cNvSpPr>
            <a:spLocks xmlns:a="http://schemas.openxmlformats.org/drawingml/2006/main" noGrp="1"/>
          </p:cNvSpPr>
          <p:nvPr/>
        </p:nvSpPr>
        <p:spPr>
          <a:xfrm xmlns:a="http://schemas.openxmlformats.org/drawingml/2006/main">
            <a:off x="8253222" y="7305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1" name="dp41-comparison / n61">
            <a:extLst xmlns:a="http://schemas.openxmlformats.org/drawingml/2006/main">
              <a:ext uri="{FF2B5EF4-FFF2-40B4-BE49-F238E27FC236}">
                <a16:creationId xmlns:a16="http://schemas.microsoft.com/office/drawing/2014/main" id="{A003CD46-2417-4B54-9CA2-0567BC45F94E}"/>
              </a:ext>
            </a:extLst>
          </p:cNvPr>
          <p:cNvSpPr>
            <a:spLocks xmlns:a="http://schemas.openxmlformats.org/drawingml/2006/main" noGrp="1"/>
          </p:cNvSpPr>
          <p:nvPr/>
        </p:nvSpPr>
        <p:spPr>
          <a:xfrm xmlns:a="http://schemas.openxmlformats.org/drawingml/2006/main">
            <a:off x="1647825" y="2943225"/>
            <a:ext cx="3486150" cy="247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1-comparison / n62 / text 1">
            <a:extLst xmlns:a="http://schemas.openxmlformats.org/drawingml/2006/main">
              <a:ext uri="{FF2B5EF4-FFF2-40B4-BE49-F238E27FC236}">
                <a16:creationId xmlns:a16="http://schemas.microsoft.com/office/drawing/2014/main" id="{7A356DFA-F510-4921-9E2E-EA8E02A2BFC7}"/>
              </a:ext>
            </a:extLst>
          </p:cNvPr>
          <p:cNvSpPr>
            <a:spLocks xmlns:a="http://schemas.openxmlformats.org/drawingml/2006/main" noGrp="1"/>
          </p:cNvSpPr>
          <p:nvPr/>
        </p:nvSpPr>
        <p:spPr>
          <a:xfrm xmlns:a="http://schemas.openxmlformats.org/drawingml/2006/main">
            <a:off x="1666875" y="2952750"/>
            <a:ext cx="7620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000000"/>
                </a:solidFill>
                <a:latin typeface="Apple SD Gothic Neo"/>
                <a:ea typeface="Apple SD Gothic Neo"/>
                <a:cs typeface="Apple SD Gothic Neo"/>
              </a:defRPr>
            </a:pPr>
            <a:r>
              <a:rPr sz="1500" b="0">
                <a:solidFill>
                  <a:srgbClr val="000000"/>
                </a:solidFill>
                <a:latin typeface="Apple SD Gothic Neo"/>
                <a:ea typeface="Apple SD Gothic Neo"/>
                <a:cs typeface="Apple SD Gothic Neo"/>
              </a:rPr>
              <a:t>모델이 다음 읽기와 전체 의미를 결정</a:t>
            </a:r>
          </a:p>
        </p:txBody>
      </p:sp>
      <p:sp>
        <p:nvSpPr>
          <p:cNvPr id="173" name="dp41-comparison / n68">
            <a:extLst xmlns:a="http://schemas.openxmlformats.org/drawingml/2006/main">
              <a:ext uri="{FF2B5EF4-FFF2-40B4-BE49-F238E27FC236}">
                <a16:creationId xmlns:a16="http://schemas.microsoft.com/office/drawing/2014/main" id="{63DAD7D1-D8EC-49AC-84EC-A34FB6EFE2C2}"/>
              </a:ext>
            </a:extLst>
          </p:cNvPr>
          <p:cNvSpPr>
            <a:spLocks xmlns:a="http://schemas.openxmlformats.org/drawingml/2006/main" noGrp="1"/>
          </p:cNvSpPr>
          <p:nvPr/>
        </p:nvSpPr>
        <p:spPr>
          <a:xfrm xmlns:a="http://schemas.openxmlformats.org/drawingml/2006/main">
            <a:off x="4381500" y="3228975"/>
            <a:ext cx="2571750" cy="695325"/>
          </a:xfrm>
          <a:custGeom xmlns:a="http://schemas.openxmlformats.org/drawingml/2006/main">
            <a:pathLst>
              <a:path w="2571750" h="695325">
                <a:moveTo>
                  <a:pt x="0" y="0"/>
                </a:moveTo>
                <a:lnTo>
                  <a:pt x="2400300" y="0"/>
                </a:lnTo>
                <a:lnTo>
                  <a:pt x="2571750" y="171450"/>
                </a:lnTo>
                <a:lnTo>
                  <a:pt x="2571750" y="695325"/>
                </a:lnTo>
                <a:lnTo>
                  <a:pt x="0" y="6953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74" name="dp41-comparison / n68 / fold">
            <a:extLst xmlns:a="http://schemas.openxmlformats.org/drawingml/2006/main">
              <a:ext uri="{FF2B5EF4-FFF2-40B4-BE49-F238E27FC236}">
                <a16:creationId xmlns:a16="http://schemas.microsoft.com/office/drawing/2014/main" id="{131481A8-C8A0-4379-85AC-DFC3BF094E3A}"/>
              </a:ext>
            </a:extLst>
          </p:cNvPr>
          <p:cNvSpPr>
            <a:spLocks xmlns:a="http://schemas.openxmlformats.org/drawingml/2006/main" noGrp="1"/>
          </p:cNvSpPr>
          <p:nvPr/>
        </p:nvSpPr>
        <p:spPr>
          <a:xfrm xmlns:a="http://schemas.openxmlformats.org/drawingml/2006/main">
            <a:off x="6781800" y="32289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75" name="dp41-comparison / n69 / text 1">
            <a:extLst xmlns:a="http://schemas.openxmlformats.org/drawingml/2006/main">
              <a:ext uri="{FF2B5EF4-FFF2-40B4-BE49-F238E27FC236}">
                <a16:creationId xmlns:a16="http://schemas.microsoft.com/office/drawing/2014/main" id="{4B298EF3-EBDD-40CC-8325-A220A3E6AA8C}"/>
              </a:ext>
            </a:extLst>
          </p:cNvPr>
          <p:cNvSpPr>
            <a:spLocks xmlns:a="http://schemas.openxmlformats.org/drawingml/2006/main" noGrp="1"/>
          </p:cNvSpPr>
          <p:nvPr/>
        </p:nvSpPr>
        <p:spPr>
          <a:xfrm xmlns:a="http://schemas.openxmlformats.org/drawingml/2006/main">
            <a:off x="4495800" y="3305175"/>
            <a:ext cx="23145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ReadRequest</a:t>
            </a:r>
          </a:p>
        </p:txBody>
      </p:sp>
      <p:sp>
        <p:nvSpPr>
          <p:cNvPr id="176" name="dp41-comparison / n69 / text 2">
            <a:extLst xmlns:a="http://schemas.openxmlformats.org/drawingml/2006/main">
              <a:ext uri="{FF2B5EF4-FFF2-40B4-BE49-F238E27FC236}">
                <a16:creationId xmlns:a16="http://schemas.microsoft.com/office/drawing/2014/main" id="{9D1C5593-03BA-4B19-8B56-9DA0A94370AA}"/>
              </a:ext>
            </a:extLst>
          </p:cNvPr>
          <p:cNvSpPr>
            <a:spLocks xmlns:a="http://schemas.openxmlformats.org/drawingml/2006/main" noGrp="1"/>
          </p:cNvSpPr>
          <p:nvPr/>
        </p:nvSpPr>
        <p:spPr>
          <a:xfrm xmlns:a="http://schemas.openxmlformats.org/drawingml/2006/main">
            <a:off x="4495800" y="3488055"/>
            <a:ext cx="23145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tool: task_retrieval</a:t>
            </a:r>
          </a:p>
        </p:txBody>
      </p:sp>
      <p:sp>
        <p:nvSpPr>
          <p:cNvPr id="177" name="dp41-comparison / n69 / text 3">
            <a:extLst xmlns:a="http://schemas.openxmlformats.org/drawingml/2006/main">
              <a:ext uri="{FF2B5EF4-FFF2-40B4-BE49-F238E27FC236}">
                <a16:creationId xmlns:a16="http://schemas.microsoft.com/office/drawing/2014/main" id="{F5DA094A-8233-4759-A6EA-FB916585675D}"/>
              </a:ext>
            </a:extLst>
          </p:cNvPr>
          <p:cNvSpPr>
            <a:spLocks xmlns:a="http://schemas.openxmlformats.org/drawingml/2006/main" noGrp="1"/>
          </p:cNvSpPr>
          <p:nvPr/>
        </p:nvSpPr>
        <p:spPr>
          <a:xfrm xmlns:a="http://schemas.openxmlformats.org/drawingml/2006/main">
            <a:off x="4495800" y="3670935"/>
            <a:ext cx="23145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selector: 아까 보고서</a:t>
            </a:r>
          </a:p>
        </p:txBody>
      </p:sp>
      <p:sp>
        <p:nvSpPr>
          <p:cNvPr id="178" name="dp41-comparison / n71">
            <a:extLst xmlns:a="http://schemas.openxmlformats.org/drawingml/2006/main">
              <a:ext uri="{FF2B5EF4-FFF2-40B4-BE49-F238E27FC236}">
                <a16:creationId xmlns:a16="http://schemas.microsoft.com/office/drawing/2014/main" id="{72224939-BC03-475E-B163-9230825B9158}"/>
              </a:ext>
            </a:extLst>
          </p:cNvPr>
          <p:cNvSpPr>
            <a:spLocks xmlns:a="http://schemas.openxmlformats.org/drawingml/2006/main" noGrp="1"/>
          </p:cNvSpPr>
          <p:nvPr/>
        </p:nvSpPr>
        <p:spPr>
          <a:xfrm xmlns:a="http://schemas.openxmlformats.org/drawingml/2006/main">
            <a:off x="4429125" y="4133850"/>
            <a:ext cx="2686050" cy="657225"/>
          </a:xfrm>
          <a:custGeom xmlns:a="http://schemas.openxmlformats.org/drawingml/2006/main">
            <a:pathLst>
              <a:path w="2686050" h="657225">
                <a:moveTo>
                  <a:pt x="0" y="0"/>
                </a:moveTo>
                <a:lnTo>
                  <a:pt x="2514600" y="0"/>
                </a:lnTo>
                <a:lnTo>
                  <a:pt x="2686050" y="171450"/>
                </a:lnTo>
                <a:lnTo>
                  <a:pt x="2686050" y="657225"/>
                </a:lnTo>
                <a:lnTo>
                  <a:pt x="0" y="6572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79" name="dp41-comparison / n71 / fold">
            <a:extLst xmlns:a="http://schemas.openxmlformats.org/drawingml/2006/main">
              <a:ext uri="{FF2B5EF4-FFF2-40B4-BE49-F238E27FC236}">
                <a16:creationId xmlns:a16="http://schemas.microsoft.com/office/drawing/2014/main" id="{D3204F3D-8E0E-49A4-8092-4EFB99CD8DC3}"/>
              </a:ext>
            </a:extLst>
          </p:cNvPr>
          <p:cNvSpPr>
            <a:spLocks xmlns:a="http://schemas.openxmlformats.org/drawingml/2006/main" noGrp="1"/>
          </p:cNvSpPr>
          <p:nvPr/>
        </p:nvSpPr>
        <p:spPr>
          <a:xfrm xmlns:a="http://schemas.openxmlformats.org/drawingml/2006/main">
            <a:off x="6943725" y="41338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0" name="dp41-comparison / n72 / text 1">
            <a:extLst xmlns:a="http://schemas.openxmlformats.org/drawingml/2006/main">
              <a:ext uri="{FF2B5EF4-FFF2-40B4-BE49-F238E27FC236}">
                <a16:creationId xmlns:a16="http://schemas.microsoft.com/office/drawing/2014/main" id="{3ED54CE2-6C99-4FCE-8A88-DDA61053E691}"/>
              </a:ext>
            </a:extLst>
          </p:cNvPr>
          <p:cNvSpPr>
            <a:spLocks xmlns:a="http://schemas.openxmlformats.org/drawingml/2006/main" noGrp="1"/>
          </p:cNvSpPr>
          <p:nvPr/>
        </p:nvSpPr>
        <p:spPr>
          <a:xfrm xmlns:a="http://schemas.openxmlformats.org/drawingml/2006/main">
            <a:off x="4543425" y="4210050"/>
            <a:ext cx="242887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EvidenceBundle</a:t>
            </a:r>
          </a:p>
        </p:txBody>
      </p:sp>
      <p:sp>
        <p:nvSpPr>
          <p:cNvPr id="181" name="dp41-comparison / n72 / text 2">
            <a:extLst xmlns:a="http://schemas.openxmlformats.org/drawingml/2006/main">
              <a:ext uri="{FF2B5EF4-FFF2-40B4-BE49-F238E27FC236}">
                <a16:creationId xmlns:a16="http://schemas.microsoft.com/office/drawing/2014/main" id="{364E6A17-B95B-42BA-ABE0-3928F9C9FC87}"/>
              </a:ext>
            </a:extLst>
          </p:cNvPr>
          <p:cNvSpPr>
            <a:spLocks xmlns:a="http://schemas.openxmlformats.org/drawingml/2006/main" noGrp="1"/>
          </p:cNvSpPr>
          <p:nvPr/>
        </p:nvSpPr>
        <p:spPr>
          <a:xfrm xmlns:a="http://schemas.openxmlformats.org/drawingml/2006/main">
            <a:off x="4543425" y="4381500"/>
            <a:ext cx="242887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T7 / T8 + source revisions</a:t>
            </a:r>
          </a:p>
        </p:txBody>
      </p:sp>
      <p:sp>
        <p:nvSpPr>
          <p:cNvPr id="182" name="dp41-comparison / n72 / text 3">
            <a:extLst xmlns:a="http://schemas.openxmlformats.org/drawingml/2006/main">
              <a:ext uri="{FF2B5EF4-FFF2-40B4-BE49-F238E27FC236}">
                <a16:creationId xmlns:a16="http://schemas.microsoft.com/office/drawing/2014/main" id="{528C0480-0653-4B99-A3B1-2C4CB39C2C09}"/>
              </a:ext>
            </a:extLst>
          </p:cNvPr>
          <p:cNvSpPr>
            <a:spLocks xmlns:a="http://schemas.openxmlformats.org/drawingml/2006/main" noGrp="1"/>
          </p:cNvSpPr>
          <p:nvPr/>
        </p:nvSpPr>
        <p:spPr>
          <a:xfrm xmlns:a="http://schemas.openxmlformats.org/drawingml/2006/main">
            <a:off x="4543425" y="4552950"/>
            <a:ext cx="242887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두 후보 → 질문 / 답변 후 재판단</a:t>
            </a:r>
          </a:p>
        </p:txBody>
      </p:sp>
      <p:sp>
        <p:nvSpPr>
          <p:cNvPr id="183" name="dp41-comparison / n73">
            <a:extLst xmlns:a="http://schemas.openxmlformats.org/drawingml/2006/main">
              <a:ext uri="{FF2B5EF4-FFF2-40B4-BE49-F238E27FC236}">
                <a16:creationId xmlns:a16="http://schemas.microsoft.com/office/drawing/2014/main" id="{D044E269-5DC0-4A38-BA37-F2D8321C96EB}"/>
              </a:ext>
            </a:extLst>
          </p:cNvPr>
          <p:cNvSpPr>
            <a:spLocks xmlns:a="http://schemas.openxmlformats.org/drawingml/2006/main" noGrp="1"/>
          </p:cNvSpPr>
          <p:nvPr/>
        </p:nvSpPr>
        <p:spPr>
          <a:xfrm xmlns:a="http://schemas.openxmlformats.org/drawingml/2006/main">
            <a:off x="1647825" y="4257675"/>
            <a:ext cx="223304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4" name="dp41-comparison / n74 / text 1">
            <a:extLst xmlns:a="http://schemas.openxmlformats.org/drawingml/2006/main">
              <a:ext uri="{FF2B5EF4-FFF2-40B4-BE49-F238E27FC236}">
                <a16:creationId xmlns:a16="http://schemas.microsoft.com/office/drawing/2014/main" id="{265634B5-F30B-4B34-8375-E324897D31A3}"/>
              </a:ext>
            </a:extLst>
          </p:cNvPr>
          <p:cNvSpPr>
            <a:spLocks xmlns:a="http://schemas.openxmlformats.org/drawingml/2006/main" noGrp="1"/>
          </p:cNvSpPr>
          <p:nvPr/>
        </p:nvSpPr>
        <p:spPr>
          <a:xfrm xmlns:a="http://schemas.openxmlformats.org/drawingml/2006/main">
            <a:off x="1666875" y="4267200"/>
            <a:ext cx="26384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근거를 받고 다시 모델 판단</a:t>
            </a:r>
          </a:p>
        </p:txBody>
      </p:sp>
      <p:sp>
        <p:nvSpPr>
          <p:cNvPr id="185" name="dp41-comparison / n75">
            <a:extLst xmlns:a="http://schemas.openxmlformats.org/drawingml/2006/main">
              <a:ext uri="{FF2B5EF4-FFF2-40B4-BE49-F238E27FC236}">
                <a16:creationId xmlns:a16="http://schemas.microsoft.com/office/drawing/2014/main" id="{291F85A7-EB52-49DF-A634-419221B337DA}"/>
              </a:ext>
            </a:extLst>
          </p:cNvPr>
          <p:cNvSpPr>
            <a:spLocks xmlns:a="http://schemas.openxmlformats.org/drawingml/2006/main" noGrp="1"/>
          </p:cNvSpPr>
          <p:nvPr/>
        </p:nvSpPr>
        <p:spPr>
          <a:xfrm xmlns:a="http://schemas.openxmlformats.org/drawingml/2006/main">
            <a:off x="1647825" y="4514850"/>
            <a:ext cx="20025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1-comparison / n76 / text 1">
            <a:extLst xmlns:a="http://schemas.openxmlformats.org/drawingml/2006/main">
              <a:ext uri="{FF2B5EF4-FFF2-40B4-BE49-F238E27FC236}">
                <a16:creationId xmlns:a16="http://schemas.microsoft.com/office/drawing/2014/main" id="{801DC645-28F3-458C-A578-A09CB7BCA513}"/>
              </a:ext>
            </a:extLst>
          </p:cNvPr>
          <p:cNvSpPr>
            <a:spLocks xmlns:a="http://schemas.openxmlformats.org/drawingml/2006/main" noGrp="1"/>
          </p:cNvSpPr>
          <p:nvPr/>
        </p:nvSpPr>
        <p:spPr>
          <a:xfrm xmlns:a="http://schemas.openxmlformats.org/drawingml/2006/main">
            <a:off x="1666875" y="4524375"/>
            <a:ext cx="25717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“예산 보고서” 답변 뒤 T7</a:t>
            </a:r>
          </a:p>
        </p:txBody>
      </p:sp>
      <p:sp>
        <p:nvSpPr>
          <p:cNvPr id="187" name="dp41-comparison / n82">
            <a:extLst xmlns:a="http://schemas.openxmlformats.org/drawingml/2006/main">
              <a:ext uri="{FF2B5EF4-FFF2-40B4-BE49-F238E27FC236}">
                <a16:creationId xmlns:a16="http://schemas.microsoft.com/office/drawing/2014/main" id="{7E6B3E3D-F149-4959-A025-37647092858F}"/>
              </a:ext>
            </a:extLst>
          </p:cNvPr>
          <p:cNvSpPr>
            <a:spLocks xmlns:a="http://schemas.openxmlformats.org/drawingml/2006/main" noGrp="1"/>
          </p:cNvSpPr>
          <p:nvPr/>
        </p:nvSpPr>
        <p:spPr>
          <a:xfrm xmlns:a="http://schemas.openxmlformats.org/drawingml/2006/main">
            <a:off x="4429125" y="4933950"/>
            <a:ext cx="2571750" cy="447675"/>
          </a:xfrm>
          <a:custGeom xmlns:a="http://schemas.openxmlformats.org/drawingml/2006/main">
            <a:pathLst>
              <a:path w="2571750" h="447675">
                <a:moveTo>
                  <a:pt x="0" y="0"/>
                </a:moveTo>
                <a:lnTo>
                  <a:pt x="2400300" y="0"/>
                </a:lnTo>
                <a:lnTo>
                  <a:pt x="2571750" y="171450"/>
                </a:lnTo>
                <a:lnTo>
                  <a:pt x="2571750" y="447675"/>
                </a:lnTo>
                <a:lnTo>
                  <a:pt x="0" y="4476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82 / fold">
            <a:extLst xmlns:a="http://schemas.openxmlformats.org/drawingml/2006/main">
              <a:ext uri="{FF2B5EF4-FFF2-40B4-BE49-F238E27FC236}">
                <a16:creationId xmlns:a16="http://schemas.microsoft.com/office/drawing/2014/main" id="{2B7B4892-BF52-4889-A8C9-78C7AA5DD502}"/>
              </a:ext>
            </a:extLst>
          </p:cNvPr>
          <p:cNvSpPr>
            <a:spLocks xmlns:a="http://schemas.openxmlformats.org/drawingml/2006/main" noGrp="1"/>
          </p:cNvSpPr>
          <p:nvPr/>
        </p:nvSpPr>
        <p:spPr>
          <a:xfrm xmlns:a="http://schemas.openxmlformats.org/drawingml/2006/main">
            <a:off x="6829425" y="49339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9" name="dp41-comparison / n83 / text 1">
            <a:extLst xmlns:a="http://schemas.openxmlformats.org/drawingml/2006/main">
              <a:ext uri="{FF2B5EF4-FFF2-40B4-BE49-F238E27FC236}">
                <a16:creationId xmlns:a16="http://schemas.microsoft.com/office/drawing/2014/main" id="{F3872376-CD99-4068-BEC6-7F5B9819867A}"/>
              </a:ext>
            </a:extLst>
          </p:cNvPr>
          <p:cNvSpPr>
            <a:spLocks xmlns:a="http://schemas.openxmlformats.org/drawingml/2006/main" noGrp="1"/>
          </p:cNvSpPr>
          <p:nvPr/>
        </p:nvSpPr>
        <p:spPr>
          <a:xfrm xmlns:a="http://schemas.openxmlformats.org/drawingml/2006/main">
            <a:off x="4543425" y="5010150"/>
            <a:ext cx="231457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MeaningProposal (모델 생산)</a:t>
            </a:r>
          </a:p>
        </p:txBody>
      </p:sp>
      <p:sp>
        <p:nvSpPr>
          <p:cNvPr id="190" name="dp41-comparison / n83 / text 2">
            <a:extLst xmlns:a="http://schemas.openxmlformats.org/drawingml/2006/main">
              <a:ext uri="{FF2B5EF4-FFF2-40B4-BE49-F238E27FC236}">
                <a16:creationId xmlns:a16="http://schemas.microsoft.com/office/drawing/2014/main" id="{3BA4A380-5773-421E-981A-54662F75C235}"/>
              </a:ext>
            </a:extLst>
          </p:cNvPr>
          <p:cNvSpPr>
            <a:spLocks xmlns:a="http://schemas.openxmlformats.org/drawingml/2006/main" noGrp="1"/>
          </p:cNvSpPr>
          <p:nvPr/>
        </p:nvSpPr>
        <p:spPr>
          <a:xfrm xmlns:a="http://schemas.openxmlformats.org/drawingml/2006/main">
            <a:off x="4543425" y="5181600"/>
            <a:ext cx="231457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T7 / send: false</a:t>
            </a:r>
          </a:p>
        </p:txBody>
      </p:sp>
      <p:sp>
        <p:nvSpPr>
          <p:cNvPr id="191" name="dp41-comparison / n86">
            <a:extLst xmlns:a="http://schemas.openxmlformats.org/drawingml/2006/main">
              <a:ext uri="{FF2B5EF4-FFF2-40B4-BE49-F238E27FC236}">
                <a16:creationId xmlns:a16="http://schemas.microsoft.com/office/drawing/2014/main" id="{7630FCBA-133F-400D-8CCA-C8FCCB959CB6}"/>
              </a:ext>
            </a:extLst>
          </p:cNvPr>
          <p:cNvSpPr>
            <a:spLocks xmlns:a="http://schemas.openxmlformats.org/drawingml/2006/main" noGrp="1"/>
          </p:cNvSpPr>
          <p:nvPr/>
        </p:nvSpPr>
        <p:spPr>
          <a:xfrm xmlns:a="http://schemas.openxmlformats.org/drawingml/2006/main">
            <a:off x="1647825" y="5476875"/>
            <a:ext cx="434816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2" name="dp41-comparison / n87 / text 1">
            <a:extLst xmlns:a="http://schemas.openxmlformats.org/drawingml/2006/main">
              <a:ext uri="{FF2B5EF4-FFF2-40B4-BE49-F238E27FC236}">
                <a16:creationId xmlns:a16="http://schemas.microsoft.com/office/drawing/2014/main" id="{CBB81096-F5D7-4B99-BC76-49735626F2C6}"/>
              </a:ext>
            </a:extLst>
          </p:cNvPr>
          <p:cNvSpPr>
            <a:spLocks xmlns:a="http://schemas.openxmlformats.org/drawingml/2006/main" noGrp="1"/>
          </p:cNvSpPr>
          <p:nvPr/>
        </p:nvSpPr>
        <p:spPr>
          <a:xfrm xmlns:a="http://schemas.openxmlformats.org/drawingml/2006/main">
            <a:off x="1666875" y="5486400"/>
            <a:ext cx="7620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공통 조회/채택/전달 경로 / 10개 Component / 아래 자료 표기는 예시</a:t>
            </a:r>
          </a:p>
        </p:txBody>
      </p:sp>
      <p:sp>
        <p:nvSpPr>
          <p:cNvPr id="193" name="dp41-comparison / n94">
            <a:extLst xmlns:a="http://schemas.openxmlformats.org/drawingml/2006/main">
              <a:ext uri="{FF2B5EF4-FFF2-40B4-BE49-F238E27FC236}">
                <a16:creationId xmlns:a16="http://schemas.microsoft.com/office/drawing/2014/main" id="{9049B13B-C185-42F9-A7F5-B57D01C3E3FE}"/>
              </a:ext>
            </a:extLst>
          </p:cNvPr>
          <p:cNvSpPr>
            <a:spLocks xmlns:a="http://schemas.openxmlformats.org/drawingml/2006/main" noGrp="1"/>
          </p:cNvSpPr>
          <p:nvPr/>
        </p:nvSpPr>
        <p:spPr>
          <a:xfrm xmlns:a="http://schemas.openxmlformats.org/drawingml/2006/main">
            <a:off x="7267575" y="5819775"/>
            <a:ext cx="123291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1-comparison / n95 / text 1">
            <a:extLst xmlns:a="http://schemas.openxmlformats.org/drawingml/2006/main">
              <a:ext uri="{FF2B5EF4-FFF2-40B4-BE49-F238E27FC236}">
                <a16:creationId xmlns:a16="http://schemas.microsoft.com/office/drawing/2014/main" id="{53134B04-C265-4D78-976A-F644EECEC90B}"/>
              </a:ext>
            </a:extLst>
          </p:cNvPr>
          <p:cNvSpPr>
            <a:spLocks xmlns:a="http://schemas.openxmlformats.org/drawingml/2006/main" noGrp="1"/>
          </p:cNvSpPr>
          <p:nvPr/>
        </p:nvSpPr>
        <p:spPr>
          <a:xfrm xmlns:a="http://schemas.openxmlformats.org/drawingml/2006/main">
            <a:off x="7286625" y="5829300"/>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로컬 cloud adapter</a:t>
            </a:r>
          </a:p>
        </p:txBody>
      </p:sp>
      <p:sp>
        <p:nvSpPr>
          <p:cNvPr id="195" name="dp41-comparison / n110">
            <a:extLst xmlns:a="http://schemas.openxmlformats.org/drawingml/2006/main">
              <a:ext uri="{FF2B5EF4-FFF2-40B4-BE49-F238E27FC236}">
                <a16:creationId xmlns:a16="http://schemas.microsoft.com/office/drawing/2014/main" id="{A69ACA1C-B312-434A-92D2-D6486A628B94}"/>
              </a:ext>
            </a:extLst>
          </p:cNvPr>
          <p:cNvSpPr>
            <a:spLocks xmlns:a="http://schemas.openxmlformats.org/drawingml/2006/main" noGrp="1"/>
          </p:cNvSpPr>
          <p:nvPr/>
        </p:nvSpPr>
        <p:spPr>
          <a:xfrm xmlns:a="http://schemas.openxmlformats.org/drawingml/2006/main">
            <a:off x="2705100" y="7410450"/>
            <a:ext cx="446532" cy="1219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1-comparison / n111 / text 1">
            <a:extLst xmlns:a="http://schemas.openxmlformats.org/drawingml/2006/main">
              <a:ext uri="{FF2B5EF4-FFF2-40B4-BE49-F238E27FC236}">
                <a16:creationId xmlns:a16="http://schemas.microsoft.com/office/drawing/2014/main" id="{6B3F77D4-4DC5-4838-9C7A-D049786C883C}"/>
              </a:ext>
            </a:extLst>
          </p:cNvPr>
          <p:cNvSpPr>
            <a:spLocks xmlns:a="http://schemas.openxmlformats.org/drawingml/2006/main" noGrp="1"/>
          </p:cNvSpPr>
          <p:nvPr/>
        </p:nvSpPr>
        <p:spPr>
          <a:xfrm xmlns:a="http://schemas.openxmlformats.org/drawingml/2006/main">
            <a:off x="2724150" y="7419975"/>
            <a:ext cx="1076325" cy="12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675" b="0">
                <a:solidFill>
                  <a:srgbClr val="000000"/>
                </a:solidFill>
                <a:latin typeface="Apple SD Gothic Neo"/>
                <a:ea typeface="Apple SD Gothic Neo"/>
                <a:cs typeface="Apple SD Gothic Neo"/>
              </a:defRPr>
            </a:pPr>
            <a:r>
              <a:rPr sz="675" b="0">
                <a:solidFill>
                  <a:srgbClr val="000000"/>
                </a:solidFill>
                <a:latin typeface="Apple SD Gothic Neo"/>
                <a:ea typeface="Apple SD Gothic Neo"/>
                <a:cs typeface="Apple SD Gothic Neo"/>
              </a:rPr>
              <a:t>로컬 VAD</a:t>
            </a:r>
          </a:p>
        </p:txBody>
      </p:sp>
      <p:sp>
        <p:nvSpPr>
          <p:cNvPr id="197" name="dp41-comparison / n150">
            <a:extLst xmlns:a="http://schemas.openxmlformats.org/drawingml/2006/main">
              <a:ext uri="{FF2B5EF4-FFF2-40B4-BE49-F238E27FC236}">
                <a16:creationId xmlns:a16="http://schemas.microsoft.com/office/drawing/2014/main" id="{1E9627BA-04E2-4EB2-99D6-8394FCD98299}"/>
              </a:ext>
            </a:extLst>
          </p:cNvPr>
          <p:cNvSpPr>
            <a:spLocks xmlns:a="http://schemas.openxmlformats.org/drawingml/2006/main" noGrp="1"/>
          </p:cNvSpPr>
          <p:nvPr/>
        </p:nvSpPr>
        <p:spPr>
          <a:xfrm xmlns:a="http://schemas.openxmlformats.org/drawingml/2006/main">
            <a:off x="4362450" y="6772275"/>
            <a:ext cx="19488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1-comparison / n151 / text 1">
            <a:extLst xmlns:a="http://schemas.openxmlformats.org/drawingml/2006/main">
              <a:ext uri="{FF2B5EF4-FFF2-40B4-BE49-F238E27FC236}">
                <a16:creationId xmlns:a16="http://schemas.microsoft.com/office/drawing/2014/main" id="{6A995A82-BB77-449D-A122-75A7178AAA6E}"/>
              </a:ext>
            </a:extLst>
          </p:cNvPr>
          <p:cNvSpPr>
            <a:spLocks xmlns:a="http://schemas.openxmlformats.org/drawingml/2006/main" noGrp="1"/>
          </p:cNvSpPr>
          <p:nvPr/>
        </p:nvSpPr>
        <p:spPr>
          <a:xfrm xmlns:a="http://schemas.openxmlformats.org/drawingml/2006/main">
            <a:off x="4381500" y="6781800"/>
            <a:ext cx="22002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질문/focus / release / 실제 receipt</a:t>
            </a:r>
          </a:p>
        </p:txBody>
      </p:sp>
      <p:sp>
        <p:nvSpPr>
          <p:cNvPr id="199" name="dp41-comparison / n152">
            <a:extLst xmlns:a="http://schemas.openxmlformats.org/drawingml/2006/main">
              <a:ext uri="{FF2B5EF4-FFF2-40B4-BE49-F238E27FC236}">
                <a16:creationId xmlns:a16="http://schemas.microsoft.com/office/drawing/2014/main" id="{8CA44D9F-BDE0-4D0D-B2ED-C375154BA281}"/>
              </a:ext>
            </a:extLst>
          </p:cNvPr>
          <p:cNvSpPr>
            <a:spLocks xmlns:a="http://schemas.openxmlformats.org/drawingml/2006/main" noGrp="1"/>
          </p:cNvSpPr>
          <p:nvPr/>
        </p:nvSpPr>
        <p:spPr>
          <a:xfrm xmlns:a="http://schemas.openxmlformats.org/drawingml/2006/main">
            <a:off x="7219950" y="6838950"/>
            <a:ext cx="145542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1-comparison / n153 / text 1">
            <a:extLst xmlns:a="http://schemas.openxmlformats.org/drawingml/2006/main">
              <a:ext uri="{FF2B5EF4-FFF2-40B4-BE49-F238E27FC236}">
                <a16:creationId xmlns:a16="http://schemas.microsoft.com/office/drawing/2014/main" id="{3E141894-8EA0-4875-804A-C52541B7B677}"/>
              </a:ext>
            </a:extLst>
          </p:cNvPr>
          <p:cNvSpPr>
            <a:spLocks xmlns:a="http://schemas.openxmlformats.org/drawingml/2006/main" noGrp="1"/>
          </p:cNvSpPr>
          <p:nvPr/>
        </p:nvSpPr>
        <p:spPr>
          <a:xfrm xmlns:a="http://schemas.openxmlformats.org/drawingml/2006/main">
            <a:off x="7239000" y="6848475"/>
            <a:ext cx="21240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조건부 구성/음성 / 위임/접수</a:t>
            </a:r>
          </a:p>
        </p:txBody>
      </p:sp>
      <p:sp>
        <p:nvSpPr>
          <p:cNvPr id="201" name="dp41-comparison / n154">
            <a:extLst xmlns:a="http://schemas.openxmlformats.org/drawingml/2006/main">
              <a:ext uri="{FF2B5EF4-FFF2-40B4-BE49-F238E27FC236}">
                <a16:creationId xmlns:a16="http://schemas.microsoft.com/office/drawing/2014/main" id="{1716DF9E-8D6E-49D0-ADD1-5089BC066C39}"/>
              </a:ext>
            </a:extLst>
          </p:cNvPr>
          <p:cNvSpPr>
            <a:spLocks xmlns:a="http://schemas.openxmlformats.org/drawingml/2006/main" noGrp="1"/>
          </p:cNvSpPr>
          <p:nvPr/>
        </p:nvSpPr>
        <p:spPr>
          <a:xfrm xmlns:a="http://schemas.openxmlformats.org/drawingml/2006/main">
            <a:off x="9763125" y="2552700"/>
            <a:ext cx="7953375" cy="29051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55 / text 1">
            <a:extLst xmlns:a="http://schemas.openxmlformats.org/drawingml/2006/main">
              <a:ext uri="{FF2B5EF4-FFF2-40B4-BE49-F238E27FC236}">
                <a16:creationId xmlns:a16="http://schemas.microsoft.com/office/drawing/2014/main" id="{196B2472-6769-4CB5-B2A6-CFC5A746D883}"/>
              </a:ext>
            </a:extLst>
          </p:cNvPr>
          <p:cNvSpPr>
            <a:spLocks xmlns:a="http://schemas.openxmlformats.org/drawingml/2006/main" noGrp="1"/>
          </p:cNvSpPr>
          <p:nvPr/>
        </p:nvSpPr>
        <p:spPr>
          <a:xfrm xmlns:a="http://schemas.openxmlformats.org/drawingml/2006/main">
            <a:off x="9886950" y="26479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203" name="dp41-comparison / n158">
            <a:extLst xmlns:a="http://schemas.openxmlformats.org/drawingml/2006/main">
              <a:ext uri="{FF2B5EF4-FFF2-40B4-BE49-F238E27FC236}">
                <a16:creationId xmlns:a16="http://schemas.microsoft.com/office/drawing/2014/main" id="{96B6999D-7D5F-4778-9D15-B54F0D8D582F}"/>
              </a:ext>
            </a:extLst>
          </p:cNvPr>
          <p:cNvSpPr>
            <a:spLocks xmlns:a="http://schemas.openxmlformats.org/drawingml/2006/main" noGrp="1"/>
          </p:cNvSpPr>
          <p:nvPr/>
        </p:nvSpPr>
        <p:spPr>
          <a:xfrm xmlns:a="http://schemas.openxmlformats.org/drawingml/2006/main">
            <a:off x="9953625" y="3276600"/>
            <a:ext cx="209550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204" name="dp41-comparison / n159 / text 1">
            <a:extLst xmlns:a="http://schemas.openxmlformats.org/drawingml/2006/main">
              <a:ext uri="{FF2B5EF4-FFF2-40B4-BE49-F238E27FC236}">
                <a16:creationId xmlns:a16="http://schemas.microsoft.com/office/drawing/2014/main" id="{E081A579-12E0-4767-9D21-4377B036EF82}"/>
              </a:ext>
            </a:extLst>
          </p:cNvPr>
          <p:cNvSpPr>
            <a:spLocks xmlns:a="http://schemas.openxmlformats.org/drawingml/2006/main" noGrp="1"/>
          </p:cNvSpPr>
          <p:nvPr/>
        </p:nvSpPr>
        <p:spPr>
          <a:xfrm xmlns:a="http://schemas.openxmlformats.org/drawingml/2006/main">
            <a:off x="10039350" y="3341370"/>
            <a:ext cx="1924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틀 해석기</a:t>
            </a:r>
          </a:p>
        </p:txBody>
      </p:sp>
      <p:sp>
        <p:nvSpPr>
          <p:cNvPr id="205" name="dp41-comparison / n160">
            <a:extLst xmlns:a="http://schemas.openxmlformats.org/drawingml/2006/main">
              <a:ext uri="{FF2B5EF4-FFF2-40B4-BE49-F238E27FC236}">
                <a16:creationId xmlns:a16="http://schemas.microsoft.com/office/drawing/2014/main" id="{185BAA25-436E-4BDF-899C-0E4597E80432}"/>
              </a:ext>
            </a:extLst>
          </p:cNvPr>
          <p:cNvSpPr>
            <a:spLocks xmlns:a="http://schemas.openxmlformats.org/drawingml/2006/main" noGrp="1"/>
          </p:cNvSpPr>
          <p:nvPr/>
        </p:nvSpPr>
        <p:spPr>
          <a:xfrm xmlns:a="http://schemas.openxmlformats.org/drawingml/2006/main">
            <a:off x="12668250" y="4114800"/>
            <a:ext cx="2924175" cy="409575"/>
          </a:xfrm>
          <a:prstGeom xmlns:a="http://schemas.openxmlformats.org/drawingml/2006/main" prst="roundRect">
            <a:avLst>
              <a:gd name="adj" fmla="val 18605"/>
            </a:avLst>
          </a:prstGeom>
          <a:solidFill xmlns:a="http://schemas.openxmlformats.org/drawingml/2006/main">
            <a:srgbClr val="FFF0DD"/>
          </a:solidFill>
          <a:ln xmlns:a="http://schemas.openxmlformats.org/drawingml/2006/main" w="17145">
            <a:solidFill>
              <a:srgbClr val="B8753F"/>
            </a:solidFill>
            <a:prstDash val="solid"/>
          </a:ln>
        </p:spPr>
      </p:sp>
      <p:sp>
        <p:nvSpPr>
          <p:cNvPr id="206" name="dp41-comparison / n161 / text 1">
            <a:extLst xmlns:a="http://schemas.openxmlformats.org/drawingml/2006/main">
              <a:ext uri="{FF2B5EF4-FFF2-40B4-BE49-F238E27FC236}">
                <a16:creationId xmlns:a16="http://schemas.microsoft.com/office/drawing/2014/main" id="{826DC25B-A5F7-4E99-ABCC-10325CDE5802}"/>
              </a:ext>
            </a:extLst>
          </p:cNvPr>
          <p:cNvSpPr>
            <a:spLocks xmlns:a="http://schemas.openxmlformats.org/drawingml/2006/main" noGrp="1"/>
          </p:cNvSpPr>
          <p:nvPr/>
        </p:nvSpPr>
        <p:spPr>
          <a:xfrm xmlns:a="http://schemas.openxmlformats.org/drawingml/2006/main">
            <a:off x="12753975" y="4208145"/>
            <a:ext cx="27527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Resolution Engine</a:t>
            </a:r>
          </a:p>
        </p:txBody>
      </p:sp>
      <p:sp>
        <p:nvSpPr>
          <p:cNvPr id="207" name="dp41-comparison / n162">
            <a:extLst xmlns:a="http://schemas.openxmlformats.org/drawingml/2006/main">
              <a:ext uri="{FF2B5EF4-FFF2-40B4-BE49-F238E27FC236}">
                <a16:creationId xmlns:a16="http://schemas.microsoft.com/office/drawing/2014/main" id="{6956E537-68F1-4C86-9D9C-FFC9B774E8B4}"/>
              </a:ext>
            </a:extLst>
          </p:cNvPr>
          <p:cNvSpPr>
            <a:spLocks xmlns:a="http://schemas.openxmlformats.org/drawingml/2006/main" noGrp="1"/>
          </p:cNvSpPr>
          <p:nvPr/>
        </p:nvSpPr>
        <p:spPr>
          <a:xfrm xmlns:a="http://schemas.openxmlformats.org/drawingml/2006/main">
            <a:off x="15906750" y="4114800"/>
            <a:ext cx="1619250" cy="409575"/>
          </a:xfrm>
          <a:prstGeom xmlns:a="http://schemas.openxmlformats.org/drawingml/2006/main" prst="roundRect">
            <a:avLst>
              <a:gd name="adj" fmla="val 18605"/>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63 / text 1">
            <a:extLst xmlns:a="http://schemas.openxmlformats.org/drawingml/2006/main">
              <a:ext uri="{FF2B5EF4-FFF2-40B4-BE49-F238E27FC236}">
                <a16:creationId xmlns:a16="http://schemas.microsoft.com/office/drawing/2014/main" id="{02AAB43F-7713-4575-9113-AF345845BAE3}"/>
              </a:ext>
            </a:extLst>
          </p:cNvPr>
          <p:cNvSpPr>
            <a:spLocks xmlns:a="http://schemas.openxmlformats.org/drawingml/2006/main" noGrp="1"/>
          </p:cNvSpPr>
          <p:nvPr/>
        </p:nvSpPr>
        <p:spPr>
          <a:xfrm xmlns:a="http://schemas.openxmlformats.org/drawingml/2006/main">
            <a:off x="15992475" y="4226719"/>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209" name="dp41-comparison / n164 / path">
            <a:extLst xmlns:a="http://schemas.openxmlformats.org/drawingml/2006/main">
              <a:ext uri="{FF2B5EF4-FFF2-40B4-BE49-F238E27FC236}">
                <a16:creationId xmlns:a16="http://schemas.microsoft.com/office/drawing/2014/main" id="{BFDD6830-698D-4F31-A05D-5246EA60D177}"/>
              </a:ext>
            </a:extLst>
          </p:cNvPr>
          <p:cNvSpPr>
            <a:spLocks xmlns:a="http://schemas.openxmlformats.org/drawingml/2006/main" noGrp="1"/>
          </p:cNvSpPr>
          <p:nvPr/>
        </p:nvSpPr>
        <p:spPr>
          <a:xfrm xmlns:a="http://schemas.openxmlformats.org/drawingml/2006/main">
            <a:off x="12049125" y="3448050"/>
            <a:ext cx="3143250" cy="666750"/>
          </a:xfrm>
          <a:custGeom xmlns:a="http://schemas.openxmlformats.org/drawingml/2006/main">
            <a:pathLst>
              <a:path w="3143250" h="666750">
                <a:moveTo>
                  <a:pt x="0" y="4763"/>
                </a:moveTo>
                <a:lnTo>
                  <a:pt x="3143250" y="0"/>
                </a:lnTo>
                <a:lnTo>
                  <a:pt x="3143250" y="533400"/>
                </a:lnTo>
                <a:lnTo>
                  <a:pt x="2076450" y="533400"/>
                </a:lnTo>
                <a:lnTo>
                  <a:pt x="2081213" y="666750"/>
                </a:lnTo>
              </a:path>
            </a:pathLst>
          </a:custGeom>
          <a:noFill xmlns:a="http://schemas.openxmlformats.org/drawingml/2006/main"/>
          <a:ln xmlns:a="http://schemas.openxmlformats.org/drawingml/2006/main" w="10478">
            <a:solidFill>
              <a:srgbClr val="000000"/>
            </a:solidFill>
            <a:prstDash val="solid"/>
          </a:ln>
        </p:spPr>
      </p:sp>
      <p:sp>
        <p:nvSpPr>
          <p:cNvPr id="210" name="dp41-comparison / n164 / arrow">
            <a:extLst xmlns:a="http://schemas.openxmlformats.org/drawingml/2006/main">
              <a:ext uri="{FF2B5EF4-FFF2-40B4-BE49-F238E27FC236}">
                <a16:creationId xmlns:a16="http://schemas.microsoft.com/office/drawing/2014/main" id="{ED38AD02-AA58-410B-9CC7-3E818AA2BC26}"/>
              </a:ext>
            </a:extLst>
          </p:cNvPr>
          <p:cNvSpPr>
            <a:spLocks xmlns:a="http://schemas.openxmlformats.org/drawingml/2006/main" noGrp="1"/>
          </p:cNvSpPr>
          <p:nvPr/>
        </p:nvSpPr>
        <p:spPr>
          <a:xfrm xmlns:a="http://schemas.openxmlformats.org/drawingml/2006/main">
            <a:off x="14094438" y="4046590"/>
            <a:ext cx="67013" cy="68210"/>
          </a:xfrm>
          <a:custGeom xmlns:a="http://schemas.openxmlformats.org/drawingml/2006/main">
            <a:pathLst>
              <a:path w="67013" h="68210">
                <a:moveTo>
                  <a:pt x="0" y="2393"/>
                </a:moveTo>
                <a:lnTo>
                  <a:pt x="35900" y="68210"/>
                </a:lnTo>
                <a:lnTo>
                  <a:pt x="67013" y="0"/>
                </a:lnTo>
              </a:path>
            </a:pathLst>
          </a:custGeom>
          <a:noFill xmlns:a="http://schemas.openxmlformats.org/drawingml/2006/main"/>
          <a:ln xmlns:a="http://schemas.openxmlformats.org/drawingml/2006/main" w="13411">
            <a:solidFill>
              <a:srgbClr val="000000"/>
            </a:solidFill>
            <a:prstDash val="solid"/>
          </a:ln>
        </p:spPr>
      </p:sp>
      <p:sp>
        <p:nvSpPr>
          <p:cNvPr id="211" name="dp41-comparison / n167 / path">
            <a:extLst xmlns:a="http://schemas.openxmlformats.org/drawingml/2006/main">
              <a:ext uri="{FF2B5EF4-FFF2-40B4-BE49-F238E27FC236}">
                <a16:creationId xmlns:a16="http://schemas.microsoft.com/office/drawing/2014/main" id="{71BF1811-2B81-4BD9-B964-71F64196B8C0}"/>
              </a:ext>
            </a:extLst>
          </p:cNvPr>
          <p:cNvSpPr>
            <a:spLocks xmlns:a="http://schemas.openxmlformats.org/drawingml/2006/main" noGrp="1"/>
          </p:cNvSpPr>
          <p:nvPr/>
        </p:nvSpPr>
        <p:spPr>
          <a:xfrm xmlns:a="http://schemas.openxmlformats.org/drawingml/2006/main">
            <a:off x="15592425" y="4252913"/>
            <a:ext cx="314325" cy="953"/>
          </a:xfrm>
          <a:custGeom xmlns:a="http://schemas.openxmlformats.org/drawingml/2006/main">
            <a:pathLst>
              <a:path w="314325" h="953">
                <a:moveTo>
                  <a:pt x="0" y="0"/>
                </a:moveTo>
                <a:lnTo>
                  <a:pt x="314325" y="0"/>
                </a:lnTo>
              </a:path>
            </a:pathLst>
          </a:custGeom>
          <a:noFill xmlns:a="http://schemas.openxmlformats.org/drawingml/2006/main"/>
          <a:ln xmlns:a="http://schemas.openxmlformats.org/drawingml/2006/main" w="10478">
            <a:solidFill>
              <a:srgbClr val="000000"/>
            </a:solidFill>
            <a:prstDash val="solid"/>
          </a:ln>
        </p:spPr>
      </p:sp>
      <p:sp>
        <p:nvSpPr>
          <p:cNvPr id="212" name="dp41-comparison / n167 / arrow">
            <a:extLst xmlns:a="http://schemas.openxmlformats.org/drawingml/2006/main">
              <a:ext uri="{FF2B5EF4-FFF2-40B4-BE49-F238E27FC236}">
                <a16:creationId xmlns:a16="http://schemas.microsoft.com/office/drawing/2014/main" id="{E8347846-0448-4E6D-9981-DA293A2E3B91}"/>
              </a:ext>
            </a:extLst>
          </p:cNvPr>
          <p:cNvSpPr>
            <a:spLocks xmlns:a="http://schemas.openxmlformats.org/drawingml/2006/main" noGrp="1"/>
          </p:cNvSpPr>
          <p:nvPr/>
        </p:nvSpPr>
        <p:spPr>
          <a:xfrm xmlns:a="http://schemas.openxmlformats.org/drawingml/2006/main">
            <a:off x="15839694" y="42193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3" name="dp41-comparison / n168 / path">
            <a:extLst xmlns:a="http://schemas.openxmlformats.org/drawingml/2006/main">
              <a:ext uri="{FF2B5EF4-FFF2-40B4-BE49-F238E27FC236}">
                <a16:creationId xmlns:a16="http://schemas.microsoft.com/office/drawing/2014/main" id="{E3E7056E-3199-4AA5-8C96-3666233AF6F8}"/>
              </a:ext>
            </a:extLst>
          </p:cNvPr>
          <p:cNvSpPr>
            <a:spLocks xmlns:a="http://schemas.openxmlformats.org/drawingml/2006/main" noGrp="1"/>
          </p:cNvSpPr>
          <p:nvPr/>
        </p:nvSpPr>
        <p:spPr>
          <a:xfrm xmlns:a="http://schemas.openxmlformats.org/drawingml/2006/main">
            <a:off x="15592425" y="4405313"/>
            <a:ext cx="314325" cy="953"/>
          </a:xfrm>
          <a:custGeom xmlns:a="http://schemas.openxmlformats.org/drawingml/2006/main">
            <a:pathLst>
              <a:path w="314325" h="953">
                <a:moveTo>
                  <a:pt x="314325" y="0"/>
                </a:moveTo>
                <a:lnTo>
                  <a:pt x="0" y="0"/>
                </a:lnTo>
              </a:path>
            </a:pathLst>
          </a:custGeom>
          <a:noFill xmlns:a="http://schemas.openxmlformats.org/drawingml/2006/main"/>
          <a:ln xmlns:a="http://schemas.openxmlformats.org/drawingml/2006/main" w="10478">
            <a:solidFill>
              <a:srgbClr val="000000"/>
            </a:solidFill>
            <a:prstDash val="dash"/>
          </a:ln>
        </p:spPr>
      </p:sp>
      <p:sp>
        <p:nvSpPr>
          <p:cNvPr id="214" name="dp41-comparison / n168 / arrow">
            <a:extLst xmlns:a="http://schemas.openxmlformats.org/drawingml/2006/main">
              <a:ext uri="{FF2B5EF4-FFF2-40B4-BE49-F238E27FC236}">
                <a16:creationId xmlns:a16="http://schemas.microsoft.com/office/drawing/2014/main" id="{4129B80A-2833-4C60-9EB7-16CC7E439065}"/>
              </a:ext>
            </a:extLst>
          </p:cNvPr>
          <p:cNvSpPr>
            <a:spLocks xmlns:a="http://schemas.openxmlformats.org/drawingml/2006/main" noGrp="1"/>
          </p:cNvSpPr>
          <p:nvPr/>
        </p:nvSpPr>
        <p:spPr>
          <a:xfrm xmlns:a="http://schemas.openxmlformats.org/drawingml/2006/main">
            <a:off x="15592425" y="437178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5" name="dp41-comparison / n173 / path">
            <a:extLst xmlns:a="http://schemas.openxmlformats.org/drawingml/2006/main">
              <a:ext uri="{FF2B5EF4-FFF2-40B4-BE49-F238E27FC236}">
                <a16:creationId xmlns:a16="http://schemas.microsoft.com/office/drawing/2014/main" id="{99801A0F-A76D-4CF5-816C-FB01F18A25A7}"/>
              </a:ext>
            </a:extLst>
          </p:cNvPr>
          <p:cNvSpPr>
            <a:spLocks xmlns:a="http://schemas.openxmlformats.org/drawingml/2006/main" noGrp="1"/>
          </p:cNvSpPr>
          <p:nvPr/>
        </p:nvSpPr>
        <p:spPr>
          <a:xfrm xmlns:a="http://schemas.openxmlformats.org/drawingml/2006/main">
            <a:off x="11001375" y="3629025"/>
            <a:ext cx="1666875" cy="690563"/>
          </a:xfrm>
          <a:custGeom xmlns:a="http://schemas.openxmlformats.org/drawingml/2006/main">
            <a:pathLst>
              <a:path w="1666875" h="690563">
                <a:moveTo>
                  <a:pt x="1666875" y="690563"/>
                </a:moveTo>
                <a:lnTo>
                  <a:pt x="1285875" y="685800"/>
                </a:lnTo>
                <a:lnTo>
                  <a:pt x="1285875" y="133350"/>
                </a:lnTo>
                <a:lnTo>
                  <a:pt x="0" y="133350"/>
                </a:lnTo>
                <a:lnTo>
                  <a:pt x="0" y="0"/>
                </a:lnTo>
              </a:path>
            </a:pathLst>
          </a:custGeom>
          <a:noFill xmlns:a="http://schemas.openxmlformats.org/drawingml/2006/main"/>
          <a:ln xmlns:a="http://schemas.openxmlformats.org/drawingml/2006/main" w="10478">
            <a:solidFill>
              <a:srgbClr val="000000"/>
            </a:solidFill>
            <a:prstDash val="solid"/>
          </a:ln>
        </p:spPr>
      </p:sp>
      <p:sp>
        <p:nvSpPr>
          <p:cNvPr id="216" name="dp41-comparison / n173 / arrow">
            <a:extLst xmlns:a="http://schemas.openxmlformats.org/drawingml/2006/main">
              <a:ext uri="{FF2B5EF4-FFF2-40B4-BE49-F238E27FC236}">
                <a16:creationId xmlns:a16="http://schemas.microsoft.com/office/drawing/2014/main" id="{D7A6D518-709D-434D-B478-CF0F712DB861}"/>
              </a:ext>
            </a:extLst>
          </p:cNvPr>
          <p:cNvSpPr>
            <a:spLocks xmlns:a="http://schemas.openxmlformats.org/drawingml/2006/main" noGrp="1"/>
          </p:cNvSpPr>
          <p:nvPr/>
        </p:nvSpPr>
        <p:spPr>
          <a:xfrm xmlns:a="http://schemas.openxmlformats.org/drawingml/2006/main">
            <a:off x="10967847" y="3629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17" name="dp41-comparison / n174 / path">
            <a:extLst xmlns:a="http://schemas.openxmlformats.org/drawingml/2006/main">
              <a:ext uri="{FF2B5EF4-FFF2-40B4-BE49-F238E27FC236}">
                <a16:creationId xmlns:a16="http://schemas.microsoft.com/office/drawing/2014/main" id="{6BD03E2D-B51F-4281-BC31-F55022D24204}"/>
              </a:ext>
            </a:extLst>
          </p:cNvPr>
          <p:cNvSpPr>
            <a:spLocks xmlns:a="http://schemas.openxmlformats.org/drawingml/2006/main" noGrp="1"/>
          </p:cNvSpPr>
          <p:nvPr/>
        </p:nvSpPr>
        <p:spPr>
          <a:xfrm xmlns:a="http://schemas.openxmlformats.org/drawingml/2006/main">
            <a:off x="10763250" y="3629025"/>
            <a:ext cx="1905000" cy="804863"/>
          </a:xfrm>
          <a:custGeom xmlns:a="http://schemas.openxmlformats.org/drawingml/2006/main">
            <a:pathLst>
              <a:path w="1905000" h="804863">
                <a:moveTo>
                  <a:pt x="0" y="0"/>
                </a:moveTo>
                <a:lnTo>
                  <a:pt x="0" y="209550"/>
                </a:lnTo>
                <a:lnTo>
                  <a:pt x="1457325" y="209550"/>
                </a:lnTo>
                <a:lnTo>
                  <a:pt x="1457325" y="800100"/>
                </a:lnTo>
                <a:lnTo>
                  <a:pt x="1905000" y="804863"/>
                </a:lnTo>
              </a:path>
            </a:pathLst>
          </a:custGeom>
          <a:noFill xmlns:a="http://schemas.openxmlformats.org/drawingml/2006/main"/>
          <a:ln xmlns:a="http://schemas.openxmlformats.org/drawingml/2006/main" w="10478">
            <a:solidFill>
              <a:srgbClr val="000000"/>
            </a:solidFill>
            <a:prstDash val="dash"/>
          </a:ln>
        </p:spPr>
      </p:sp>
      <p:sp>
        <p:nvSpPr>
          <p:cNvPr id="218" name="dp41-comparison / n174 / arrow">
            <a:extLst xmlns:a="http://schemas.openxmlformats.org/drawingml/2006/main">
              <a:ext uri="{FF2B5EF4-FFF2-40B4-BE49-F238E27FC236}">
                <a16:creationId xmlns:a16="http://schemas.microsoft.com/office/drawing/2014/main" id="{1FF037CF-2CC3-4546-9F98-AE7EF1636845}"/>
              </a:ext>
            </a:extLst>
          </p:cNvPr>
          <p:cNvSpPr>
            <a:spLocks xmlns:a="http://schemas.openxmlformats.org/drawingml/2006/main" noGrp="1"/>
          </p:cNvSpPr>
          <p:nvPr/>
        </p:nvSpPr>
        <p:spPr>
          <a:xfrm xmlns:a="http://schemas.openxmlformats.org/drawingml/2006/main">
            <a:off x="12600841" y="4399648"/>
            <a:ext cx="67409" cy="67052"/>
          </a:xfrm>
          <a:custGeom xmlns:a="http://schemas.openxmlformats.org/drawingml/2006/main">
            <a:pathLst>
              <a:path w="67409" h="67052">
                <a:moveTo>
                  <a:pt x="0" y="67052"/>
                </a:moveTo>
                <a:lnTo>
                  <a:pt x="67409" y="34239"/>
                </a:lnTo>
                <a:lnTo>
                  <a:pt x="713" y="0"/>
                </a:lnTo>
              </a:path>
            </a:pathLst>
          </a:custGeom>
          <a:noFill xmlns:a="http://schemas.openxmlformats.org/drawingml/2006/main"/>
          <a:ln xmlns:a="http://schemas.openxmlformats.org/drawingml/2006/main" w="13411">
            <a:solidFill>
              <a:srgbClr val="000000"/>
            </a:solidFill>
            <a:prstDash val="solid"/>
          </a:ln>
        </p:spPr>
      </p:sp>
      <p:sp>
        <p:nvSpPr>
          <p:cNvPr id="219" name="dp41-comparison / n177">
            <a:extLst xmlns:a="http://schemas.openxmlformats.org/drawingml/2006/main">
              <a:ext uri="{FF2B5EF4-FFF2-40B4-BE49-F238E27FC236}">
                <a16:creationId xmlns:a16="http://schemas.microsoft.com/office/drawing/2014/main" id="{0E28B780-6D2B-4035-A7E3-82E24648669A}"/>
              </a:ext>
            </a:extLst>
          </p:cNvPr>
          <p:cNvSpPr>
            <a:spLocks xmlns:a="http://schemas.openxmlformats.org/drawingml/2006/main" noGrp="1"/>
          </p:cNvSpPr>
          <p:nvPr/>
        </p:nvSpPr>
        <p:spPr>
          <a:xfrm xmlns:a="http://schemas.openxmlformats.org/drawingml/2006/main">
            <a:off x="9953625" y="5067300"/>
            <a:ext cx="2209800" cy="285750"/>
          </a:xfrm>
          <a:prstGeom xmlns:a="http://schemas.openxmlformats.org/drawingml/2006/main" prst="roundRect">
            <a:avLst>
              <a:gd name="adj" fmla="val 26667"/>
            </a:avLst>
          </a:prstGeom>
          <a:solidFill xmlns:a="http://schemas.openxmlformats.org/drawingml/2006/main">
            <a:srgbClr val="FFFFFF"/>
          </a:solidFill>
          <a:ln xmlns:a="http://schemas.openxmlformats.org/drawingml/2006/main" w="9525">
            <a:solidFill>
              <a:srgbClr val="000000"/>
            </a:solidFill>
            <a:prstDash val="solid"/>
          </a:ln>
        </p:spPr>
      </p:sp>
      <p:sp>
        <p:nvSpPr>
          <p:cNvPr id="220" name="dp41-comparison / n178 / text 1">
            <a:extLst xmlns:a="http://schemas.openxmlformats.org/drawingml/2006/main">
              <a:ext uri="{FF2B5EF4-FFF2-40B4-BE49-F238E27FC236}">
                <a16:creationId xmlns:a16="http://schemas.microsoft.com/office/drawing/2014/main" id="{16E67C49-1071-4680-B930-86F11B8EF0FC}"/>
              </a:ext>
            </a:extLst>
          </p:cNvPr>
          <p:cNvSpPr>
            <a:spLocks xmlns:a="http://schemas.openxmlformats.org/drawingml/2006/main" noGrp="1"/>
          </p:cNvSpPr>
          <p:nvPr/>
        </p:nvSpPr>
        <p:spPr>
          <a:xfrm xmlns:a="http://schemas.openxmlformats.org/drawingml/2006/main">
            <a:off x="10039350" y="5111115"/>
            <a:ext cx="20383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의미 제안 검증기</a:t>
            </a:r>
          </a:p>
        </p:txBody>
      </p:sp>
      <p:sp>
        <p:nvSpPr>
          <p:cNvPr id="221" name="dp41-comparison / n179 / path">
            <a:extLst xmlns:a="http://schemas.openxmlformats.org/drawingml/2006/main">
              <a:ext uri="{FF2B5EF4-FFF2-40B4-BE49-F238E27FC236}">
                <a16:creationId xmlns:a16="http://schemas.microsoft.com/office/drawing/2014/main" id="{28D73FA3-1EED-4B87-A61C-5C7C8B742862}"/>
              </a:ext>
            </a:extLst>
          </p:cNvPr>
          <p:cNvSpPr>
            <a:spLocks xmlns:a="http://schemas.openxmlformats.org/drawingml/2006/main" noGrp="1"/>
          </p:cNvSpPr>
          <p:nvPr/>
        </p:nvSpPr>
        <p:spPr>
          <a:xfrm xmlns:a="http://schemas.openxmlformats.org/drawingml/2006/main">
            <a:off x="12163425" y="4524375"/>
            <a:ext cx="1966913" cy="685800"/>
          </a:xfrm>
          <a:custGeom xmlns:a="http://schemas.openxmlformats.org/drawingml/2006/main">
            <a:pathLst>
              <a:path w="1966913" h="685800">
                <a:moveTo>
                  <a:pt x="1966913" y="0"/>
                </a:moveTo>
                <a:lnTo>
                  <a:pt x="1962150" y="685800"/>
                </a:lnTo>
                <a:lnTo>
                  <a:pt x="0" y="685800"/>
                </a:lnTo>
              </a:path>
            </a:pathLst>
          </a:custGeom>
          <a:noFill xmlns:a="http://schemas.openxmlformats.org/drawingml/2006/main"/>
          <a:ln xmlns:a="http://schemas.openxmlformats.org/drawingml/2006/main" w="10478">
            <a:solidFill>
              <a:srgbClr val="000000"/>
            </a:solidFill>
            <a:prstDash val="solid"/>
          </a:ln>
        </p:spPr>
      </p:sp>
      <p:sp>
        <p:nvSpPr>
          <p:cNvPr id="222" name="dp41-comparison / n179 / arrow">
            <a:extLst xmlns:a="http://schemas.openxmlformats.org/drawingml/2006/main">
              <a:ext uri="{FF2B5EF4-FFF2-40B4-BE49-F238E27FC236}">
                <a16:creationId xmlns:a16="http://schemas.microsoft.com/office/drawing/2014/main" id="{E7EB9D86-0AA9-4330-9B9C-648120B8D026}"/>
              </a:ext>
            </a:extLst>
          </p:cNvPr>
          <p:cNvSpPr>
            <a:spLocks xmlns:a="http://schemas.openxmlformats.org/drawingml/2006/main" noGrp="1"/>
          </p:cNvSpPr>
          <p:nvPr/>
        </p:nvSpPr>
        <p:spPr>
          <a:xfrm xmlns:a="http://schemas.openxmlformats.org/drawingml/2006/main">
            <a:off x="12163425" y="5176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23" name="dp41-comparison / n182">
            <a:extLst xmlns:a="http://schemas.openxmlformats.org/drawingml/2006/main">
              <a:ext uri="{FF2B5EF4-FFF2-40B4-BE49-F238E27FC236}">
                <a16:creationId xmlns:a16="http://schemas.microsoft.com/office/drawing/2014/main" id="{1FC9C804-4B07-42F8-B9DD-69F1EAB3230E}"/>
              </a:ext>
            </a:extLst>
          </p:cNvPr>
          <p:cNvSpPr>
            <a:spLocks xmlns:a="http://schemas.openxmlformats.org/drawingml/2006/main" noGrp="1"/>
          </p:cNvSpPr>
          <p:nvPr/>
        </p:nvSpPr>
        <p:spPr>
          <a:xfrm xmlns:a="http://schemas.openxmlformats.org/drawingml/2006/main">
            <a:off x="15906750" y="5038725"/>
            <a:ext cx="1619250" cy="3714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24" name="dp41-comparison / n183 / text 1">
            <a:extLst xmlns:a="http://schemas.openxmlformats.org/drawingml/2006/main">
              <a:ext uri="{FF2B5EF4-FFF2-40B4-BE49-F238E27FC236}">
                <a16:creationId xmlns:a16="http://schemas.microsoft.com/office/drawing/2014/main" id="{BCDEEE71-DA41-4316-8EEF-90526F107812}"/>
              </a:ext>
            </a:extLst>
          </p:cNvPr>
          <p:cNvSpPr>
            <a:spLocks xmlns:a="http://schemas.openxmlformats.org/drawingml/2006/main" noGrp="1"/>
          </p:cNvSpPr>
          <p:nvPr/>
        </p:nvSpPr>
        <p:spPr>
          <a:xfrm xmlns:a="http://schemas.openxmlformats.org/drawingml/2006/main">
            <a:off x="15992475" y="5181600"/>
            <a:ext cx="14478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요청 해석 상태</a:t>
            </a:r>
          </a:p>
        </p:txBody>
      </p:sp>
      <p:sp>
        <p:nvSpPr>
          <p:cNvPr id="225" name="dp41-comparison / n184 / path">
            <a:extLst xmlns:a="http://schemas.openxmlformats.org/drawingml/2006/main">
              <a:ext uri="{FF2B5EF4-FFF2-40B4-BE49-F238E27FC236}">
                <a16:creationId xmlns:a16="http://schemas.microsoft.com/office/drawing/2014/main" id="{887657ED-73FF-432C-9363-1F1A7A5B2490}"/>
              </a:ext>
            </a:extLst>
          </p:cNvPr>
          <p:cNvSpPr>
            <a:spLocks xmlns:a="http://schemas.openxmlformats.org/drawingml/2006/main" noGrp="1"/>
          </p:cNvSpPr>
          <p:nvPr/>
        </p:nvSpPr>
        <p:spPr>
          <a:xfrm xmlns:a="http://schemas.openxmlformats.org/drawingml/2006/main">
            <a:off x="15592425" y="4452938"/>
            <a:ext cx="314325" cy="795338"/>
          </a:xfrm>
          <a:custGeom xmlns:a="http://schemas.openxmlformats.org/drawingml/2006/main">
            <a:pathLst>
              <a:path w="314325" h="795338">
                <a:moveTo>
                  <a:pt x="0" y="0"/>
                </a:moveTo>
                <a:lnTo>
                  <a:pt x="133350" y="4763"/>
                </a:lnTo>
                <a:lnTo>
                  <a:pt x="133350" y="795338"/>
                </a:lnTo>
                <a:lnTo>
                  <a:pt x="314325" y="771525"/>
                </a:lnTo>
              </a:path>
            </a:pathLst>
          </a:custGeom>
          <a:noFill xmlns:a="http://schemas.openxmlformats.org/drawingml/2006/main"/>
          <a:ln xmlns:a="http://schemas.openxmlformats.org/drawingml/2006/main" w="10478">
            <a:solidFill>
              <a:srgbClr val="000000"/>
            </a:solidFill>
            <a:prstDash val="solid"/>
          </a:ln>
        </p:spPr>
      </p:sp>
      <p:sp>
        <p:nvSpPr>
          <p:cNvPr id="226" name="dp41-comparison / n184 / arrow">
            <a:extLst xmlns:a="http://schemas.openxmlformats.org/drawingml/2006/main">
              <a:ext uri="{FF2B5EF4-FFF2-40B4-BE49-F238E27FC236}">
                <a16:creationId xmlns:a16="http://schemas.microsoft.com/office/drawing/2014/main" id="{3BEF2CAD-EE52-42C8-AD67-9D3E59FC74FB}"/>
              </a:ext>
            </a:extLst>
          </p:cNvPr>
          <p:cNvSpPr>
            <a:spLocks xmlns:a="http://schemas.openxmlformats.org/drawingml/2006/main" noGrp="1"/>
          </p:cNvSpPr>
          <p:nvPr/>
        </p:nvSpPr>
        <p:spPr>
          <a:xfrm xmlns:a="http://schemas.openxmlformats.org/drawingml/2006/main">
            <a:off x="15835893" y="5199969"/>
            <a:ext cx="70857" cy="66483"/>
          </a:xfrm>
          <a:custGeom xmlns:a="http://schemas.openxmlformats.org/drawingml/2006/main">
            <a:pathLst>
              <a:path w="70857" h="66483">
                <a:moveTo>
                  <a:pt x="8748" y="66483"/>
                </a:moveTo>
                <a:lnTo>
                  <a:pt x="70857" y="24494"/>
                </a:lnTo>
                <a:lnTo>
                  <a:pt x="0" y="0"/>
                </a:lnTo>
              </a:path>
            </a:pathLst>
          </a:custGeom>
          <a:noFill xmlns:a="http://schemas.openxmlformats.org/drawingml/2006/main"/>
          <a:ln xmlns:a="http://schemas.openxmlformats.org/drawingml/2006/main" w="13411">
            <a:solidFill>
              <a:srgbClr val="000000"/>
            </a:solidFill>
            <a:prstDash val="solid"/>
          </a:ln>
        </p:spPr>
      </p:sp>
      <p:sp>
        <p:nvSpPr>
          <p:cNvPr id="227" name="dp41-comparison / n185 / path">
            <a:extLst xmlns:a="http://schemas.openxmlformats.org/drawingml/2006/main">
              <a:ext uri="{FF2B5EF4-FFF2-40B4-BE49-F238E27FC236}">
                <a16:creationId xmlns:a16="http://schemas.microsoft.com/office/drawing/2014/main" id="{D9F3B3AD-9259-4530-B144-5D479D0948E0}"/>
              </a:ext>
            </a:extLst>
          </p:cNvPr>
          <p:cNvSpPr>
            <a:spLocks xmlns:a="http://schemas.openxmlformats.org/drawingml/2006/main" noGrp="1"/>
          </p:cNvSpPr>
          <p:nvPr/>
        </p:nvSpPr>
        <p:spPr>
          <a:xfrm xmlns:a="http://schemas.openxmlformats.org/drawingml/2006/main">
            <a:off x="15592425" y="4495800"/>
            <a:ext cx="314325" cy="809625"/>
          </a:xfrm>
          <a:custGeom xmlns:a="http://schemas.openxmlformats.org/drawingml/2006/main">
            <a:pathLst>
              <a:path w="314325" h="809625">
                <a:moveTo>
                  <a:pt x="314325" y="785813"/>
                </a:moveTo>
                <a:lnTo>
                  <a:pt x="104775" y="809625"/>
                </a:lnTo>
                <a:lnTo>
                  <a:pt x="104775" y="0"/>
                </a:lnTo>
                <a:lnTo>
                  <a:pt x="0" y="4763"/>
                </a:lnTo>
              </a:path>
            </a:pathLst>
          </a:custGeom>
          <a:noFill xmlns:a="http://schemas.openxmlformats.org/drawingml/2006/main"/>
          <a:ln xmlns:a="http://schemas.openxmlformats.org/drawingml/2006/main" w="10478">
            <a:solidFill>
              <a:srgbClr val="000000"/>
            </a:solidFill>
            <a:prstDash val="dash"/>
          </a:ln>
        </p:spPr>
      </p:sp>
      <p:sp>
        <p:nvSpPr>
          <p:cNvPr id="228" name="dp41-comparison / n185 / arrow">
            <a:extLst xmlns:a="http://schemas.openxmlformats.org/drawingml/2006/main">
              <a:ext uri="{FF2B5EF4-FFF2-40B4-BE49-F238E27FC236}">
                <a16:creationId xmlns:a16="http://schemas.microsoft.com/office/drawing/2014/main" id="{0A0EC97E-EB10-4745-B520-E613BD7301DC}"/>
              </a:ext>
            </a:extLst>
          </p:cNvPr>
          <p:cNvSpPr>
            <a:spLocks xmlns:a="http://schemas.openxmlformats.org/drawingml/2006/main" noGrp="1"/>
          </p:cNvSpPr>
          <p:nvPr/>
        </p:nvSpPr>
        <p:spPr>
          <a:xfrm xmlns:a="http://schemas.openxmlformats.org/drawingml/2006/main">
            <a:off x="15592425" y="4464024"/>
            <a:ext cx="68509" cy="66987"/>
          </a:xfrm>
          <a:custGeom xmlns:a="http://schemas.openxmlformats.org/drawingml/2006/main">
            <a:pathLst>
              <a:path w="68509" h="66987">
                <a:moveTo>
                  <a:pt x="65464" y="0"/>
                </a:moveTo>
                <a:lnTo>
                  <a:pt x="0" y="36538"/>
                </a:lnTo>
                <a:lnTo>
                  <a:pt x="68509" y="66987"/>
                </a:lnTo>
              </a:path>
            </a:pathLst>
          </a:custGeom>
          <a:noFill xmlns:a="http://schemas.openxmlformats.org/drawingml/2006/main"/>
          <a:ln xmlns:a="http://schemas.openxmlformats.org/drawingml/2006/main" w="13411">
            <a:solidFill>
              <a:srgbClr val="000000"/>
            </a:solidFill>
            <a:prstDash val="solid"/>
          </a:ln>
        </p:spPr>
      </p:sp>
      <p:sp>
        <p:nvSpPr>
          <p:cNvPr id="229" name="dp41-comparison / n188">
            <a:extLst xmlns:a="http://schemas.openxmlformats.org/drawingml/2006/main">
              <a:ext uri="{FF2B5EF4-FFF2-40B4-BE49-F238E27FC236}">
                <a16:creationId xmlns:a16="http://schemas.microsoft.com/office/drawing/2014/main" id="{854EB797-C129-4858-B22B-99AE35A7C268}"/>
              </a:ext>
            </a:extLst>
          </p:cNvPr>
          <p:cNvSpPr>
            <a:spLocks xmlns:a="http://schemas.openxmlformats.org/drawingml/2006/main" noGrp="1"/>
          </p:cNvSpPr>
          <p:nvPr/>
        </p:nvSpPr>
        <p:spPr>
          <a:xfrm xmlns:a="http://schemas.openxmlformats.org/drawingml/2006/main">
            <a:off x="9953625" y="567690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0" name="dp41-comparison / n189 / text 1">
            <a:extLst xmlns:a="http://schemas.openxmlformats.org/drawingml/2006/main">
              <a:ext uri="{FF2B5EF4-FFF2-40B4-BE49-F238E27FC236}">
                <a16:creationId xmlns:a16="http://schemas.microsoft.com/office/drawing/2014/main" id="{AC6C71AC-F8D7-4FA8-936C-B52A3F8F979C}"/>
              </a:ext>
            </a:extLst>
          </p:cNvPr>
          <p:cNvSpPr>
            <a:spLocks xmlns:a="http://schemas.openxmlformats.org/drawingml/2006/main" noGrp="1"/>
          </p:cNvSpPr>
          <p:nvPr/>
        </p:nvSpPr>
        <p:spPr>
          <a:xfrm xmlns:a="http://schemas.openxmlformats.org/drawingml/2006/main">
            <a:off x="10039350" y="5711190"/>
            <a:ext cx="2019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Context Manager</a:t>
            </a:r>
          </a:p>
        </p:txBody>
      </p:sp>
      <p:sp>
        <p:nvSpPr>
          <p:cNvPr id="231" name="dp41-comparison / n190">
            <a:extLst xmlns:a="http://schemas.openxmlformats.org/drawingml/2006/main">
              <a:ext uri="{FF2B5EF4-FFF2-40B4-BE49-F238E27FC236}">
                <a16:creationId xmlns:a16="http://schemas.microsoft.com/office/drawing/2014/main" id="{A3164471-0911-4C41-9AE9-2108537AA7D6}"/>
              </a:ext>
            </a:extLst>
          </p:cNvPr>
          <p:cNvSpPr>
            <a:spLocks xmlns:a="http://schemas.openxmlformats.org/drawingml/2006/main" noGrp="1"/>
          </p:cNvSpPr>
          <p:nvPr/>
        </p:nvSpPr>
        <p:spPr>
          <a:xfrm xmlns:a="http://schemas.openxmlformats.org/drawingml/2006/main">
            <a:off x="12649200" y="567690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2" name="dp41-comparison / n191 / text 1">
            <a:extLst xmlns:a="http://schemas.openxmlformats.org/drawingml/2006/main">
              <a:ext uri="{FF2B5EF4-FFF2-40B4-BE49-F238E27FC236}">
                <a16:creationId xmlns:a16="http://schemas.microsoft.com/office/drawing/2014/main" id="{F44C6DB0-1B41-4B02-B314-1200B6D05596}"/>
              </a:ext>
            </a:extLst>
          </p:cNvPr>
          <p:cNvSpPr>
            <a:spLocks xmlns:a="http://schemas.openxmlformats.org/drawingml/2006/main" noGrp="1"/>
          </p:cNvSpPr>
          <p:nvPr/>
        </p:nvSpPr>
        <p:spPr>
          <a:xfrm xmlns:a="http://schemas.openxmlformats.org/drawingml/2006/main">
            <a:off x="12734925" y="5711190"/>
            <a:ext cx="2019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Task Manager</a:t>
            </a:r>
          </a:p>
        </p:txBody>
      </p:sp>
      <p:sp>
        <p:nvSpPr>
          <p:cNvPr id="233" name="dp41-comparison / n192">
            <a:extLst xmlns:a="http://schemas.openxmlformats.org/drawingml/2006/main">
              <a:ext uri="{FF2B5EF4-FFF2-40B4-BE49-F238E27FC236}">
                <a16:creationId xmlns:a16="http://schemas.microsoft.com/office/drawing/2014/main" id="{B6E49ABE-2A05-447A-B8B3-372140BFB186}"/>
              </a:ext>
            </a:extLst>
          </p:cNvPr>
          <p:cNvSpPr>
            <a:spLocks xmlns:a="http://schemas.openxmlformats.org/drawingml/2006/main" noGrp="1"/>
          </p:cNvSpPr>
          <p:nvPr/>
        </p:nvSpPr>
        <p:spPr>
          <a:xfrm xmlns:a="http://schemas.openxmlformats.org/drawingml/2006/main">
            <a:off x="15525750" y="6057900"/>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4" name="dp41-comparison / n193 / text 1">
            <a:extLst xmlns:a="http://schemas.openxmlformats.org/drawingml/2006/main">
              <a:ext uri="{FF2B5EF4-FFF2-40B4-BE49-F238E27FC236}">
                <a16:creationId xmlns:a16="http://schemas.microsoft.com/office/drawing/2014/main" id="{97F93AF8-07F8-4B6B-8D6F-971ED6DA821A}"/>
              </a:ext>
            </a:extLst>
          </p:cNvPr>
          <p:cNvSpPr>
            <a:spLocks xmlns:a="http://schemas.openxmlformats.org/drawingml/2006/main" noGrp="1"/>
          </p:cNvSpPr>
          <p:nvPr/>
        </p:nvSpPr>
        <p:spPr>
          <a:xfrm xmlns:a="http://schemas.openxmlformats.org/drawingml/2006/main">
            <a:off x="15611475" y="6092190"/>
            <a:ext cx="1924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Model Access</a:t>
            </a:r>
          </a:p>
        </p:txBody>
      </p:sp>
      <p:sp>
        <p:nvSpPr>
          <p:cNvPr id="235" name="dp41-comparison / n196">
            <a:extLst xmlns:a="http://schemas.openxmlformats.org/drawingml/2006/main">
              <a:ext uri="{FF2B5EF4-FFF2-40B4-BE49-F238E27FC236}">
                <a16:creationId xmlns:a16="http://schemas.microsoft.com/office/drawing/2014/main" id="{8F894281-C8A4-44C0-8181-E6D8AC9DE75F}"/>
              </a:ext>
            </a:extLst>
          </p:cNvPr>
          <p:cNvSpPr>
            <a:spLocks xmlns:a="http://schemas.openxmlformats.org/drawingml/2006/main" noGrp="1"/>
          </p:cNvSpPr>
          <p:nvPr/>
        </p:nvSpPr>
        <p:spPr>
          <a:xfrm xmlns:a="http://schemas.openxmlformats.org/drawingml/2006/main">
            <a:off x="9953625" y="6134100"/>
            <a:ext cx="2238375"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6" name="dp41-comparison / n197 / text 1">
            <a:extLst xmlns:a="http://schemas.openxmlformats.org/drawingml/2006/main">
              <a:ext uri="{FF2B5EF4-FFF2-40B4-BE49-F238E27FC236}">
                <a16:creationId xmlns:a16="http://schemas.microsoft.com/office/drawing/2014/main" id="{C4986D81-25CE-480B-A077-08C692A634E2}"/>
              </a:ext>
            </a:extLst>
          </p:cNvPr>
          <p:cNvSpPr>
            <a:spLocks xmlns:a="http://schemas.openxmlformats.org/drawingml/2006/main" noGrp="1"/>
          </p:cNvSpPr>
          <p:nvPr/>
        </p:nvSpPr>
        <p:spPr>
          <a:xfrm xmlns:a="http://schemas.openxmlformats.org/drawingml/2006/main">
            <a:off x="10077450" y="6229350"/>
            <a:ext cx="1990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237" name="dp41-comparison / n198">
            <a:extLst xmlns:a="http://schemas.openxmlformats.org/drawingml/2006/main">
              <a:ext uri="{FF2B5EF4-FFF2-40B4-BE49-F238E27FC236}">
                <a16:creationId xmlns:a16="http://schemas.microsoft.com/office/drawing/2014/main" id="{2700B408-4784-4E59-989B-361C140943EE}"/>
              </a:ext>
            </a:extLst>
          </p:cNvPr>
          <p:cNvSpPr>
            <a:spLocks xmlns:a="http://schemas.openxmlformats.org/drawingml/2006/main" noGrp="1"/>
          </p:cNvSpPr>
          <p:nvPr/>
        </p:nvSpPr>
        <p:spPr>
          <a:xfrm xmlns:a="http://schemas.openxmlformats.org/drawingml/2006/main">
            <a:off x="10067925" y="6448425"/>
            <a:ext cx="2009775" cy="3429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38" name="dp41-comparison / n199 / text 1">
            <a:extLst xmlns:a="http://schemas.openxmlformats.org/drawingml/2006/main">
              <a:ext uri="{FF2B5EF4-FFF2-40B4-BE49-F238E27FC236}">
                <a16:creationId xmlns:a16="http://schemas.microsoft.com/office/drawing/2014/main" id="{041C1C1C-AC12-4739-8C5D-5E897CF6EB73}"/>
              </a:ext>
            </a:extLst>
          </p:cNvPr>
          <p:cNvSpPr>
            <a:spLocks xmlns:a="http://schemas.openxmlformats.org/drawingml/2006/main" noGrp="1"/>
          </p:cNvSpPr>
          <p:nvPr/>
        </p:nvSpPr>
        <p:spPr>
          <a:xfrm xmlns:a="http://schemas.openxmlformats.org/drawingml/2006/main">
            <a:off x="10153650" y="6591300"/>
            <a:ext cx="18383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 b="0">
                <a:solidFill>
                  <a:srgbClr val="18232E"/>
                </a:solidFill>
                <a:latin typeface="Apple SD Gothic Neo"/>
                <a:ea typeface="Apple SD Gothic Neo"/>
                <a:cs typeface="Apple SD Gothic Neo"/>
              </a:defRPr>
            </a:pPr>
            <a:r>
              <a:rPr sz="825" b="0">
                <a:solidFill>
                  <a:srgbClr val="18232E"/>
                </a:solidFill>
                <a:latin typeface="Apple SD Gothic Neo"/>
                <a:ea typeface="Apple SD Gothic Neo"/>
                <a:cs typeface="Apple SD Gothic Neo"/>
              </a:rPr>
              <a:t>채택 의미 / 질문 / 출처</a:t>
            </a:r>
          </a:p>
        </p:txBody>
      </p:sp>
      <p:sp>
        <p:nvSpPr>
          <p:cNvPr id="239" name="dp41-comparison / n200">
            <a:extLst xmlns:a="http://schemas.openxmlformats.org/drawingml/2006/main">
              <a:ext uri="{FF2B5EF4-FFF2-40B4-BE49-F238E27FC236}">
                <a16:creationId xmlns:a16="http://schemas.microsoft.com/office/drawing/2014/main" id="{B2BFB845-3F5D-4334-AB34-B65A53C7D8E8}"/>
              </a:ext>
            </a:extLst>
          </p:cNvPr>
          <p:cNvSpPr>
            <a:spLocks xmlns:a="http://schemas.openxmlformats.org/drawingml/2006/main" noGrp="1"/>
          </p:cNvSpPr>
          <p:nvPr/>
        </p:nvSpPr>
        <p:spPr>
          <a:xfrm xmlns:a="http://schemas.openxmlformats.org/drawingml/2006/main">
            <a:off x="12649200" y="60769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0" name="dp41-comparison / n201 / text 1">
            <a:extLst xmlns:a="http://schemas.openxmlformats.org/drawingml/2006/main">
              <a:ext uri="{FF2B5EF4-FFF2-40B4-BE49-F238E27FC236}">
                <a16:creationId xmlns:a16="http://schemas.microsoft.com/office/drawing/2014/main" id="{F16A4E37-0F52-4CC3-AD6E-471106BE89B8}"/>
              </a:ext>
            </a:extLst>
          </p:cNvPr>
          <p:cNvSpPr>
            <a:spLocks xmlns:a="http://schemas.openxmlformats.org/drawingml/2006/main" noGrp="1"/>
          </p:cNvSpPr>
          <p:nvPr/>
        </p:nvSpPr>
        <p:spPr>
          <a:xfrm xmlns:a="http://schemas.openxmlformats.org/drawingml/2006/main">
            <a:off x="12734925" y="611266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Policy Manager</a:t>
            </a:r>
          </a:p>
        </p:txBody>
      </p:sp>
      <p:sp>
        <p:nvSpPr>
          <p:cNvPr id="241" name="dp41-comparison / n202">
            <a:extLst xmlns:a="http://schemas.openxmlformats.org/drawingml/2006/main">
              <a:ext uri="{FF2B5EF4-FFF2-40B4-BE49-F238E27FC236}">
                <a16:creationId xmlns:a16="http://schemas.microsoft.com/office/drawing/2014/main" id="{785977FD-CFE8-418E-995B-5424AB90D01E}"/>
              </a:ext>
            </a:extLst>
          </p:cNvPr>
          <p:cNvSpPr>
            <a:spLocks xmlns:a="http://schemas.openxmlformats.org/drawingml/2006/main" noGrp="1"/>
          </p:cNvSpPr>
          <p:nvPr/>
        </p:nvSpPr>
        <p:spPr>
          <a:xfrm xmlns:a="http://schemas.openxmlformats.org/drawingml/2006/main">
            <a:off x="12649200" y="64770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2" name="dp41-comparison / n203 / text 1">
            <a:extLst xmlns:a="http://schemas.openxmlformats.org/drawingml/2006/main">
              <a:ext uri="{FF2B5EF4-FFF2-40B4-BE49-F238E27FC236}">
                <a16:creationId xmlns:a16="http://schemas.microsoft.com/office/drawing/2014/main" id="{B1A61916-48F0-485B-A50D-485E4EE8488C}"/>
              </a:ext>
            </a:extLst>
          </p:cNvPr>
          <p:cNvSpPr>
            <a:spLocks xmlns:a="http://schemas.openxmlformats.org/drawingml/2006/main" noGrp="1"/>
          </p:cNvSpPr>
          <p:nvPr/>
        </p:nvSpPr>
        <p:spPr>
          <a:xfrm xmlns:a="http://schemas.openxmlformats.org/drawingml/2006/main">
            <a:off x="12734925" y="651271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State Store</a:t>
            </a:r>
          </a:p>
        </p:txBody>
      </p:sp>
      <p:sp>
        <p:nvSpPr>
          <p:cNvPr id="243" name="dp41-comparison / n204">
            <a:extLst xmlns:a="http://schemas.openxmlformats.org/drawingml/2006/main">
              <a:ext uri="{FF2B5EF4-FFF2-40B4-BE49-F238E27FC236}">
                <a16:creationId xmlns:a16="http://schemas.microsoft.com/office/drawing/2014/main" id="{36288B88-3003-4DDC-92F7-DDD57B5B2E49}"/>
              </a:ext>
            </a:extLst>
          </p:cNvPr>
          <p:cNvSpPr>
            <a:spLocks xmlns:a="http://schemas.openxmlformats.org/drawingml/2006/main" noGrp="1"/>
          </p:cNvSpPr>
          <p:nvPr/>
        </p:nvSpPr>
        <p:spPr>
          <a:xfrm xmlns:a="http://schemas.openxmlformats.org/drawingml/2006/main">
            <a:off x="9953625" y="6915150"/>
            <a:ext cx="2238375" cy="6000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205 / text 1">
            <a:extLst xmlns:a="http://schemas.openxmlformats.org/drawingml/2006/main">
              <a:ext uri="{FF2B5EF4-FFF2-40B4-BE49-F238E27FC236}">
                <a16:creationId xmlns:a16="http://schemas.microsoft.com/office/drawing/2014/main" id="{6772424B-AA18-4C42-B726-9FF48551C19F}"/>
              </a:ext>
            </a:extLst>
          </p:cNvPr>
          <p:cNvSpPr>
            <a:spLocks xmlns:a="http://schemas.openxmlformats.org/drawingml/2006/main" noGrp="1"/>
          </p:cNvSpPr>
          <p:nvPr/>
        </p:nvSpPr>
        <p:spPr>
          <a:xfrm xmlns:a="http://schemas.openxmlformats.org/drawingml/2006/main">
            <a:off x="10077450" y="7010400"/>
            <a:ext cx="1990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Interaction Manager</a:t>
            </a:r>
          </a:p>
        </p:txBody>
      </p:sp>
      <p:sp>
        <p:nvSpPr>
          <p:cNvPr id="245" name="dp41-comparison / n206">
            <a:extLst xmlns:a="http://schemas.openxmlformats.org/drawingml/2006/main">
              <a:ext uri="{FF2B5EF4-FFF2-40B4-BE49-F238E27FC236}">
                <a16:creationId xmlns:a16="http://schemas.microsoft.com/office/drawing/2014/main" id="{C93F2200-02A1-4EBC-AEB7-CBF6DFF9979D}"/>
              </a:ext>
            </a:extLst>
          </p:cNvPr>
          <p:cNvSpPr>
            <a:spLocks xmlns:a="http://schemas.openxmlformats.org/drawingml/2006/main" noGrp="1"/>
          </p:cNvSpPr>
          <p:nvPr/>
        </p:nvSpPr>
        <p:spPr>
          <a:xfrm xmlns:a="http://schemas.openxmlformats.org/drawingml/2006/main">
            <a:off x="10067925" y="7229475"/>
            <a:ext cx="857250" cy="161925"/>
          </a:xfrm>
          <a:prstGeom xmlns:a="http://schemas.openxmlformats.org/drawingml/2006/main" prst="roundRect">
            <a:avLst>
              <a:gd name="adj" fmla="val 47059"/>
            </a:avLst>
          </a:prstGeom>
          <a:solidFill xmlns:a="http://schemas.openxmlformats.org/drawingml/2006/main">
            <a:srgbClr val="FFFFFF"/>
          </a:solidFill>
          <a:ln xmlns:a="http://schemas.openxmlformats.org/drawingml/2006/main" w="9525">
            <a:solidFill>
              <a:srgbClr val="000000"/>
            </a:solidFill>
            <a:prstDash val="solid"/>
          </a:ln>
        </p:spPr>
      </p:sp>
      <p:sp>
        <p:nvSpPr>
          <p:cNvPr id="246" name="dp41-comparison / n207 / text 1">
            <a:extLst xmlns:a="http://schemas.openxmlformats.org/drawingml/2006/main">
              <a:ext uri="{FF2B5EF4-FFF2-40B4-BE49-F238E27FC236}">
                <a16:creationId xmlns:a16="http://schemas.microsoft.com/office/drawing/2014/main" id="{0E0F9163-2962-4427-846C-2334C0526250}"/>
              </a:ext>
            </a:extLst>
          </p:cNvPr>
          <p:cNvSpPr>
            <a:spLocks xmlns:a="http://schemas.openxmlformats.org/drawingml/2006/main" noGrp="1"/>
          </p:cNvSpPr>
          <p:nvPr/>
        </p:nvSpPr>
        <p:spPr>
          <a:xfrm xmlns:a="http://schemas.openxmlformats.org/drawingml/2006/main">
            <a:off x="10153650" y="7254716"/>
            <a:ext cx="685800" cy="12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75" b="1">
                <a:solidFill>
                  <a:srgbClr val="000000"/>
                </a:solidFill>
                <a:latin typeface="Apple SD Gothic Neo"/>
                <a:ea typeface="Apple SD Gothic Neo"/>
                <a:cs typeface="Apple SD Gothic Neo"/>
              </a:defRPr>
            </a:pPr>
            <a:r>
              <a:rPr sz="675" b="1">
                <a:solidFill>
                  <a:srgbClr val="000000"/>
                </a:solidFill>
                <a:latin typeface="Apple SD Gothic Neo"/>
                <a:ea typeface="Apple SD Gothic Neo"/>
                <a:cs typeface="Apple SD Gothic Neo"/>
              </a:rPr>
              <a:t>Channel I/O</a:t>
            </a:r>
          </a:p>
        </p:txBody>
      </p:sp>
      <p:sp>
        <p:nvSpPr>
          <p:cNvPr id="247" name="dp41-comparison / n208">
            <a:extLst xmlns:a="http://schemas.openxmlformats.org/drawingml/2006/main">
              <a:ext uri="{FF2B5EF4-FFF2-40B4-BE49-F238E27FC236}">
                <a16:creationId xmlns:a16="http://schemas.microsoft.com/office/drawing/2014/main" id="{FF2A4AB7-DA71-4E49-811F-71D655BDF405}"/>
              </a:ext>
            </a:extLst>
          </p:cNvPr>
          <p:cNvSpPr>
            <a:spLocks xmlns:a="http://schemas.openxmlformats.org/drawingml/2006/main" noGrp="1"/>
          </p:cNvSpPr>
          <p:nvPr/>
        </p:nvSpPr>
        <p:spPr>
          <a:xfrm xmlns:a="http://schemas.openxmlformats.org/drawingml/2006/main">
            <a:off x="11010900" y="7229475"/>
            <a:ext cx="1066800" cy="161925"/>
          </a:xfrm>
          <a:prstGeom xmlns:a="http://schemas.openxmlformats.org/drawingml/2006/main" prst="roundRect">
            <a:avLst>
              <a:gd name="adj" fmla="val 47059"/>
            </a:avLst>
          </a:prstGeom>
          <a:solidFill xmlns:a="http://schemas.openxmlformats.org/drawingml/2006/main">
            <a:srgbClr val="FFFFFF"/>
          </a:solidFill>
          <a:ln xmlns:a="http://schemas.openxmlformats.org/drawingml/2006/main" w="9525">
            <a:solidFill>
              <a:srgbClr val="000000"/>
            </a:solidFill>
            <a:prstDash val="solid"/>
          </a:ln>
        </p:spPr>
      </p:sp>
      <p:sp>
        <p:nvSpPr>
          <p:cNvPr id="248" name="dp41-comparison / n209 / text 1">
            <a:extLst xmlns:a="http://schemas.openxmlformats.org/drawingml/2006/main">
              <a:ext uri="{FF2B5EF4-FFF2-40B4-BE49-F238E27FC236}">
                <a16:creationId xmlns:a16="http://schemas.microsoft.com/office/drawing/2014/main" id="{74813844-63F6-4F38-8431-9552C791FA4F}"/>
              </a:ext>
            </a:extLst>
          </p:cNvPr>
          <p:cNvSpPr>
            <a:spLocks xmlns:a="http://schemas.openxmlformats.org/drawingml/2006/main" noGrp="1"/>
          </p:cNvSpPr>
          <p:nvPr/>
        </p:nvSpPr>
        <p:spPr>
          <a:xfrm xmlns:a="http://schemas.openxmlformats.org/drawingml/2006/main">
            <a:off x="11096625" y="7260908"/>
            <a:ext cx="895350" cy="1104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00" b="1">
                <a:solidFill>
                  <a:srgbClr val="000000"/>
                </a:solidFill>
                <a:latin typeface="Apple SD Gothic Neo"/>
                <a:ea typeface="Apple SD Gothic Neo"/>
                <a:cs typeface="Apple SD Gothic Neo"/>
              </a:defRPr>
            </a:pPr>
            <a:r>
              <a:rPr sz="600" b="1">
                <a:solidFill>
                  <a:srgbClr val="000000"/>
                </a:solidFill>
                <a:latin typeface="Apple SD Gothic Neo"/>
                <a:ea typeface="Apple SD Gothic Neo"/>
                <a:cs typeface="Apple SD Gothic Neo"/>
              </a:rPr>
              <a:t>Turn-Taking Control</a:t>
            </a:r>
          </a:p>
        </p:txBody>
      </p:sp>
      <p:sp>
        <p:nvSpPr>
          <p:cNvPr id="249" name="dp41-comparison / n212">
            <a:extLst xmlns:a="http://schemas.openxmlformats.org/drawingml/2006/main">
              <a:ext uri="{FF2B5EF4-FFF2-40B4-BE49-F238E27FC236}">
                <a16:creationId xmlns:a16="http://schemas.microsoft.com/office/drawing/2014/main" id="{CB20E22C-463B-48AD-9FEF-057F1211F8AA}"/>
              </a:ext>
            </a:extLst>
          </p:cNvPr>
          <p:cNvSpPr>
            <a:spLocks xmlns:a="http://schemas.openxmlformats.org/drawingml/2006/main" noGrp="1"/>
          </p:cNvSpPr>
          <p:nvPr/>
        </p:nvSpPr>
        <p:spPr>
          <a:xfrm xmlns:a="http://schemas.openxmlformats.org/drawingml/2006/main">
            <a:off x="12649200" y="699135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0" name="dp41-comparison / n213 / text 1">
            <a:extLst xmlns:a="http://schemas.openxmlformats.org/drawingml/2006/main">
              <a:ext uri="{FF2B5EF4-FFF2-40B4-BE49-F238E27FC236}">
                <a16:creationId xmlns:a16="http://schemas.microsoft.com/office/drawing/2014/main" id="{A02A6C7A-B3FD-4CD8-8125-014B0A5EDD89}"/>
              </a:ext>
            </a:extLst>
          </p:cNvPr>
          <p:cNvSpPr>
            <a:spLocks xmlns:a="http://schemas.openxmlformats.org/drawingml/2006/main" noGrp="1"/>
          </p:cNvSpPr>
          <p:nvPr/>
        </p:nvSpPr>
        <p:spPr>
          <a:xfrm xmlns:a="http://schemas.openxmlformats.org/drawingml/2006/main">
            <a:off x="12734925" y="7031831"/>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Response Manager</a:t>
            </a:r>
          </a:p>
        </p:txBody>
      </p:sp>
      <p:sp>
        <p:nvSpPr>
          <p:cNvPr id="251" name="dp41-comparison / n214">
            <a:extLst xmlns:a="http://schemas.openxmlformats.org/drawingml/2006/main">
              <a:ext uri="{FF2B5EF4-FFF2-40B4-BE49-F238E27FC236}">
                <a16:creationId xmlns:a16="http://schemas.microsoft.com/office/drawing/2014/main" id="{55CFFD2D-4722-4D7F-B813-74DD5BC97861}"/>
              </a:ext>
            </a:extLst>
          </p:cNvPr>
          <p:cNvSpPr>
            <a:spLocks xmlns:a="http://schemas.openxmlformats.org/drawingml/2006/main" noGrp="1"/>
          </p:cNvSpPr>
          <p:nvPr/>
        </p:nvSpPr>
        <p:spPr>
          <a:xfrm xmlns:a="http://schemas.openxmlformats.org/drawingml/2006/main">
            <a:off x="15525750" y="6991350"/>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2" name="dp41-comparison / n215 / text 1">
            <a:extLst xmlns:a="http://schemas.openxmlformats.org/drawingml/2006/main">
              <a:ext uri="{FF2B5EF4-FFF2-40B4-BE49-F238E27FC236}">
                <a16:creationId xmlns:a16="http://schemas.microsoft.com/office/drawing/2014/main" id="{06487C72-74B3-43D6-B142-F56902FB6C65}"/>
              </a:ext>
            </a:extLst>
          </p:cNvPr>
          <p:cNvSpPr>
            <a:spLocks xmlns:a="http://schemas.openxmlformats.org/drawingml/2006/main" noGrp="1"/>
          </p:cNvSpPr>
          <p:nvPr/>
        </p:nvSpPr>
        <p:spPr>
          <a:xfrm xmlns:a="http://schemas.openxmlformats.org/drawingml/2006/main">
            <a:off x="15611475" y="7031831"/>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Agent Gateway</a:t>
            </a:r>
          </a:p>
        </p:txBody>
      </p:sp>
      <p:sp>
        <p:nvSpPr>
          <p:cNvPr id="253" name="dp41-comparison / n216">
            <a:extLst xmlns:a="http://schemas.openxmlformats.org/drawingml/2006/main">
              <a:ext uri="{FF2B5EF4-FFF2-40B4-BE49-F238E27FC236}">
                <a16:creationId xmlns:a16="http://schemas.microsoft.com/office/drawing/2014/main" id="{BD0CF36E-2880-4CEE-9E83-7A76F634ABAF}"/>
              </a:ext>
            </a:extLst>
          </p:cNvPr>
          <p:cNvSpPr>
            <a:spLocks xmlns:a="http://schemas.openxmlformats.org/drawingml/2006/main" noGrp="1"/>
          </p:cNvSpPr>
          <p:nvPr/>
        </p:nvSpPr>
        <p:spPr>
          <a:xfrm xmlns:a="http://schemas.openxmlformats.org/drawingml/2006/main">
            <a:off x="15525750" y="6534150"/>
            <a:ext cx="9715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254" name="dp41-comparison / n217 / text 1">
            <a:extLst xmlns:a="http://schemas.openxmlformats.org/drawingml/2006/main">
              <a:ext uri="{FF2B5EF4-FFF2-40B4-BE49-F238E27FC236}">
                <a16:creationId xmlns:a16="http://schemas.microsoft.com/office/drawing/2014/main" id="{E4DDAFD3-59E3-4EB7-84ED-5F7252F881DC}"/>
              </a:ext>
            </a:extLst>
          </p:cNvPr>
          <p:cNvSpPr>
            <a:spLocks xmlns:a="http://schemas.openxmlformats.org/drawingml/2006/main" noGrp="1"/>
          </p:cNvSpPr>
          <p:nvPr/>
        </p:nvSpPr>
        <p:spPr>
          <a:xfrm xmlns:a="http://schemas.openxmlformats.org/drawingml/2006/main">
            <a:off x="15611475" y="6538913"/>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클라우드</a:t>
            </a:r>
          </a:p>
        </p:txBody>
      </p:sp>
      <p:sp>
        <p:nvSpPr>
          <p:cNvPr id="255" name="dp41-comparison / n217 / text 2">
            <a:extLst xmlns:a="http://schemas.openxmlformats.org/drawingml/2006/main">
              <a:ext uri="{FF2B5EF4-FFF2-40B4-BE49-F238E27FC236}">
                <a16:creationId xmlns:a16="http://schemas.microsoft.com/office/drawing/2014/main" id="{1D8A6884-B56B-4C1D-96DD-2BAD40B6E2FB}"/>
              </a:ext>
            </a:extLst>
          </p:cNvPr>
          <p:cNvSpPr>
            <a:spLocks xmlns:a="http://schemas.openxmlformats.org/drawingml/2006/main" noGrp="1"/>
          </p:cNvSpPr>
          <p:nvPr/>
        </p:nvSpPr>
        <p:spPr>
          <a:xfrm xmlns:a="http://schemas.openxmlformats.org/drawingml/2006/main">
            <a:off x="15611475" y="6662738"/>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음성 모델</a:t>
            </a:r>
          </a:p>
        </p:txBody>
      </p:sp>
      <p:sp>
        <p:nvSpPr>
          <p:cNvPr id="256" name="dp41-comparison / n218">
            <a:extLst xmlns:a="http://schemas.openxmlformats.org/drawingml/2006/main">
              <a:ext uri="{FF2B5EF4-FFF2-40B4-BE49-F238E27FC236}">
                <a16:creationId xmlns:a16="http://schemas.microsoft.com/office/drawing/2014/main" id="{8046DBA5-FA75-457D-9A6E-E8CBEF27E149}"/>
              </a:ext>
            </a:extLst>
          </p:cNvPr>
          <p:cNvSpPr>
            <a:spLocks xmlns:a="http://schemas.openxmlformats.org/drawingml/2006/main" noGrp="1"/>
          </p:cNvSpPr>
          <p:nvPr/>
        </p:nvSpPr>
        <p:spPr>
          <a:xfrm xmlns:a="http://schemas.openxmlformats.org/drawingml/2006/main">
            <a:off x="16649700" y="6534150"/>
            <a:ext cx="9715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219 / text 1">
            <a:extLst xmlns:a="http://schemas.openxmlformats.org/drawingml/2006/main">
              <a:ext uri="{FF2B5EF4-FFF2-40B4-BE49-F238E27FC236}">
                <a16:creationId xmlns:a16="http://schemas.microsoft.com/office/drawing/2014/main" id="{4360E8FD-5D46-4200-98B4-73F4D0EE9D64}"/>
              </a:ext>
            </a:extLst>
          </p:cNvPr>
          <p:cNvSpPr>
            <a:spLocks xmlns:a="http://schemas.openxmlformats.org/drawingml/2006/main" noGrp="1"/>
          </p:cNvSpPr>
          <p:nvPr/>
        </p:nvSpPr>
        <p:spPr>
          <a:xfrm xmlns:a="http://schemas.openxmlformats.org/drawingml/2006/main">
            <a:off x="16735425" y="6538913"/>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클라우드</a:t>
            </a:r>
          </a:p>
        </p:txBody>
      </p:sp>
      <p:sp>
        <p:nvSpPr>
          <p:cNvPr id="258" name="dp41-comparison / n219 / text 2">
            <a:extLst xmlns:a="http://schemas.openxmlformats.org/drawingml/2006/main">
              <a:ext uri="{FF2B5EF4-FFF2-40B4-BE49-F238E27FC236}">
                <a16:creationId xmlns:a16="http://schemas.microsoft.com/office/drawing/2014/main" id="{E88A2746-51A6-40F8-8560-7678F1E5C379}"/>
              </a:ext>
            </a:extLst>
          </p:cNvPr>
          <p:cNvSpPr>
            <a:spLocks xmlns:a="http://schemas.openxmlformats.org/drawingml/2006/main" noGrp="1"/>
          </p:cNvSpPr>
          <p:nvPr/>
        </p:nvSpPr>
        <p:spPr>
          <a:xfrm xmlns:a="http://schemas.openxmlformats.org/drawingml/2006/main">
            <a:off x="16735425" y="6662738"/>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의미 LLM</a:t>
            </a:r>
          </a:p>
        </p:txBody>
      </p:sp>
      <p:sp>
        <p:nvSpPr>
          <p:cNvPr id="259" name="dp41-comparison / n220">
            <a:extLst xmlns:a="http://schemas.openxmlformats.org/drawingml/2006/main">
              <a:ext uri="{FF2B5EF4-FFF2-40B4-BE49-F238E27FC236}">
                <a16:creationId xmlns:a16="http://schemas.microsoft.com/office/drawing/2014/main" id="{FFE04F41-C1D6-4426-BAD5-EBE0D1BFE2AA}"/>
              </a:ext>
            </a:extLst>
          </p:cNvPr>
          <p:cNvSpPr>
            <a:spLocks xmlns:a="http://schemas.openxmlformats.org/drawingml/2006/main" noGrp="1"/>
          </p:cNvSpPr>
          <p:nvPr/>
        </p:nvSpPr>
        <p:spPr>
          <a:xfrm xmlns:a="http://schemas.openxmlformats.org/drawingml/2006/main">
            <a:off x="15525750" y="7372350"/>
            <a:ext cx="2095500" cy="16192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260" name="dp41-comparison / n221 / text 1">
            <a:extLst xmlns:a="http://schemas.openxmlformats.org/drawingml/2006/main">
              <a:ext uri="{FF2B5EF4-FFF2-40B4-BE49-F238E27FC236}">
                <a16:creationId xmlns:a16="http://schemas.microsoft.com/office/drawing/2014/main" id="{2248DF06-967E-47D2-9B32-A5FB212CA07D}"/>
              </a:ext>
            </a:extLst>
          </p:cNvPr>
          <p:cNvSpPr>
            <a:spLocks xmlns:a="http://schemas.openxmlformats.org/drawingml/2006/main" noGrp="1"/>
          </p:cNvSpPr>
          <p:nvPr/>
        </p:nvSpPr>
        <p:spPr>
          <a:xfrm xmlns:a="http://schemas.openxmlformats.org/drawingml/2006/main">
            <a:off x="15611475" y="7385209"/>
            <a:ext cx="1924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 b="1">
                <a:solidFill>
                  <a:srgbClr val="000000"/>
                </a:solidFill>
                <a:latin typeface="Apple SD Gothic Neo"/>
                <a:ea typeface="Apple SD Gothic Neo"/>
                <a:cs typeface="Apple SD Gothic Neo"/>
              </a:defRPr>
            </a:pPr>
            <a:r>
              <a:rPr sz="825" b="1">
                <a:solidFill>
                  <a:srgbClr val="000000"/>
                </a:solidFill>
                <a:latin typeface="Apple SD Gothic Neo"/>
                <a:ea typeface="Apple SD Gothic Neo"/>
                <a:cs typeface="Apple SD Gothic Neo"/>
              </a:rPr>
              <a:t>Downstream Agent</a:t>
            </a:r>
          </a:p>
        </p:txBody>
      </p:sp>
      <p:sp>
        <p:nvSpPr>
          <p:cNvPr id="261" name="dp41-comparison / n222 / path">
            <a:extLst xmlns:a="http://schemas.openxmlformats.org/drawingml/2006/main">
              <a:ext uri="{FF2B5EF4-FFF2-40B4-BE49-F238E27FC236}">
                <a16:creationId xmlns:a16="http://schemas.microsoft.com/office/drawing/2014/main" id="{A9B72248-6AD1-4B25-8CDB-3151D091CD14}"/>
              </a:ext>
            </a:extLst>
          </p:cNvPr>
          <p:cNvSpPr>
            <a:spLocks xmlns:a="http://schemas.openxmlformats.org/drawingml/2006/main" noGrp="1"/>
          </p:cNvSpPr>
          <p:nvPr/>
        </p:nvSpPr>
        <p:spPr>
          <a:xfrm xmlns:a="http://schemas.openxmlformats.org/drawingml/2006/main">
            <a:off x="11049000" y="4262438"/>
            <a:ext cx="6705600" cy="1414463"/>
          </a:xfrm>
          <a:custGeom xmlns:a="http://schemas.openxmlformats.org/drawingml/2006/main">
            <a:pathLst>
              <a:path w="6705600" h="1414463">
                <a:moveTo>
                  <a:pt x="6477000" y="0"/>
                </a:moveTo>
                <a:lnTo>
                  <a:pt x="6705600" y="0"/>
                </a:lnTo>
                <a:lnTo>
                  <a:pt x="6705600" y="1309688"/>
                </a:lnTo>
                <a:lnTo>
                  <a:pt x="0" y="1309688"/>
                </a:lnTo>
                <a:lnTo>
                  <a:pt x="0" y="1414463"/>
                </a:lnTo>
              </a:path>
            </a:pathLst>
          </a:custGeom>
          <a:noFill xmlns:a="http://schemas.openxmlformats.org/drawingml/2006/main"/>
          <a:ln xmlns:a="http://schemas.openxmlformats.org/drawingml/2006/main" w="10478">
            <a:solidFill>
              <a:srgbClr val="000000"/>
            </a:solidFill>
            <a:prstDash val="solid"/>
          </a:ln>
        </p:spPr>
      </p:sp>
      <p:sp>
        <p:nvSpPr>
          <p:cNvPr id="262" name="dp41-comparison / n222 / arrow">
            <a:extLst xmlns:a="http://schemas.openxmlformats.org/drawingml/2006/main">
              <a:ext uri="{FF2B5EF4-FFF2-40B4-BE49-F238E27FC236}">
                <a16:creationId xmlns:a16="http://schemas.microsoft.com/office/drawing/2014/main" id="{1D120FAE-19E8-4119-966D-2A45E50E3668}"/>
              </a:ext>
            </a:extLst>
          </p:cNvPr>
          <p:cNvSpPr>
            <a:spLocks xmlns:a="http://schemas.openxmlformats.org/drawingml/2006/main" noGrp="1"/>
          </p:cNvSpPr>
          <p:nvPr/>
        </p:nvSpPr>
        <p:spPr>
          <a:xfrm xmlns:a="http://schemas.openxmlformats.org/drawingml/2006/main">
            <a:off x="11015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3" name="dp41-comparison / n223 / path">
            <a:extLst xmlns:a="http://schemas.openxmlformats.org/drawingml/2006/main">
              <a:ext uri="{FF2B5EF4-FFF2-40B4-BE49-F238E27FC236}">
                <a16:creationId xmlns:a16="http://schemas.microsoft.com/office/drawing/2014/main" id="{A842A7E5-DD4B-4F82-B71E-230678AC173A}"/>
              </a:ext>
            </a:extLst>
          </p:cNvPr>
          <p:cNvSpPr>
            <a:spLocks xmlns:a="http://schemas.openxmlformats.org/drawingml/2006/main" noGrp="1"/>
          </p:cNvSpPr>
          <p:nvPr/>
        </p:nvSpPr>
        <p:spPr>
          <a:xfrm xmlns:a="http://schemas.openxmlformats.org/drawingml/2006/main">
            <a:off x="11134725" y="4386263"/>
            <a:ext cx="6543675" cy="1290638"/>
          </a:xfrm>
          <a:custGeom xmlns:a="http://schemas.openxmlformats.org/drawingml/2006/main">
            <a:pathLst>
              <a:path w="6543675" h="1290638">
                <a:moveTo>
                  <a:pt x="0" y="1290638"/>
                </a:moveTo>
                <a:lnTo>
                  <a:pt x="0" y="1214438"/>
                </a:lnTo>
                <a:lnTo>
                  <a:pt x="6543675" y="1214438"/>
                </a:lnTo>
                <a:lnTo>
                  <a:pt x="6543675" y="0"/>
                </a:lnTo>
                <a:lnTo>
                  <a:pt x="6391275" y="0"/>
                </a:lnTo>
              </a:path>
            </a:pathLst>
          </a:custGeom>
          <a:noFill xmlns:a="http://schemas.openxmlformats.org/drawingml/2006/main"/>
          <a:ln xmlns:a="http://schemas.openxmlformats.org/drawingml/2006/main" w="10478">
            <a:solidFill>
              <a:srgbClr val="000000"/>
            </a:solidFill>
            <a:prstDash val="dash"/>
          </a:ln>
        </p:spPr>
      </p:sp>
      <p:sp>
        <p:nvSpPr>
          <p:cNvPr id="264" name="dp41-comparison / n223 / arrow">
            <a:extLst xmlns:a="http://schemas.openxmlformats.org/drawingml/2006/main">
              <a:ext uri="{FF2B5EF4-FFF2-40B4-BE49-F238E27FC236}">
                <a16:creationId xmlns:a16="http://schemas.microsoft.com/office/drawing/2014/main" id="{FDB76B04-D557-4A4C-B9A6-1A6BCA218AEE}"/>
              </a:ext>
            </a:extLst>
          </p:cNvPr>
          <p:cNvSpPr>
            <a:spLocks xmlns:a="http://schemas.openxmlformats.org/drawingml/2006/main" noGrp="1"/>
          </p:cNvSpPr>
          <p:nvPr/>
        </p:nvSpPr>
        <p:spPr>
          <a:xfrm xmlns:a="http://schemas.openxmlformats.org/drawingml/2006/main">
            <a:off x="17526000" y="4352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65" name="dp41-comparison / n224 / path">
            <a:extLst xmlns:a="http://schemas.openxmlformats.org/drawingml/2006/main">
              <a:ext uri="{FF2B5EF4-FFF2-40B4-BE49-F238E27FC236}">
                <a16:creationId xmlns:a16="http://schemas.microsoft.com/office/drawing/2014/main" id="{AC9ECE9A-CF09-4366-8BAA-0833F2D584FF}"/>
              </a:ext>
            </a:extLst>
          </p:cNvPr>
          <p:cNvSpPr>
            <a:spLocks xmlns:a="http://schemas.openxmlformats.org/drawingml/2006/main" noGrp="1"/>
          </p:cNvSpPr>
          <p:nvPr/>
        </p:nvSpPr>
        <p:spPr>
          <a:xfrm xmlns:a="http://schemas.openxmlformats.org/drawingml/2006/main">
            <a:off x="13744575" y="4262438"/>
            <a:ext cx="4010025" cy="1414463"/>
          </a:xfrm>
          <a:custGeom xmlns:a="http://schemas.openxmlformats.org/drawingml/2006/main">
            <a:pathLst>
              <a:path w="4010025" h="1414463">
                <a:moveTo>
                  <a:pt x="3781425" y="0"/>
                </a:moveTo>
                <a:lnTo>
                  <a:pt x="4010025" y="0"/>
                </a:lnTo>
                <a:lnTo>
                  <a:pt x="4010025" y="1338263"/>
                </a:lnTo>
                <a:lnTo>
                  <a:pt x="0" y="1338263"/>
                </a:lnTo>
                <a:lnTo>
                  <a:pt x="0" y="1414463"/>
                </a:lnTo>
              </a:path>
            </a:pathLst>
          </a:custGeom>
          <a:noFill xmlns:a="http://schemas.openxmlformats.org/drawingml/2006/main"/>
          <a:ln xmlns:a="http://schemas.openxmlformats.org/drawingml/2006/main" w="10478">
            <a:solidFill>
              <a:srgbClr val="000000"/>
            </a:solidFill>
            <a:prstDash val="solid"/>
          </a:ln>
        </p:spPr>
      </p:sp>
      <p:sp>
        <p:nvSpPr>
          <p:cNvPr id="266" name="dp41-comparison / n224 / arrow">
            <a:extLst xmlns:a="http://schemas.openxmlformats.org/drawingml/2006/main">
              <a:ext uri="{FF2B5EF4-FFF2-40B4-BE49-F238E27FC236}">
                <a16:creationId xmlns:a16="http://schemas.microsoft.com/office/drawing/2014/main" id="{FEA4CA6A-948F-44D7-8778-F123D6C4B7A3}"/>
              </a:ext>
            </a:extLst>
          </p:cNvPr>
          <p:cNvSpPr>
            <a:spLocks xmlns:a="http://schemas.openxmlformats.org/drawingml/2006/main" noGrp="1"/>
          </p:cNvSpPr>
          <p:nvPr/>
        </p:nvSpPr>
        <p:spPr>
          <a:xfrm xmlns:a="http://schemas.openxmlformats.org/drawingml/2006/main">
            <a:off x="13711047"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7" name="dp41-comparison / n225 / path">
            <a:extLst xmlns:a="http://schemas.openxmlformats.org/drawingml/2006/main">
              <a:ext uri="{FF2B5EF4-FFF2-40B4-BE49-F238E27FC236}">
                <a16:creationId xmlns:a16="http://schemas.microsoft.com/office/drawing/2014/main" id="{B855D3D5-E224-43D4-AA50-BEA7D15F4B13}"/>
              </a:ext>
            </a:extLst>
          </p:cNvPr>
          <p:cNvSpPr>
            <a:spLocks xmlns:a="http://schemas.openxmlformats.org/drawingml/2006/main" noGrp="1"/>
          </p:cNvSpPr>
          <p:nvPr/>
        </p:nvSpPr>
        <p:spPr>
          <a:xfrm xmlns:a="http://schemas.openxmlformats.org/drawingml/2006/main">
            <a:off x="13830300" y="4386263"/>
            <a:ext cx="3848100" cy="1290638"/>
          </a:xfrm>
          <a:custGeom xmlns:a="http://schemas.openxmlformats.org/drawingml/2006/main">
            <a:pathLst>
              <a:path w="3848100" h="1290638">
                <a:moveTo>
                  <a:pt x="0" y="1290638"/>
                </a:moveTo>
                <a:lnTo>
                  <a:pt x="0" y="1243013"/>
                </a:lnTo>
                <a:lnTo>
                  <a:pt x="3848100" y="1243013"/>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68" name="dp41-comparison / n225 / arrow">
            <a:extLst xmlns:a="http://schemas.openxmlformats.org/drawingml/2006/main">
              <a:ext uri="{FF2B5EF4-FFF2-40B4-BE49-F238E27FC236}">
                <a16:creationId xmlns:a16="http://schemas.microsoft.com/office/drawing/2014/main" id="{9E11FCCB-831A-4FC6-AFAE-C4601CAB1320}"/>
              </a:ext>
            </a:extLst>
          </p:cNvPr>
          <p:cNvSpPr>
            <a:spLocks xmlns:a="http://schemas.openxmlformats.org/drawingml/2006/main" noGrp="1"/>
          </p:cNvSpPr>
          <p:nvPr/>
        </p:nvSpPr>
        <p:spPr>
          <a:xfrm xmlns:a="http://schemas.openxmlformats.org/drawingml/2006/main">
            <a:off x="17526000" y="4352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69" name="dp41-comparison / n226 / path">
            <a:extLst xmlns:a="http://schemas.openxmlformats.org/drawingml/2006/main">
              <a:ext uri="{FF2B5EF4-FFF2-40B4-BE49-F238E27FC236}">
                <a16:creationId xmlns:a16="http://schemas.microsoft.com/office/drawing/2014/main" id="{82240F6B-7BE9-43FA-9C15-ED887D18F210}"/>
              </a:ext>
            </a:extLst>
          </p:cNvPr>
          <p:cNvSpPr>
            <a:spLocks xmlns:a="http://schemas.openxmlformats.org/drawingml/2006/main" noGrp="1"/>
          </p:cNvSpPr>
          <p:nvPr/>
        </p:nvSpPr>
        <p:spPr>
          <a:xfrm xmlns:a="http://schemas.openxmlformats.org/drawingml/2006/main">
            <a:off x="9791700" y="3452813"/>
            <a:ext cx="7981950" cy="2738438"/>
          </a:xfrm>
          <a:custGeom xmlns:a="http://schemas.openxmlformats.org/drawingml/2006/main">
            <a:pathLst>
              <a:path w="7981950" h="2738438">
                <a:moveTo>
                  <a:pt x="161925" y="0"/>
                </a:moveTo>
                <a:lnTo>
                  <a:pt x="0" y="0"/>
                </a:lnTo>
                <a:lnTo>
                  <a:pt x="0" y="2566988"/>
                </a:lnTo>
                <a:lnTo>
                  <a:pt x="7981950" y="2566988"/>
                </a:lnTo>
                <a:lnTo>
                  <a:pt x="7981950" y="2738438"/>
                </a:lnTo>
                <a:lnTo>
                  <a:pt x="7829550" y="2738438"/>
                </a:lnTo>
              </a:path>
            </a:pathLst>
          </a:custGeom>
          <a:noFill xmlns:a="http://schemas.openxmlformats.org/drawingml/2006/main"/>
          <a:ln xmlns:a="http://schemas.openxmlformats.org/drawingml/2006/main" w="10478">
            <a:solidFill>
              <a:srgbClr val="000000"/>
            </a:solidFill>
            <a:prstDash val="solid"/>
          </a:ln>
        </p:spPr>
      </p:sp>
      <p:sp>
        <p:nvSpPr>
          <p:cNvPr id="270" name="dp41-comparison / n226 / arrow">
            <a:extLst xmlns:a="http://schemas.openxmlformats.org/drawingml/2006/main">
              <a:ext uri="{FF2B5EF4-FFF2-40B4-BE49-F238E27FC236}">
                <a16:creationId xmlns:a16="http://schemas.microsoft.com/office/drawing/2014/main" id="{F9824972-9968-4468-BB86-92789E0F033B}"/>
              </a:ext>
            </a:extLst>
          </p:cNvPr>
          <p:cNvSpPr>
            <a:spLocks xmlns:a="http://schemas.openxmlformats.org/drawingml/2006/main" noGrp="1"/>
          </p:cNvSpPr>
          <p:nvPr/>
        </p:nvSpPr>
        <p:spPr>
          <a:xfrm xmlns:a="http://schemas.openxmlformats.org/drawingml/2006/main">
            <a:off x="17621250" y="6157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71" name="dp41-comparison / n227 / path">
            <a:extLst xmlns:a="http://schemas.openxmlformats.org/drawingml/2006/main">
              <a:ext uri="{FF2B5EF4-FFF2-40B4-BE49-F238E27FC236}">
                <a16:creationId xmlns:a16="http://schemas.microsoft.com/office/drawing/2014/main" id="{8684BF2B-0FCD-47FD-BC05-E03CE0E71D64}"/>
              </a:ext>
            </a:extLst>
          </p:cNvPr>
          <p:cNvSpPr>
            <a:spLocks xmlns:a="http://schemas.openxmlformats.org/drawingml/2006/main" noGrp="1"/>
          </p:cNvSpPr>
          <p:nvPr/>
        </p:nvSpPr>
        <p:spPr>
          <a:xfrm xmlns:a="http://schemas.openxmlformats.org/drawingml/2006/main">
            <a:off x="9715500" y="3567113"/>
            <a:ext cx="8077200" cy="2700338"/>
          </a:xfrm>
          <a:custGeom xmlns:a="http://schemas.openxmlformats.org/drawingml/2006/main">
            <a:pathLst>
              <a:path w="8077200" h="2700338">
                <a:moveTo>
                  <a:pt x="7905750" y="2700338"/>
                </a:moveTo>
                <a:lnTo>
                  <a:pt x="8077200" y="2700338"/>
                </a:lnTo>
                <a:lnTo>
                  <a:pt x="8077200" y="2424113"/>
                </a:lnTo>
                <a:lnTo>
                  <a:pt x="0" y="2424113"/>
                </a:lnTo>
                <a:lnTo>
                  <a:pt x="0" y="0"/>
                </a:lnTo>
                <a:lnTo>
                  <a:pt x="238125" y="0"/>
                </a:lnTo>
              </a:path>
            </a:pathLst>
          </a:custGeom>
          <a:noFill xmlns:a="http://schemas.openxmlformats.org/drawingml/2006/main"/>
          <a:ln xmlns:a="http://schemas.openxmlformats.org/drawingml/2006/main" w="10478">
            <a:solidFill>
              <a:srgbClr val="000000"/>
            </a:solidFill>
            <a:prstDash val="dash"/>
          </a:ln>
        </p:spPr>
      </p:sp>
      <p:sp>
        <p:nvSpPr>
          <p:cNvPr id="272" name="dp41-comparison / n227 / arrow">
            <a:extLst xmlns:a="http://schemas.openxmlformats.org/drawingml/2006/main">
              <a:ext uri="{FF2B5EF4-FFF2-40B4-BE49-F238E27FC236}">
                <a16:creationId xmlns:a16="http://schemas.microsoft.com/office/drawing/2014/main" id="{D05413AE-B04F-46F1-9734-969CD1EF7C4F}"/>
              </a:ext>
            </a:extLst>
          </p:cNvPr>
          <p:cNvSpPr>
            <a:spLocks xmlns:a="http://schemas.openxmlformats.org/drawingml/2006/main" noGrp="1"/>
          </p:cNvSpPr>
          <p:nvPr/>
        </p:nvSpPr>
        <p:spPr>
          <a:xfrm xmlns:a="http://schemas.openxmlformats.org/drawingml/2006/main">
            <a:off x="9886569" y="3533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73" name="dp41-comparison / n228 / path">
            <a:extLst xmlns:a="http://schemas.openxmlformats.org/drawingml/2006/main">
              <a:ext uri="{FF2B5EF4-FFF2-40B4-BE49-F238E27FC236}">
                <a16:creationId xmlns:a16="http://schemas.microsoft.com/office/drawing/2014/main" id="{A1B240B3-7A9B-4DA2-A88C-2AF959AA6F41}"/>
              </a:ext>
            </a:extLst>
          </p:cNvPr>
          <p:cNvSpPr>
            <a:spLocks xmlns:a="http://schemas.openxmlformats.org/drawingml/2006/main" noGrp="1"/>
          </p:cNvSpPr>
          <p:nvPr/>
        </p:nvSpPr>
        <p:spPr>
          <a:xfrm xmlns:a="http://schemas.openxmlformats.org/drawingml/2006/main">
            <a:off x="16011525" y="6324600"/>
            <a:ext cx="85725" cy="209550"/>
          </a:xfrm>
          <a:custGeom xmlns:a="http://schemas.openxmlformats.org/drawingml/2006/main">
            <a:pathLst>
              <a:path w="85725" h="209550">
                <a:moveTo>
                  <a:pt x="85725" y="0"/>
                </a:moveTo>
                <a:lnTo>
                  <a:pt x="85725" y="95250"/>
                </a:lnTo>
                <a:lnTo>
                  <a:pt x="0" y="95250"/>
                </a:lnTo>
                <a:lnTo>
                  <a:pt x="0" y="209550"/>
                </a:lnTo>
              </a:path>
            </a:pathLst>
          </a:custGeom>
          <a:noFill xmlns:a="http://schemas.openxmlformats.org/drawingml/2006/main"/>
          <a:ln xmlns:a="http://schemas.openxmlformats.org/drawingml/2006/main" w="10478">
            <a:solidFill>
              <a:srgbClr val="000000"/>
            </a:solidFill>
            <a:prstDash val="solid"/>
          </a:ln>
        </p:spPr>
      </p:sp>
      <p:sp>
        <p:nvSpPr>
          <p:cNvPr id="274" name="dp41-comparison / n228 / arrow">
            <a:extLst xmlns:a="http://schemas.openxmlformats.org/drawingml/2006/main">
              <a:ext uri="{FF2B5EF4-FFF2-40B4-BE49-F238E27FC236}">
                <a16:creationId xmlns:a16="http://schemas.microsoft.com/office/drawing/2014/main" id="{BDB09A76-B0DF-4C03-9236-0525CFAEC992}"/>
              </a:ext>
            </a:extLst>
          </p:cNvPr>
          <p:cNvSpPr>
            <a:spLocks xmlns:a="http://schemas.openxmlformats.org/drawingml/2006/main" noGrp="1"/>
          </p:cNvSpPr>
          <p:nvPr/>
        </p:nvSpPr>
        <p:spPr>
          <a:xfrm xmlns:a="http://schemas.openxmlformats.org/drawingml/2006/main">
            <a:off x="15977997" y="64670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5" name="dp41-comparison / n229 / path">
            <a:extLst xmlns:a="http://schemas.openxmlformats.org/drawingml/2006/main">
              <a:ext uri="{FF2B5EF4-FFF2-40B4-BE49-F238E27FC236}">
                <a16:creationId xmlns:a16="http://schemas.microsoft.com/office/drawing/2014/main" id="{D169ECFD-0584-44CB-8660-C498E0120F53}"/>
              </a:ext>
            </a:extLst>
          </p:cNvPr>
          <p:cNvSpPr>
            <a:spLocks xmlns:a="http://schemas.openxmlformats.org/drawingml/2006/main" noGrp="1"/>
          </p:cNvSpPr>
          <p:nvPr/>
        </p:nvSpPr>
        <p:spPr>
          <a:xfrm xmlns:a="http://schemas.openxmlformats.org/drawingml/2006/main">
            <a:off x="16097250" y="6324600"/>
            <a:ext cx="85725" cy="209550"/>
          </a:xfrm>
          <a:custGeom xmlns:a="http://schemas.openxmlformats.org/drawingml/2006/main">
            <a:pathLst>
              <a:path w="85725" h="209550">
                <a:moveTo>
                  <a:pt x="0" y="209550"/>
                </a:moveTo>
                <a:lnTo>
                  <a:pt x="0" y="142875"/>
                </a:lnTo>
                <a:lnTo>
                  <a:pt x="85725" y="142875"/>
                </a:lnTo>
                <a:lnTo>
                  <a:pt x="85725" y="0"/>
                </a:lnTo>
              </a:path>
            </a:pathLst>
          </a:custGeom>
          <a:noFill xmlns:a="http://schemas.openxmlformats.org/drawingml/2006/main"/>
          <a:ln xmlns:a="http://schemas.openxmlformats.org/drawingml/2006/main" w="10478">
            <a:solidFill>
              <a:srgbClr val="000000"/>
            </a:solidFill>
            <a:prstDash val="dash"/>
          </a:ln>
        </p:spPr>
      </p:sp>
      <p:sp>
        <p:nvSpPr>
          <p:cNvPr id="276" name="dp41-comparison / n229 / arrow">
            <a:extLst xmlns:a="http://schemas.openxmlformats.org/drawingml/2006/main">
              <a:ext uri="{FF2B5EF4-FFF2-40B4-BE49-F238E27FC236}">
                <a16:creationId xmlns:a16="http://schemas.microsoft.com/office/drawing/2014/main" id="{B5ECDBFC-17DE-4CF1-9D2B-B2B2302DEC63}"/>
              </a:ext>
            </a:extLst>
          </p:cNvPr>
          <p:cNvSpPr>
            <a:spLocks xmlns:a="http://schemas.openxmlformats.org/drawingml/2006/main" noGrp="1"/>
          </p:cNvSpPr>
          <p:nvPr/>
        </p:nvSpPr>
        <p:spPr>
          <a:xfrm xmlns:a="http://schemas.openxmlformats.org/drawingml/2006/main">
            <a:off x="16149447" y="63246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7" name="dp41-comparison / n230 / path">
            <a:extLst xmlns:a="http://schemas.openxmlformats.org/drawingml/2006/main">
              <a:ext uri="{FF2B5EF4-FFF2-40B4-BE49-F238E27FC236}">
                <a16:creationId xmlns:a16="http://schemas.microsoft.com/office/drawing/2014/main" id="{A34B8E97-845E-47EF-87ED-B4AED491C21D}"/>
              </a:ext>
            </a:extLst>
          </p:cNvPr>
          <p:cNvSpPr>
            <a:spLocks xmlns:a="http://schemas.openxmlformats.org/drawingml/2006/main" noGrp="1"/>
          </p:cNvSpPr>
          <p:nvPr/>
        </p:nvSpPr>
        <p:spPr>
          <a:xfrm xmlns:a="http://schemas.openxmlformats.org/drawingml/2006/main">
            <a:off x="17097375" y="6324600"/>
            <a:ext cx="38100" cy="209550"/>
          </a:xfrm>
          <a:custGeom xmlns:a="http://schemas.openxmlformats.org/drawingml/2006/main">
            <a:pathLst>
              <a:path w="38100" h="209550">
                <a:moveTo>
                  <a:pt x="0" y="0"/>
                </a:moveTo>
                <a:lnTo>
                  <a:pt x="0" y="95250"/>
                </a:lnTo>
                <a:lnTo>
                  <a:pt x="38100" y="95250"/>
                </a:lnTo>
                <a:lnTo>
                  <a:pt x="38100" y="209550"/>
                </a:lnTo>
              </a:path>
            </a:pathLst>
          </a:custGeom>
          <a:noFill xmlns:a="http://schemas.openxmlformats.org/drawingml/2006/main"/>
          <a:ln xmlns:a="http://schemas.openxmlformats.org/drawingml/2006/main" w="10478">
            <a:solidFill>
              <a:srgbClr val="000000"/>
            </a:solidFill>
            <a:prstDash val="solid"/>
          </a:ln>
        </p:spPr>
      </p:sp>
      <p:sp>
        <p:nvSpPr>
          <p:cNvPr id="278" name="dp41-comparison / n230 / arrow">
            <a:extLst xmlns:a="http://schemas.openxmlformats.org/drawingml/2006/main">
              <a:ext uri="{FF2B5EF4-FFF2-40B4-BE49-F238E27FC236}">
                <a16:creationId xmlns:a16="http://schemas.microsoft.com/office/drawing/2014/main" id="{746C632A-B172-4A72-8C6C-13B123F6D690}"/>
              </a:ext>
            </a:extLst>
          </p:cNvPr>
          <p:cNvSpPr>
            <a:spLocks xmlns:a="http://schemas.openxmlformats.org/drawingml/2006/main" noGrp="1"/>
          </p:cNvSpPr>
          <p:nvPr/>
        </p:nvSpPr>
        <p:spPr>
          <a:xfrm xmlns:a="http://schemas.openxmlformats.org/drawingml/2006/main">
            <a:off x="17101947" y="64670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9" name="dp41-comparison / n231 / path">
            <a:extLst xmlns:a="http://schemas.openxmlformats.org/drawingml/2006/main">
              <a:ext uri="{FF2B5EF4-FFF2-40B4-BE49-F238E27FC236}">
                <a16:creationId xmlns:a16="http://schemas.microsoft.com/office/drawing/2014/main" id="{492543AB-DEAB-45DC-9750-A8EEDDE82449}"/>
              </a:ext>
            </a:extLst>
          </p:cNvPr>
          <p:cNvSpPr>
            <a:spLocks xmlns:a="http://schemas.openxmlformats.org/drawingml/2006/main" noGrp="1"/>
          </p:cNvSpPr>
          <p:nvPr/>
        </p:nvSpPr>
        <p:spPr>
          <a:xfrm xmlns:a="http://schemas.openxmlformats.org/drawingml/2006/main">
            <a:off x="17183100" y="6324600"/>
            <a:ext cx="38100" cy="209550"/>
          </a:xfrm>
          <a:custGeom xmlns:a="http://schemas.openxmlformats.org/drawingml/2006/main">
            <a:pathLst>
              <a:path w="38100" h="209550">
                <a:moveTo>
                  <a:pt x="38100" y="209550"/>
                </a:moveTo>
                <a:lnTo>
                  <a:pt x="38100" y="142875"/>
                </a:lnTo>
                <a:lnTo>
                  <a:pt x="0" y="142875"/>
                </a:lnTo>
                <a:lnTo>
                  <a:pt x="0" y="0"/>
                </a:lnTo>
              </a:path>
            </a:pathLst>
          </a:custGeom>
          <a:noFill xmlns:a="http://schemas.openxmlformats.org/drawingml/2006/main"/>
          <a:ln xmlns:a="http://schemas.openxmlformats.org/drawingml/2006/main" w="10478">
            <a:solidFill>
              <a:srgbClr val="000000"/>
            </a:solidFill>
            <a:prstDash val="dash"/>
          </a:ln>
        </p:spPr>
      </p:sp>
      <p:sp>
        <p:nvSpPr>
          <p:cNvPr id="280" name="dp41-comparison / n231 / arrow">
            <a:extLst xmlns:a="http://schemas.openxmlformats.org/drawingml/2006/main">
              <a:ext uri="{FF2B5EF4-FFF2-40B4-BE49-F238E27FC236}">
                <a16:creationId xmlns:a16="http://schemas.microsoft.com/office/drawing/2014/main" id="{194D7B8F-DEAB-435C-93B9-C1A04467E870}"/>
              </a:ext>
            </a:extLst>
          </p:cNvPr>
          <p:cNvSpPr>
            <a:spLocks xmlns:a="http://schemas.openxmlformats.org/drawingml/2006/main" noGrp="1"/>
          </p:cNvSpPr>
          <p:nvPr/>
        </p:nvSpPr>
        <p:spPr>
          <a:xfrm xmlns:a="http://schemas.openxmlformats.org/drawingml/2006/main">
            <a:off x="17149572" y="63246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81" name="dp41-comparison / n232 / path">
            <a:extLst xmlns:a="http://schemas.openxmlformats.org/drawingml/2006/main">
              <a:ext uri="{FF2B5EF4-FFF2-40B4-BE49-F238E27FC236}">
                <a16:creationId xmlns:a16="http://schemas.microsoft.com/office/drawing/2014/main" id="{615CF290-51A9-4C87-8802-04943A031937}"/>
              </a:ext>
            </a:extLst>
          </p:cNvPr>
          <p:cNvSpPr>
            <a:spLocks xmlns:a="http://schemas.openxmlformats.org/drawingml/2006/main" noGrp="1"/>
          </p:cNvSpPr>
          <p:nvPr/>
        </p:nvSpPr>
        <p:spPr>
          <a:xfrm xmlns:a="http://schemas.openxmlformats.org/drawingml/2006/main">
            <a:off x="9772650" y="3367088"/>
            <a:ext cx="180975" cy="2919413"/>
          </a:xfrm>
          <a:custGeom xmlns:a="http://schemas.openxmlformats.org/drawingml/2006/main">
            <a:pathLst>
              <a:path w="180975" h="2919413">
                <a:moveTo>
                  <a:pt x="180975" y="2919413"/>
                </a:moveTo>
                <a:lnTo>
                  <a:pt x="0" y="2871788"/>
                </a:lnTo>
                <a:lnTo>
                  <a:pt x="0" y="0"/>
                </a:lnTo>
                <a:lnTo>
                  <a:pt x="180975" y="0"/>
                </a:lnTo>
              </a:path>
            </a:pathLst>
          </a:custGeom>
          <a:noFill xmlns:a="http://schemas.openxmlformats.org/drawingml/2006/main"/>
          <a:ln xmlns:a="http://schemas.openxmlformats.org/drawingml/2006/main" w="10478">
            <a:solidFill>
              <a:srgbClr val="000000"/>
            </a:solidFill>
            <a:prstDash val="solid"/>
          </a:ln>
        </p:spPr>
      </p:sp>
      <p:sp>
        <p:nvSpPr>
          <p:cNvPr id="282" name="dp41-comparison / n232 / arrow">
            <a:extLst xmlns:a="http://schemas.openxmlformats.org/drawingml/2006/main">
              <a:ext uri="{FF2B5EF4-FFF2-40B4-BE49-F238E27FC236}">
                <a16:creationId xmlns:a16="http://schemas.microsoft.com/office/drawing/2014/main" id="{8DDD4E20-CF5D-4DDD-8A4A-1110E0C9ECA5}"/>
              </a:ext>
            </a:extLst>
          </p:cNvPr>
          <p:cNvSpPr>
            <a:spLocks xmlns:a="http://schemas.openxmlformats.org/drawingml/2006/main" noGrp="1"/>
          </p:cNvSpPr>
          <p:nvPr/>
        </p:nvSpPr>
        <p:spPr>
          <a:xfrm xmlns:a="http://schemas.openxmlformats.org/drawingml/2006/main">
            <a:off x="9886569" y="33335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3" name="dp41-comparison / n233 / path">
            <a:extLst xmlns:a="http://schemas.openxmlformats.org/drawingml/2006/main">
              <a:ext uri="{FF2B5EF4-FFF2-40B4-BE49-F238E27FC236}">
                <a16:creationId xmlns:a16="http://schemas.microsoft.com/office/drawing/2014/main" id="{D8052B0B-F17B-4067-B457-27D5898126B7}"/>
              </a:ext>
            </a:extLst>
          </p:cNvPr>
          <p:cNvSpPr>
            <a:spLocks xmlns:a="http://schemas.openxmlformats.org/drawingml/2006/main" noGrp="1"/>
          </p:cNvSpPr>
          <p:nvPr/>
        </p:nvSpPr>
        <p:spPr>
          <a:xfrm xmlns:a="http://schemas.openxmlformats.org/drawingml/2006/main">
            <a:off x="11058525" y="5353050"/>
            <a:ext cx="14288" cy="781050"/>
          </a:xfrm>
          <a:custGeom xmlns:a="http://schemas.openxmlformats.org/drawingml/2006/main">
            <a:pathLst>
              <a:path w="14288" h="781050">
                <a:moveTo>
                  <a:pt x="0" y="0"/>
                </a:moveTo>
                <a:lnTo>
                  <a:pt x="0" y="742950"/>
                </a:lnTo>
                <a:lnTo>
                  <a:pt x="9525" y="742950"/>
                </a:lnTo>
                <a:lnTo>
                  <a:pt x="14288" y="781050"/>
                </a:lnTo>
              </a:path>
            </a:pathLst>
          </a:custGeom>
          <a:noFill xmlns:a="http://schemas.openxmlformats.org/drawingml/2006/main"/>
          <a:ln xmlns:a="http://schemas.openxmlformats.org/drawingml/2006/main" w="10478">
            <a:solidFill>
              <a:srgbClr val="000000"/>
            </a:solidFill>
            <a:prstDash val="solid"/>
          </a:ln>
        </p:spPr>
      </p:sp>
      <p:sp>
        <p:nvSpPr>
          <p:cNvPr id="284" name="dp41-comparison / n233 / arrow">
            <a:extLst xmlns:a="http://schemas.openxmlformats.org/drawingml/2006/main">
              <a:ext uri="{FF2B5EF4-FFF2-40B4-BE49-F238E27FC236}">
                <a16:creationId xmlns:a16="http://schemas.microsoft.com/office/drawing/2014/main" id="{385F40CD-C511-4E72-A08E-AD7D1C7744DE}"/>
              </a:ext>
            </a:extLst>
          </p:cNvPr>
          <p:cNvSpPr>
            <a:spLocks xmlns:a="http://schemas.openxmlformats.org/drawingml/2006/main" noGrp="1"/>
          </p:cNvSpPr>
          <p:nvPr/>
        </p:nvSpPr>
        <p:spPr>
          <a:xfrm xmlns:a="http://schemas.openxmlformats.org/drawingml/2006/main">
            <a:off x="11031226" y="6063403"/>
            <a:ext cx="66538" cy="70697"/>
          </a:xfrm>
          <a:custGeom xmlns:a="http://schemas.openxmlformats.org/drawingml/2006/main">
            <a:pathLst>
              <a:path w="66538" h="70697">
                <a:moveTo>
                  <a:pt x="0" y="8317"/>
                </a:moveTo>
                <a:lnTo>
                  <a:pt x="41586" y="70697"/>
                </a:lnTo>
                <a:lnTo>
                  <a:pt x="66538" y="0"/>
                </a:lnTo>
              </a:path>
            </a:pathLst>
          </a:custGeom>
          <a:noFill xmlns:a="http://schemas.openxmlformats.org/drawingml/2006/main"/>
          <a:ln xmlns:a="http://schemas.openxmlformats.org/drawingml/2006/main" w="13411">
            <a:solidFill>
              <a:srgbClr val="000000"/>
            </a:solidFill>
            <a:prstDash val="solid"/>
          </a:ln>
        </p:spPr>
      </p:sp>
      <p:sp>
        <p:nvSpPr>
          <p:cNvPr id="285" name="dp41-comparison / n234 / path">
            <a:extLst xmlns:a="http://schemas.openxmlformats.org/drawingml/2006/main">
              <a:ext uri="{FF2B5EF4-FFF2-40B4-BE49-F238E27FC236}">
                <a16:creationId xmlns:a16="http://schemas.microsoft.com/office/drawing/2014/main" id="{B3EF3B33-2888-4EAA-9C90-E8E495FC7007}"/>
              </a:ext>
            </a:extLst>
          </p:cNvPr>
          <p:cNvSpPr>
            <a:spLocks xmlns:a="http://schemas.openxmlformats.org/drawingml/2006/main" noGrp="1"/>
          </p:cNvSpPr>
          <p:nvPr/>
        </p:nvSpPr>
        <p:spPr>
          <a:xfrm xmlns:a="http://schemas.openxmlformats.org/drawingml/2006/main">
            <a:off x="12192000" y="6167438"/>
            <a:ext cx="457200" cy="109538"/>
          </a:xfrm>
          <a:custGeom xmlns:a="http://schemas.openxmlformats.org/drawingml/2006/main">
            <a:pathLst>
              <a:path w="457200" h="109538">
                <a:moveTo>
                  <a:pt x="0" y="109538"/>
                </a:moveTo>
                <a:lnTo>
                  <a:pt x="457200" y="0"/>
                </a:lnTo>
              </a:path>
            </a:pathLst>
          </a:custGeom>
          <a:noFill xmlns:a="http://schemas.openxmlformats.org/drawingml/2006/main"/>
          <a:ln xmlns:a="http://schemas.openxmlformats.org/drawingml/2006/main" w="10478">
            <a:solidFill>
              <a:srgbClr val="000000"/>
            </a:solidFill>
            <a:prstDash val="solid"/>
          </a:ln>
        </p:spPr>
      </p:sp>
      <p:sp>
        <p:nvSpPr>
          <p:cNvPr id="286" name="dp41-comparison / n234 / arrow">
            <a:extLst xmlns:a="http://schemas.openxmlformats.org/drawingml/2006/main">
              <a:ext uri="{FF2B5EF4-FFF2-40B4-BE49-F238E27FC236}">
                <a16:creationId xmlns:a16="http://schemas.microsoft.com/office/drawing/2014/main" id="{C792BAFC-F1E2-491C-9EA9-E19FB3DCA6BD}"/>
              </a:ext>
            </a:extLst>
          </p:cNvPr>
          <p:cNvSpPr>
            <a:spLocks xmlns:a="http://schemas.openxmlformats.org/drawingml/2006/main" noGrp="1"/>
          </p:cNvSpPr>
          <p:nvPr/>
        </p:nvSpPr>
        <p:spPr>
          <a:xfrm xmlns:a="http://schemas.openxmlformats.org/drawingml/2006/main">
            <a:off x="12576178" y="6150456"/>
            <a:ext cx="73022" cy="65211"/>
          </a:xfrm>
          <a:custGeom xmlns:a="http://schemas.openxmlformats.org/drawingml/2006/main">
            <a:pathLst>
              <a:path w="73022" h="65211">
                <a:moveTo>
                  <a:pt x="15623" y="65211"/>
                </a:moveTo>
                <a:lnTo>
                  <a:pt x="73022" y="16982"/>
                </a:lnTo>
                <a:lnTo>
                  <a:pt x="0" y="0"/>
                </a:lnTo>
              </a:path>
            </a:pathLst>
          </a:custGeom>
          <a:noFill xmlns:a="http://schemas.openxmlformats.org/drawingml/2006/main"/>
          <a:ln xmlns:a="http://schemas.openxmlformats.org/drawingml/2006/main" w="13411">
            <a:solidFill>
              <a:srgbClr val="000000"/>
            </a:solidFill>
            <a:prstDash val="solid"/>
          </a:ln>
        </p:spPr>
      </p:sp>
      <p:sp>
        <p:nvSpPr>
          <p:cNvPr id="287" name="dp41-comparison / n235 / path">
            <a:extLst xmlns:a="http://schemas.openxmlformats.org/drawingml/2006/main">
              <a:ext uri="{FF2B5EF4-FFF2-40B4-BE49-F238E27FC236}">
                <a16:creationId xmlns:a16="http://schemas.microsoft.com/office/drawing/2014/main" id="{E8A4A2FC-75B5-405D-82D4-B9F1B15D169D}"/>
              </a:ext>
            </a:extLst>
          </p:cNvPr>
          <p:cNvSpPr>
            <a:spLocks xmlns:a="http://schemas.openxmlformats.org/drawingml/2006/main" noGrp="1"/>
          </p:cNvSpPr>
          <p:nvPr/>
        </p:nvSpPr>
        <p:spPr>
          <a:xfrm xmlns:a="http://schemas.openxmlformats.org/drawingml/2006/main">
            <a:off x="12192000" y="6281738"/>
            <a:ext cx="457200" cy="100013"/>
          </a:xfrm>
          <a:custGeom xmlns:a="http://schemas.openxmlformats.org/drawingml/2006/main">
            <a:pathLst>
              <a:path w="457200" h="100013">
                <a:moveTo>
                  <a:pt x="457200" y="0"/>
                </a:moveTo>
                <a:lnTo>
                  <a:pt x="0" y="100013"/>
                </a:lnTo>
              </a:path>
            </a:pathLst>
          </a:custGeom>
          <a:noFill xmlns:a="http://schemas.openxmlformats.org/drawingml/2006/main"/>
          <a:ln xmlns:a="http://schemas.openxmlformats.org/drawingml/2006/main" w="10478">
            <a:solidFill>
              <a:srgbClr val="000000"/>
            </a:solidFill>
            <a:prstDash val="dash"/>
          </a:ln>
        </p:spPr>
      </p:sp>
      <p:sp>
        <p:nvSpPr>
          <p:cNvPr id="288" name="dp41-comparison / n235 / arrow">
            <a:extLst xmlns:a="http://schemas.openxmlformats.org/drawingml/2006/main">
              <a:ext uri="{FF2B5EF4-FFF2-40B4-BE49-F238E27FC236}">
                <a16:creationId xmlns:a16="http://schemas.microsoft.com/office/drawing/2014/main" id="{F12EC8D7-1D61-4A34-839C-34C06F135271}"/>
              </a:ext>
            </a:extLst>
          </p:cNvPr>
          <p:cNvSpPr>
            <a:spLocks xmlns:a="http://schemas.openxmlformats.org/drawingml/2006/main" noGrp="1"/>
          </p:cNvSpPr>
          <p:nvPr/>
        </p:nvSpPr>
        <p:spPr>
          <a:xfrm xmlns:a="http://schemas.openxmlformats.org/drawingml/2006/main">
            <a:off x="12192000" y="6334667"/>
            <a:ext cx="72672" cy="65507"/>
          </a:xfrm>
          <a:custGeom xmlns:a="http://schemas.openxmlformats.org/drawingml/2006/main">
            <a:pathLst>
              <a:path w="72672" h="65507">
                <a:moveTo>
                  <a:pt x="58342" y="0"/>
                </a:moveTo>
                <a:lnTo>
                  <a:pt x="0" y="47083"/>
                </a:lnTo>
                <a:lnTo>
                  <a:pt x="72672" y="65507"/>
                </a:lnTo>
              </a:path>
            </a:pathLst>
          </a:custGeom>
          <a:noFill xmlns:a="http://schemas.openxmlformats.org/drawingml/2006/main"/>
          <a:ln xmlns:a="http://schemas.openxmlformats.org/drawingml/2006/main" w="13411">
            <a:solidFill>
              <a:srgbClr val="000000"/>
            </a:solidFill>
            <a:prstDash val="solid"/>
          </a:ln>
        </p:spPr>
      </p:sp>
      <p:sp>
        <p:nvSpPr>
          <p:cNvPr id="289" name="dp41-comparison / n236 / path">
            <a:extLst xmlns:a="http://schemas.openxmlformats.org/drawingml/2006/main">
              <a:ext uri="{FF2B5EF4-FFF2-40B4-BE49-F238E27FC236}">
                <a16:creationId xmlns:a16="http://schemas.microsoft.com/office/drawing/2014/main" id="{2FCEFA96-7967-4D2A-9DFD-7928049C152E}"/>
              </a:ext>
            </a:extLst>
          </p:cNvPr>
          <p:cNvSpPr>
            <a:spLocks xmlns:a="http://schemas.openxmlformats.org/drawingml/2006/main" noGrp="1"/>
          </p:cNvSpPr>
          <p:nvPr/>
        </p:nvSpPr>
        <p:spPr>
          <a:xfrm xmlns:a="http://schemas.openxmlformats.org/drawingml/2006/main">
            <a:off x="12192000" y="6557963"/>
            <a:ext cx="457200" cy="80963"/>
          </a:xfrm>
          <a:custGeom xmlns:a="http://schemas.openxmlformats.org/drawingml/2006/main">
            <a:pathLst>
              <a:path w="457200" h="80963">
                <a:moveTo>
                  <a:pt x="0" y="80963"/>
                </a:moveTo>
                <a:lnTo>
                  <a:pt x="457200" y="0"/>
                </a:lnTo>
              </a:path>
            </a:pathLst>
          </a:custGeom>
          <a:noFill xmlns:a="http://schemas.openxmlformats.org/drawingml/2006/main"/>
          <a:ln xmlns:a="http://schemas.openxmlformats.org/drawingml/2006/main" w="10478">
            <a:solidFill>
              <a:srgbClr val="000000"/>
            </a:solidFill>
            <a:prstDash val="solid"/>
          </a:ln>
        </p:spPr>
      </p:sp>
      <p:sp>
        <p:nvSpPr>
          <p:cNvPr id="290" name="dp41-comparison / n236 / arrow">
            <a:extLst xmlns:a="http://schemas.openxmlformats.org/drawingml/2006/main">
              <a:ext uri="{FF2B5EF4-FFF2-40B4-BE49-F238E27FC236}">
                <a16:creationId xmlns:a16="http://schemas.microsoft.com/office/drawing/2014/main" id="{1D14D038-9FCF-4BAB-B429-E93CDB22A39A}"/>
              </a:ext>
            </a:extLst>
          </p:cNvPr>
          <p:cNvSpPr>
            <a:spLocks xmlns:a="http://schemas.openxmlformats.org/drawingml/2006/main" noGrp="1"/>
          </p:cNvSpPr>
          <p:nvPr/>
        </p:nvSpPr>
        <p:spPr>
          <a:xfrm xmlns:a="http://schemas.openxmlformats.org/drawingml/2006/main">
            <a:off x="12577325" y="6536641"/>
            <a:ext cx="71875" cy="66029"/>
          </a:xfrm>
          <a:custGeom xmlns:a="http://schemas.openxmlformats.org/drawingml/2006/main">
            <a:pathLst>
              <a:path w="71875" h="66029">
                <a:moveTo>
                  <a:pt x="11693" y="66029"/>
                </a:moveTo>
                <a:lnTo>
                  <a:pt x="71875" y="21322"/>
                </a:lnTo>
                <a:lnTo>
                  <a:pt x="0" y="0"/>
                </a:lnTo>
              </a:path>
            </a:pathLst>
          </a:custGeom>
          <a:noFill xmlns:a="http://schemas.openxmlformats.org/drawingml/2006/main"/>
          <a:ln xmlns:a="http://schemas.openxmlformats.org/drawingml/2006/main" w="13411">
            <a:solidFill>
              <a:srgbClr val="000000"/>
            </a:solidFill>
            <a:prstDash val="solid"/>
          </a:ln>
        </p:spPr>
      </p:sp>
      <p:sp>
        <p:nvSpPr>
          <p:cNvPr id="291" name="dp41-comparison / n237 / path">
            <a:extLst xmlns:a="http://schemas.openxmlformats.org/drawingml/2006/main">
              <a:ext uri="{FF2B5EF4-FFF2-40B4-BE49-F238E27FC236}">
                <a16:creationId xmlns:a16="http://schemas.microsoft.com/office/drawing/2014/main" id="{C94024AC-BE1B-48B2-9075-27C2D3584660}"/>
              </a:ext>
            </a:extLst>
          </p:cNvPr>
          <p:cNvSpPr>
            <a:spLocks xmlns:a="http://schemas.openxmlformats.org/drawingml/2006/main" noGrp="1"/>
          </p:cNvSpPr>
          <p:nvPr/>
        </p:nvSpPr>
        <p:spPr>
          <a:xfrm xmlns:a="http://schemas.openxmlformats.org/drawingml/2006/main">
            <a:off x="12192000" y="6662738"/>
            <a:ext cx="457200" cy="80963"/>
          </a:xfrm>
          <a:custGeom xmlns:a="http://schemas.openxmlformats.org/drawingml/2006/main">
            <a:pathLst>
              <a:path w="457200" h="80963">
                <a:moveTo>
                  <a:pt x="457200" y="0"/>
                </a:moveTo>
                <a:lnTo>
                  <a:pt x="0" y="80963"/>
                </a:lnTo>
              </a:path>
            </a:pathLst>
          </a:custGeom>
          <a:noFill xmlns:a="http://schemas.openxmlformats.org/drawingml/2006/main"/>
          <a:ln xmlns:a="http://schemas.openxmlformats.org/drawingml/2006/main" w="10478">
            <a:solidFill>
              <a:srgbClr val="000000"/>
            </a:solidFill>
            <a:prstDash val="dash"/>
          </a:ln>
        </p:spPr>
      </p:sp>
      <p:sp>
        <p:nvSpPr>
          <p:cNvPr id="292" name="dp41-comparison / n237 / arrow">
            <a:extLst xmlns:a="http://schemas.openxmlformats.org/drawingml/2006/main">
              <a:ext uri="{FF2B5EF4-FFF2-40B4-BE49-F238E27FC236}">
                <a16:creationId xmlns:a16="http://schemas.microsoft.com/office/drawing/2014/main" id="{0B279864-726D-4DA9-ACA9-2308D4E82268}"/>
              </a:ext>
            </a:extLst>
          </p:cNvPr>
          <p:cNvSpPr>
            <a:spLocks xmlns:a="http://schemas.openxmlformats.org/drawingml/2006/main" noGrp="1"/>
          </p:cNvSpPr>
          <p:nvPr/>
        </p:nvSpPr>
        <p:spPr>
          <a:xfrm xmlns:a="http://schemas.openxmlformats.org/drawingml/2006/main">
            <a:off x="12192000" y="6698993"/>
            <a:ext cx="71875" cy="66029"/>
          </a:xfrm>
          <a:custGeom xmlns:a="http://schemas.openxmlformats.org/drawingml/2006/main">
            <a:pathLst>
              <a:path w="71875" h="66029">
                <a:moveTo>
                  <a:pt x="60182" y="0"/>
                </a:moveTo>
                <a:lnTo>
                  <a:pt x="0" y="44707"/>
                </a:lnTo>
                <a:lnTo>
                  <a:pt x="71875" y="66029"/>
                </a:lnTo>
              </a:path>
            </a:pathLst>
          </a:custGeom>
          <a:noFill xmlns:a="http://schemas.openxmlformats.org/drawingml/2006/main"/>
          <a:ln xmlns:a="http://schemas.openxmlformats.org/drawingml/2006/main" w="13411">
            <a:solidFill>
              <a:srgbClr val="000000"/>
            </a:solidFill>
            <a:prstDash val="solid"/>
          </a:ln>
        </p:spPr>
      </p:sp>
      <p:sp>
        <p:nvSpPr>
          <p:cNvPr id="293" name="dp41-comparison / n238 / path">
            <a:extLst xmlns:a="http://schemas.openxmlformats.org/drawingml/2006/main">
              <a:ext uri="{FF2B5EF4-FFF2-40B4-BE49-F238E27FC236}">
                <a16:creationId xmlns:a16="http://schemas.microsoft.com/office/drawing/2014/main" id="{5E758D15-2F66-4822-B8D5-73434F8B1BC8}"/>
              </a:ext>
            </a:extLst>
          </p:cNvPr>
          <p:cNvSpPr>
            <a:spLocks xmlns:a="http://schemas.openxmlformats.org/drawingml/2006/main" noGrp="1"/>
          </p:cNvSpPr>
          <p:nvPr/>
        </p:nvSpPr>
        <p:spPr>
          <a:xfrm xmlns:a="http://schemas.openxmlformats.org/drawingml/2006/main">
            <a:off x="10453688" y="6858000"/>
            <a:ext cx="953" cy="57150"/>
          </a:xfrm>
          <a:custGeom xmlns:a="http://schemas.openxmlformats.org/drawingml/2006/main">
            <a:pathLst>
              <a:path w="953" h="57150">
                <a:moveTo>
                  <a:pt x="0" y="57150"/>
                </a:moveTo>
                <a:lnTo>
                  <a:pt x="0" y="0"/>
                </a:lnTo>
              </a:path>
            </a:pathLst>
          </a:custGeom>
          <a:noFill xmlns:a="http://schemas.openxmlformats.org/drawingml/2006/main"/>
          <a:ln xmlns:a="http://schemas.openxmlformats.org/drawingml/2006/main" w="10478">
            <a:solidFill>
              <a:srgbClr val="000000"/>
            </a:solidFill>
            <a:prstDash val="solid"/>
          </a:ln>
        </p:spPr>
      </p:sp>
      <p:sp>
        <p:nvSpPr>
          <p:cNvPr id="294" name="dp41-comparison / n238 / arrow">
            <a:extLst xmlns:a="http://schemas.openxmlformats.org/drawingml/2006/main">
              <a:ext uri="{FF2B5EF4-FFF2-40B4-BE49-F238E27FC236}">
                <a16:creationId xmlns:a16="http://schemas.microsoft.com/office/drawing/2014/main" id="{6451F705-1BF8-464B-8E7D-EEF970C8F257}"/>
              </a:ext>
            </a:extLst>
          </p:cNvPr>
          <p:cNvSpPr>
            <a:spLocks xmlns:a="http://schemas.openxmlformats.org/drawingml/2006/main" noGrp="1"/>
          </p:cNvSpPr>
          <p:nvPr/>
        </p:nvSpPr>
        <p:spPr>
          <a:xfrm xmlns:a="http://schemas.openxmlformats.org/drawingml/2006/main">
            <a:off x="10420160" y="6858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95" name="dp41-comparison / n239 / path">
            <a:extLst xmlns:a="http://schemas.openxmlformats.org/drawingml/2006/main">
              <a:ext uri="{FF2B5EF4-FFF2-40B4-BE49-F238E27FC236}">
                <a16:creationId xmlns:a16="http://schemas.microsoft.com/office/drawing/2014/main" id="{976AC13A-0769-46DF-BAA8-BF5F3128B8DD}"/>
              </a:ext>
            </a:extLst>
          </p:cNvPr>
          <p:cNvSpPr>
            <a:spLocks xmlns:a="http://schemas.openxmlformats.org/drawingml/2006/main" noGrp="1"/>
          </p:cNvSpPr>
          <p:nvPr/>
        </p:nvSpPr>
        <p:spPr>
          <a:xfrm xmlns:a="http://schemas.openxmlformats.org/drawingml/2006/main">
            <a:off x="12192000" y="6496050"/>
            <a:ext cx="1552575" cy="495300"/>
          </a:xfrm>
          <a:custGeom xmlns:a="http://schemas.openxmlformats.org/drawingml/2006/main">
            <a:pathLst>
              <a:path w="1552575" h="495300">
                <a:moveTo>
                  <a:pt x="0" y="47625"/>
                </a:moveTo>
                <a:lnTo>
                  <a:pt x="161925" y="0"/>
                </a:lnTo>
                <a:lnTo>
                  <a:pt x="161925" y="361950"/>
                </a:lnTo>
                <a:lnTo>
                  <a:pt x="1552575" y="361950"/>
                </a:lnTo>
                <a:lnTo>
                  <a:pt x="1552575" y="495300"/>
                </a:lnTo>
              </a:path>
            </a:pathLst>
          </a:custGeom>
          <a:noFill xmlns:a="http://schemas.openxmlformats.org/drawingml/2006/main"/>
          <a:ln xmlns:a="http://schemas.openxmlformats.org/drawingml/2006/main" w="10478">
            <a:solidFill>
              <a:srgbClr val="000000"/>
            </a:solidFill>
            <a:prstDash val="solid"/>
          </a:ln>
        </p:spPr>
      </p:sp>
      <p:sp>
        <p:nvSpPr>
          <p:cNvPr id="296" name="dp41-comparison / n239 / arrow">
            <a:extLst xmlns:a="http://schemas.openxmlformats.org/drawingml/2006/main">
              <a:ext uri="{FF2B5EF4-FFF2-40B4-BE49-F238E27FC236}">
                <a16:creationId xmlns:a16="http://schemas.microsoft.com/office/drawing/2014/main" id="{6C85A013-BEB3-4533-918B-148E9355186B}"/>
              </a:ext>
            </a:extLst>
          </p:cNvPr>
          <p:cNvSpPr>
            <a:spLocks xmlns:a="http://schemas.openxmlformats.org/drawingml/2006/main" noGrp="1"/>
          </p:cNvSpPr>
          <p:nvPr/>
        </p:nvSpPr>
        <p:spPr>
          <a:xfrm xmlns:a="http://schemas.openxmlformats.org/drawingml/2006/main">
            <a:off x="13711047" y="6924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7" name="dp41-comparison / n240 / path">
            <a:extLst xmlns:a="http://schemas.openxmlformats.org/drawingml/2006/main">
              <a:ext uri="{FF2B5EF4-FFF2-40B4-BE49-F238E27FC236}">
                <a16:creationId xmlns:a16="http://schemas.microsoft.com/office/drawing/2014/main" id="{3EC47DB4-99F6-4AA7-B0B5-AEFAC3B27F7D}"/>
              </a:ext>
            </a:extLst>
          </p:cNvPr>
          <p:cNvSpPr>
            <a:spLocks xmlns:a="http://schemas.openxmlformats.org/drawingml/2006/main" noGrp="1"/>
          </p:cNvSpPr>
          <p:nvPr/>
        </p:nvSpPr>
        <p:spPr>
          <a:xfrm xmlns:a="http://schemas.openxmlformats.org/drawingml/2006/main">
            <a:off x="12192000" y="7067550"/>
            <a:ext cx="457200" cy="90488"/>
          </a:xfrm>
          <a:custGeom xmlns:a="http://schemas.openxmlformats.org/drawingml/2006/main">
            <a:pathLst>
              <a:path w="457200" h="90488">
                <a:moveTo>
                  <a:pt x="457200" y="0"/>
                </a:moveTo>
                <a:lnTo>
                  <a:pt x="0" y="90488"/>
                </a:lnTo>
              </a:path>
            </a:pathLst>
          </a:custGeom>
          <a:noFill xmlns:a="http://schemas.openxmlformats.org/drawingml/2006/main"/>
          <a:ln xmlns:a="http://schemas.openxmlformats.org/drawingml/2006/main" w="10478">
            <a:solidFill>
              <a:srgbClr val="000000"/>
            </a:solidFill>
            <a:prstDash val="solid"/>
          </a:ln>
        </p:spPr>
      </p:sp>
      <p:sp>
        <p:nvSpPr>
          <p:cNvPr id="298" name="dp41-comparison / n240 / arrow">
            <a:extLst xmlns:a="http://schemas.openxmlformats.org/drawingml/2006/main">
              <a:ext uri="{FF2B5EF4-FFF2-40B4-BE49-F238E27FC236}">
                <a16:creationId xmlns:a16="http://schemas.microsoft.com/office/drawing/2014/main" id="{579689B9-020C-4C39-BBBD-BDECA7FD8381}"/>
              </a:ext>
            </a:extLst>
          </p:cNvPr>
          <p:cNvSpPr>
            <a:spLocks xmlns:a="http://schemas.openxmlformats.org/drawingml/2006/main" noGrp="1"/>
          </p:cNvSpPr>
          <p:nvPr/>
        </p:nvSpPr>
        <p:spPr>
          <a:xfrm xmlns:a="http://schemas.openxmlformats.org/drawingml/2006/main">
            <a:off x="12192000" y="7112129"/>
            <a:ext cx="72290" cy="65780"/>
          </a:xfrm>
          <a:custGeom xmlns:a="http://schemas.openxmlformats.org/drawingml/2006/main">
            <a:pathLst>
              <a:path w="72290" h="65780">
                <a:moveTo>
                  <a:pt x="59271" y="0"/>
                </a:moveTo>
                <a:lnTo>
                  <a:pt x="0" y="45909"/>
                </a:lnTo>
                <a:lnTo>
                  <a:pt x="72290" y="65780"/>
                </a:lnTo>
              </a:path>
            </a:pathLst>
          </a:custGeom>
          <a:noFill xmlns:a="http://schemas.openxmlformats.org/drawingml/2006/main"/>
          <a:ln xmlns:a="http://schemas.openxmlformats.org/drawingml/2006/main" w="13411">
            <a:solidFill>
              <a:srgbClr val="000000"/>
            </a:solidFill>
            <a:prstDash val="solid"/>
          </a:ln>
        </p:spPr>
      </p:sp>
      <p:sp>
        <p:nvSpPr>
          <p:cNvPr id="299" name="dp41-comparison / n241 / path">
            <a:extLst xmlns:a="http://schemas.openxmlformats.org/drawingml/2006/main">
              <a:ext uri="{FF2B5EF4-FFF2-40B4-BE49-F238E27FC236}">
                <a16:creationId xmlns:a16="http://schemas.microsoft.com/office/drawing/2014/main" id="{815EDF8A-77D8-4AE1-9E90-2D0AAC5515BB}"/>
              </a:ext>
            </a:extLst>
          </p:cNvPr>
          <p:cNvSpPr>
            <a:spLocks xmlns:a="http://schemas.openxmlformats.org/drawingml/2006/main" noGrp="1"/>
          </p:cNvSpPr>
          <p:nvPr/>
        </p:nvSpPr>
        <p:spPr>
          <a:xfrm xmlns:a="http://schemas.openxmlformats.org/drawingml/2006/main">
            <a:off x="12192000" y="7200900"/>
            <a:ext cx="457200" cy="90488"/>
          </a:xfrm>
          <a:custGeom xmlns:a="http://schemas.openxmlformats.org/drawingml/2006/main">
            <a:pathLst>
              <a:path w="457200" h="90488">
                <a:moveTo>
                  <a:pt x="0" y="90488"/>
                </a:moveTo>
                <a:lnTo>
                  <a:pt x="457200" y="0"/>
                </a:lnTo>
              </a:path>
            </a:pathLst>
          </a:custGeom>
          <a:noFill xmlns:a="http://schemas.openxmlformats.org/drawingml/2006/main"/>
          <a:ln xmlns:a="http://schemas.openxmlformats.org/drawingml/2006/main" w="10478">
            <a:solidFill>
              <a:srgbClr val="000000"/>
            </a:solidFill>
            <a:prstDash val="dash"/>
          </a:ln>
        </p:spPr>
      </p:sp>
      <p:sp>
        <p:nvSpPr>
          <p:cNvPr id="300" name="dp41-comparison / n241 / arrow">
            <a:extLst xmlns:a="http://schemas.openxmlformats.org/drawingml/2006/main">
              <a:ext uri="{FF2B5EF4-FFF2-40B4-BE49-F238E27FC236}">
                <a16:creationId xmlns:a16="http://schemas.microsoft.com/office/drawing/2014/main" id="{EEC39821-7CCC-4ABA-9C7D-044247F05AD6}"/>
              </a:ext>
            </a:extLst>
          </p:cNvPr>
          <p:cNvSpPr>
            <a:spLocks xmlns:a="http://schemas.openxmlformats.org/drawingml/2006/main" noGrp="1"/>
          </p:cNvSpPr>
          <p:nvPr/>
        </p:nvSpPr>
        <p:spPr>
          <a:xfrm xmlns:a="http://schemas.openxmlformats.org/drawingml/2006/main">
            <a:off x="12576910" y="7181029"/>
            <a:ext cx="72290" cy="65780"/>
          </a:xfrm>
          <a:custGeom xmlns:a="http://schemas.openxmlformats.org/drawingml/2006/main">
            <a:pathLst>
              <a:path w="72290" h="65780">
                <a:moveTo>
                  <a:pt x="13019" y="65780"/>
                </a:moveTo>
                <a:lnTo>
                  <a:pt x="72290" y="19871"/>
                </a:lnTo>
                <a:lnTo>
                  <a:pt x="0" y="0"/>
                </a:lnTo>
              </a:path>
            </a:pathLst>
          </a:custGeom>
          <a:noFill xmlns:a="http://schemas.openxmlformats.org/drawingml/2006/main"/>
          <a:ln xmlns:a="http://schemas.openxmlformats.org/drawingml/2006/main" w="13411">
            <a:solidFill>
              <a:srgbClr val="000000"/>
            </a:solidFill>
            <a:prstDash val="solid"/>
          </a:ln>
        </p:spPr>
      </p:sp>
      <p:sp>
        <p:nvSpPr>
          <p:cNvPr id="301" name="dp41-comparison / n242 / path">
            <a:extLst xmlns:a="http://schemas.openxmlformats.org/drawingml/2006/main">
              <a:ext uri="{FF2B5EF4-FFF2-40B4-BE49-F238E27FC236}">
                <a16:creationId xmlns:a16="http://schemas.microsoft.com/office/drawing/2014/main" id="{1B0AF7AF-7644-45DA-90C8-B406B90912B2}"/>
              </a:ext>
            </a:extLst>
          </p:cNvPr>
          <p:cNvSpPr>
            <a:spLocks xmlns:a="http://schemas.openxmlformats.org/drawingml/2006/main" noGrp="1"/>
          </p:cNvSpPr>
          <p:nvPr/>
        </p:nvSpPr>
        <p:spPr>
          <a:xfrm xmlns:a="http://schemas.openxmlformats.org/drawingml/2006/main">
            <a:off x="9829800" y="6486525"/>
            <a:ext cx="5191125" cy="552450"/>
          </a:xfrm>
          <a:custGeom xmlns:a="http://schemas.openxmlformats.org/drawingml/2006/main">
            <a:pathLst>
              <a:path w="5191125" h="552450">
                <a:moveTo>
                  <a:pt x="5010150" y="552450"/>
                </a:moveTo>
                <a:lnTo>
                  <a:pt x="5191125" y="552450"/>
                </a:lnTo>
                <a:lnTo>
                  <a:pt x="5191125" y="352425"/>
                </a:lnTo>
                <a:lnTo>
                  <a:pt x="0" y="352425"/>
                </a:lnTo>
                <a:lnTo>
                  <a:pt x="0" y="0"/>
                </a:lnTo>
                <a:lnTo>
                  <a:pt x="123825" y="47625"/>
                </a:lnTo>
              </a:path>
            </a:pathLst>
          </a:custGeom>
          <a:noFill xmlns:a="http://schemas.openxmlformats.org/drawingml/2006/main"/>
          <a:ln xmlns:a="http://schemas.openxmlformats.org/drawingml/2006/main" w="10478">
            <a:solidFill>
              <a:srgbClr val="000000"/>
            </a:solidFill>
            <a:prstDash val="solid"/>
          </a:ln>
        </p:spPr>
      </p:sp>
      <p:sp>
        <p:nvSpPr>
          <p:cNvPr id="302" name="dp41-comparison / n242 / arrow">
            <a:extLst xmlns:a="http://schemas.openxmlformats.org/drawingml/2006/main">
              <a:ext uri="{FF2B5EF4-FFF2-40B4-BE49-F238E27FC236}">
                <a16:creationId xmlns:a16="http://schemas.microsoft.com/office/drawing/2014/main" id="{00874EAE-6793-4588-8A00-BAEF9C78FD19}"/>
              </a:ext>
            </a:extLst>
          </p:cNvPr>
          <p:cNvSpPr>
            <a:spLocks xmlns:a="http://schemas.openxmlformats.org/drawingml/2006/main" noGrp="1"/>
          </p:cNvSpPr>
          <p:nvPr/>
        </p:nvSpPr>
        <p:spPr>
          <a:xfrm xmlns:a="http://schemas.openxmlformats.org/drawingml/2006/main">
            <a:off x="9879003" y="6478785"/>
            <a:ext cx="74622" cy="62586"/>
          </a:xfrm>
          <a:custGeom xmlns:a="http://schemas.openxmlformats.org/drawingml/2006/main">
            <a:pathLst>
              <a:path w="74622" h="62586">
                <a:moveTo>
                  <a:pt x="0" y="62586"/>
                </a:moveTo>
                <a:lnTo>
                  <a:pt x="74622" y="55365"/>
                </a:lnTo>
                <a:lnTo>
                  <a:pt x="24072" y="0"/>
                </a:lnTo>
              </a:path>
            </a:pathLst>
          </a:custGeom>
          <a:noFill xmlns:a="http://schemas.openxmlformats.org/drawingml/2006/main"/>
          <a:ln xmlns:a="http://schemas.openxmlformats.org/drawingml/2006/main" w="13411">
            <a:solidFill>
              <a:srgbClr val="000000"/>
            </a:solidFill>
            <a:prstDash val="solid"/>
          </a:ln>
        </p:spPr>
      </p:sp>
      <p:sp>
        <p:nvSpPr>
          <p:cNvPr id="303" name="dp41-comparison / n243 / path">
            <a:extLst xmlns:a="http://schemas.openxmlformats.org/drawingml/2006/main">
              <a:ext uri="{FF2B5EF4-FFF2-40B4-BE49-F238E27FC236}">
                <a16:creationId xmlns:a16="http://schemas.microsoft.com/office/drawing/2014/main" id="{83763332-0396-47E6-9C4A-BF627657934B}"/>
              </a:ext>
            </a:extLst>
          </p:cNvPr>
          <p:cNvSpPr>
            <a:spLocks xmlns:a="http://schemas.openxmlformats.org/drawingml/2006/main" noGrp="1"/>
          </p:cNvSpPr>
          <p:nvPr/>
        </p:nvSpPr>
        <p:spPr>
          <a:xfrm xmlns:a="http://schemas.openxmlformats.org/drawingml/2006/main">
            <a:off x="14839950" y="6143625"/>
            <a:ext cx="685800" cy="990600"/>
          </a:xfrm>
          <a:custGeom xmlns:a="http://schemas.openxmlformats.org/drawingml/2006/main">
            <a:pathLst>
              <a:path w="685800" h="990600">
                <a:moveTo>
                  <a:pt x="0" y="990600"/>
                </a:moveTo>
                <a:lnTo>
                  <a:pt x="323850" y="990600"/>
                </a:lnTo>
                <a:lnTo>
                  <a:pt x="323850" y="0"/>
                </a:lnTo>
                <a:lnTo>
                  <a:pt x="685800" y="0"/>
                </a:lnTo>
              </a:path>
            </a:pathLst>
          </a:custGeom>
          <a:noFill xmlns:a="http://schemas.openxmlformats.org/drawingml/2006/main"/>
          <a:ln xmlns:a="http://schemas.openxmlformats.org/drawingml/2006/main" w="10478">
            <a:solidFill>
              <a:srgbClr val="000000"/>
            </a:solidFill>
            <a:prstDash val="solid"/>
          </a:ln>
        </p:spPr>
      </p:sp>
      <p:sp>
        <p:nvSpPr>
          <p:cNvPr id="304" name="dp41-comparison / n243 / arrow">
            <a:extLst xmlns:a="http://schemas.openxmlformats.org/drawingml/2006/main">
              <a:ext uri="{FF2B5EF4-FFF2-40B4-BE49-F238E27FC236}">
                <a16:creationId xmlns:a16="http://schemas.microsoft.com/office/drawing/2014/main" id="{AB3DC23D-A28E-4EE6-A71B-F959973491E8}"/>
              </a:ext>
            </a:extLst>
          </p:cNvPr>
          <p:cNvSpPr>
            <a:spLocks xmlns:a="http://schemas.openxmlformats.org/drawingml/2006/main" noGrp="1"/>
          </p:cNvSpPr>
          <p:nvPr/>
        </p:nvSpPr>
        <p:spPr>
          <a:xfrm xmlns:a="http://schemas.openxmlformats.org/drawingml/2006/main">
            <a:off x="15458694" y="61100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305" name="dp41-comparison / n244 / path">
            <a:extLst xmlns:a="http://schemas.openxmlformats.org/drawingml/2006/main">
              <a:ext uri="{FF2B5EF4-FFF2-40B4-BE49-F238E27FC236}">
                <a16:creationId xmlns:a16="http://schemas.microsoft.com/office/drawing/2014/main" id="{C164D05B-2407-431F-A8B3-C45749231787}"/>
              </a:ext>
            </a:extLst>
          </p:cNvPr>
          <p:cNvSpPr>
            <a:spLocks xmlns:a="http://schemas.openxmlformats.org/drawingml/2006/main" noGrp="1"/>
          </p:cNvSpPr>
          <p:nvPr/>
        </p:nvSpPr>
        <p:spPr>
          <a:xfrm xmlns:a="http://schemas.openxmlformats.org/drawingml/2006/main">
            <a:off x="14839950" y="6267450"/>
            <a:ext cx="685800" cy="952500"/>
          </a:xfrm>
          <a:custGeom xmlns:a="http://schemas.openxmlformats.org/drawingml/2006/main">
            <a:pathLst>
              <a:path w="685800" h="952500">
                <a:moveTo>
                  <a:pt x="685800" y="0"/>
                </a:moveTo>
                <a:lnTo>
                  <a:pt x="400050" y="0"/>
                </a:lnTo>
                <a:lnTo>
                  <a:pt x="400050" y="952500"/>
                </a:lnTo>
                <a:lnTo>
                  <a:pt x="0" y="952500"/>
                </a:lnTo>
              </a:path>
            </a:pathLst>
          </a:custGeom>
          <a:noFill xmlns:a="http://schemas.openxmlformats.org/drawingml/2006/main"/>
          <a:ln xmlns:a="http://schemas.openxmlformats.org/drawingml/2006/main" w="10478">
            <a:solidFill>
              <a:srgbClr val="000000"/>
            </a:solidFill>
            <a:prstDash val="dash"/>
          </a:ln>
        </p:spPr>
      </p:sp>
      <p:sp>
        <p:nvSpPr>
          <p:cNvPr id="306" name="dp41-comparison / n244 / arrow">
            <a:extLst xmlns:a="http://schemas.openxmlformats.org/drawingml/2006/main">
              <a:ext uri="{FF2B5EF4-FFF2-40B4-BE49-F238E27FC236}">
                <a16:creationId xmlns:a16="http://schemas.microsoft.com/office/drawing/2014/main" id="{2C632762-A4C4-43FF-96DB-38EA711CA47B}"/>
              </a:ext>
            </a:extLst>
          </p:cNvPr>
          <p:cNvSpPr>
            <a:spLocks xmlns:a="http://schemas.openxmlformats.org/drawingml/2006/main" noGrp="1"/>
          </p:cNvSpPr>
          <p:nvPr/>
        </p:nvSpPr>
        <p:spPr>
          <a:xfrm xmlns:a="http://schemas.openxmlformats.org/drawingml/2006/main">
            <a:off x="14839950" y="71864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307" name="dp41-comparison / n245 / path">
            <a:extLst xmlns:a="http://schemas.openxmlformats.org/drawingml/2006/main">
              <a:ext uri="{FF2B5EF4-FFF2-40B4-BE49-F238E27FC236}">
                <a16:creationId xmlns:a16="http://schemas.microsoft.com/office/drawing/2014/main" id="{5AAA0B49-1275-4A43-85D1-857F40FD8C5F}"/>
              </a:ext>
            </a:extLst>
          </p:cNvPr>
          <p:cNvSpPr>
            <a:spLocks xmlns:a="http://schemas.openxmlformats.org/drawingml/2006/main" noGrp="1"/>
          </p:cNvSpPr>
          <p:nvPr/>
        </p:nvSpPr>
        <p:spPr>
          <a:xfrm xmlns:a="http://schemas.openxmlformats.org/drawingml/2006/main">
            <a:off x="10496550" y="6172200"/>
            <a:ext cx="7239000" cy="1371600"/>
          </a:xfrm>
          <a:custGeom xmlns:a="http://schemas.openxmlformats.org/drawingml/2006/main">
            <a:pathLst>
              <a:path w="7239000" h="1371600">
                <a:moveTo>
                  <a:pt x="0" y="1219200"/>
                </a:moveTo>
                <a:lnTo>
                  <a:pt x="0" y="1371600"/>
                </a:lnTo>
                <a:lnTo>
                  <a:pt x="7239000" y="1371600"/>
                </a:lnTo>
                <a:lnTo>
                  <a:pt x="7239000" y="0"/>
                </a:lnTo>
                <a:lnTo>
                  <a:pt x="7124700" y="0"/>
                </a:lnTo>
              </a:path>
            </a:pathLst>
          </a:custGeom>
          <a:noFill xmlns:a="http://schemas.openxmlformats.org/drawingml/2006/main"/>
          <a:ln xmlns:a="http://schemas.openxmlformats.org/drawingml/2006/main" w="10478">
            <a:solidFill>
              <a:srgbClr val="000000"/>
            </a:solidFill>
            <a:prstDash val="solid"/>
          </a:ln>
        </p:spPr>
      </p:sp>
      <p:sp>
        <p:nvSpPr>
          <p:cNvPr id="308" name="dp41-comparison / n245 / arrow">
            <a:extLst xmlns:a="http://schemas.openxmlformats.org/drawingml/2006/main">
              <a:ext uri="{FF2B5EF4-FFF2-40B4-BE49-F238E27FC236}">
                <a16:creationId xmlns:a16="http://schemas.microsoft.com/office/drawing/2014/main" id="{2C0C9323-C5AD-4691-9AD8-B9DD45F891D4}"/>
              </a:ext>
            </a:extLst>
          </p:cNvPr>
          <p:cNvSpPr>
            <a:spLocks xmlns:a="http://schemas.openxmlformats.org/drawingml/2006/main" noGrp="1"/>
          </p:cNvSpPr>
          <p:nvPr/>
        </p:nvSpPr>
        <p:spPr>
          <a:xfrm xmlns:a="http://schemas.openxmlformats.org/drawingml/2006/main">
            <a:off x="17621250"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309" name="dp41-comparison / n246 / path">
            <a:extLst xmlns:a="http://schemas.openxmlformats.org/drawingml/2006/main">
              <a:ext uri="{FF2B5EF4-FFF2-40B4-BE49-F238E27FC236}">
                <a16:creationId xmlns:a16="http://schemas.microsoft.com/office/drawing/2014/main" id="{A9F8F79F-F4AC-4874-A927-53A883D7CBC1}"/>
              </a:ext>
            </a:extLst>
          </p:cNvPr>
          <p:cNvSpPr>
            <a:spLocks xmlns:a="http://schemas.openxmlformats.org/drawingml/2006/main" noGrp="1"/>
          </p:cNvSpPr>
          <p:nvPr/>
        </p:nvSpPr>
        <p:spPr>
          <a:xfrm xmlns:a="http://schemas.openxmlformats.org/drawingml/2006/main">
            <a:off x="10601325" y="6296025"/>
            <a:ext cx="7105650" cy="1209675"/>
          </a:xfrm>
          <a:custGeom xmlns:a="http://schemas.openxmlformats.org/drawingml/2006/main">
            <a:pathLst>
              <a:path w="7105650" h="1209675">
                <a:moveTo>
                  <a:pt x="7019925" y="0"/>
                </a:moveTo>
                <a:lnTo>
                  <a:pt x="7105650" y="0"/>
                </a:lnTo>
                <a:lnTo>
                  <a:pt x="7105650" y="1209675"/>
                </a:lnTo>
                <a:lnTo>
                  <a:pt x="0" y="1209675"/>
                </a:lnTo>
                <a:lnTo>
                  <a:pt x="0" y="1095375"/>
                </a:lnTo>
              </a:path>
            </a:pathLst>
          </a:custGeom>
          <a:noFill xmlns:a="http://schemas.openxmlformats.org/drawingml/2006/main"/>
          <a:ln xmlns:a="http://schemas.openxmlformats.org/drawingml/2006/main" w="10478">
            <a:solidFill>
              <a:srgbClr val="000000"/>
            </a:solidFill>
            <a:prstDash val="dash"/>
          </a:ln>
        </p:spPr>
      </p:sp>
      <p:sp>
        <p:nvSpPr>
          <p:cNvPr id="310" name="dp41-comparison / n246 / arrow">
            <a:extLst xmlns:a="http://schemas.openxmlformats.org/drawingml/2006/main">
              <a:ext uri="{FF2B5EF4-FFF2-40B4-BE49-F238E27FC236}">
                <a16:creationId xmlns:a16="http://schemas.microsoft.com/office/drawing/2014/main" id="{B9BA911B-479A-4E91-860B-8D1F5650F098}"/>
              </a:ext>
            </a:extLst>
          </p:cNvPr>
          <p:cNvSpPr>
            <a:spLocks xmlns:a="http://schemas.openxmlformats.org/drawingml/2006/main" noGrp="1"/>
          </p:cNvSpPr>
          <p:nvPr/>
        </p:nvSpPr>
        <p:spPr>
          <a:xfrm xmlns:a="http://schemas.openxmlformats.org/drawingml/2006/main">
            <a:off x="10567797" y="73914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311" name="dp41-comparison / n247 / path">
            <a:extLst xmlns:a="http://schemas.openxmlformats.org/drawingml/2006/main">
              <a:ext uri="{FF2B5EF4-FFF2-40B4-BE49-F238E27FC236}">
                <a16:creationId xmlns:a16="http://schemas.microsoft.com/office/drawing/2014/main" id="{0CDF9867-37F4-4D3D-9CAC-0D0ECD3EFCE9}"/>
              </a:ext>
            </a:extLst>
          </p:cNvPr>
          <p:cNvSpPr>
            <a:spLocks xmlns:a="http://schemas.openxmlformats.org/drawingml/2006/main" noGrp="1"/>
          </p:cNvSpPr>
          <p:nvPr/>
        </p:nvSpPr>
        <p:spPr>
          <a:xfrm xmlns:a="http://schemas.openxmlformats.org/drawingml/2006/main">
            <a:off x="12192000" y="5886450"/>
            <a:ext cx="457200" cy="333375"/>
          </a:xfrm>
          <a:custGeom xmlns:a="http://schemas.openxmlformats.org/drawingml/2006/main">
            <a:pathLst>
              <a:path w="457200" h="333375">
                <a:moveTo>
                  <a:pt x="0" y="333375"/>
                </a:moveTo>
                <a:lnTo>
                  <a:pt x="171450" y="285750"/>
                </a:lnTo>
                <a:lnTo>
                  <a:pt x="171450" y="0"/>
                </a:lnTo>
                <a:lnTo>
                  <a:pt x="457200" y="0"/>
                </a:lnTo>
              </a:path>
            </a:pathLst>
          </a:custGeom>
          <a:noFill xmlns:a="http://schemas.openxmlformats.org/drawingml/2006/main"/>
          <a:ln xmlns:a="http://schemas.openxmlformats.org/drawingml/2006/main" w="10478">
            <a:solidFill>
              <a:srgbClr val="000000"/>
            </a:solidFill>
            <a:prstDash val="solid"/>
          </a:ln>
        </p:spPr>
      </p:sp>
      <p:sp>
        <p:nvSpPr>
          <p:cNvPr id="312" name="dp41-comparison / n247 / arrow">
            <a:extLst xmlns:a="http://schemas.openxmlformats.org/drawingml/2006/main">
              <a:ext uri="{FF2B5EF4-FFF2-40B4-BE49-F238E27FC236}">
                <a16:creationId xmlns:a16="http://schemas.microsoft.com/office/drawing/2014/main" id="{84EF4FD8-6AD6-4AD1-AB4F-AE1914ACE745}"/>
              </a:ext>
            </a:extLst>
          </p:cNvPr>
          <p:cNvSpPr>
            <a:spLocks xmlns:a="http://schemas.openxmlformats.org/drawingml/2006/main" noGrp="1"/>
          </p:cNvSpPr>
          <p:nvPr/>
        </p:nvSpPr>
        <p:spPr>
          <a:xfrm xmlns:a="http://schemas.openxmlformats.org/drawingml/2006/main">
            <a:off x="12582144" y="5852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313" name="dp41-comparison / n248 / path">
            <a:extLst xmlns:a="http://schemas.openxmlformats.org/drawingml/2006/main">
              <a:ext uri="{FF2B5EF4-FFF2-40B4-BE49-F238E27FC236}">
                <a16:creationId xmlns:a16="http://schemas.microsoft.com/office/drawing/2014/main" id="{00E92040-84B0-46F6-8A69-CA4AEC003F74}"/>
              </a:ext>
            </a:extLst>
          </p:cNvPr>
          <p:cNvSpPr>
            <a:spLocks xmlns:a="http://schemas.openxmlformats.org/drawingml/2006/main" noGrp="1"/>
          </p:cNvSpPr>
          <p:nvPr/>
        </p:nvSpPr>
        <p:spPr>
          <a:xfrm xmlns:a="http://schemas.openxmlformats.org/drawingml/2006/main">
            <a:off x="14839950" y="5810250"/>
            <a:ext cx="1733550" cy="1181100"/>
          </a:xfrm>
          <a:custGeom xmlns:a="http://schemas.openxmlformats.org/drawingml/2006/main">
            <a:pathLst>
              <a:path w="1733550" h="1181100">
                <a:moveTo>
                  <a:pt x="0" y="0"/>
                </a:moveTo>
                <a:lnTo>
                  <a:pt x="171450" y="0"/>
                </a:lnTo>
                <a:lnTo>
                  <a:pt x="171450" y="1095375"/>
                </a:lnTo>
                <a:lnTo>
                  <a:pt x="1733550" y="1095375"/>
                </a:lnTo>
                <a:lnTo>
                  <a:pt x="1733550" y="1181100"/>
                </a:lnTo>
              </a:path>
            </a:pathLst>
          </a:custGeom>
          <a:noFill xmlns:a="http://schemas.openxmlformats.org/drawingml/2006/main"/>
          <a:ln xmlns:a="http://schemas.openxmlformats.org/drawingml/2006/main" w="10478">
            <a:solidFill>
              <a:srgbClr val="000000"/>
            </a:solidFill>
            <a:prstDash val="solid"/>
          </a:ln>
        </p:spPr>
      </p:sp>
      <p:sp>
        <p:nvSpPr>
          <p:cNvPr id="314" name="dp41-comparison / n248 / arrow">
            <a:extLst xmlns:a="http://schemas.openxmlformats.org/drawingml/2006/main">
              <a:ext uri="{FF2B5EF4-FFF2-40B4-BE49-F238E27FC236}">
                <a16:creationId xmlns:a16="http://schemas.microsoft.com/office/drawing/2014/main" id="{13B62303-37A4-4064-9E13-BCE1777E9D74}"/>
              </a:ext>
            </a:extLst>
          </p:cNvPr>
          <p:cNvSpPr>
            <a:spLocks xmlns:a="http://schemas.openxmlformats.org/drawingml/2006/main" noGrp="1"/>
          </p:cNvSpPr>
          <p:nvPr/>
        </p:nvSpPr>
        <p:spPr>
          <a:xfrm xmlns:a="http://schemas.openxmlformats.org/drawingml/2006/main">
            <a:off x="16539972" y="6924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315" name="dp41-comparison / n249 / path">
            <a:extLst xmlns:a="http://schemas.openxmlformats.org/drawingml/2006/main">
              <a:ext uri="{FF2B5EF4-FFF2-40B4-BE49-F238E27FC236}">
                <a16:creationId xmlns:a16="http://schemas.microsoft.com/office/drawing/2014/main" id="{5171B52E-35F3-4498-9E13-80AF4F8B353A}"/>
              </a:ext>
            </a:extLst>
          </p:cNvPr>
          <p:cNvSpPr>
            <a:spLocks xmlns:a="http://schemas.openxmlformats.org/drawingml/2006/main" noGrp="1"/>
          </p:cNvSpPr>
          <p:nvPr/>
        </p:nvSpPr>
        <p:spPr>
          <a:xfrm xmlns:a="http://schemas.openxmlformats.org/drawingml/2006/main">
            <a:off x="16573500" y="7258050"/>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0478">
            <a:solidFill>
              <a:srgbClr val="000000"/>
            </a:solidFill>
            <a:prstDash val="solid"/>
          </a:ln>
        </p:spPr>
      </p:sp>
      <p:sp>
        <p:nvSpPr>
          <p:cNvPr id="316" name="dp41-comparison / n249 / arrow">
            <a:extLst xmlns:a="http://schemas.openxmlformats.org/drawingml/2006/main">
              <a:ext uri="{FF2B5EF4-FFF2-40B4-BE49-F238E27FC236}">
                <a16:creationId xmlns:a16="http://schemas.microsoft.com/office/drawing/2014/main" id="{DB4E4994-53F1-47A8-9B0A-180608AA993C}"/>
              </a:ext>
            </a:extLst>
          </p:cNvPr>
          <p:cNvSpPr>
            <a:spLocks xmlns:a="http://schemas.openxmlformats.org/drawingml/2006/main" noGrp="1"/>
          </p:cNvSpPr>
          <p:nvPr/>
        </p:nvSpPr>
        <p:spPr>
          <a:xfrm xmlns:a="http://schemas.openxmlformats.org/drawingml/2006/main">
            <a:off x="16539972" y="7305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317" name="dp41-comparison / n156">
            <a:extLst xmlns:a="http://schemas.openxmlformats.org/drawingml/2006/main">
              <a:ext uri="{FF2B5EF4-FFF2-40B4-BE49-F238E27FC236}">
                <a16:creationId xmlns:a16="http://schemas.microsoft.com/office/drawing/2014/main" id="{FE8382DE-B028-4235-A30C-E233C0126A6A}"/>
              </a:ext>
            </a:extLst>
          </p:cNvPr>
          <p:cNvSpPr>
            <a:spLocks xmlns:a="http://schemas.openxmlformats.org/drawingml/2006/main" noGrp="1"/>
          </p:cNvSpPr>
          <p:nvPr/>
        </p:nvSpPr>
        <p:spPr>
          <a:xfrm xmlns:a="http://schemas.openxmlformats.org/drawingml/2006/main">
            <a:off x="9934575" y="2924175"/>
            <a:ext cx="3811524"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8" name="dp41-comparison / n157 / text 1">
            <a:extLst xmlns:a="http://schemas.openxmlformats.org/drawingml/2006/main">
              <a:ext uri="{FF2B5EF4-FFF2-40B4-BE49-F238E27FC236}">
                <a16:creationId xmlns:a16="http://schemas.microsoft.com/office/drawing/2014/main" id="{53706D64-2242-4D47-B333-370B75795246}"/>
              </a:ext>
            </a:extLst>
          </p:cNvPr>
          <p:cNvSpPr>
            <a:spLocks xmlns:a="http://schemas.openxmlformats.org/drawingml/2006/main" noGrp="1"/>
          </p:cNvSpPr>
          <p:nvPr/>
        </p:nvSpPr>
        <p:spPr>
          <a:xfrm xmlns:a="http://schemas.openxmlformats.org/drawingml/2006/main">
            <a:off x="9953625" y="2933700"/>
            <a:ext cx="7620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000000"/>
                </a:solidFill>
                <a:latin typeface="Apple SD Gothic Neo"/>
                <a:ea typeface="Apple SD Gothic Neo"/>
                <a:cs typeface="Apple SD Gothic Neo"/>
              </a:defRPr>
            </a:pPr>
            <a:r>
              <a:rPr sz="1425" b="0">
                <a:solidFill>
                  <a:srgbClr val="000000"/>
                </a:solidFill>
                <a:latin typeface="Apple SD Gothic Neo"/>
                <a:ea typeface="Apple SD Gothic Neo"/>
                <a:cs typeface="Apple SD Gothic Neo"/>
              </a:rPr>
              <a:t>모델은 틀 / 코드는 항목 해결과 전체 결합</a:t>
            </a:r>
          </a:p>
        </p:txBody>
      </p:sp>
      <p:sp>
        <p:nvSpPr>
          <p:cNvPr id="319" name="dp41-comparison / n165">
            <a:extLst xmlns:a="http://schemas.openxmlformats.org/drawingml/2006/main">
              <a:ext uri="{FF2B5EF4-FFF2-40B4-BE49-F238E27FC236}">
                <a16:creationId xmlns:a16="http://schemas.microsoft.com/office/drawing/2014/main" id="{DF0E6821-4F3E-4CEB-AA8F-DDDBA244AE88}"/>
              </a:ext>
            </a:extLst>
          </p:cNvPr>
          <p:cNvSpPr>
            <a:spLocks xmlns:a="http://schemas.openxmlformats.org/drawingml/2006/main" noGrp="1"/>
          </p:cNvSpPr>
          <p:nvPr/>
        </p:nvSpPr>
        <p:spPr>
          <a:xfrm xmlns:a="http://schemas.openxmlformats.org/drawingml/2006/main">
            <a:off x="12363450" y="3267075"/>
            <a:ext cx="2733675" cy="742950"/>
          </a:xfrm>
          <a:custGeom xmlns:a="http://schemas.openxmlformats.org/drawingml/2006/main">
            <a:pathLst>
              <a:path w="2733675" h="742950">
                <a:moveTo>
                  <a:pt x="0" y="0"/>
                </a:moveTo>
                <a:lnTo>
                  <a:pt x="2562225" y="0"/>
                </a:lnTo>
                <a:lnTo>
                  <a:pt x="2733675" y="171450"/>
                </a:lnTo>
                <a:lnTo>
                  <a:pt x="2733675" y="742950"/>
                </a:lnTo>
                <a:lnTo>
                  <a:pt x="0" y="7429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20" name="dp41-comparison / n165 / fold">
            <a:extLst xmlns:a="http://schemas.openxmlformats.org/drawingml/2006/main">
              <a:ext uri="{FF2B5EF4-FFF2-40B4-BE49-F238E27FC236}">
                <a16:creationId xmlns:a16="http://schemas.microsoft.com/office/drawing/2014/main" id="{A2A68BBA-47FF-4227-91FC-24E08B0CB237}"/>
              </a:ext>
            </a:extLst>
          </p:cNvPr>
          <p:cNvSpPr>
            <a:spLocks xmlns:a="http://schemas.openxmlformats.org/drawingml/2006/main" noGrp="1"/>
          </p:cNvSpPr>
          <p:nvPr/>
        </p:nvSpPr>
        <p:spPr>
          <a:xfrm xmlns:a="http://schemas.openxmlformats.org/drawingml/2006/main">
            <a:off x="14925675" y="32670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21" name="dp41-comparison / n166 / text 1">
            <a:extLst xmlns:a="http://schemas.openxmlformats.org/drawingml/2006/main">
              <a:ext uri="{FF2B5EF4-FFF2-40B4-BE49-F238E27FC236}">
                <a16:creationId xmlns:a16="http://schemas.microsoft.com/office/drawing/2014/main" id="{6B34C701-6DB4-40FB-8628-726F9E2E921E}"/>
              </a:ext>
            </a:extLst>
          </p:cNvPr>
          <p:cNvSpPr>
            <a:spLocks xmlns:a="http://schemas.openxmlformats.org/drawingml/2006/main" noGrp="1"/>
          </p:cNvSpPr>
          <p:nvPr/>
        </p:nvSpPr>
        <p:spPr>
          <a:xfrm xmlns:a="http://schemas.openxmlformats.org/drawingml/2006/main">
            <a:off x="12477750" y="3343275"/>
            <a:ext cx="2476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RequestFrame v1 (모델 생산)</a:t>
            </a:r>
          </a:p>
        </p:txBody>
      </p:sp>
      <p:sp>
        <p:nvSpPr>
          <p:cNvPr id="322" name="dp41-comparison / n166 / text 2">
            <a:extLst xmlns:a="http://schemas.openxmlformats.org/drawingml/2006/main">
              <a:ext uri="{FF2B5EF4-FFF2-40B4-BE49-F238E27FC236}">
                <a16:creationId xmlns:a16="http://schemas.microsoft.com/office/drawing/2014/main" id="{87A39080-5EA7-47CB-87B6-E593CE63EFB8}"/>
              </a:ext>
            </a:extLst>
          </p:cNvPr>
          <p:cNvSpPr>
            <a:spLocks xmlns:a="http://schemas.openxmlformats.org/drawingml/2006/main" noGrp="1"/>
          </p:cNvSpPr>
          <p:nvPr/>
        </p:nvSpPr>
        <p:spPr>
          <a:xfrm xmlns:a="http://schemas.openxmlformats.org/drawingml/2006/main">
            <a:off x="12477750" y="3503295"/>
            <a:ext cx="2476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goal: 표 추가 / target: UNRESOLVED</a:t>
            </a:r>
          </a:p>
        </p:txBody>
      </p:sp>
      <p:sp>
        <p:nvSpPr>
          <p:cNvPr id="323" name="dp41-comparison / n166 / text 3">
            <a:extLst xmlns:a="http://schemas.openxmlformats.org/drawingml/2006/main">
              <a:ext uri="{FF2B5EF4-FFF2-40B4-BE49-F238E27FC236}">
                <a16:creationId xmlns:a16="http://schemas.microsoft.com/office/drawing/2014/main" id="{7961A177-4989-44DC-83DC-CFA7F05151C4}"/>
              </a:ext>
            </a:extLst>
          </p:cNvPr>
          <p:cNvSpPr>
            <a:spLocks xmlns:a="http://schemas.openxmlformats.org/drawingml/2006/main" noGrp="1"/>
          </p:cNvSpPr>
          <p:nvPr/>
        </p:nvSpPr>
        <p:spPr>
          <a:xfrm xmlns:a="http://schemas.openxmlformats.org/drawingml/2006/main">
            <a:off x="12477750" y="3663315"/>
            <a:ext cx="2476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relation: 아까 보고서 / send: false</a:t>
            </a:r>
          </a:p>
        </p:txBody>
      </p:sp>
      <p:sp>
        <p:nvSpPr>
          <p:cNvPr id="324" name="dp41-comparison / n169">
            <a:extLst xmlns:a="http://schemas.openxmlformats.org/drawingml/2006/main">
              <a:ext uri="{FF2B5EF4-FFF2-40B4-BE49-F238E27FC236}">
                <a16:creationId xmlns:a16="http://schemas.microsoft.com/office/drawing/2014/main" id="{C47A9B1B-66A7-43B9-9CA8-AEABB45BB147}"/>
              </a:ext>
            </a:extLst>
          </p:cNvPr>
          <p:cNvSpPr>
            <a:spLocks xmlns:a="http://schemas.openxmlformats.org/drawingml/2006/main" noGrp="1"/>
          </p:cNvSpPr>
          <p:nvPr/>
        </p:nvSpPr>
        <p:spPr>
          <a:xfrm xmlns:a="http://schemas.openxmlformats.org/drawingml/2006/main">
            <a:off x="15611475" y="3971925"/>
            <a:ext cx="26670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1-comparison / n170 / text 1">
            <a:extLst xmlns:a="http://schemas.openxmlformats.org/drawingml/2006/main">
              <a:ext uri="{FF2B5EF4-FFF2-40B4-BE49-F238E27FC236}">
                <a16:creationId xmlns:a16="http://schemas.microsoft.com/office/drawing/2014/main" id="{7C721A49-A240-4322-B8CB-E44828C4363E}"/>
              </a:ext>
            </a:extLst>
          </p:cNvPr>
          <p:cNvSpPr>
            <a:spLocks xmlns:a="http://schemas.openxmlformats.org/drawingml/2006/main" noGrp="1"/>
          </p:cNvSpPr>
          <p:nvPr/>
        </p:nvSpPr>
        <p:spPr>
          <a:xfrm xmlns:a="http://schemas.openxmlformats.org/drawingml/2006/main">
            <a:off x="15630525" y="39814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조회</a:t>
            </a:r>
          </a:p>
        </p:txBody>
      </p:sp>
      <p:sp>
        <p:nvSpPr>
          <p:cNvPr id="326" name="dp41-comparison / n171">
            <a:extLst xmlns:a="http://schemas.openxmlformats.org/drawingml/2006/main">
              <a:ext uri="{FF2B5EF4-FFF2-40B4-BE49-F238E27FC236}">
                <a16:creationId xmlns:a16="http://schemas.microsoft.com/office/drawing/2014/main" id="{6A19A7C9-8F21-44D2-86A9-D3F340B7A7D6}"/>
              </a:ext>
            </a:extLst>
          </p:cNvPr>
          <p:cNvSpPr>
            <a:spLocks xmlns:a="http://schemas.openxmlformats.org/drawingml/2006/main" noGrp="1"/>
          </p:cNvSpPr>
          <p:nvPr/>
        </p:nvSpPr>
        <p:spPr>
          <a:xfrm xmlns:a="http://schemas.openxmlformats.org/drawingml/2006/main">
            <a:off x="15830550" y="4572000"/>
            <a:ext cx="1809750" cy="409575"/>
          </a:xfrm>
          <a:custGeom xmlns:a="http://schemas.openxmlformats.org/drawingml/2006/main">
            <a:pathLst>
              <a:path w="1809750" h="409575">
                <a:moveTo>
                  <a:pt x="0" y="0"/>
                </a:moveTo>
                <a:lnTo>
                  <a:pt x="1638300" y="0"/>
                </a:lnTo>
                <a:lnTo>
                  <a:pt x="1809750" y="171450"/>
                </a:lnTo>
                <a:lnTo>
                  <a:pt x="1809750" y="409575"/>
                </a:lnTo>
                <a:lnTo>
                  <a:pt x="0" y="4095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27" name="dp41-comparison / n171 / fold">
            <a:extLst xmlns:a="http://schemas.openxmlformats.org/drawingml/2006/main">
              <a:ext uri="{FF2B5EF4-FFF2-40B4-BE49-F238E27FC236}">
                <a16:creationId xmlns:a16="http://schemas.microsoft.com/office/drawing/2014/main" id="{9ACC0197-30A8-4834-AB4B-B54360F98761}"/>
              </a:ext>
            </a:extLst>
          </p:cNvPr>
          <p:cNvSpPr>
            <a:spLocks xmlns:a="http://schemas.openxmlformats.org/drawingml/2006/main" noGrp="1"/>
          </p:cNvSpPr>
          <p:nvPr/>
        </p:nvSpPr>
        <p:spPr>
          <a:xfrm xmlns:a="http://schemas.openxmlformats.org/drawingml/2006/main">
            <a:off x="17468850" y="45720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28" name="dp41-comparison / n172 / text 1">
            <a:extLst xmlns:a="http://schemas.openxmlformats.org/drawingml/2006/main">
              <a:ext uri="{FF2B5EF4-FFF2-40B4-BE49-F238E27FC236}">
                <a16:creationId xmlns:a16="http://schemas.microsoft.com/office/drawing/2014/main" id="{A35E57FE-9ABE-40B9-AC22-81CCEE2B9AA8}"/>
              </a:ext>
            </a:extLst>
          </p:cNvPr>
          <p:cNvSpPr>
            <a:spLocks xmlns:a="http://schemas.openxmlformats.org/drawingml/2006/main" noGrp="1"/>
          </p:cNvSpPr>
          <p:nvPr/>
        </p:nvSpPr>
        <p:spPr>
          <a:xfrm xmlns:a="http://schemas.openxmlformats.org/drawingml/2006/main">
            <a:off x="15944850" y="4648200"/>
            <a:ext cx="15525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T7 / T8 → AMBIGUOUS</a:t>
            </a:r>
          </a:p>
        </p:txBody>
      </p:sp>
      <p:sp>
        <p:nvSpPr>
          <p:cNvPr id="329" name="dp41-comparison / n172 / text 2">
            <a:extLst xmlns:a="http://schemas.openxmlformats.org/drawingml/2006/main">
              <a:ext uri="{FF2B5EF4-FFF2-40B4-BE49-F238E27FC236}">
                <a16:creationId xmlns:a16="http://schemas.microsoft.com/office/drawing/2014/main" id="{0BF9E968-CAAC-4E88-9A48-1FEC1BD6F366}"/>
              </a:ext>
            </a:extLst>
          </p:cNvPr>
          <p:cNvSpPr>
            <a:spLocks xmlns:a="http://schemas.openxmlformats.org/drawingml/2006/main" noGrp="1"/>
          </p:cNvSpPr>
          <p:nvPr/>
        </p:nvSpPr>
        <p:spPr>
          <a:xfrm xmlns:a="http://schemas.openxmlformats.org/drawingml/2006/main">
            <a:off x="15944850" y="4785360"/>
            <a:ext cx="15525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질문/답변 뒤 T7 → BOUND</a:t>
            </a:r>
          </a:p>
        </p:txBody>
      </p:sp>
      <p:sp>
        <p:nvSpPr>
          <p:cNvPr id="330" name="dp41-comparison / n175">
            <a:extLst xmlns:a="http://schemas.openxmlformats.org/drawingml/2006/main">
              <a:ext uri="{FF2B5EF4-FFF2-40B4-BE49-F238E27FC236}">
                <a16:creationId xmlns:a16="http://schemas.microsoft.com/office/drawing/2014/main" id="{3E4E5AC9-CDD2-405E-90E1-B5B698AA1896}"/>
              </a:ext>
            </a:extLst>
          </p:cNvPr>
          <p:cNvSpPr>
            <a:spLocks xmlns:a="http://schemas.openxmlformats.org/drawingml/2006/main" noGrp="1"/>
          </p:cNvSpPr>
          <p:nvPr/>
        </p:nvSpPr>
        <p:spPr>
          <a:xfrm xmlns:a="http://schemas.openxmlformats.org/drawingml/2006/main">
            <a:off x="9953625" y="3876675"/>
            <a:ext cx="2209800" cy="800100"/>
          </a:xfrm>
          <a:custGeom xmlns:a="http://schemas.openxmlformats.org/drawingml/2006/main">
            <a:pathLst>
              <a:path w="2209800" h="800100">
                <a:moveTo>
                  <a:pt x="0" y="0"/>
                </a:moveTo>
                <a:lnTo>
                  <a:pt x="2038350" y="0"/>
                </a:lnTo>
                <a:lnTo>
                  <a:pt x="2209800" y="171450"/>
                </a:lnTo>
                <a:lnTo>
                  <a:pt x="2209800" y="800100"/>
                </a:lnTo>
                <a:lnTo>
                  <a:pt x="0" y="8001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31" name="dp41-comparison / n175 / fold">
            <a:extLst xmlns:a="http://schemas.openxmlformats.org/drawingml/2006/main">
              <a:ext uri="{FF2B5EF4-FFF2-40B4-BE49-F238E27FC236}">
                <a16:creationId xmlns:a16="http://schemas.microsoft.com/office/drawing/2014/main" id="{372F16E8-DBE4-4C4E-AA7F-844DCD784A61}"/>
              </a:ext>
            </a:extLst>
          </p:cNvPr>
          <p:cNvSpPr>
            <a:spLocks xmlns:a="http://schemas.openxmlformats.org/drawingml/2006/main" noGrp="1"/>
          </p:cNvSpPr>
          <p:nvPr/>
        </p:nvSpPr>
        <p:spPr>
          <a:xfrm xmlns:a="http://schemas.openxmlformats.org/drawingml/2006/main">
            <a:off x="11991975" y="38766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32" name="dp41-comparison / n176 / text 1">
            <a:extLst xmlns:a="http://schemas.openxmlformats.org/drawingml/2006/main">
              <a:ext uri="{FF2B5EF4-FFF2-40B4-BE49-F238E27FC236}">
                <a16:creationId xmlns:a16="http://schemas.microsoft.com/office/drawing/2014/main" id="{FDE250F3-1A0A-4B25-82BD-3FC139362599}"/>
              </a:ext>
            </a:extLst>
          </p:cNvPr>
          <p:cNvSpPr>
            <a:spLocks xmlns:a="http://schemas.openxmlformats.org/drawingml/2006/main" noGrp="1"/>
          </p:cNvSpPr>
          <p:nvPr/>
        </p:nvSpPr>
        <p:spPr>
          <a:xfrm xmlns:a="http://schemas.openxmlformats.org/drawingml/2006/main">
            <a:off x="10067925" y="3952875"/>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선택적 PartialInterpretation</a:t>
            </a:r>
          </a:p>
        </p:txBody>
      </p:sp>
      <p:sp>
        <p:nvSpPr>
          <p:cNvPr id="333" name="dp41-comparison / n176 / text 2">
            <a:extLst xmlns:a="http://schemas.openxmlformats.org/drawingml/2006/main">
              <a:ext uri="{FF2B5EF4-FFF2-40B4-BE49-F238E27FC236}">
                <a16:creationId xmlns:a16="http://schemas.microsoft.com/office/drawing/2014/main" id="{97DA7647-E755-4FFE-B289-8149D75112F2}"/>
              </a:ext>
            </a:extLst>
          </p:cNvPr>
          <p:cNvSpPr>
            <a:spLocks xmlns:a="http://schemas.openxmlformats.org/drawingml/2006/main" noGrp="1"/>
          </p:cNvSpPr>
          <p:nvPr/>
        </p:nvSpPr>
        <p:spPr>
          <a:xfrm xmlns:a="http://schemas.openxmlformats.org/drawingml/2006/main">
            <a:off x="10067925" y="4090035"/>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field / candidateIds</a:t>
            </a:r>
          </a:p>
        </p:txBody>
      </p:sp>
      <p:sp>
        <p:nvSpPr>
          <p:cNvPr id="334" name="dp41-comparison / n176 / text 3">
            <a:extLst xmlns:a="http://schemas.openxmlformats.org/drawingml/2006/main">
              <a:ext uri="{FF2B5EF4-FFF2-40B4-BE49-F238E27FC236}">
                <a16:creationId xmlns:a16="http://schemas.microsoft.com/office/drawing/2014/main" id="{0E332BBE-78D5-4CE8-B31B-C79471B84BE4}"/>
              </a:ext>
            </a:extLst>
          </p:cNvPr>
          <p:cNvSpPr>
            <a:spLocks xmlns:a="http://schemas.openxmlformats.org/drawingml/2006/main" noGrp="1"/>
          </p:cNvSpPr>
          <p:nvPr/>
        </p:nvSpPr>
        <p:spPr>
          <a:xfrm xmlns:a="http://schemas.openxmlformats.org/drawingml/2006/main">
            <a:off x="10067925" y="4227195"/>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evidenceVersions</a:t>
            </a:r>
          </a:p>
        </p:txBody>
      </p:sp>
      <p:sp>
        <p:nvSpPr>
          <p:cNvPr id="335" name="dp41-comparison / n176 / text 4">
            <a:extLst xmlns:a="http://schemas.openxmlformats.org/drawingml/2006/main">
              <a:ext uri="{FF2B5EF4-FFF2-40B4-BE49-F238E27FC236}">
                <a16:creationId xmlns:a16="http://schemas.microsoft.com/office/drawing/2014/main" id="{BAE281DE-3D5D-4DF6-B098-9FDCE1281D08}"/>
              </a:ext>
            </a:extLst>
          </p:cNvPr>
          <p:cNvSpPr>
            <a:spLocks xmlns:a="http://schemas.openxmlformats.org/drawingml/2006/main" noGrp="1"/>
          </p:cNvSpPr>
          <p:nvPr/>
        </p:nvSpPr>
        <p:spPr>
          <a:xfrm xmlns:a="http://schemas.openxmlformats.org/drawingml/2006/main">
            <a:off x="10067925" y="4364355"/>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부분 요청 → field result</a:t>
            </a:r>
          </a:p>
        </p:txBody>
      </p:sp>
      <p:sp>
        <p:nvSpPr>
          <p:cNvPr id="336" name="dp41-comparison / n176 / text 5">
            <a:extLst xmlns:a="http://schemas.openxmlformats.org/drawingml/2006/main">
              <a:ext uri="{FF2B5EF4-FFF2-40B4-BE49-F238E27FC236}">
                <a16:creationId xmlns:a16="http://schemas.microsoft.com/office/drawing/2014/main" id="{8DCA453F-62E5-4928-9B7A-85DF874E6AC0}"/>
              </a:ext>
            </a:extLst>
          </p:cNvPr>
          <p:cNvSpPr>
            <a:spLocks xmlns:a="http://schemas.openxmlformats.org/drawingml/2006/main" noGrp="1"/>
          </p:cNvSpPr>
          <p:nvPr/>
        </p:nvSpPr>
        <p:spPr>
          <a:xfrm xmlns:a="http://schemas.openxmlformats.org/drawingml/2006/main">
            <a:off x="10067925" y="4501515"/>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전체 결합은 Engine 코드</a:t>
            </a:r>
          </a:p>
        </p:txBody>
      </p:sp>
      <p:sp>
        <p:nvSpPr>
          <p:cNvPr id="337" name="dp41-comparison / n180">
            <a:extLst xmlns:a="http://schemas.openxmlformats.org/drawingml/2006/main">
              <a:ext uri="{FF2B5EF4-FFF2-40B4-BE49-F238E27FC236}">
                <a16:creationId xmlns:a16="http://schemas.microsoft.com/office/drawing/2014/main" id="{0DBDD99A-16AF-4298-B6E3-062E3F0ED860}"/>
              </a:ext>
            </a:extLst>
          </p:cNvPr>
          <p:cNvSpPr>
            <a:spLocks xmlns:a="http://schemas.openxmlformats.org/drawingml/2006/main" noGrp="1"/>
          </p:cNvSpPr>
          <p:nvPr/>
        </p:nvSpPr>
        <p:spPr>
          <a:xfrm xmlns:a="http://schemas.openxmlformats.org/drawingml/2006/main">
            <a:off x="12668250" y="4667250"/>
            <a:ext cx="2924175" cy="657225"/>
          </a:xfrm>
          <a:custGeom xmlns:a="http://schemas.openxmlformats.org/drawingml/2006/main">
            <a:pathLst>
              <a:path w="2924175" h="657225">
                <a:moveTo>
                  <a:pt x="0" y="0"/>
                </a:moveTo>
                <a:lnTo>
                  <a:pt x="2752725" y="0"/>
                </a:lnTo>
                <a:lnTo>
                  <a:pt x="2924175" y="171450"/>
                </a:lnTo>
                <a:lnTo>
                  <a:pt x="2924175" y="657225"/>
                </a:lnTo>
                <a:lnTo>
                  <a:pt x="0" y="6572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38" name="dp41-comparison / n180 / fold">
            <a:extLst xmlns:a="http://schemas.openxmlformats.org/drawingml/2006/main">
              <a:ext uri="{FF2B5EF4-FFF2-40B4-BE49-F238E27FC236}">
                <a16:creationId xmlns:a16="http://schemas.microsoft.com/office/drawing/2014/main" id="{5BDAC5DE-D52B-4727-B43A-A05E7D80B94E}"/>
              </a:ext>
            </a:extLst>
          </p:cNvPr>
          <p:cNvSpPr>
            <a:spLocks xmlns:a="http://schemas.openxmlformats.org/drawingml/2006/main" noGrp="1"/>
          </p:cNvSpPr>
          <p:nvPr/>
        </p:nvSpPr>
        <p:spPr>
          <a:xfrm xmlns:a="http://schemas.openxmlformats.org/drawingml/2006/main">
            <a:off x="15420975" y="4667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39" name="dp41-comparison / n181 / text 1">
            <a:extLst xmlns:a="http://schemas.openxmlformats.org/drawingml/2006/main">
              <a:ext uri="{FF2B5EF4-FFF2-40B4-BE49-F238E27FC236}">
                <a16:creationId xmlns:a16="http://schemas.microsoft.com/office/drawing/2014/main" id="{9D9F263F-5EC4-4F08-B056-ED9F5E63D9B3}"/>
              </a:ext>
            </a:extLst>
          </p:cNvPr>
          <p:cNvSpPr>
            <a:spLocks xmlns:a="http://schemas.openxmlformats.org/drawingml/2006/main" noGrp="1"/>
          </p:cNvSpPr>
          <p:nvPr/>
        </p:nvSpPr>
        <p:spPr>
          <a:xfrm xmlns:a="http://schemas.openxmlformats.org/drawingml/2006/main">
            <a:off x="12782550" y="4743450"/>
            <a:ext cx="2667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MeaningProposal (코드 생산)</a:t>
            </a:r>
          </a:p>
        </p:txBody>
      </p:sp>
      <p:sp>
        <p:nvSpPr>
          <p:cNvPr id="340" name="dp41-comparison / n181 / text 2">
            <a:extLst xmlns:a="http://schemas.openxmlformats.org/drawingml/2006/main">
              <a:ext uri="{FF2B5EF4-FFF2-40B4-BE49-F238E27FC236}">
                <a16:creationId xmlns:a16="http://schemas.microsoft.com/office/drawing/2014/main" id="{0D58C9B0-4E4D-4EA1-9BDD-2915FC8F7D11}"/>
              </a:ext>
            </a:extLst>
          </p:cNvPr>
          <p:cNvSpPr>
            <a:spLocks xmlns:a="http://schemas.openxmlformats.org/drawingml/2006/main" noGrp="1"/>
          </p:cNvSpPr>
          <p:nvPr/>
        </p:nvSpPr>
        <p:spPr>
          <a:xfrm xmlns:a="http://schemas.openxmlformats.org/drawingml/2006/main">
            <a:off x="12782550" y="4914900"/>
            <a:ext cx="2667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질문 / “예산 보고서” 답변 뒤</a:t>
            </a:r>
          </a:p>
        </p:txBody>
      </p:sp>
      <p:sp>
        <p:nvSpPr>
          <p:cNvPr id="341" name="dp41-comparison / n181 / text 3">
            <a:extLst xmlns:a="http://schemas.openxmlformats.org/drawingml/2006/main">
              <a:ext uri="{FF2B5EF4-FFF2-40B4-BE49-F238E27FC236}">
                <a16:creationId xmlns:a16="http://schemas.microsoft.com/office/drawing/2014/main" id="{92DDE1C7-575A-4075-8DD4-5891CF6E3D20}"/>
              </a:ext>
            </a:extLst>
          </p:cNvPr>
          <p:cNvSpPr>
            <a:spLocks xmlns:a="http://schemas.openxmlformats.org/drawingml/2006/main" noGrp="1"/>
          </p:cNvSpPr>
          <p:nvPr/>
        </p:nvSpPr>
        <p:spPr>
          <a:xfrm xmlns:a="http://schemas.openxmlformats.org/drawingml/2006/main">
            <a:off x="12782550" y="5086350"/>
            <a:ext cx="2667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T7 / send: false</a:t>
            </a:r>
          </a:p>
        </p:txBody>
      </p:sp>
      <p:sp>
        <p:nvSpPr>
          <p:cNvPr id="342" name="dp41-comparison / n186">
            <a:extLst xmlns:a="http://schemas.openxmlformats.org/drawingml/2006/main">
              <a:ext uri="{FF2B5EF4-FFF2-40B4-BE49-F238E27FC236}">
                <a16:creationId xmlns:a16="http://schemas.microsoft.com/office/drawing/2014/main" id="{201BF185-B822-4858-A5C9-DD4DD6920AEF}"/>
              </a:ext>
            </a:extLst>
          </p:cNvPr>
          <p:cNvSpPr>
            <a:spLocks xmlns:a="http://schemas.openxmlformats.org/drawingml/2006/main" noGrp="1"/>
          </p:cNvSpPr>
          <p:nvPr/>
        </p:nvSpPr>
        <p:spPr>
          <a:xfrm xmlns:a="http://schemas.openxmlformats.org/drawingml/2006/main">
            <a:off x="9934575" y="5476875"/>
            <a:ext cx="434816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1-comparison / n187 / text 1">
            <a:extLst xmlns:a="http://schemas.openxmlformats.org/drawingml/2006/main">
              <a:ext uri="{FF2B5EF4-FFF2-40B4-BE49-F238E27FC236}">
                <a16:creationId xmlns:a16="http://schemas.microsoft.com/office/drawing/2014/main" id="{0CFFF22B-83A8-40F8-A48B-A963B0273AC9}"/>
              </a:ext>
            </a:extLst>
          </p:cNvPr>
          <p:cNvSpPr>
            <a:spLocks xmlns:a="http://schemas.openxmlformats.org/drawingml/2006/main" noGrp="1"/>
          </p:cNvSpPr>
          <p:nvPr/>
        </p:nvSpPr>
        <p:spPr>
          <a:xfrm xmlns:a="http://schemas.openxmlformats.org/drawingml/2006/main">
            <a:off x="9953625" y="5486400"/>
            <a:ext cx="7620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공통 조회/채택/전달 경로 / 10개 Component / 아래 자료 표기는 예시</a:t>
            </a:r>
          </a:p>
        </p:txBody>
      </p:sp>
      <p:sp>
        <p:nvSpPr>
          <p:cNvPr id="344" name="dp41-comparison / n194">
            <a:extLst xmlns:a="http://schemas.openxmlformats.org/drawingml/2006/main">
              <a:ext uri="{FF2B5EF4-FFF2-40B4-BE49-F238E27FC236}">
                <a16:creationId xmlns:a16="http://schemas.microsoft.com/office/drawing/2014/main" id="{3F78DA7A-5FE8-49E7-AEA0-531221C1A23B}"/>
              </a:ext>
            </a:extLst>
          </p:cNvPr>
          <p:cNvSpPr>
            <a:spLocks xmlns:a="http://schemas.openxmlformats.org/drawingml/2006/main" noGrp="1"/>
          </p:cNvSpPr>
          <p:nvPr/>
        </p:nvSpPr>
        <p:spPr>
          <a:xfrm xmlns:a="http://schemas.openxmlformats.org/drawingml/2006/main">
            <a:off x="15554325" y="5819775"/>
            <a:ext cx="123291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1-comparison / n195 / text 1">
            <a:extLst xmlns:a="http://schemas.openxmlformats.org/drawingml/2006/main">
              <a:ext uri="{FF2B5EF4-FFF2-40B4-BE49-F238E27FC236}">
                <a16:creationId xmlns:a16="http://schemas.microsoft.com/office/drawing/2014/main" id="{C7126218-B7D5-48DC-B2A0-77CA35CA2A79}"/>
              </a:ext>
            </a:extLst>
          </p:cNvPr>
          <p:cNvSpPr>
            <a:spLocks xmlns:a="http://schemas.openxmlformats.org/drawingml/2006/main" noGrp="1"/>
          </p:cNvSpPr>
          <p:nvPr/>
        </p:nvSpPr>
        <p:spPr>
          <a:xfrm xmlns:a="http://schemas.openxmlformats.org/drawingml/2006/main">
            <a:off x="15573375" y="5829300"/>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로컬 cloud adapter</a:t>
            </a:r>
          </a:p>
        </p:txBody>
      </p:sp>
      <p:sp>
        <p:nvSpPr>
          <p:cNvPr id="346" name="dp41-comparison / n210">
            <a:extLst xmlns:a="http://schemas.openxmlformats.org/drawingml/2006/main">
              <a:ext uri="{FF2B5EF4-FFF2-40B4-BE49-F238E27FC236}">
                <a16:creationId xmlns:a16="http://schemas.microsoft.com/office/drawing/2014/main" id="{8C238022-1F4F-4181-B532-C1B4683741C9}"/>
              </a:ext>
            </a:extLst>
          </p:cNvPr>
          <p:cNvSpPr>
            <a:spLocks xmlns:a="http://schemas.openxmlformats.org/drawingml/2006/main" noGrp="1"/>
          </p:cNvSpPr>
          <p:nvPr/>
        </p:nvSpPr>
        <p:spPr>
          <a:xfrm xmlns:a="http://schemas.openxmlformats.org/drawingml/2006/main">
            <a:off x="10991850" y="7410450"/>
            <a:ext cx="446532" cy="1219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7" name="dp41-comparison / n211 / text 1">
            <a:extLst xmlns:a="http://schemas.openxmlformats.org/drawingml/2006/main">
              <a:ext uri="{FF2B5EF4-FFF2-40B4-BE49-F238E27FC236}">
                <a16:creationId xmlns:a16="http://schemas.microsoft.com/office/drawing/2014/main" id="{D4F43659-801F-4B71-A216-6899FFBDD95E}"/>
              </a:ext>
            </a:extLst>
          </p:cNvPr>
          <p:cNvSpPr>
            <a:spLocks xmlns:a="http://schemas.openxmlformats.org/drawingml/2006/main" noGrp="1"/>
          </p:cNvSpPr>
          <p:nvPr/>
        </p:nvSpPr>
        <p:spPr>
          <a:xfrm xmlns:a="http://schemas.openxmlformats.org/drawingml/2006/main">
            <a:off x="11010900" y="7419975"/>
            <a:ext cx="1076325" cy="12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675" b="0">
                <a:solidFill>
                  <a:srgbClr val="000000"/>
                </a:solidFill>
                <a:latin typeface="Apple SD Gothic Neo"/>
                <a:ea typeface="Apple SD Gothic Neo"/>
                <a:cs typeface="Apple SD Gothic Neo"/>
              </a:defRPr>
            </a:pPr>
            <a:r>
              <a:rPr sz="675" b="0">
                <a:solidFill>
                  <a:srgbClr val="000000"/>
                </a:solidFill>
                <a:latin typeface="Apple SD Gothic Neo"/>
                <a:ea typeface="Apple SD Gothic Neo"/>
                <a:cs typeface="Apple SD Gothic Neo"/>
              </a:rPr>
              <a:t>로컬 VAD</a:t>
            </a:r>
          </a:p>
        </p:txBody>
      </p:sp>
      <p:sp>
        <p:nvSpPr>
          <p:cNvPr id="348" name="dp41-comparison / n250">
            <a:extLst xmlns:a="http://schemas.openxmlformats.org/drawingml/2006/main">
              <a:ext uri="{FF2B5EF4-FFF2-40B4-BE49-F238E27FC236}">
                <a16:creationId xmlns:a16="http://schemas.microsoft.com/office/drawing/2014/main" id="{96E460BB-AF52-47E9-A917-686FB4EBB1DE}"/>
              </a:ext>
            </a:extLst>
          </p:cNvPr>
          <p:cNvSpPr>
            <a:spLocks xmlns:a="http://schemas.openxmlformats.org/drawingml/2006/main" noGrp="1"/>
          </p:cNvSpPr>
          <p:nvPr/>
        </p:nvSpPr>
        <p:spPr>
          <a:xfrm xmlns:a="http://schemas.openxmlformats.org/drawingml/2006/main">
            <a:off x="12649200" y="6772275"/>
            <a:ext cx="19488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9" name="dp41-comparison / n251 / text 1">
            <a:extLst xmlns:a="http://schemas.openxmlformats.org/drawingml/2006/main">
              <a:ext uri="{FF2B5EF4-FFF2-40B4-BE49-F238E27FC236}">
                <a16:creationId xmlns:a16="http://schemas.microsoft.com/office/drawing/2014/main" id="{950F64AD-9944-45E6-BB8E-7023F3F2EE48}"/>
              </a:ext>
            </a:extLst>
          </p:cNvPr>
          <p:cNvSpPr>
            <a:spLocks xmlns:a="http://schemas.openxmlformats.org/drawingml/2006/main" noGrp="1"/>
          </p:cNvSpPr>
          <p:nvPr/>
        </p:nvSpPr>
        <p:spPr>
          <a:xfrm xmlns:a="http://schemas.openxmlformats.org/drawingml/2006/main">
            <a:off x="12668250" y="6781800"/>
            <a:ext cx="22002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질문/focus / release / 실제 receipt</a:t>
            </a:r>
          </a:p>
        </p:txBody>
      </p:sp>
      <p:sp>
        <p:nvSpPr>
          <p:cNvPr id="350" name="dp41-comparison / n252">
            <a:extLst xmlns:a="http://schemas.openxmlformats.org/drawingml/2006/main">
              <a:ext uri="{FF2B5EF4-FFF2-40B4-BE49-F238E27FC236}">
                <a16:creationId xmlns:a16="http://schemas.microsoft.com/office/drawing/2014/main" id="{789FC2FB-AF96-48D4-A137-AADFA7B8AC1A}"/>
              </a:ext>
            </a:extLst>
          </p:cNvPr>
          <p:cNvSpPr>
            <a:spLocks xmlns:a="http://schemas.openxmlformats.org/drawingml/2006/main" noGrp="1"/>
          </p:cNvSpPr>
          <p:nvPr/>
        </p:nvSpPr>
        <p:spPr>
          <a:xfrm xmlns:a="http://schemas.openxmlformats.org/drawingml/2006/main">
            <a:off x="15506700" y="6838950"/>
            <a:ext cx="145542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1-comparison / n253 / text 1">
            <a:extLst xmlns:a="http://schemas.openxmlformats.org/drawingml/2006/main">
              <a:ext uri="{FF2B5EF4-FFF2-40B4-BE49-F238E27FC236}">
                <a16:creationId xmlns:a16="http://schemas.microsoft.com/office/drawing/2014/main" id="{BF292145-8421-4BC5-AF46-D0FEC688810A}"/>
              </a:ext>
            </a:extLst>
          </p:cNvPr>
          <p:cNvSpPr>
            <a:spLocks xmlns:a="http://schemas.openxmlformats.org/drawingml/2006/main" noGrp="1"/>
          </p:cNvSpPr>
          <p:nvPr/>
        </p:nvSpPr>
        <p:spPr>
          <a:xfrm xmlns:a="http://schemas.openxmlformats.org/drawingml/2006/main">
            <a:off x="15525750" y="6848475"/>
            <a:ext cx="21240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조건부 구성/음성 / 위임/접수</a:t>
            </a:r>
          </a:p>
        </p:txBody>
      </p:sp>
    </p:spTree>
    <p:extLst>
      <p:ext uri="{BB962C8B-B14F-4D97-AF65-F5344CB8AC3E}">
        <p14:creationId xmlns:p14="http://schemas.microsoft.com/office/powerpoint/2010/main" val="192723047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 name="dp42-background / n1">
            <a:extLst xmlns:a="http://schemas.openxmlformats.org/drawingml/2006/main">
              <a:ext uri="{FF2B5EF4-FFF2-40B4-BE49-F238E27FC236}">
                <a16:creationId xmlns:a16="http://schemas.microsoft.com/office/drawing/2014/main" id="{37BB2F86-1985-4C53-B9E1-90E36D02F79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background / n2 / text 1">
            <a:extLst xmlns:a="http://schemas.openxmlformats.org/drawingml/2006/main">
              <a:ext uri="{FF2B5EF4-FFF2-40B4-BE49-F238E27FC236}">
                <a16:creationId xmlns:a16="http://schemas.microsoft.com/office/drawing/2014/main" id="{A3045ED2-AE29-42E2-9A50-7EEBDFAB5297}"/>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2-background / n3 / text 1">
            <a:extLst xmlns:a="http://schemas.openxmlformats.org/drawingml/2006/main">
              <a:ext uri="{FF2B5EF4-FFF2-40B4-BE49-F238E27FC236}">
                <a16:creationId xmlns:a16="http://schemas.microsoft.com/office/drawing/2014/main" id="{5DEC4B48-D568-463C-BE6B-015148CC9E0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04-42</a:t>
            </a:r>
          </a:p>
        </p:txBody>
      </p:sp>
      <p:sp>
        <p:nvSpPr>
          <p:cNvPr id="4" name="dp42-background / n4 / text 1">
            <a:extLst xmlns:a="http://schemas.openxmlformats.org/drawingml/2006/main">
              <a:ext uri="{FF2B5EF4-FFF2-40B4-BE49-F238E27FC236}">
                <a16:creationId xmlns:a16="http://schemas.microsoft.com/office/drawing/2014/main" id="{7FF6FFAF-A984-43AF-A7D7-AAB6EA773C60}"/>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04-42. 변경 용이성을 위한 VIA Conversation과 Task 관리 설계</a:t>
            </a:r>
          </a:p>
        </p:txBody>
      </p:sp>
      <p:sp>
        <p:nvSpPr>
          <p:cNvPr id="5" name="dp42-background / n5 / path">
            <a:extLst xmlns:a="http://schemas.openxmlformats.org/drawingml/2006/main">
              <a:ext uri="{FF2B5EF4-FFF2-40B4-BE49-F238E27FC236}">
                <a16:creationId xmlns:a16="http://schemas.microsoft.com/office/drawing/2014/main" id="{170AA0F6-400E-4DEC-991F-665605CD2BC8}"/>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2-background / n6">
            <a:extLst xmlns:a="http://schemas.openxmlformats.org/drawingml/2006/main">
              <a:ext uri="{FF2B5EF4-FFF2-40B4-BE49-F238E27FC236}">
                <a16:creationId xmlns:a16="http://schemas.microsoft.com/office/drawing/2014/main" id="{211B6C4E-7211-4552-860D-B2A795C889D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2-background / n7 / text 1">
            <a:extLst xmlns:a="http://schemas.openxmlformats.org/drawingml/2006/main">
              <a:ext uri="{FF2B5EF4-FFF2-40B4-BE49-F238E27FC236}">
                <a16:creationId xmlns:a16="http://schemas.microsoft.com/office/drawing/2014/main" id="{3B3AAD25-34D2-4BDF-A122-D425CC33D30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Request 완료와 Task 완료의 혼동 위험</a:t>
            </a:r>
          </a:p>
        </p:txBody>
      </p:sp>
      <p:sp>
        <p:nvSpPr>
          <p:cNvPr id="8" name="dp42-background / n8 / path">
            <a:extLst xmlns:a="http://schemas.openxmlformats.org/drawingml/2006/main">
              <a:ext uri="{FF2B5EF4-FFF2-40B4-BE49-F238E27FC236}">
                <a16:creationId xmlns:a16="http://schemas.microsoft.com/office/drawing/2014/main" id="{31A259D8-B5A1-4A9E-980F-34953E5219CC}"/>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2-background / n9 / text 1">
            <a:extLst xmlns:a="http://schemas.openxmlformats.org/drawingml/2006/main">
              <a:ext uri="{FF2B5EF4-FFF2-40B4-BE49-F238E27FC236}">
                <a16:creationId xmlns:a16="http://schemas.microsoft.com/office/drawing/2014/main" id="{FAB2222E-D9F6-4635-B2B6-E053C5A2DAF5}"/>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2-background / n10 / path">
            <a:extLst xmlns:a="http://schemas.openxmlformats.org/drawingml/2006/main">
              <a:ext uri="{FF2B5EF4-FFF2-40B4-BE49-F238E27FC236}">
                <a16:creationId xmlns:a16="http://schemas.microsoft.com/office/drawing/2014/main" id="{3330F547-954D-4A4B-8955-55C779C75BB6}"/>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2-background / n11 / text 1">
            <a:extLst xmlns:a="http://schemas.openxmlformats.org/drawingml/2006/main">
              <a:ext uri="{FF2B5EF4-FFF2-40B4-BE49-F238E27FC236}">
                <a16:creationId xmlns:a16="http://schemas.microsoft.com/office/drawing/2014/main" id="{6E634169-B5F5-43BF-B1F6-ADA98859AEBD}"/>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2-background / n12 / text 1">
            <a:extLst xmlns:a="http://schemas.openxmlformats.org/drawingml/2006/main">
              <a:ext uri="{FF2B5EF4-FFF2-40B4-BE49-F238E27FC236}">
                <a16:creationId xmlns:a16="http://schemas.microsoft.com/office/drawing/2014/main" id="{5B853EAC-74B9-4597-AF85-6AC042777E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Conversation과 Task 상태의 관리 책임 및 실행 경계 설계</a:t>
            </a:r>
          </a:p>
        </p:txBody>
      </p:sp>
      <p:sp>
        <p:nvSpPr>
          <p:cNvPr id="13" name="dp42-background / n13 / text 1">
            <a:extLst xmlns:a="http://schemas.openxmlformats.org/drawingml/2006/main">
              <a:ext uri="{FF2B5EF4-FFF2-40B4-BE49-F238E27FC236}">
                <a16:creationId xmlns:a16="http://schemas.microsoft.com/office/drawing/2014/main" id="{62E35758-8D25-408A-BD66-C9E87AEE3393}"/>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Delegation / Downstream Agent에 작업 전달     Agent Execution / 개별 작업 실행</a:t>
            </a:r>
          </a:p>
        </p:txBody>
      </p:sp>
      <p:sp>
        <p:nvSpPr>
          <p:cNvPr id="14" name="dp42-background / n14 / text 1">
            <a:extLst xmlns:a="http://schemas.openxmlformats.org/drawingml/2006/main">
              <a:ext uri="{FF2B5EF4-FFF2-40B4-BE49-F238E27FC236}">
                <a16:creationId xmlns:a16="http://schemas.microsoft.com/office/drawing/2014/main" id="{4CA24267-44CB-44EF-97F1-C91D061C585B}"/>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변경 용이성 / 복구성</a:t>
            </a:r>
          </a:p>
        </p:txBody>
      </p:sp>
      <p:sp>
        <p:nvSpPr>
          <p:cNvPr id="15" name="dp42-background / n15 / text 1">
            <a:extLst xmlns:a="http://schemas.openxmlformats.org/drawingml/2006/main">
              <a:ext uri="{FF2B5EF4-FFF2-40B4-BE49-F238E27FC236}">
                <a16:creationId xmlns:a16="http://schemas.microsoft.com/office/drawing/2014/main" id="{AAD243F4-F666-4073-A84B-435A7A298607}"/>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2-background / n16">
            <a:extLst xmlns:a="http://schemas.openxmlformats.org/drawingml/2006/main">
              <a:ext uri="{FF2B5EF4-FFF2-40B4-BE49-F238E27FC236}">
                <a16:creationId xmlns:a16="http://schemas.microsoft.com/office/drawing/2014/main" id="{30A71158-1C2D-4705-BC23-888B65BB9A15}"/>
              </a:ext>
            </a:extLst>
          </p:cNvPr>
          <p:cNvSpPr>
            <a:spLocks xmlns:a="http://schemas.openxmlformats.org/drawingml/2006/main" noGrp="1"/>
          </p:cNvSpPr>
          <p:nvPr/>
        </p:nvSpPr>
        <p:spPr>
          <a:xfrm xmlns:a="http://schemas.openxmlformats.org/drawingml/2006/main">
            <a:off x="609600" y="2619375"/>
            <a:ext cx="10572750" cy="26003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background / n17">
            <a:extLst xmlns:a="http://schemas.openxmlformats.org/drawingml/2006/main">
              <a:ext uri="{FF2B5EF4-FFF2-40B4-BE49-F238E27FC236}">
                <a16:creationId xmlns:a16="http://schemas.microsoft.com/office/drawing/2014/main" id="{2AEF9A88-F794-4480-A9E4-447851379231}"/>
              </a:ext>
            </a:extLst>
          </p:cNvPr>
          <p:cNvSpPr>
            <a:spLocks xmlns:a="http://schemas.openxmlformats.org/drawingml/2006/main" noGrp="1"/>
          </p:cNvSpPr>
          <p:nvPr/>
        </p:nvSpPr>
        <p:spPr>
          <a:xfrm xmlns:a="http://schemas.openxmlformats.org/drawingml/2006/main">
            <a:off x="609600" y="2619375"/>
            <a:ext cx="10572750" cy="381000"/>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18" name="dp42-background / n18 / text 1">
            <a:extLst xmlns:a="http://schemas.openxmlformats.org/drawingml/2006/main">
              <a:ext uri="{FF2B5EF4-FFF2-40B4-BE49-F238E27FC236}">
                <a16:creationId xmlns:a16="http://schemas.microsoft.com/office/drawing/2014/main" id="{2A934D80-A741-4F4E-AFCE-956A495E8D19}"/>
              </a:ext>
            </a:extLst>
          </p:cNvPr>
          <p:cNvSpPr>
            <a:spLocks xmlns:a="http://schemas.openxmlformats.org/drawingml/2006/main" noGrp="1"/>
          </p:cNvSpPr>
          <p:nvPr/>
        </p:nvSpPr>
        <p:spPr>
          <a:xfrm xmlns:a="http://schemas.openxmlformats.org/drawingml/2006/main">
            <a:off x="800100" y="2695575"/>
            <a:ext cx="72390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Conversation / 입력과 Response 기록</a:t>
            </a:r>
          </a:p>
        </p:txBody>
      </p:sp>
      <p:sp>
        <p:nvSpPr>
          <p:cNvPr id="19" name="dp42-background / n19 / text 1">
            <a:extLst xmlns:a="http://schemas.openxmlformats.org/drawingml/2006/main">
              <a:ext uri="{FF2B5EF4-FFF2-40B4-BE49-F238E27FC236}">
                <a16:creationId xmlns:a16="http://schemas.microsoft.com/office/drawing/2014/main" id="{5CC73746-4CB4-4968-93CE-201FF3E1C12F}"/>
              </a:ext>
            </a:extLst>
          </p:cNvPr>
          <p:cNvSpPr>
            <a:spLocks xmlns:a="http://schemas.openxmlformats.org/drawingml/2006/main" noGrp="1"/>
          </p:cNvSpPr>
          <p:nvPr/>
        </p:nvSpPr>
        <p:spPr>
          <a:xfrm xmlns:a="http://schemas.openxmlformats.org/drawingml/2006/main">
            <a:off x="8229600" y="2743200"/>
            <a:ext cx="2762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User Turn / 한 번의 발화</a:t>
            </a:r>
          </a:p>
        </p:txBody>
      </p:sp>
      <p:sp>
        <p:nvSpPr>
          <p:cNvPr id="20" name="dp42-background / n20 / text 1">
            <a:extLst xmlns:a="http://schemas.openxmlformats.org/drawingml/2006/main">
              <a:ext uri="{FF2B5EF4-FFF2-40B4-BE49-F238E27FC236}">
                <a16:creationId xmlns:a16="http://schemas.microsoft.com/office/drawing/2014/main" id="{4799FE39-0AF3-46E5-9DB4-FF2667664460}"/>
              </a:ext>
            </a:extLst>
          </p:cNvPr>
          <p:cNvSpPr>
            <a:spLocks xmlns:a="http://schemas.openxmlformats.org/drawingml/2006/main" noGrp="1"/>
          </p:cNvSpPr>
          <p:nvPr/>
        </p:nvSpPr>
        <p:spPr>
          <a:xfrm xmlns:a="http://schemas.openxmlformats.org/drawingml/2006/main">
            <a:off x="7620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처음 발화</a:t>
            </a:r>
          </a:p>
        </p:txBody>
      </p:sp>
      <p:sp>
        <p:nvSpPr>
          <p:cNvPr id="21" name="dp42-background / n21 / text 1">
            <a:extLst xmlns:a="http://schemas.openxmlformats.org/drawingml/2006/main">
              <a:ext uri="{FF2B5EF4-FFF2-40B4-BE49-F238E27FC236}">
                <a16:creationId xmlns:a16="http://schemas.microsoft.com/office/drawing/2014/main" id="{4C349ABC-C36B-4018-AD5F-896FEFAA8C64}"/>
              </a:ext>
            </a:extLst>
          </p:cNvPr>
          <p:cNvSpPr>
            <a:spLocks xmlns:a="http://schemas.openxmlformats.org/drawingml/2006/main" noGrp="1"/>
          </p:cNvSpPr>
          <p:nvPr/>
        </p:nvSpPr>
        <p:spPr>
          <a:xfrm xmlns:a="http://schemas.openxmlformats.org/drawingml/2006/main">
            <a:off x="7620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“이번 달 매출보고서</a:t>
            </a:r>
          </a:p>
        </p:txBody>
      </p:sp>
      <p:sp>
        <p:nvSpPr>
          <p:cNvPr id="22" name="dp42-background / n21 / text 2">
            <a:extLst xmlns:a="http://schemas.openxmlformats.org/drawingml/2006/main">
              <a:ext uri="{FF2B5EF4-FFF2-40B4-BE49-F238E27FC236}">
                <a16:creationId xmlns:a16="http://schemas.microsoft.com/office/drawing/2014/main" id="{8CF165D1-C355-4140-A993-2B28321DE293}"/>
              </a:ext>
            </a:extLst>
          </p:cNvPr>
          <p:cNvSpPr>
            <a:spLocks xmlns:a="http://schemas.openxmlformats.org/drawingml/2006/main" noGrp="1"/>
          </p:cNvSpPr>
          <p:nvPr/>
        </p:nvSpPr>
        <p:spPr>
          <a:xfrm xmlns:a="http://schemas.openxmlformats.org/drawingml/2006/main">
            <a:off x="7620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만들어주고, 내일 회의 안내</a:t>
            </a:r>
          </a:p>
        </p:txBody>
      </p:sp>
      <p:sp>
        <p:nvSpPr>
          <p:cNvPr id="23" name="dp42-background / n21 / text 3">
            <a:extLst xmlns:a="http://schemas.openxmlformats.org/drawingml/2006/main">
              <a:ext uri="{FF2B5EF4-FFF2-40B4-BE49-F238E27FC236}">
                <a16:creationId xmlns:a16="http://schemas.microsoft.com/office/drawing/2014/main" id="{6078DFE6-53F3-452A-80A4-41A78AB534A5}"/>
              </a:ext>
            </a:extLst>
          </p:cNvPr>
          <p:cNvSpPr>
            <a:spLocks xmlns:a="http://schemas.openxmlformats.org/drawingml/2006/main" noGrp="1"/>
          </p:cNvSpPr>
          <p:nvPr/>
        </p:nvSpPr>
        <p:spPr>
          <a:xfrm xmlns:a="http://schemas.openxmlformats.org/drawingml/2006/main">
            <a:off x="762000" y="39909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초안도 만들어줘.”</a:t>
            </a:r>
          </a:p>
        </p:txBody>
      </p:sp>
      <p:sp>
        <p:nvSpPr>
          <p:cNvPr id="24" name="dp42-background / n22 / text 1">
            <a:extLst xmlns:a="http://schemas.openxmlformats.org/drawingml/2006/main">
              <a:ext uri="{FF2B5EF4-FFF2-40B4-BE49-F238E27FC236}">
                <a16:creationId xmlns:a16="http://schemas.microsoft.com/office/drawing/2014/main" id="{8437ED31-B105-4536-A5AE-C1F2519E1DBC}"/>
              </a:ext>
            </a:extLst>
          </p:cNvPr>
          <p:cNvSpPr>
            <a:spLocks xmlns:a="http://schemas.openxmlformats.org/drawingml/2006/main" noGrp="1"/>
          </p:cNvSpPr>
          <p:nvPr/>
        </p:nvSpPr>
        <p:spPr>
          <a:xfrm xmlns:a="http://schemas.openxmlformats.org/drawingml/2006/main">
            <a:off x="7620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2개</a:t>
            </a:r>
          </a:p>
        </p:txBody>
      </p:sp>
      <p:sp>
        <p:nvSpPr>
          <p:cNvPr id="25" name="dp42-background / n23 / text 1">
            <a:extLst xmlns:a="http://schemas.openxmlformats.org/drawingml/2006/main">
              <a:ext uri="{FF2B5EF4-FFF2-40B4-BE49-F238E27FC236}">
                <a16:creationId xmlns:a16="http://schemas.microsoft.com/office/drawing/2014/main" id="{568C11B5-5EED-45A8-9F9F-2D6435602D72}"/>
              </a:ext>
            </a:extLst>
          </p:cNvPr>
          <p:cNvSpPr>
            <a:spLocks xmlns:a="http://schemas.openxmlformats.org/drawingml/2006/main" noGrp="1"/>
          </p:cNvSpPr>
          <p:nvPr/>
        </p:nvSpPr>
        <p:spPr>
          <a:xfrm xmlns:a="http://schemas.openxmlformats.org/drawingml/2006/main">
            <a:off x="44196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잠시 뒤 / 진행 확인</a:t>
            </a:r>
          </a:p>
        </p:txBody>
      </p:sp>
      <p:sp>
        <p:nvSpPr>
          <p:cNvPr id="26" name="dp42-background / n24 / text 1">
            <a:extLst xmlns:a="http://schemas.openxmlformats.org/drawingml/2006/main">
              <a:ext uri="{FF2B5EF4-FFF2-40B4-BE49-F238E27FC236}">
                <a16:creationId xmlns:a16="http://schemas.microsoft.com/office/drawing/2014/main" id="{9880D9D5-AFC5-4480-B263-2FF32C286E27}"/>
              </a:ext>
            </a:extLst>
          </p:cNvPr>
          <p:cNvSpPr>
            <a:spLocks xmlns:a="http://schemas.openxmlformats.org/drawingml/2006/main" noGrp="1"/>
          </p:cNvSpPr>
          <p:nvPr/>
        </p:nvSpPr>
        <p:spPr>
          <a:xfrm xmlns:a="http://schemas.openxmlformats.org/drawingml/2006/main">
            <a:off x="44196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“보고서는 어디까지</a:t>
            </a:r>
          </a:p>
        </p:txBody>
      </p:sp>
      <p:sp>
        <p:nvSpPr>
          <p:cNvPr id="27" name="dp42-background / n24 / text 2">
            <a:extLst xmlns:a="http://schemas.openxmlformats.org/drawingml/2006/main">
              <a:ext uri="{FF2B5EF4-FFF2-40B4-BE49-F238E27FC236}">
                <a16:creationId xmlns:a16="http://schemas.microsoft.com/office/drawing/2014/main" id="{674F0E78-B568-4B12-8618-7363D799580D}"/>
              </a:ext>
            </a:extLst>
          </p:cNvPr>
          <p:cNvSpPr>
            <a:spLocks xmlns:a="http://schemas.openxmlformats.org/drawingml/2006/main" noGrp="1"/>
          </p:cNvSpPr>
          <p:nvPr/>
        </p:nvSpPr>
        <p:spPr>
          <a:xfrm xmlns:a="http://schemas.openxmlformats.org/drawingml/2006/main">
            <a:off x="44196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됐어?”</a:t>
            </a:r>
          </a:p>
        </p:txBody>
      </p:sp>
      <p:sp>
        <p:nvSpPr>
          <p:cNvPr id="28" name="dp42-background / n25 / text 1">
            <a:extLst xmlns:a="http://schemas.openxmlformats.org/drawingml/2006/main">
              <a:ext uri="{FF2B5EF4-FFF2-40B4-BE49-F238E27FC236}">
                <a16:creationId xmlns:a16="http://schemas.microsoft.com/office/drawing/2014/main" id="{871D8480-8CCE-4083-8937-E9F22E1DE910}"/>
              </a:ext>
            </a:extLst>
          </p:cNvPr>
          <p:cNvSpPr>
            <a:spLocks xmlns:a="http://schemas.openxmlformats.org/drawingml/2006/main" noGrp="1"/>
          </p:cNvSpPr>
          <p:nvPr/>
        </p:nvSpPr>
        <p:spPr>
          <a:xfrm xmlns:a="http://schemas.openxmlformats.org/drawingml/2006/main">
            <a:off x="44196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29" name="dp42-background / n26 / text 1">
            <a:extLst xmlns:a="http://schemas.openxmlformats.org/drawingml/2006/main">
              <a:ext uri="{FF2B5EF4-FFF2-40B4-BE49-F238E27FC236}">
                <a16:creationId xmlns:a16="http://schemas.microsoft.com/office/drawing/2014/main" id="{3E2000F7-8465-4E6F-8BB7-C1E1EB09E89A}"/>
              </a:ext>
            </a:extLst>
          </p:cNvPr>
          <p:cNvSpPr>
            <a:spLocks xmlns:a="http://schemas.openxmlformats.org/drawingml/2006/main" noGrp="1"/>
          </p:cNvSpPr>
          <p:nvPr/>
        </p:nvSpPr>
        <p:spPr>
          <a:xfrm xmlns:a="http://schemas.openxmlformats.org/drawingml/2006/main">
            <a:off x="80772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보고서 완료 후 / 수정</a:t>
            </a:r>
          </a:p>
        </p:txBody>
      </p:sp>
      <p:sp>
        <p:nvSpPr>
          <p:cNvPr id="30" name="dp42-background / n27 / text 1">
            <a:extLst xmlns:a="http://schemas.openxmlformats.org/drawingml/2006/main">
              <a:ext uri="{FF2B5EF4-FFF2-40B4-BE49-F238E27FC236}">
                <a16:creationId xmlns:a16="http://schemas.microsoft.com/office/drawing/2014/main" id="{CEA0BF29-3C22-49B2-9B8F-1C6786D41515}"/>
              </a:ext>
            </a:extLst>
          </p:cNvPr>
          <p:cNvSpPr>
            <a:spLocks xmlns:a="http://schemas.openxmlformats.org/drawingml/2006/main" noGrp="1"/>
          </p:cNvSpPr>
          <p:nvPr/>
        </p:nvSpPr>
        <p:spPr>
          <a:xfrm xmlns:a="http://schemas.openxmlformats.org/drawingml/2006/main">
            <a:off x="80772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“결론 부분만 짧게</a:t>
            </a:r>
          </a:p>
        </p:txBody>
      </p:sp>
      <p:sp>
        <p:nvSpPr>
          <p:cNvPr id="31" name="dp42-background / n27 / text 2">
            <a:extLst xmlns:a="http://schemas.openxmlformats.org/drawingml/2006/main">
              <a:ext uri="{FF2B5EF4-FFF2-40B4-BE49-F238E27FC236}">
                <a16:creationId xmlns:a16="http://schemas.microsoft.com/office/drawing/2014/main" id="{A847A320-F7A0-4750-8719-EA01D2AEFA5A}"/>
              </a:ext>
            </a:extLst>
          </p:cNvPr>
          <p:cNvSpPr>
            <a:spLocks xmlns:a="http://schemas.openxmlformats.org/drawingml/2006/main" noGrp="1"/>
          </p:cNvSpPr>
          <p:nvPr/>
        </p:nvSpPr>
        <p:spPr>
          <a:xfrm xmlns:a="http://schemas.openxmlformats.org/drawingml/2006/main">
            <a:off x="80772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바꿔줘.”</a:t>
            </a:r>
          </a:p>
        </p:txBody>
      </p:sp>
      <p:sp>
        <p:nvSpPr>
          <p:cNvPr id="32" name="dp42-background / n28 / text 1">
            <a:extLst xmlns:a="http://schemas.openxmlformats.org/drawingml/2006/main">
              <a:ext uri="{FF2B5EF4-FFF2-40B4-BE49-F238E27FC236}">
                <a16:creationId xmlns:a16="http://schemas.microsoft.com/office/drawing/2014/main" id="{2E6B8F5F-3ED1-4B79-98BC-B64BC58DE3F7}"/>
              </a:ext>
            </a:extLst>
          </p:cNvPr>
          <p:cNvSpPr>
            <a:spLocks xmlns:a="http://schemas.openxmlformats.org/drawingml/2006/main" noGrp="1"/>
          </p:cNvSpPr>
          <p:nvPr/>
        </p:nvSpPr>
        <p:spPr>
          <a:xfrm xmlns:a="http://schemas.openxmlformats.org/drawingml/2006/main">
            <a:off x="80772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33" name="dp42-background / n29 / path">
            <a:extLst xmlns:a="http://schemas.openxmlformats.org/drawingml/2006/main">
              <a:ext uri="{FF2B5EF4-FFF2-40B4-BE49-F238E27FC236}">
                <a16:creationId xmlns:a16="http://schemas.microsoft.com/office/drawing/2014/main" id="{20C0BE5F-0E5F-421A-9D7D-90BC2A0E33F8}"/>
              </a:ext>
            </a:extLst>
          </p:cNvPr>
          <p:cNvSpPr>
            <a:spLocks xmlns:a="http://schemas.openxmlformats.org/drawingml/2006/main" noGrp="1"/>
          </p:cNvSpPr>
          <p:nvPr/>
        </p:nvSpPr>
        <p:spPr>
          <a:xfrm xmlns:a="http://schemas.openxmlformats.org/drawingml/2006/main">
            <a:off x="39147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4" name="dp42-background / n29 / arrow">
            <a:extLst xmlns:a="http://schemas.openxmlformats.org/drawingml/2006/main">
              <a:ext uri="{FF2B5EF4-FFF2-40B4-BE49-F238E27FC236}">
                <a16:creationId xmlns:a16="http://schemas.microsoft.com/office/drawing/2014/main" id="{181AF9C2-ED78-4370-88A1-EBDDC4E4451A}"/>
              </a:ext>
            </a:extLst>
          </p:cNvPr>
          <p:cNvSpPr>
            <a:spLocks xmlns:a="http://schemas.openxmlformats.org/drawingml/2006/main" noGrp="1"/>
          </p:cNvSpPr>
          <p:nvPr/>
        </p:nvSpPr>
        <p:spPr>
          <a:xfrm xmlns:a="http://schemas.openxmlformats.org/drawingml/2006/main">
            <a:off x="40690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5" name="dp42-background / n30 / path">
            <a:extLst xmlns:a="http://schemas.openxmlformats.org/drawingml/2006/main">
              <a:ext uri="{FF2B5EF4-FFF2-40B4-BE49-F238E27FC236}">
                <a16:creationId xmlns:a16="http://schemas.microsoft.com/office/drawing/2014/main" id="{97B6F0C5-C150-4AF1-8320-E27690824456}"/>
              </a:ext>
            </a:extLst>
          </p:cNvPr>
          <p:cNvSpPr>
            <a:spLocks xmlns:a="http://schemas.openxmlformats.org/drawingml/2006/main" noGrp="1"/>
          </p:cNvSpPr>
          <p:nvPr/>
        </p:nvSpPr>
        <p:spPr>
          <a:xfrm xmlns:a="http://schemas.openxmlformats.org/drawingml/2006/main">
            <a:off x="75723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6" name="dp42-background / n30 / arrow">
            <a:extLst xmlns:a="http://schemas.openxmlformats.org/drawingml/2006/main">
              <a:ext uri="{FF2B5EF4-FFF2-40B4-BE49-F238E27FC236}">
                <a16:creationId xmlns:a16="http://schemas.microsoft.com/office/drawing/2014/main" id="{69490B90-DBC0-40DE-B355-3AE04308B3C7}"/>
              </a:ext>
            </a:extLst>
          </p:cNvPr>
          <p:cNvSpPr>
            <a:spLocks xmlns:a="http://schemas.openxmlformats.org/drawingml/2006/main" noGrp="1"/>
          </p:cNvSpPr>
          <p:nvPr/>
        </p:nvSpPr>
        <p:spPr>
          <a:xfrm xmlns:a="http://schemas.openxmlformats.org/drawingml/2006/main">
            <a:off x="77266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7" name="dp42-background / n31">
            <a:extLst xmlns:a="http://schemas.openxmlformats.org/drawingml/2006/main">
              <a:ext uri="{FF2B5EF4-FFF2-40B4-BE49-F238E27FC236}">
                <a16:creationId xmlns:a16="http://schemas.microsoft.com/office/drawing/2014/main" id="{AB587BA8-EF86-4EDF-BAD2-509E7804DCCD}"/>
              </a:ext>
            </a:extLst>
          </p:cNvPr>
          <p:cNvSpPr>
            <a:spLocks xmlns:a="http://schemas.openxmlformats.org/drawingml/2006/main" noGrp="1"/>
          </p:cNvSpPr>
          <p:nvPr/>
        </p:nvSpPr>
        <p:spPr>
          <a:xfrm xmlns:a="http://schemas.openxmlformats.org/drawingml/2006/main">
            <a:off x="762000" y="4543425"/>
            <a:ext cx="1428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38" name="dp42-background / n32 / text 1">
            <a:extLst xmlns:a="http://schemas.openxmlformats.org/drawingml/2006/main">
              <a:ext uri="{FF2B5EF4-FFF2-40B4-BE49-F238E27FC236}">
                <a16:creationId xmlns:a16="http://schemas.microsoft.com/office/drawing/2014/main" id="{40B9E857-E53C-4A67-B111-C69C7DF12BE9}"/>
              </a:ext>
            </a:extLst>
          </p:cNvPr>
          <p:cNvSpPr>
            <a:spLocks xmlns:a="http://schemas.openxmlformats.org/drawingml/2006/main" noGrp="1"/>
          </p:cNvSpPr>
          <p:nvPr/>
        </p:nvSpPr>
        <p:spPr>
          <a:xfrm xmlns:a="http://schemas.openxmlformats.org/drawingml/2006/main">
            <a:off x="857250" y="4600575"/>
            <a:ext cx="1238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작성</a:t>
            </a:r>
          </a:p>
        </p:txBody>
      </p:sp>
      <p:sp>
        <p:nvSpPr>
          <p:cNvPr id="39" name="dp42-background / n33">
            <a:extLst xmlns:a="http://schemas.openxmlformats.org/drawingml/2006/main">
              <a:ext uri="{FF2B5EF4-FFF2-40B4-BE49-F238E27FC236}">
                <a16:creationId xmlns:a16="http://schemas.microsoft.com/office/drawing/2014/main" id="{1E58AA82-EE6B-4F85-BFEF-2A09F0F1FE4B}"/>
              </a:ext>
            </a:extLst>
          </p:cNvPr>
          <p:cNvSpPr>
            <a:spLocks xmlns:a="http://schemas.openxmlformats.org/drawingml/2006/main" noGrp="1"/>
          </p:cNvSpPr>
          <p:nvPr/>
        </p:nvSpPr>
        <p:spPr>
          <a:xfrm xmlns:a="http://schemas.openxmlformats.org/drawingml/2006/main">
            <a:off x="2305050" y="4543425"/>
            <a:ext cx="140970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0" name="dp42-background / n34 / text 1">
            <a:extLst xmlns:a="http://schemas.openxmlformats.org/drawingml/2006/main">
              <a:ext uri="{FF2B5EF4-FFF2-40B4-BE49-F238E27FC236}">
                <a16:creationId xmlns:a16="http://schemas.microsoft.com/office/drawing/2014/main" id="{F1EE8AF2-53AA-4B2C-9119-DB7DAA4F55F8}"/>
              </a:ext>
            </a:extLst>
          </p:cNvPr>
          <p:cNvSpPr>
            <a:spLocks xmlns:a="http://schemas.openxmlformats.org/drawingml/2006/main" noGrp="1"/>
          </p:cNvSpPr>
          <p:nvPr/>
        </p:nvSpPr>
        <p:spPr>
          <a:xfrm xmlns:a="http://schemas.openxmlformats.org/drawingml/2006/main">
            <a:off x="2400300" y="4600575"/>
            <a:ext cx="12192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메일 초안</a:t>
            </a:r>
          </a:p>
        </p:txBody>
      </p:sp>
      <p:sp>
        <p:nvSpPr>
          <p:cNvPr id="41" name="dp42-background / n35">
            <a:extLst xmlns:a="http://schemas.openxmlformats.org/drawingml/2006/main">
              <a:ext uri="{FF2B5EF4-FFF2-40B4-BE49-F238E27FC236}">
                <a16:creationId xmlns:a16="http://schemas.microsoft.com/office/drawing/2014/main" id="{7767FE0D-5411-4BCE-9351-59DBE5D4FB6B}"/>
              </a:ext>
            </a:extLst>
          </p:cNvPr>
          <p:cNvSpPr>
            <a:spLocks xmlns:a="http://schemas.openxmlformats.org/drawingml/2006/main" noGrp="1"/>
          </p:cNvSpPr>
          <p:nvPr/>
        </p:nvSpPr>
        <p:spPr>
          <a:xfrm xmlns:a="http://schemas.openxmlformats.org/drawingml/2006/main">
            <a:off x="44196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2" name="dp42-background / n36 / text 1">
            <a:extLst xmlns:a="http://schemas.openxmlformats.org/drawingml/2006/main">
              <a:ext uri="{FF2B5EF4-FFF2-40B4-BE49-F238E27FC236}">
                <a16:creationId xmlns:a16="http://schemas.microsoft.com/office/drawing/2014/main" id="{9CC32D2C-103F-4CD7-A136-F7AD999E5100}"/>
              </a:ext>
            </a:extLst>
          </p:cNvPr>
          <p:cNvSpPr>
            <a:spLocks xmlns:a="http://schemas.openxmlformats.org/drawingml/2006/main" noGrp="1"/>
          </p:cNvSpPr>
          <p:nvPr/>
        </p:nvSpPr>
        <p:spPr>
          <a:xfrm xmlns:a="http://schemas.openxmlformats.org/drawingml/2006/main">
            <a:off x="45148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진행 확인</a:t>
            </a:r>
          </a:p>
        </p:txBody>
      </p:sp>
      <p:sp>
        <p:nvSpPr>
          <p:cNvPr id="43" name="dp42-background / n37">
            <a:extLst xmlns:a="http://schemas.openxmlformats.org/drawingml/2006/main">
              <a:ext uri="{FF2B5EF4-FFF2-40B4-BE49-F238E27FC236}">
                <a16:creationId xmlns:a16="http://schemas.microsoft.com/office/drawing/2014/main" id="{C0A2E956-A96F-4302-9238-41652A7A3215}"/>
              </a:ext>
            </a:extLst>
          </p:cNvPr>
          <p:cNvSpPr>
            <a:spLocks xmlns:a="http://schemas.openxmlformats.org/drawingml/2006/main" noGrp="1"/>
          </p:cNvSpPr>
          <p:nvPr/>
        </p:nvSpPr>
        <p:spPr>
          <a:xfrm xmlns:a="http://schemas.openxmlformats.org/drawingml/2006/main">
            <a:off x="80772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4" name="dp42-background / n38 / text 1">
            <a:extLst xmlns:a="http://schemas.openxmlformats.org/drawingml/2006/main">
              <a:ext uri="{FF2B5EF4-FFF2-40B4-BE49-F238E27FC236}">
                <a16:creationId xmlns:a16="http://schemas.microsoft.com/office/drawing/2014/main" id="{F3C7ECFE-212E-4D58-8210-9A92E8DB4797}"/>
              </a:ext>
            </a:extLst>
          </p:cNvPr>
          <p:cNvSpPr>
            <a:spLocks xmlns:a="http://schemas.openxmlformats.org/drawingml/2006/main" noGrp="1"/>
          </p:cNvSpPr>
          <p:nvPr/>
        </p:nvSpPr>
        <p:spPr>
          <a:xfrm xmlns:a="http://schemas.openxmlformats.org/drawingml/2006/main">
            <a:off x="81724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결론 수정</a:t>
            </a:r>
          </a:p>
        </p:txBody>
      </p:sp>
      <p:sp>
        <p:nvSpPr>
          <p:cNvPr id="45" name="dp42-background / n39 / text 1">
            <a:extLst xmlns:a="http://schemas.openxmlformats.org/drawingml/2006/main">
              <a:ext uri="{FF2B5EF4-FFF2-40B4-BE49-F238E27FC236}">
                <a16:creationId xmlns:a16="http://schemas.microsoft.com/office/drawing/2014/main" id="{98A71701-8CFA-4E6C-9DCC-C8E79E177786}"/>
              </a:ext>
            </a:extLst>
          </p:cNvPr>
          <p:cNvSpPr>
            <a:spLocks xmlns:a="http://schemas.openxmlformats.org/drawingml/2006/main" noGrp="1"/>
          </p:cNvSpPr>
          <p:nvPr/>
        </p:nvSpPr>
        <p:spPr>
          <a:xfrm xmlns:a="http://schemas.openxmlformats.org/drawingml/2006/main">
            <a:off x="7620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접수 확인 후</a:t>
            </a:r>
          </a:p>
        </p:txBody>
      </p:sp>
      <p:sp>
        <p:nvSpPr>
          <p:cNvPr id="46" name="dp42-background / n39 / text 2">
            <a:extLst xmlns:a="http://schemas.openxmlformats.org/drawingml/2006/main">
              <a:ext uri="{FF2B5EF4-FFF2-40B4-BE49-F238E27FC236}">
                <a16:creationId xmlns:a16="http://schemas.microsoft.com/office/drawing/2014/main" id="{F6D0AF56-6B05-415B-8813-7AB4BEA94B44}"/>
              </a:ext>
            </a:extLst>
          </p:cNvPr>
          <p:cNvSpPr>
            <a:spLocks xmlns:a="http://schemas.openxmlformats.org/drawingml/2006/main" noGrp="1"/>
          </p:cNvSpPr>
          <p:nvPr/>
        </p:nvSpPr>
        <p:spPr>
          <a:xfrm xmlns:a="http://schemas.openxmlformats.org/drawingml/2006/main">
            <a:off x="7620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7" name="dp42-background / n40 / text 1">
            <a:extLst xmlns:a="http://schemas.openxmlformats.org/drawingml/2006/main">
              <a:ext uri="{FF2B5EF4-FFF2-40B4-BE49-F238E27FC236}">
                <a16:creationId xmlns:a16="http://schemas.microsoft.com/office/drawing/2014/main" id="{6A35F45B-E039-4BC3-9CCC-9B86EED7D281}"/>
              </a:ext>
            </a:extLst>
          </p:cNvPr>
          <p:cNvSpPr>
            <a:spLocks xmlns:a="http://schemas.openxmlformats.org/drawingml/2006/main" noGrp="1"/>
          </p:cNvSpPr>
          <p:nvPr/>
        </p:nvSpPr>
        <p:spPr>
          <a:xfrm xmlns:a="http://schemas.openxmlformats.org/drawingml/2006/main">
            <a:off x="44196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상태 답변 후</a:t>
            </a:r>
          </a:p>
        </p:txBody>
      </p:sp>
      <p:sp>
        <p:nvSpPr>
          <p:cNvPr id="48" name="dp42-background / n40 / text 2">
            <a:extLst xmlns:a="http://schemas.openxmlformats.org/drawingml/2006/main">
              <a:ext uri="{FF2B5EF4-FFF2-40B4-BE49-F238E27FC236}">
                <a16:creationId xmlns:a16="http://schemas.microsoft.com/office/drawing/2014/main" id="{6D81E66E-B02F-4AAB-9B60-4A8F91AF897C}"/>
              </a:ext>
            </a:extLst>
          </p:cNvPr>
          <p:cNvSpPr>
            <a:spLocks xmlns:a="http://schemas.openxmlformats.org/drawingml/2006/main" noGrp="1"/>
          </p:cNvSpPr>
          <p:nvPr/>
        </p:nvSpPr>
        <p:spPr>
          <a:xfrm xmlns:a="http://schemas.openxmlformats.org/drawingml/2006/main">
            <a:off x="44196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9" name="dp42-background / n41 / text 1">
            <a:extLst xmlns:a="http://schemas.openxmlformats.org/drawingml/2006/main">
              <a:ext uri="{FF2B5EF4-FFF2-40B4-BE49-F238E27FC236}">
                <a16:creationId xmlns:a16="http://schemas.microsoft.com/office/drawing/2014/main" id="{1DB17B71-2A48-45F1-937B-5A0C31B5FA52}"/>
              </a:ext>
            </a:extLst>
          </p:cNvPr>
          <p:cNvSpPr>
            <a:spLocks xmlns:a="http://schemas.openxmlformats.org/drawingml/2006/main" noGrp="1"/>
          </p:cNvSpPr>
          <p:nvPr/>
        </p:nvSpPr>
        <p:spPr>
          <a:xfrm xmlns:a="http://schemas.openxmlformats.org/drawingml/2006/main">
            <a:off x="80772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수정 접수 후</a:t>
            </a:r>
          </a:p>
        </p:txBody>
      </p:sp>
      <p:sp>
        <p:nvSpPr>
          <p:cNvPr id="50" name="dp42-background / n41 / text 2">
            <a:extLst xmlns:a="http://schemas.openxmlformats.org/drawingml/2006/main">
              <a:ext uri="{FF2B5EF4-FFF2-40B4-BE49-F238E27FC236}">
                <a16:creationId xmlns:a16="http://schemas.microsoft.com/office/drawing/2014/main" id="{FA0B2BB4-3EF5-4DB5-9382-0A159C90634F}"/>
              </a:ext>
            </a:extLst>
          </p:cNvPr>
          <p:cNvSpPr>
            <a:spLocks xmlns:a="http://schemas.openxmlformats.org/drawingml/2006/main" noGrp="1"/>
          </p:cNvSpPr>
          <p:nvPr/>
        </p:nvSpPr>
        <p:spPr>
          <a:xfrm xmlns:a="http://schemas.openxmlformats.org/drawingml/2006/main">
            <a:off x="80772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51" name="dp42-background / n42">
            <a:extLst xmlns:a="http://schemas.openxmlformats.org/drawingml/2006/main">
              <a:ext uri="{FF2B5EF4-FFF2-40B4-BE49-F238E27FC236}">
                <a16:creationId xmlns:a16="http://schemas.microsoft.com/office/drawing/2014/main" id="{887AE0AF-B44A-476D-BCD2-F7762B96AE0A}"/>
              </a:ext>
            </a:extLst>
          </p:cNvPr>
          <p:cNvSpPr>
            <a:spLocks xmlns:a="http://schemas.openxmlformats.org/drawingml/2006/main" noGrp="1"/>
          </p:cNvSpPr>
          <p:nvPr/>
        </p:nvSpPr>
        <p:spPr>
          <a:xfrm xmlns:a="http://schemas.openxmlformats.org/drawingml/2006/main">
            <a:off x="609600" y="5476875"/>
            <a:ext cx="10572750" cy="1400175"/>
          </a:xfrm>
          <a:prstGeom xmlns:a="http://schemas.openxmlformats.org/drawingml/2006/main" prst="rect">
            <a:avLst/>
          </a:prstGeom>
          <a:solidFill xmlns:a="http://schemas.openxmlformats.org/drawingml/2006/main">
            <a:srgbClr val="F0F8F7"/>
          </a:solidFill>
          <a:ln xmlns:a="http://schemas.openxmlformats.org/drawingml/2006/main" w="16193">
            <a:solidFill>
              <a:srgbClr val="087E8B"/>
            </a:solidFill>
            <a:prstDash val="solid"/>
          </a:ln>
        </p:spPr>
      </p:sp>
      <p:sp>
        <p:nvSpPr>
          <p:cNvPr id="52" name="dp42-background / n43">
            <a:extLst xmlns:a="http://schemas.openxmlformats.org/drawingml/2006/main">
              <a:ext uri="{FF2B5EF4-FFF2-40B4-BE49-F238E27FC236}">
                <a16:creationId xmlns:a16="http://schemas.microsoft.com/office/drawing/2014/main" id="{087222B3-F97E-4672-9056-AC3FB7B90966}"/>
              </a:ext>
            </a:extLst>
          </p:cNvPr>
          <p:cNvSpPr>
            <a:spLocks xmlns:a="http://schemas.openxmlformats.org/drawingml/2006/main" noGrp="1"/>
          </p:cNvSpPr>
          <p:nvPr/>
        </p:nvSpPr>
        <p:spPr>
          <a:xfrm xmlns:a="http://schemas.openxmlformats.org/drawingml/2006/main">
            <a:off x="4267200" y="5895975"/>
            <a:ext cx="3257550" cy="904875"/>
          </a:xfrm>
          <a:prstGeom xmlns:a="http://schemas.openxmlformats.org/drawingml/2006/main" prst="rect">
            <a:avLst/>
          </a:prstGeom>
          <a:solidFill xmlns:a="http://schemas.openxmlformats.org/drawingml/2006/main">
            <a:srgbClr val="DCEFEA"/>
          </a:solidFill>
          <a:ln xmlns:a="http://schemas.openxmlformats.org/drawingml/2006/main" w="0">
            <a:noFill/>
            <a:prstDash val="solid"/>
          </a:ln>
        </p:spPr>
      </p:sp>
      <p:sp>
        <p:nvSpPr>
          <p:cNvPr id="53" name="dp42-background / n44 / text 1">
            <a:extLst xmlns:a="http://schemas.openxmlformats.org/drawingml/2006/main">
              <a:ext uri="{FF2B5EF4-FFF2-40B4-BE49-F238E27FC236}">
                <a16:creationId xmlns:a16="http://schemas.microsoft.com/office/drawing/2014/main" id="{9916D488-2DBC-43C1-B590-5843CF2BAAF5}"/>
              </a:ext>
            </a:extLst>
          </p:cNvPr>
          <p:cNvSpPr>
            <a:spLocks xmlns:a="http://schemas.openxmlformats.org/drawingml/2006/main" noGrp="1"/>
          </p:cNvSpPr>
          <p:nvPr/>
        </p:nvSpPr>
        <p:spPr>
          <a:xfrm xmlns:a="http://schemas.openxmlformats.org/drawingml/2006/main">
            <a:off x="800100" y="5553075"/>
            <a:ext cx="39052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087E8B"/>
                </a:solidFill>
                <a:latin typeface="Apple SD Gothic Neo"/>
                <a:ea typeface="Apple SD Gothic Neo"/>
                <a:cs typeface="Apple SD Gothic Neo"/>
              </a:defRPr>
            </a:pPr>
            <a:r>
              <a:rPr sz="1950" b="1">
                <a:solidFill>
                  <a:srgbClr val="087E8B"/>
                </a:solidFill>
                <a:latin typeface="Apple SD Gothic Neo"/>
                <a:ea typeface="Apple SD Gothic Neo"/>
                <a:cs typeface="Apple SD Gothic Neo"/>
              </a:rPr>
              <a:t>보고서 Task</a:t>
            </a:r>
          </a:p>
        </p:txBody>
      </p:sp>
      <p:sp>
        <p:nvSpPr>
          <p:cNvPr id="54" name="dp42-background / n45 / text 1">
            <a:extLst xmlns:a="http://schemas.openxmlformats.org/drawingml/2006/main">
              <a:ext uri="{FF2B5EF4-FFF2-40B4-BE49-F238E27FC236}">
                <a16:creationId xmlns:a16="http://schemas.microsoft.com/office/drawing/2014/main" id="{8FA1E635-6ADF-4A0A-9A10-AFDDE04E1A2A}"/>
              </a:ext>
            </a:extLst>
          </p:cNvPr>
          <p:cNvSpPr>
            <a:spLocks xmlns:a="http://schemas.openxmlformats.org/drawingml/2006/main" noGrp="1"/>
          </p:cNvSpPr>
          <p:nvPr/>
        </p:nvSpPr>
        <p:spPr>
          <a:xfrm xmlns:a="http://schemas.openxmlformats.org/drawingml/2006/main">
            <a:off x="5086350" y="5600700"/>
            <a:ext cx="5905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Task / 목표, 상태와 결과의 추적</a:t>
            </a:r>
          </a:p>
        </p:txBody>
      </p:sp>
      <p:sp>
        <p:nvSpPr>
          <p:cNvPr id="55" name="dp42-background / n46 / text 1">
            <a:extLst xmlns:a="http://schemas.openxmlformats.org/drawingml/2006/main">
              <a:ext uri="{FF2B5EF4-FFF2-40B4-BE49-F238E27FC236}">
                <a16:creationId xmlns:a16="http://schemas.microsoft.com/office/drawing/2014/main" id="{17AD0AD4-AFA7-4124-B129-04D3FD3E7515}"/>
              </a:ext>
            </a:extLst>
          </p:cNvPr>
          <p:cNvSpPr>
            <a:spLocks xmlns:a="http://schemas.openxmlformats.org/drawingml/2006/main" noGrp="1"/>
          </p:cNvSpPr>
          <p:nvPr/>
        </p:nvSpPr>
        <p:spPr>
          <a:xfrm xmlns:a="http://schemas.openxmlformats.org/drawingml/2006/main">
            <a:off x="7620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Task 생성 후 Delegation</a:t>
            </a:r>
          </a:p>
        </p:txBody>
      </p:sp>
      <p:sp>
        <p:nvSpPr>
          <p:cNvPr id="56" name="dp42-background / n47 / text 1">
            <a:extLst xmlns:a="http://schemas.openxmlformats.org/drawingml/2006/main">
              <a:ext uri="{FF2B5EF4-FFF2-40B4-BE49-F238E27FC236}">
                <a16:creationId xmlns:a16="http://schemas.microsoft.com/office/drawing/2014/main" id="{9AAA33CC-B80F-42B9-A2A8-B7664E00E51D}"/>
              </a:ext>
            </a:extLst>
          </p:cNvPr>
          <p:cNvSpPr>
            <a:spLocks xmlns:a="http://schemas.openxmlformats.org/drawingml/2006/main" noGrp="1"/>
          </p:cNvSpPr>
          <p:nvPr/>
        </p:nvSpPr>
        <p:spPr>
          <a:xfrm xmlns:a="http://schemas.openxmlformats.org/drawingml/2006/main">
            <a:off x="762000" y="63246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Agent Execution 1</a:t>
            </a:r>
          </a:p>
        </p:txBody>
      </p:sp>
      <p:sp>
        <p:nvSpPr>
          <p:cNvPr id="57" name="dp42-background / n48 / text 1">
            <a:extLst xmlns:a="http://schemas.openxmlformats.org/drawingml/2006/main">
              <a:ext uri="{FF2B5EF4-FFF2-40B4-BE49-F238E27FC236}">
                <a16:creationId xmlns:a16="http://schemas.microsoft.com/office/drawing/2014/main" id="{7A743D89-A722-484C-9743-3E33928F4D81}"/>
              </a:ext>
            </a:extLst>
          </p:cNvPr>
          <p:cNvSpPr>
            <a:spLocks xmlns:a="http://schemas.openxmlformats.org/drawingml/2006/main" noGrp="1"/>
          </p:cNvSpPr>
          <p:nvPr/>
        </p:nvSpPr>
        <p:spPr>
          <a:xfrm xmlns:a="http://schemas.openxmlformats.org/drawingml/2006/main">
            <a:off x="7620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보고서 작성 시작</a:t>
            </a:r>
          </a:p>
        </p:txBody>
      </p:sp>
      <p:sp>
        <p:nvSpPr>
          <p:cNvPr id="58" name="dp42-background / n49 / text 1">
            <a:extLst xmlns:a="http://schemas.openxmlformats.org/drawingml/2006/main">
              <a:ext uri="{FF2B5EF4-FFF2-40B4-BE49-F238E27FC236}">
                <a16:creationId xmlns:a16="http://schemas.microsoft.com/office/drawing/2014/main" id="{56D4DF9F-2160-42A7-B370-E3C21FF7D35B}"/>
              </a:ext>
            </a:extLst>
          </p:cNvPr>
          <p:cNvSpPr>
            <a:spLocks xmlns:a="http://schemas.openxmlformats.org/drawingml/2006/main" noGrp="1"/>
          </p:cNvSpPr>
          <p:nvPr/>
        </p:nvSpPr>
        <p:spPr>
          <a:xfrm xmlns:a="http://schemas.openxmlformats.org/drawingml/2006/main">
            <a:off x="4419600" y="6038850"/>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Task와 실행 계속</a:t>
            </a:r>
          </a:p>
        </p:txBody>
      </p:sp>
      <p:sp>
        <p:nvSpPr>
          <p:cNvPr id="59" name="dp42-background / n50 / text 1">
            <a:extLst xmlns:a="http://schemas.openxmlformats.org/drawingml/2006/main">
              <a:ext uri="{FF2B5EF4-FFF2-40B4-BE49-F238E27FC236}">
                <a16:creationId xmlns:a16="http://schemas.microsoft.com/office/drawing/2014/main" id="{BE2A8A65-12EF-41E9-B5C3-052623C0D82F}"/>
              </a:ext>
            </a:extLst>
          </p:cNvPr>
          <p:cNvSpPr>
            <a:spLocks xmlns:a="http://schemas.openxmlformats.org/drawingml/2006/main" noGrp="1"/>
          </p:cNvSpPr>
          <p:nvPr/>
        </p:nvSpPr>
        <p:spPr>
          <a:xfrm xmlns:a="http://schemas.openxmlformats.org/drawingml/2006/main">
            <a:off x="4419600" y="648652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상태 조회 / 새 실행 없음</a:t>
            </a:r>
          </a:p>
        </p:txBody>
      </p:sp>
      <p:sp>
        <p:nvSpPr>
          <p:cNvPr id="60" name="dp42-background / n51 / text 1">
            <a:extLst xmlns:a="http://schemas.openxmlformats.org/drawingml/2006/main">
              <a:ext uri="{FF2B5EF4-FFF2-40B4-BE49-F238E27FC236}">
                <a16:creationId xmlns:a16="http://schemas.microsoft.com/office/drawing/2014/main" id="{4A3DA27D-C308-4882-B51B-D40DB0B352F2}"/>
              </a:ext>
            </a:extLst>
          </p:cNvPr>
          <p:cNvSpPr>
            <a:spLocks xmlns:a="http://schemas.openxmlformats.org/drawingml/2006/main" noGrp="1"/>
          </p:cNvSpPr>
          <p:nvPr/>
        </p:nvSpPr>
        <p:spPr>
          <a:xfrm xmlns:a="http://schemas.openxmlformats.org/drawingml/2006/main">
            <a:off x="80772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작성 종료 후 수정 Delegation</a:t>
            </a:r>
          </a:p>
        </p:txBody>
      </p:sp>
      <p:sp>
        <p:nvSpPr>
          <p:cNvPr id="61" name="dp42-background / n52 / text 1">
            <a:extLst xmlns:a="http://schemas.openxmlformats.org/drawingml/2006/main">
              <a:ext uri="{FF2B5EF4-FFF2-40B4-BE49-F238E27FC236}">
                <a16:creationId xmlns:a16="http://schemas.microsoft.com/office/drawing/2014/main" id="{52C337E4-A612-42A9-B676-38BC4DD541F0}"/>
              </a:ext>
            </a:extLst>
          </p:cNvPr>
          <p:cNvSpPr>
            <a:spLocks xmlns:a="http://schemas.openxmlformats.org/drawingml/2006/main" noGrp="1"/>
          </p:cNvSpPr>
          <p:nvPr/>
        </p:nvSpPr>
        <p:spPr>
          <a:xfrm xmlns:a="http://schemas.openxmlformats.org/drawingml/2006/main">
            <a:off x="8077200" y="63246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087E8B"/>
                </a:solidFill>
                <a:latin typeface="Apple SD Gothic Neo"/>
                <a:ea typeface="Apple SD Gothic Neo"/>
                <a:cs typeface="Apple SD Gothic Neo"/>
              </a:defRPr>
            </a:pPr>
            <a:r>
              <a:rPr sz="1650" b="1">
                <a:solidFill>
                  <a:srgbClr val="087E8B"/>
                </a:solidFill>
                <a:latin typeface="Apple SD Gothic Neo"/>
                <a:ea typeface="Apple SD Gothic Neo"/>
                <a:cs typeface="Apple SD Gothic Neo"/>
              </a:rPr>
              <a:t>Agent Execution 2 시작</a:t>
            </a:r>
          </a:p>
        </p:txBody>
      </p:sp>
      <p:sp>
        <p:nvSpPr>
          <p:cNvPr id="62" name="dp42-background / n53 / text 1">
            <a:extLst xmlns:a="http://schemas.openxmlformats.org/drawingml/2006/main">
              <a:ext uri="{FF2B5EF4-FFF2-40B4-BE49-F238E27FC236}">
                <a16:creationId xmlns:a16="http://schemas.microsoft.com/office/drawing/2014/main" id="{E24F328D-7746-4F07-8CB1-39D88F41D420}"/>
              </a:ext>
            </a:extLst>
          </p:cNvPr>
          <p:cNvSpPr>
            <a:spLocks xmlns:a="http://schemas.openxmlformats.org/drawingml/2006/main" noGrp="1"/>
          </p:cNvSpPr>
          <p:nvPr/>
        </p:nvSpPr>
        <p:spPr>
          <a:xfrm xmlns:a="http://schemas.openxmlformats.org/drawingml/2006/main">
            <a:off x="80772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같은 Task의 결론 수정</a:t>
            </a:r>
          </a:p>
        </p:txBody>
      </p:sp>
      <p:sp>
        <p:nvSpPr>
          <p:cNvPr id="63" name="dp42-background / n54">
            <a:extLst xmlns:a="http://schemas.openxmlformats.org/drawingml/2006/main">
              <a:ext uri="{FF2B5EF4-FFF2-40B4-BE49-F238E27FC236}">
                <a16:creationId xmlns:a16="http://schemas.microsoft.com/office/drawing/2014/main" id="{AC669810-3D6F-4D7C-AB0B-DEF2765113F6}"/>
              </a:ext>
            </a:extLst>
          </p:cNvPr>
          <p:cNvSpPr>
            <a:spLocks xmlns:a="http://schemas.openxmlformats.org/drawingml/2006/main" noGrp="1"/>
          </p:cNvSpPr>
          <p:nvPr/>
        </p:nvSpPr>
        <p:spPr>
          <a:xfrm xmlns:a="http://schemas.openxmlformats.org/drawingml/2006/main">
            <a:off x="609600" y="7105650"/>
            <a:ext cx="10572750" cy="1085850"/>
          </a:xfrm>
          <a:prstGeom xmlns:a="http://schemas.openxmlformats.org/drawingml/2006/main" prst="rect">
            <a:avLst/>
          </a:prstGeom>
          <a:solidFill xmlns:a="http://schemas.openxmlformats.org/drawingml/2006/main">
            <a:srgbClr val="F5F6F8"/>
          </a:solidFill>
          <a:ln xmlns:a="http://schemas.openxmlformats.org/drawingml/2006/main" w="16193">
            <a:solidFill>
              <a:srgbClr val="CDD6DE"/>
            </a:solidFill>
            <a:prstDash val="solid"/>
          </a:ln>
        </p:spPr>
      </p:sp>
      <p:sp>
        <p:nvSpPr>
          <p:cNvPr id="64" name="dp42-background / n55 / text 1">
            <a:extLst xmlns:a="http://schemas.openxmlformats.org/drawingml/2006/main">
              <a:ext uri="{FF2B5EF4-FFF2-40B4-BE49-F238E27FC236}">
                <a16:creationId xmlns:a16="http://schemas.microsoft.com/office/drawing/2014/main" id="{64E8A9A5-1867-460A-B938-8D053FF48267}"/>
              </a:ext>
            </a:extLst>
          </p:cNvPr>
          <p:cNvSpPr>
            <a:spLocks xmlns:a="http://schemas.openxmlformats.org/drawingml/2006/main" noGrp="1"/>
          </p:cNvSpPr>
          <p:nvPr/>
        </p:nvSpPr>
        <p:spPr>
          <a:xfrm xmlns:a="http://schemas.openxmlformats.org/drawingml/2006/main">
            <a:off x="800100" y="7181850"/>
            <a:ext cx="101727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메일 초안 Task</a:t>
            </a:r>
          </a:p>
        </p:txBody>
      </p:sp>
      <p:sp>
        <p:nvSpPr>
          <p:cNvPr id="65" name="dp42-background / n56 / text 1">
            <a:extLst xmlns:a="http://schemas.openxmlformats.org/drawingml/2006/main">
              <a:ext uri="{FF2B5EF4-FFF2-40B4-BE49-F238E27FC236}">
                <a16:creationId xmlns:a16="http://schemas.microsoft.com/office/drawing/2014/main" id="{28121DF6-DA54-4909-8837-84DB4D0EC70D}"/>
              </a:ext>
            </a:extLst>
          </p:cNvPr>
          <p:cNvSpPr>
            <a:spLocks xmlns:a="http://schemas.openxmlformats.org/drawingml/2006/main" noGrp="1"/>
          </p:cNvSpPr>
          <p:nvPr/>
        </p:nvSpPr>
        <p:spPr>
          <a:xfrm xmlns:a="http://schemas.openxmlformats.org/drawingml/2006/main">
            <a:off x="762000" y="7581900"/>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Delegation / 초안 작성 시작</a:t>
            </a:r>
          </a:p>
        </p:txBody>
      </p:sp>
      <p:sp>
        <p:nvSpPr>
          <p:cNvPr id="66" name="dp42-background / n57 / text 1">
            <a:extLst xmlns:a="http://schemas.openxmlformats.org/drawingml/2006/main">
              <a:ext uri="{FF2B5EF4-FFF2-40B4-BE49-F238E27FC236}">
                <a16:creationId xmlns:a16="http://schemas.microsoft.com/office/drawing/2014/main" id="{FADA99B6-15A2-402D-B611-05B722101602}"/>
              </a:ext>
            </a:extLst>
          </p:cNvPr>
          <p:cNvSpPr>
            <a:spLocks xmlns:a="http://schemas.openxmlformats.org/drawingml/2006/main" noGrp="1"/>
          </p:cNvSpPr>
          <p:nvPr/>
        </p:nvSpPr>
        <p:spPr>
          <a:xfrm xmlns:a="http://schemas.openxmlformats.org/drawingml/2006/main">
            <a:off x="762000" y="7896225"/>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Agent Execution</a:t>
            </a:r>
          </a:p>
        </p:txBody>
      </p:sp>
      <p:sp>
        <p:nvSpPr>
          <p:cNvPr id="67" name="dp42-background / n58 / text 1">
            <a:extLst xmlns:a="http://schemas.openxmlformats.org/drawingml/2006/main">
              <a:ext uri="{FF2B5EF4-FFF2-40B4-BE49-F238E27FC236}">
                <a16:creationId xmlns:a16="http://schemas.microsoft.com/office/drawing/2014/main" id="{854F4E72-ADD7-40C8-8601-66CE5EBA6B06}"/>
              </a:ext>
            </a:extLst>
          </p:cNvPr>
          <p:cNvSpPr>
            <a:spLocks xmlns:a="http://schemas.openxmlformats.org/drawingml/2006/main" noGrp="1"/>
          </p:cNvSpPr>
          <p:nvPr/>
        </p:nvSpPr>
        <p:spPr>
          <a:xfrm xmlns:a="http://schemas.openxmlformats.org/drawingml/2006/main">
            <a:off x="44196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초안 완료 / 결과 보관</a:t>
            </a:r>
          </a:p>
        </p:txBody>
      </p:sp>
      <p:sp>
        <p:nvSpPr>
          <p:cNvPr id="68" name="dp42-background / n59 / text 1">
            <a:extLst xmlns:a="http://schemas.openxmlformats.org/drawingml/2006/main">
              <a:ext uri="{FF2B5EF4-FFF2-40B4-BE49-F238E27FC236}">
                <a16:creationId xmlns:a16="http://schemas.microsoft.com/office/drawing/2014/main" id="{F5DEEBC6-D9B4-4C1C-8FDD-1AF30FD532C0}"/>
              </a:ext>
            </a:extLst>
          </p:cNvPr>
          <p:cNvSpPr>
            <a:spLocks xmlns:a="http://schemas.openxmlformats.org/drawingml/2006/main" noGrp="1"/>
          </p:cNvSpPr>
          <p:nvPr/>
        </p:nvSpPr>
        <p:spPr>
          <a:xfrm xmlns:a="http://schemas.openxmlformats.org/drawingml/2006/main">
            <a:off x="80772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완료 상태와 결과 유지</a:t>
            </a:r>
          </a:p>
        </p:txBody>
      </p:sp>
      <p:sp>
        <p:nvSpPr>
          <p:cNvPr id="69" name="dp42-background / n60 / path">
            <a:extLst xmlns:a="http://schemas.openxmlformats.org/drawingml/2006/main">
              <a:ext uri="{FF2B5EF4-FFF2-40B4-BE49-F238E27FC236}">
                <a16:creationId xmlns:a16="http://schemas.microsoft.com/office/drawing/2014/main" id="{2CF42601-2E01-4177-9CF7-0297158E7E0D}"/>
              </a:ext>
            </a:extLst>
          </p:cNvPr>
          <p:cNvSpPr>
            <a:spLocks xmlns:a="http://schemas.openxmlformats.org/drawingml/2006/main" noGrp="1"/>
          </p:cNvSpPr>
          <p:nvPr/>
        </p:nvSpPr>
        <p:spPr>
          <a:xfrm xmlns:a="http://schemas.openxmlformats.org/drawingml/2006/main">
            <a:off x="40576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0" name="dp42-background / n61 / path">
            <a:extLst xmlns:a="http://schemas.openxmlformats.org/drawingml/2006/main">
              <a:ext uri="{FF2B5EF4-FFF2-40B4-BE49-F238E27FC236}">
                <a16:creationId xmlns:a16="http://schemas.microsoft.com/office/drawing/2014/main" id="{111BC81B-FA5E-4739-BB7C-536EFEA7C3A9}"/>
              </a:ext>
            </a:extLst>
          </p:cNvPr>
          <p:cNvSpPr>
            <a:spLocks xmlns:a="http://schemas.openxmlformats.org/drawingml/2006/main" noGrp="1"/>
          </p:cNvSpPr>
          <p:nvPr/>
        </p:nvSpPr>
        <p:spPr>
          <a:xfrm xmlns:a="http://schemas.openxmlformats.org/drawingml/2006/main">
            <a:off x="40576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1" name="dp42-background / n62 / path">
            <a:extLst xmlns:a="http://schemas.openxmlformats.org/drawingml/2006/main">
              <a:ext uri="{FF2B5EF4-FFF2-40B4-BE49-F238E27FC236}">
                <a16:creationId xmlns:a16="http://schemas.microsoft.com/office/drawing/2014/main" id="{C3960FB0-5A99-4743-BEA0-8C6175138085}"/>
              </a:ext>
            </a:extLst>
          </p:cNvPr>
          <p:cNvSpPr>
            <a:spLocks xmlns:a="http://schemas.openxmlformats.org/drawingml/2006/main" noGrp="1"/>
          </p:cNvSpPr>
          <p:nvPr/>
        </p:nvSpPr>
        <p:spPr>
          <a:xfrm xmlns:a="http://schemas.openxmlformats.org/drawingml/2006/main">
            <a:off x="40576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2" name="dp42-background / n63 / path">
            <a:extLst xmlns:a="http://schemas.openxmlformats.org/drawingml/2006/main">
              <a:ext uri="{FF2B5EF4-FFF2-40B4-BE49-F238E27FC236}">
                <a16:creationId xmlns:a16="http://schemas.microsoft.com/office/drawing/2014/main" id="{A4BECC60-7202-490A-B1AE-E86C9D8E840D}"/>
              </a:ext>
            </a:extLst>
          </p:cNvPr>
          <p:cNvSpPr>
            <a:spLocks xmlns:a="http://schemas.openxmlformats.org/drawingml/2006/main" noGrp="1"/>
          </p:cNvSpPr>
          <p:nvPr/>
        </p:nvSpPr>
        <p:spPr>
          <a:xfrm xmlns:a="http://schemas.openxmlformats.org/drawingml/2006/main">
            <a:off x="77152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3" name="dp42-background / n64 / path">
            <a:extLst xmlns:a="http://schemas.openxmlformats.org/drawingml/2006/main">
              <a:ext uri="{FF2B5EF4-FFF2-40B4-BE49-F238E27FC236}">
                <a16:creationId xmlns:a16="http://schemas.microsoft.com/office/drawing/2014/main" id="{886F2E36-EC93-46EB-BE63-F5DDF1D65A2A}"/>
              </a:ext>
            </a:extLst>
          </p:cNvPr>
          <p:cNvSpPr>
            <a:spLocks xmlns:a="http://schemas.openxmlformats.org/drawingml/2006/main" noGrp="1"/>
          </p:cNvSpPr>
          <p:nvPr/>
        </p:nvSpPr>
        <p:spPr>
          <a:xfrm xmlns:a="http://schemas.openxmlformats.org/drawingml/2006/main">
            <a:off x="77152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4" name="dp42-background / n65 / path">
            <a:extLst xmlns:a="http://schemas.openxmlformats.org/drawingml/2006/main">
              <a:ext uri="{FF2B5EF4-FFF2-40B4-BE49-F238E27FC236}">
                <a16:creationId xmlns:a16="http://schemas.microsoft.com/office/drawing/2014/main" id="{C213097E-8C62-46B4-984B-C8240AF5CD4B}"/>
              </a:ext>
            </a:extLst>
          </p:cNvPr>
          <p:cNvSpPr>
            <a:spLocks xmlns:a="http://schemas.openxmlformats.org/drawingml/2006/main" noGrp="1"/>
          </p:cNvSpPr>
          <p:nvPr/>
        </p:nvSpPr>
        <p:spPr>
          <a:xfrm xmlns:a="http://schemas.openxmlformats.org/drawingml/2006/main">
            <a:off x="77152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5" name="dp42-background / n66 / text 1">
            <a:extLst xmlns:a="http://schemas.openxmlformats.org/drawingml/2006/main">
              <a:ext uri="{FF2B5EF4-FFF2-40B4-BE49-F238E27FC236}">
                <a16:creationId xmlns:a16="http://schemas.microsoft.com/office/drawing/2014/main" id="{F2A84DF7-5316-4239-9A5B-E3671DAF2F0F}"/>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서로 다른 완료 시점</a:t>
            </a:r>
          </a:p>
        </p:txBody>
      </p:sp>
      <p:sp>
        <p:nvSpPr>
          <p:cNvPr id="76" name="dp42-background / n67 / text 1">
            <a:extLst xmlns:a="http://schemas.openxmlformats.org/drawingml/2006/main">
              <a:ext uri="{FF2B5EF4-FFF2-40B4-BE49-F238E27FC236}">
                <a16:creationId xmlns:a16="http://schemas.microsoft.com/office/drawing/2014/main" id="{5D1F5E0C-EA00-4B61-844B-4D9BB6D6840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외부 접수와 답변 완료, Task 목표 완료의 구분</a:t>
            </a:r>
          </a:p>
        </p:txBody>
      </p:sp>
      <p:sp>
        <p:nvSpPr>
          <p:cNvPr id="77" name="dp42-background / n68 / text 1">
            <a:extLst xmlns:a="http://schemas.openxmlformats.org/drawingml/2006/main">
              <a:ext uri="{FF2B5EF4-FFF2-40B4-BE49-F238E27FC236}">
                <a16:creationId xmlns:a16="http://schemas.microsoft.com/office/drawing/2014/main" id="{6437F658-0ADE-486F-B35D-5C8CEE5FF39B}"/>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Request와 실행 연결</a:t>
            </a:r>
          </a:p>
        </p:txBody>
      </p:sp>
      <p:sp>
        <p:nvSpPr>
          <p:cNvPr id="78" name="dp42-background / n69 / text 1">
            <a:extLst xmlns:a="http://schemas.openxmlformats.org/drawingml/2006/main">
              <a:ext uri="{FF2B5EF4-FFF2-40B4-BE49-F238E27FC236}">
                <a16:creationId xmlns:a16="http://schemas.microsoft.com/office/drawing/2014/main" id="{9ADDFA20-A5A1-4D65-B2C3-0953BB3B40A0}"/>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같은 Task의 상태 조회와 새 수정 실행 연결</a:t>
            </a:r>
          </a:p>
        </p:txBody>
      </p:sp>
      <p:sp>
        <p:nvSpPr>
          <p:cNvPr id="79" name="dp42-background / n70 / text 1">
            <a:extLst xmlns:a="http://schemas.openxmlformats.org/drawingml/2006/main">
              <a:ext uri="{FF2B5EF4-FFF2-40B4-BE49-F238E27FC236}">
                <a16:creationId xmlns:a16="http://schemas.microsoft.com/office/drawing/2014/main" id="{92F0F2AA-6D6E-412E-972F-49C467BC49B6}"/>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관리 책임과 복구 범위</a:t>
            </a:r>
          </a:p>
        </p:txBody>
      </p:sp>
      <p:sp>
        <p:nvSpPr>
          <p:cNvPr id="80" name="dp42-background / n71 / text 1">
            <a:extLst xmlns:a="http://schemas.openxmlformats.org/drawingml/2006/main">
              <a:ext uri="{FF2B5EF4-FFF2-40B4-BE49-F238E27FC236}">
                <a16:creationId xmlns:a16="http://schemas.microsoft.com/office/drawing/2014/main" id="{14E69E27-5FAB-4362-A4F7-2D63CE70D27D}"/>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기록과 상태의 관리 경계 및 중단 후 복구</a:t>
            </a:r>
          </a:p>
        </p:txBody>
      </p:sp>
    </p:spTree>
    <p:extLst>
      <p:ext uri="{BB962C8B-B14F-4D97-AF65-F5344CB8AC3E}">
        <p14:creationId xmlns:p14="http://schemas.microsoft.com/office/powerpoint/2010/main" val="13939416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EF6AA7E7-CFA7-4302-B593-418FEE9CCC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B8B12ACC-F360-4AEB-BAAC-8638E3A2482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61E7D0F2-D832-4283-950F-F63E3D0DAA0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DBA66D66-068E-401B-AD16-2FAB547499D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2960F11E-3DED-411F-87E2-7C43F59BBD5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5F08E726-E598-4350-B58D-B3698824A4BC}"/>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5C0A0A1A-94A8-4F97-AFC7-5D9D7520A704}"/>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DCBFC499-8E38-4754-98CB-9CDA5EFD4E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737236E7-AD5C-46A8-86E7-38B64561A0F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ED502BE9-197B-42A8-AB3D-C5654E0F9A71}"/>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427B76CD-7898-439A-9AF2-36F6E83FE4A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D8176251-ED29-4F6E-A7A8-CAC9DA8FBF0E}"/>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8323B8FF-085F-49C4-BE15-3FCBD00B6121}"/>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B1812EE7-22B8-425E-B9DB-02306E7B1DDF}"/>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63759FF2-C535-4CF1-A1C6-0536DCB586CC}"/>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6159C1CE-5A2B-4919-BC8C-39FA40A98390}"/>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CD095981-A1CA-481D-AE95-31C6D819036E}"/>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BEE5CC0C-BCF7-438F-88FE-7B873E4B9622}"/>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F283620D-1F88-4735-B393-24FD58B2E066}"/>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7642308A-6974-4981-A0CC-7778B96872B2}"/>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AF96719A-D08A-4E85-8A9A-5ABE7BFA0F7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01AB3F13-7A36-4BF3-9FA2-EA0C652BBCC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416B8ACE-B745-4E9D-BC49-C6AC562A4BBE}"/>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FB8C81D7-8E5D-4D9F-ADDB-39EC214EC92D}"/>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4167C123-BDB3-4CCD-9A43-8B98BC287D5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00FB5699-B56D-43FE-8D6B-A77BC88CCF88}"/>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4609CD2D-C65B-4298-9879-F60F80E63B2F}"/>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0EBCA6A1-7556-42C0-B367-CE86B2D225E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5E366490-C7E5-4341-9BED-B29C04ABB388}"/>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49942EFF-CEBC-499D-91A6-F78824DA484D}"/>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678F514E-A160-4949-856C-9D0C8F526EBB}"/>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683311B1-2870-439B-9CF2-4434D0C4BC1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489DCB5D-FFE2-457A-8697-5793883CF41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EB39D629-010D-4302-815A-3CDDB19BCE95}"/>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F8A3488D-A635-4820-938C-CBA09995E37A}"/>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52ABA272-59A5-4AAA-BC82-22F9B935913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094BA73-D0C3-46DC-A82D-D46F43924B83}"/>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CDD79DD4-8006-4510-B7BD-377597F5E79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1B3D50F7-0462-4A65-B9D2-99F8696F04D5}"/>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9D31DDD6-C999-4DBA-8821-F437DE35760E}"/>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C04499B6-61E7-415A-89DC-20D2CB367D7B}"/>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BCA0C3F7-49E3-4BE9-B026-4AF626DD032A}"/>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4864E88E-2DE5-42B0-B4A3-AF8EEA30C8EF}"/>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0EDDDD92-0497-400C-85F5-1E2BC5A7497B}"/>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CCFD5A45-7BD7-4703-985C-B69F7CCAF863}"/>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EB0BAF87-B47F-4390-A404-6D9484E5AB02}"/>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8FF95ED9-6242-412A-9BE7-CB5DD305334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3AB58FB3-2139-4F58-BD01-44E14B4E9AF7}"/>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5CE1F282-8C5A-4139-A8E0-FE8B19CC0E09}"/>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7827629A-1C1C-4CAC-8669-B72241C9B3E0}"/>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B7AC4F73-CD74-4E43-B565-70A3066B5FA9}"/>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25B7BE0E-791C-4E7A-AF22-FF45E400BF7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FD638722-05CF-4D62-B6ED-D3B4DBEB7A6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E3520F13-5837-45B9-A16C-439C2DD59D49}"/>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EF590290-0E10-4171-8F94-9C92491FE164}"/>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D0180D7-0297-453A-8B40-8B626657C82D}"/>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9A3F0A06-C973-4DE1-97FB-60201A9A370C}"/>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CCB60F9D-20C7-4489-921C-49FF025F959D}"/>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7FB7641B-6652-46CC-AA72-E24AA8124C86}"/>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59552D99-39C8-40CB-90B4-5F48626977BE}"/>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00556B82-9695-4BE9-96B2-4DAA00BCCAE1}"/>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608F2127-BA9B-4566-A7CE-AEF8917D3F86}"/>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7FD8BC42-14EE-4CEE-8B0E-5B5FA72B73C3}"/>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B5096D3E-31EC-4877-8B19-3435F32A08AA}"/>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2563BF0A-BE71-4FD7-BC3E-97BF28A855C1}"/>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E6D85088-EE54-43A7-92B2-C8E2C09DE1DA}"/>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17DD7FAD-2CE3-40DA-9EFA-21221CE90FA7}"/>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BB934A9D-41FA-4E52-BC2C-4BF67B83B899}"/>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9A0F530B-207F-4034-B28D-84DB4A54F2BE}"/>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A95F61DC-DB07-4F8C-853D-738AB0840194}"/>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5EBEF3E9-A336-40E3-8823-FCDE1FE8D8B3}"/>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602DE894-A128-4F98-894B-BDCEA3A9BC09}"/>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4573F0C4-82FA-4EC8-A5AF-BC9A1F303749}"/>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BE1C3794-BBB5-4108-9935-4B3F83FD8607}"/>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8E821E39-11CE-45CD-B27B-24CF72DFC6BD}"/>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6B1AAD4B-72D1-461E-9966-A07C05A8B68C}"/>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32776343-40B1-4D8D-AC69-F8864BA5B459}"/>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A94267B2-CFF5-4A7A-A328-0937A5E1718D}"/>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FD69456C-65F1-4973-A2A1-0EC9B3669C69}"/>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B0786698-DE44-49EB-95A6-9F9A64F50795}"/>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3D5D63A7-002D-4A07-9E8B-02194FC63C17}"/>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E7A95F5F-6EDD-4345-AC0C-6D3AED93E65A}"/>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6F44BABE-EA64-40E6-A896-6D66D07D4BCB}"/>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E3EACA7D-5854-49A3-8B5F-466BB06A6D5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6B247A0C-C526-4056-BC03-2ED891A1DA11}"/>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6E85C67-ABDF-4E04-88E1-46D190445D29}"/>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347E04CF-99E8-4E17-81A9-72E65F7ED404}"/>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076C245B-56BF-42CC-A9D0-565D2A4CE61C}"/>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EE19ED36-3866-48DC-B4E2-B6FACB04BB5D}"/>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47237FEE-998C-4024-9E38-961621C29DE5}"/>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E7D3F98-A1CA-460F-BEB4-20270FC11C5D}"/>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BAD5BC9F-782A-467A-94C9-F664382103B4}"/>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EB589AEC-1475-45C2-816D-2F9B16DBD71B}"/>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6D4A441B-2064-463D-B163-990C26CE36F5}"/>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D8CBADC0-1EEE-42C8-B020-747CE8AC8FA8}"/>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AAAE8D3B-C67B-48C9-A84C-385E2CE46422}"/>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DDCC5521-CF26-4C6C-9367-787FDC4415AA}"/>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26CFDC82-A40B-4B1F-9AF7-A3AC71D1C2FB}"/>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0131C27B-A3E7-4370-B692-8680287C29C0}"/>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DA052E61-DEF2-4942-A439-C09162335D9F}"/>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0D1E5355-2ECB-40B5-9ECD-6C815EBAA7F3}"/>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6D2D8F60-3EFB-4EBD-9A31-31F59AFDB89F}"/>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CB42A2A4-2426-4DD3-9EDF-9D923CB6F4C2}"/>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21590B57-FE12-421D-B9C3-320B12CEE4AB}"/>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05E5B17-076C-4742-897D-8633CC90165A}"/>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D7F6844E-280A-4170-BB0E-33FFB6B3E178}"/>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DBD71563-AC80-4690-BDA5-C5E7A8FFEFDE}"/>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BBDB1481-C6FA-41E8-BBF5-27EDE6399972}"/>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4ABF4FED-2DE0-4311-8A35-118EF65E95B5}"/>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CF931000-66C3-4EA9-851B-7FBA20BCE47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6EE65618-C90B-4BB6-972F-94416F1768D0}"/>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FB62232B-CEA1-4FDB-856A-DD1076BEB300}"/>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6EEB0829-519F-46BB-9F44-507EC7BD83DA}"/>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BED03308-A3BD-4FBA-8CBA-AFE77FF5E564}"/>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D58FE16B-1EB5-40CC-97FE-61D0AC163B52}"/>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1B08C725-054B-4DC0-903F-597A0AE117DE}"/>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8680B55C-AF0A-41CA-95F3-C7672B9452DD}"/>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A97AEDEE-05D9-4D97-9E8A-CACD182DCCB9}"/>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694D7372-E551-44C3-B713-5BC04A449F3C}"/>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C7E1F0BA-DD34-4FE9-A7EC-A6BF0A78A6F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41D64992-7AF0-41E7-AF19-030E3D046715}"/>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3E8E42F8-A8D3-442F-A26F-C7A35ED0E0B0}"/>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9AAC7865-A76E-430B-86DB-C3EA3AB4AA1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8E5691E9-0E9E-4077-96A9-606C2BC66C24}"/>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AE413BDA-D156-499F-B8F3-B143356C9D8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39A4A96B-2F51-40F2-BF99-8AEF2DF5D96F}"/>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6C8CA28D-60D5-4EB1-93C6-70B01668C274}"/>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31993372-096B-4D90-9173-F7C5EA0EDEAC}"/>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49BB898E-A8D9-4238-A194-912677EFB9F4}"/>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A25A9B6B-742C-416D-B972-A4AFA6589588}"/>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0E9DAE32-C969-41A1-9F06-23C9450EAE27}"/>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D979FE1-4F22-45E7-BC16-27C85045FECF}"/>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B1E350C4-EA59-46B4-9CDC-0FA75A29C1BF}"/>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4CD1FCD1-3A67-4DC9-995B-B0263801CA4E}"/>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607A2305-9A6B-45B9-8920-523918FDB3AD}"/>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5DC146B7-1452-4A44-9318-6740ABF25EE4}"/>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C9FE2C12-8703-47F4-95D4-5173F14D3CF5}"/>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BB4562C2-DB6A-4AC2-A424-00E4E1116A0E}"/>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5E11F91C-BFCA-47A4-B5AC-A87EF97DD4B6}"/>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3FE1C58A-952A-4B11-BF8B-F5EE7F593C1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0DE7FD83-3725-4574-A682-46E6CA8129C5}"/>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7D240767-E354-45C3-8F38-D1DF77C40284}"/>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86A77CFB-2B3D-469E-B443-199F83D532C2}"/>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7728013B-58F4-4F0F-A65F-456C26DCC934}"/>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C0F954B2-6D66-4109-9227-AF428B23970E}"/>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568AD41F-AA68-41A4-9179-D18B592810D9}"/>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BA2DF226-3D9E-4956-94E7-D838CE8165FD}"/>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EBEBC101-0879-411C-A7C5-95BA4F7F6DAB}"/>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C72DB567-3601-45DB-88BE-79BEF6257AF7}"/>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2E2FD07D-FC83-4444-9533-FF30120FC865}"/>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369E2C07-FAE1-4DCF-BEF7-C87E8C79652A}"/>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A02132FF-5B00-4591-8A3F-7D88FFB5A25E}"/>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3F887969-5A8F-4704-B3D2-D1BABDDB6AA3}"/>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AEDFDD4A-2778-44C3-815E-E7F442ECC075}"/>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3A7C272E-3489-4625-B5B4-536932E412B5}"/>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460F42F2-B7C4-4B4A-A136-5372BB635CAD}"/>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5947D5A4-2283-41B0-92BA-11C46C8F563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1F45D2BA-BAC5-4623-A497-89B12BCB493E}"/>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349F24-1BED-4EAF-8152-FA8B946B8302}"/>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14B7A37A-05D9-4532-9CEA-8F10380359CC}"/>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AAF2A876-A73F-4E24-81A2-2690A4A51C42}"/>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283989AB-A519-4811-96D3-0274C600AEC7}"/>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5FB4083F-3395-49A2-9E7E-C2FD20BB4012}"/>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A20B0437-33BE-41F5-A4EF-617EF37EA159}"/>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C9708617-8229-4EAE-BC8B-DF701123D26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18047F02-CFAE-421F-9B93-22FFD09307BB}"/>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21851994-7AC5-44B8-9B73-A66525F8FB7F}"/>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8982A855-5BC2-46FE-9C7C-8146EE4A0CA7}"/>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B4C6D162-8E5C-4BAA-BE5A-B53991150F44}"/>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31E1E58F-DD07-4F3A-9716-13DB37610D89}"/>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BCF89135-F6D6-4E78-BB99-05E4CBBF7113}"/>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87B4DC90-8637-473B-8123-7468116CCF6D}"/>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2CC3A3F5-3CAA-4061-AAFC-DC801F4B2380}"/>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F2156609-ACB5-498B-8B96-BC7C0A434A26}"/>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B9755A8E-470F-425A-9E3F-AAE8E288B16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F13030EB-E182-4C5E-B325-7C74504596BF}"/>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6696796E-0993-4241-9B86-79E12A190682}"/>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D74F244B-5A25-4001-AE1E-8AE57F40D669}"/>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44B0C4B8-4F00-447C-867B-0ADCA9ED589E}"/>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E26A026C-7CF7-4B5A-A366-799FD05C68D2}"/>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22C79BD8-FBA3-471D-926E-45F4DE779DE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53C05BC-AB14-4376-8ABB-0AA8264AD886}"/>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7BA29C23-B2B0-46B1-B5DC-8CB9AC366CE0}"/>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EA3B5BC5-02EB-47E8-86D0-584B4897BA1C}"/>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62964174-8E36-4BC1-8E77-C319A5960AD3}"/>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CEAD7F72-FB65-4DD2-A426-A33745681533}"/>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7B75F542-8AB5-4A72-823A-76121CAAF78A}"/>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7CFB82B6-A712-4972-83C4-15B9827E3FFB}"/>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DD632CF0-3E18-4694-BF3A-B6A0B9CD6691}"/>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EE6E88EB-F115-4F49-9251-A273C7A1D09A}"/>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9E32802C-F627-48D5-B669-72A347AF1DE8}"/>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55FC9D74-12A1-4399-B548-6613986F6280}"/>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BE2F843-5C7F-4279-9924-727B6EF9B1A5}"/>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E976F0F7-4135-472B-B9B2-E2FD13A7789F}"/>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46989650-B816-466F-83E9-101E50989FB3}"/>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2B2F88DF-A683-4F98-BFFF-FD3A82969183}"/>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3DD94820-FA66-488A-ABD8-CBD1A9FB9C0F}"/>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431B3385-6FD2-4883-8D03-0D3661DE8C78}"/>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9C414FB3-DDF0-43A8-952C-8318693649D5}"/>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5C0CF358-1D8E-49E7-8257-5F8FB9F35FCC}"/>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11134420-441D-426B-880A-FBA35D994E03}"/>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6467BC0-CF69-4CDD-8C30-FB501AD9A896}"/>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C8F1CAA5-AD7C-40FF-B699-CC06E7409AA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7139D498-59B9-48E4-9D66-F747F7737F8E}"/>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4C36E59C-2AF6-48B8-9886-6F925154B66A}"/>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07E9617C-4E08-48EC-9509-882FBA5AFEB1}"/>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CA6BDC1D-1A3E-448E-BB1D-5F33397B1ADF}"/>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455494F7-2790-40D3-8D0C-7E7898326BAC}"/>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34189CE9-5169-4A0D-AAAC-3C41222C0D2D}"/>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0E5241FA-08BE-45FF-8146-C26940154D0F}"/>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B35150B1-A317-435C-8EDD-BA67B51AD769}"/>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708C2A9A-5702-4922-90F9-F919D8757219}"/>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3404E319-7E6F-4C49-9CC8-62F1FE47D99C}"/>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A5536A9D-CE3A-407C-A1DD-68651E22B9A2}"/>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13B3F9D8-6993-4390-93D7-D28A695E07A5}"/>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C521F387-1232-45DC-9328-1BA2D3E4BA77}"/>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34B34719-CA29-4232-9B1D-0036C0CF4F93}"/>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22C1A177-229A-45D1-BC7B-0BBBC6E33E42}"/>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C697EFD5-8C1A-406E-AB48-5244B420AC37}"/>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D4D7FE4E-74D8-431C-8054-45C3C976D3F8}"/>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1AB4083-8098-45C6-A913-53465D2631DB}"/>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AC28239D-ED7E-4AE9-84EE-B43BA6E5705F}"/>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9D45F6D7-A9D3-4A6C-AD2E-216E604198A3}"/>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A919421D-B1B8-46A4-9F73-EC9760CCB763}"/>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EFE3BD0E-8A08-4259-89A4-BF88D1A424B8}"/>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49659515-EB55-4D3D-AF33-5BA84CEF3FE5}"/>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3E272796-F5F2-4DEB-9E09-0F85213D5A49}"/>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E7374F36-5772-4EED-9986-51D62B33EBC7}"/>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EEED22FB-2B77-401D-9906-FBC351E4D916}"/>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0A8AEC83-E4A7-447C-8D13-9F088E0619E2}"/>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79D0E7DA-BE77-4EEE-AC54-2A5FA0F57C8D}"/>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FA68D3C-C0F8-4A9B-A0EF-81EE4371623A}"/>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4DCF902C-EA78-46A5-BD01-A6279CAB9038}"/>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B09EE3F8-16B0-45CA-89E3-B7A73ADC417D}"/>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106D9430-9011-4DD0-A080-9448B8A5646E}"/>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48363BB2-AC2B-4783-9528-F000402A79CF}"/>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DBD802FF-03FB-4D2A-A7C8-419A150BA098}"/>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FEC3A8D6-1DCD-490B-AAD9-163DA7902989}"/>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3E0B4D48-7439-4F37-A35F-F1D71304DF04}"/>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DF097DB0-98F0-4FFE-B5FE-0CD59A67A652}"/>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546E4476-D754-4CAD-AA2A-C27ABA0B3306}"/>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5F294762-D378-43C9-A669-5E7E5D1975E6}"/>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5BFD428A-45C8-4A28-9668-9AA0D80F2F57}"/>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E542AE28-1E84-4852-9FE6-5AB884A3B6A2}"/>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A324BC67-75CA-442D-B38C-0B057518C95B}"/>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231E6E56-2F0F-4DD3-9572-3EF320FE17C3}"/>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D855FF90-82EE-42C0-8656-6F89A892B2F8}"/>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A66DC805-85FF-436A-9A83-5DD510AA180B}"/>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F9C8F40B-FAC3-4D4F-86A8-BC48AE4B3857}"/>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41A4BA7C-AA2C-4C5D-89D5-F05520FAAE30}"/>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71F0195D-E709-4E7E-9127-BB25A13A8488}"/>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2F873692-F33B-4029-BFD2-3AF0D4966F6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7CD6E4BF-52FA-456F-B601-BC927952CBD8}"/>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F8537F6-772B-4044-B07C-57590D414449}"/>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D0F0BD6B-8F58-4039-93BB-EE1B84DE491D}"/>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57109AE0-B13A-49FF-9510-AB095A79F22D}"/>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DD8570D9-7933-4B23-89DF-83130EABA115}"/>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5FD260-1526-4A1C-9F61-E73506DFBFD9}"/>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824417E2-9758-432A-881D-0039D16AC62A}"/>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5E916C6B-4E9E-4D3F-9125-684445922F0B}"/>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230FA88-5473-402B-8483-6A539565B9BB}"/>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803ACA7-5994-40AF-945E-EA03E70B45F9}"/>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2906B3A0-EDE6-4462-B674-45AA26B174FD}"/>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C9656219-A41F-428C-A55A-5E2472C00013}"/>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D66525D3-1E12-44EC-992C-ECAEE99FCFF3}"/>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3B16F963-0945-4784-97CF-73C1087B2BC5}"/>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A6CCD14B-5E5A-40E2-B76E-5A57C136E8EF}"/>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113BDB7C-C6A2-40E5-BE02-39A97B492EA9}"/>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821D7300-9020-497D-A27E-C000E13CD66D}"/>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08C72CA6-2014-47FF-A57F-6D9D05055175}"/>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132C9274-79BF-445A-9C5A-7554AFEF5F34}"/>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114D8D84-1371-44A2-B3CA-9DC7304BBB30}"/>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116E0515-2524-4088-8C97-1568AD460408}"/>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E1CFF1-8476-4D57-A65F-4D23E66AD966}"/>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BA135505-B45B-4EBC-B72F-3B438BD96896}"/>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596ED37A-D013-4085-856A-9F229C2F88BA}"/>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43619D77-A3C4-4583-8FB7-88257CE4666E}"/>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486AD4C7-9E58-456B-9F47-010998584949}"/>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6F3C0B7C-1EC2-4F1F-9E87-A3A05D953EBA}"/>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CAD1C2D8-83ED-4C87-AEC9-3D8151175E6B}"/>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426F2160-0CB0-4119-AE9B-48A4375C1788}"/>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8DA573AF-F7D9-4706-96CB-F1095FCA31F4}"/>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A94FD590-C9B6-4D89-96A3-69436D811729}"/>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06250986-CC8E-4C63-A0C8-B2C36BB67EA4}"/>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5688BA66-1DE4-4F78-B1AD-07C62BAD7749}"/>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5E19A266-A203-4F11-94EE-3FE0DCCCD43E}"/>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4C09AE8A-7592-421F-8112-8E17F71F304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2564EF95-C743-44B0-86E5-82F20B6F0003}"/>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72E173EC-BCF9-4A6F-BE6B-F6CAEF516210}"/>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5E4E3724-6884-4419-96A3-E73A54D4DA1E}"/>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32FC3034-1F3C-4BCD-ACC2-24C55239F209}"/>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31D7E240-9183-48F9-A592-DED5403D70F8}"/>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CB457F5A-399F-4BDE-A5BF-263F825EF0B8}"/>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1ABFCD6D-6933-47A6-B37D-78CDF0215433}"/>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6228B74A-60EB-411B-A433-B6350329E4BE}"/>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32C2A880-2CD3-45C1-8279-22E3EAED03CB}"/>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16E819B7-3263-4911-B6B7-A9F8A21AA54C}"/>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D82C77F6-F880-4AF3-BD58-2061A9CB605B}"/>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132C218A-162E-48BC-A4C9-514FE234DC98}"/>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4395187E-930F-4E48-A19C-9E73B1A36288}"/>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3C24D727-713B-44F5-A3B0-15D3C94A00FC}"/>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83046212-4081-428F-B4CC-35C516C2038F}"/>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F8FA5015-7F5C-44F5-B7E9-95E0A5823339}"/>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13780312-9A77-4AA6-9787-3638810A6E02}"/>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CBD5DA3B-77B6-40D5-8298-7D764BA1496B}"/>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53D74B1-0AAD-4D78-BDFE-F1417F673774}"/>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25ED1600-D64D-410B-B948-E178A1D5703F}"/>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A40CCDC3-F9D6-4971-898C-3E5DD27FFED8}"/>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C81EA946-BF7B-4FC4-B93A-7C736827E3C4}"/>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8C92AB20-E3BF-4A1F-8A38-5D214BB5601A}"/>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BC771A4A-46FC-4F08-9CB6-C0AAB8A93C98}"/>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6506FAD0-21AC-4268-8422-1D0E2D489DED}"/>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A2A51953-F072-4354-8FD7-2A9F0D069BE7}"/>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F017ADD6-09FC-4910-82D7-E109E5ACCB62}"/>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FF19D94E-0045-44E8-A0C2-087BB17AB30B}"/>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38B2D526-05F5-483F-AF0A-4DCE365FFF90}"/>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578B8394-0A66-408A-9F7C-2AE9E43B82EC}"/>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EDD48BEB-8631-4E32-AA0C-0BBC4967BB18}"/>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D9A0CEAE-2EFE-44D5-8B0E-F683FC723FD2}"/>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F50A152-1877-4D15-89ED-995FACAB99D5}"/>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5B9BF026-B987-48FC-BA4E-79375172EBA9}"/>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900879BD-D2E3-4634-A882-543AE27FA312}"/>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5BF211DD-D392-4603-A0FB-241BFA2D1289}"/>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47A04EB9-DF97-47ED-936E-D50E7F6E486B}"/>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B1186D0F-AC6C-403E-8CF0-00905E6ED4F8}"/>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E978BD6F-EB60-4C0B-A3FD-DDDC97945AC2}"/>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D6855DD0-D8EE-40E3-8A77-4BCA311FBD18}"/>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DCC8B25A-ACE9-43C8-AA23-9E813585A563}"/>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054C61DF-22A1-4C86-9A4B-D98B2A1FC81C}"/>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64262CB7-B946-41BB-B50B-63BD978349B4}"/>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94658E88-9B4C-42BA-8E3E-E0F5E6EA2508}"/>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2A7E9688-7061-4F16-A888-68C8819AEB94}"/>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C766FD1F-5FCB-4464-B8AF-1CC3D2E1B78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F515162A-DA9B-47BC-BDCC-9FF526401436}"/>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51FBE5E5-9EA1-4F50-8066-1F79F807265A}"/>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784D831B-8B4D-4DFC-BD50-5EDEE8AF14C4}"/>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F5461CA6-8BED-4895-939C-08AC1D67EE55}"/>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FEBA51CE-7B3A-41F7-BA9E-67A8E074F1A9}"/>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BDED7B6B-ED67-4D16-B7D1-C13FA2AE4AFB}"/>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FE81EBF-4AB3-4DE5-B143-9846FDC7106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45E88B7A-92E6-45AA-88AE-61388D5E432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C7D08C8B-F7CA-4DD3-8A28-B41928124E17}"/>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5AE5F802-6615-46D2-A12E-4C7CDC5CAD82}"/>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A4E04F43-412A-45AB-B630-0FE084E431C2}"/>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F9ACC11A-490E-4C1E-9DC4-40DE89DEED01}"/>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84098215-DEB0-486C-9FD2-2EFAD84E0F16}"/>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D86C1012-1640-47A0-AAE4-70D4C5535FBB}"/>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A071E68D-388D-41B7-A0DF-A5BC0E5D8FD4}"/>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9B706FB3-06D5-4397-99B4-6A7E88149681}"/>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69DA83C3-DE33-48D6-9D90-AA63CBC880E3}"/>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243BA4FF-CC29-4FB9-A027-CA7937A1A064}"/>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76306547-B986-472B-89FD-93088CED2DA3}"/>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D71B68CD-15A2-451E-ABEA-B5B5941872EC}"/>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18857D36-D71B-477E-9C09-0D819E603DA1}"/>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77C87000-E925-41A2-B026-ED495CEC4BAB}"/>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6EE4738F-E614-4FFE-8105-EE1AFF0CC79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1DEC06BE-CF01-44B1-95C2-F13EBAAD1D94}"/>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C6CA61F5-C879-43D8-8C27-953C29B16C3A}"/>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8114E392-2C29-42A3-A8C1-C0ED182EEB04}"/>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59BBF83D-8A7E-488F-9F24-BFAC8360AFA7}"/>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12A6CCDD-9E8B-4DC8-9A7E-A412CB4E43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704876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dp43-background / n1">
            <a:extLst xmlns:a="http://schemas.openxmlformats.org/drawingml/2006/main">
              <a:ext uri="{FF2B5EF4-FFF2-40B4-BE49-F238E27FC236}">
                <a16:creationId xmlns:a16="http://schemas.microsoft.com/office/drawing/2014/main" id="{51732F8F-9DE4-4E3E-85B0-E9E954A7C79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background / n2 / text 1">
            <a:extLst xmlns:a="http://schemas.openxmlformats.org/drawingml/2006/main">
              <a:ext uri="{FF2B5EF4-FFF2-40B4-BE49-F238E27FC236}">
                <a16:creationId xmlns:a16="http://schemas.microsoft.com/office/drawing/2014/main" id="{43B7752C-BA32-40A0-8038-25CC91A8C2B3}"/>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3-background / n3 / text 1">
            <a:extLst xmlns:a="http://schemas.openxmlformats.org/drawingml/2006/main">
              <a:ext uri="{FF2B5EF4-FFF2-40B4-BE49-F238E27FC236}">
                <a16:creationId xmlns:a16="http://schemas.microsoft.com/office/drawing/2014/main" id="{52E6EB53-4ACA-4C0C-AB8D-6366B80C9DD2}"/>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04-43</a:t>
            </a:r>
          </a:p>
        </p:txBody>
      </p:sp>
      <p:sp>
        <p:nvSpPr>
          <p:cNvPr id="4" name="dp43-background / n4 / text 1">
            <a:extLst xmlns:a="http://schemas.openxmlformats.org/drawingml/2006/main">
              <a:ext uri="{FF2B5EF4-FFF2-40B4-BE49-F238E27FC236}">
                <a16:creationId xmlns:a16="http://schemas.microsoft.com/office/drawing/2014/main" id="{59C55532-D64C-4183-8C0D-3ACC06F8247F}"/>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04-43. 기능 정확성을 위한 VIA Request 의미 판단 설계</a:t>
            </a:r>
          </a:p>
        </p:txBody>
      </p:sp>
      <p:sp>
        <p:nvSpPr>
          <p:cNvPr id="5" name="dp43-background / n5 / path">
            <a:extLst xmlns:a="http://schemas.openxmlformats.org/drawingml/2006/main">
              <a:ext uri="{FF2B5EF4-FFF2-40B4-BE49-F238E27FC236}">
                <a16:creationId xmlns:a16="http://schemas.microsoft.com/office/drawing/2014/main" id="{55E14FC1-6ABE-40E4-A16F-624BDD95296A}"/>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3-background / n6">
            <a:extLst xmlns:a="http://schemas.openxmlformats.org/drawingml/2006/main">
              <a:ext uri="{FF2B5EF4-FFF2-40B4-BE49-F238E27FC236}">
                <a16:creationId xmlns:a16="http://schemas.microsoft.com/office/drawing/2014/main" id="{1416CE0B-5ED0-43D0-9899-AAAFF8E2746D}"/>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3-background / n7 / text 1">
            <a:extLst xmlns:a="http://schemas.openxmlformats.org/drawingml/2006/main">
              <a:ext uri="{FF2B5EF4-FFF2-40B4-BE49-F238E27FC236}">
                <a16:creationId xmlns:a16="http://schemas.microsoft.com/office/drawing/2014/main" id="{8288F0E6-DD71-4F01-B4C0-A178EF421CBA}"/>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메일 정정에 따른 관련 참조 오류와 기존 조건 누락 위험</a:t>
            </a:r>
          </a:p>
        </p:txBody>
      </p:sp>
      <p:sp>
        <p:nvSpPr>
          <p:cNvPr id="8" name="dp43-background / n8 / path">
            <a:extLst xmlns:a="http://schemas.openxmlformats.org/drawingml/2006/main">
              <a:ext uri="{FF2B5EF4-FFF2-40B4-BE49-F238E27FC236}">
                <a16:creationId xmlns:a16="http://schemas.microsoft.com/office/drawing/2014/main" id="{FD4BF337-781E-4C48-8226-7DF2D28B44F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3-background / n9 / text 1">
            <a:extLst xmlns:a="http://schemas.openxmlformats.org/drawingml/2006/main">
              <a:ext uri="{FF2B5EF4-FFF2-40B4-BE49-F238E27FC236}">
                <a16:creationId xmlns:a16="http://schemas.microsoft.com/office/drawing/2014/main" id="{E76C0721-7B8B-4A3B-A00D-6AB2BF12F7AC}"/>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3-background / n10 / path">
            <a:extLst xmlns:a="http://schemas.openxmlformats.org/drawingml/2006/main">
              <a:ext uri="{FF2B5EF4-FFF2-40B4-BE49-F238E27FC236}">
                <a16:creationId xmlns:a16="http://schemas.microsoft.com/office/drawing/2014/main" id="{648A9FB7-D942-4664-A5EB-89886A4BCC6D}"/>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3-background / n11 / text 1">
            <a:extLst xmlns:a="http://schemas.openxmlformats.org/drawingml/2006/main">
              <a:ext uri="{FF2B5EF4-FFF2-40B4-BE49-F238E27FC236}">
                <a16:creationId xmlns:a16="http://schemas.microsoft.com/office/drawing/2014/main" id="{C51688B1-4822-4F79-8BE3-AE247AEFC09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3-background / n12 / text 1">
            <a:extLst xmlns:a="http://schemas.openxmlformats.org/drawingml/2006/main">
              <a:ext uri="{FF2B5EF4-FFF2-40B4-BE49-F238E27FC236}">
                <a16:creationId xmlns:a16="http://schemas.microsoft.com/office/drawing/2014/main" id="{73625086-68E7-46B9-8940-D613A41F6DFD}"/>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연관된 의미 판단의 생산 책임과 조정 방식 설계</a:t>
            </a:r>
          </a:p>
        </p:txBody>
      </p:sp>
      <p:sp>
        <p:nvSpPr>
          <p:cNvPr id="13" name="dp43-background / n13 / text 1">
            <a:extLst xmlns:a="http://schemas.openxmlformats.org/drawingml/2006/main">
              <a:ext uri="{FF2B5EF4-FFF2-40B4-BE49-F238E27FC236}">
                <a16:creationId xmlns:a16="http://schemas.microsoft.com/office/drawing/2014/main" id="{FF501319-EB63-4E6C-A727-EF5CE9C32F0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변경 용이성</a:t>
            </a:r>
          </a:p>
        </p:txBody>
      </p:sp>
      <p:sp>
        <p:nvSpPr>
          <p:cNvPr id="14" name="dp43-background / n14 / text 1">
            <a:extLst xmlns:a="http://schemas.openxmlformats.org/drawingml/2006/main">
              <a:ext uri="{FF2B5EF4-FFF2-40B4-BE49-F238E27FC236}">
                <a16:creationId xmlns:a16="http://schemas.microsoft.com/office/drawing/2014/main" id="{B8A63EAB-2992-4E71-AC49-505F5C69E9F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3-background / n15">
            <a:extLst xmlns:a="http://schemas.openxmlformats.org/drawingml/2006/main">
              <a:ext uri="{FF2B5EF4-FFF2-40B4-BE49-F238E27FC236}">
                <a16:creationId xmlns:a16="http://schemas.microsoft.com/office/drawing/2014/main" id="{ACC1A435-EC33-4E1F-8858-1EE461347A6E}"/>
              </a:ext>
            </a:extLst>
          </p:cNvPr>
          <p:cNvSpPr>
            <a:spLocks xmlns:a="http://schemas.openxmlformats.org/drawingml/2006/main" noGrp="1"/>
          </p:cNvSpPr>
          <p:nvPr/>
        </p:nvSpPr>
        <p:spPr>
          <a:xfrm xmlns:a="http://schemas.openxmlformats.org/drawingml/2006/main">
            <a:off x="609600" y="2619375"/>
            <a:ext cx="5143500" cy="1400175"/>
          </a:xfrm>
          <a:prstGeom xmlns:a="http://schemas.openxmlformats.org/drawingml/2006/main" prst="rect">
            <a:avLst/>
          </a:prstGeom>
          <a:solidFill xmlns:a="http://schemas.openxmlformats.org/drawingml/2006/main">
            <a:srgbClr val="EFF3F8"/>
          </a:solidFill>
          <a:ln xmlns:a="http://schemas.openxmlformats.org/drawingml/2006/main" w="0">
            <a:noFill/>
            <a:prstDash val="solid"/>
          </a:ln>
        </p:spPr>
      </p:sp>
      <p:sp>
        <p:nvSpPr>
          <p:cNvPr id="16" name="dp43-background / n16">
            <a:extLst xmlns:a="http://schemas.openxmlformats.org/drawingml/2006/main">
              <a:ext uri="{FF2B5EF4-FFF2-40B4-BE49-F238E27FC236}">
                <a16:creationId xmlns:a16="http://schemas.microsoft.com/office/drawing/2014/main" id="{1773C2CA-6593-48FB-BD9C-B5BB437BF9CF}"/>
              </a:ext>
            </a:extLst>
          </p:cNvPr>
          <p:cNvSpPr>
            <a:spLocks xmlns:a="http://schemas.openxmlformats.org/drawingml/2006/main" noGrp="1"/>
          </p:cNvSpPr>
          <p:nvPr/>
        </p:nvSpPr>
        <p:spPr>
          <a:xfrm xmlns:a="http://schemas.openxmlformats.org/drawingml/2006/main">
            <a:off x="6210300" y="2619375"/>
            <a:ext cx="4972050" cy="140017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17" name="dp43-background / n17 / text 1">
            <a:extLst xmlns:a="http://schemas.openxmlformats.org/drawingml/2006/main">
              <a:ext uri="{FF2B5EF4-FFF2-40B4-BE49-F238E27FC236}">
                <a16:creationId xmlns:a16="http://schemas.microsoft.com/office/drawing/2014/main" id="{6D760CF0-AB9E-4E2D-89F0-AEEE2D900685}"/>
              </a:ext>
            </a:extLst>
          </p:cNvPr>
          <p:cNvSpPr>
            <a:spLocks xmlns:a="http://schemas.openxmlformats.org/drawingml/2006/main" noGrp="1"/>
          </p:cNvSpPr>
          <p:nvPr/>
        </p:nvSpPr>
        <p:spPr>
          <a:xfrm xmlns:a="http://schemas.openxmlformats.org/drawingml/2006/main">
            <a:off x="800100" y="2733675"/>
            <a:ext cx="4762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진행 중인 두 Task의 조건 지정</a:t>
            </a:r>
          </a:p>
        </p:txBody>
      </p:sp>
      <p:sp>
        <p:nvSpPr>
          <p:cNvPr id="18" name="dp43-background / n18 / text 1">
            <a:extLst xmlns:a="http://schemas.openxmlformats.org/drawingml/2006/main">
              <a:ext uri="{FF2B5EF4-FFF2-40B4-BE49-F238E27FC236}">
                <a16:creationId xmlns:a16="http://schemas.microsoft.com/office/drawing/2014/main" id="{81C7B011-1166-428A-A00F-17570DD08C65}"/>
              </a:ext>
            </a:extLst>
          </p:cNvPr>
          <p:cNvSpPr>
            <a:spLocks xmlns:a="http://schemas.openxmlformats.org/drawingml/2006/main" noGrp="1"/>
          </p:cNvSpPr>
          <p:nvPr/>
        </p:nvSpPr>
        <p:spPr>
          <a:xfrm xmlns:a="http://schemas.openxmlformats.org/drawingml/2006/main">
            <a:off x="800100" y="30861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“보고서는 PDF로, 메일에는</a:t>
            </a:r>
          </a:p>
        </p:txBody>
      </p:sp>
      <p:sp>
        <p:nvSpPr>
          <p:cNvPr id="19" name="dp43-background / n18 / text 2">
            <a:extLst xmlns:a="http://schemas.openxmlformats.org/drawingml/2006/main">
              <a:ext uri="{FF2B5EF4-FFF2-40B4-BE49-F238E27FC236}">
                <a16:creationId xmlns:a16="http://schemas.microsoft.com/office/drawing/2014/main" id="{53A370C0-992C-4DFD-ABC5-D780565AC2A0}"/>
              </a:ext>
            </a:extLst>
          </p:cNvPr>
          <p:cNvSpPr>
            <a:spLocks xmlns:a="http://schemas.openxmlformats.org/drawingml/2006/main" noGrp="1"/>
          </p:cNvSpPr>
          <p:nvPr/>
        </p:nvSpPr>
        <p:spPr>
          <a:xfrm xmlns:a="http://schemas.openxmlformats.org/drawingml/2006/main">
            <a:off x="800100" y="33909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그 보고서의 결론을 넣어줘.”</a:t>
            </a:r>
          </a:p>
        </p:txBody>
      </p:sp>
      <p:sp>
        <p:nvSpPr>
          <p:cNvPr id="20" name="dp43-background / n19 / text 1">
            <a:extLst xmlns:a="http://schemas.openxmlformats.org/drawingml/2006/main">
              <a:ext uri="{FF2B5EF4-FFF2-40B4-BE49-F238E27FC236}">
                <a16:creationId xmlns:a16="http://schemas.microsoft.com/office/drawing/2014/main" id="{C683A2C6-C095-438D-8211-B54DBC6FF246}"/>
              </a:ext>
            </a:extLst>
          </p:cNvPr>
          <p:cNvSpPr>
            <a:spLocks xmlns:a="http://schemas.openxmlformats.org/drawingml/2006/main" noGrp="1"/>
          </p:cNvSpPr>
          <p:nvPr/>
        </p:nvSpPr>
        <p:spPr>
          <a:xfrm xmlns:a="http://schemas.openxmlformats.org/drawingml/2006/main">
            <a:off x="800100" y="3724275"/>
            <a:ext cx="476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PDF 조건과 메일 내용</a:t>
            </a:r>
          </a:p>
        </p:txBody>
      </p:sp>
      <p:sp>
        <p:nvSpPr>
          <p:cNvPr id="21" name="dp43-background / n20 / text 1">
            <a:extLst xmlns:a="http://schemas.openxmlformats.org/drawingml/2006/main">
              <a:ext uri="{FF2B5EF4-FFF2-40B4-BE49-F238E27FC236}">
                <a16:creationId xmlns:a16="http://schemas.microsoft.com/office/drawing/2014/main" id="{3F3FA63A-B132-4AAA-8E02-8E04D3081BA4}"/>
              </a:ext>
            </a:extLst>
          </p:cNvPr>
          <p:cNvSpPr>
            <a:spLocks xmlns:a="http://schemas.openxmlformats.org/drawingml/2006/main" noGrp="1"/>
          </p:cNvSpPr>
          <p:nvPr/>
        </p:nvSpPr>
        <p:spPr>
          <a:xfrm xmlns:a="http://schemas.openxmlformats.org/drawingml/2006/main">
            <a:off x="6400800" y="2733675"/>
            <a:ext cx="4591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잠시 뒤 / 메일 내용 정정</a:t>
            </a:r>
          </a:p>
        </p:txBody>
      </p:sp>
      <p:sp>
        <p:nvSpPr>
          <p:cNvPr id="22" name="dp43-background / n21 / text 1">
            <a:extLst xmlns:a="http://schemas.openxmlformats.org/drawingml/2006/main">
              <a:ext uri="{FF2B5EF4-FFF2-40B4-BE49-F238E27FC236}">
                <a16:creationId xmlns:a16="http://schemas.microsoft.com/office/drawing/2014/main" id="{B5DA42F3-CE0C-43C2-9B81-BE5841922DBD}"/>
              </a:ext>
            </a:extLst>
          </p:cNvPr>
          <p:cNvSpPr>
            <a:spLocks xmlns:a="http://schemas.openxmlformats.org/drawingml/2006/main" noGrp="1"/>
          </p:cNvSpPr>
          <p:nvPr/>
        </p:nvSpPr>
        <p:spPr>
          <a:xfrm xmlns:a="http://schemas.openxmlformats.org/drawingml/2006/main">
            <a:off x="6400800" y="30861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“메일에는 결론 대신</a:t>
            </a:r>
          </a:p>
        </p:txBody>
      </p:sp>
      <p:sp>
        <p:nvSpPr>
          <p:cNvPr id="23" name="dp43-background / n21 / text 2">
            <a:extLst xmlns:a="http://schemas.openxmlformats.org/drawingml/2006/main">
              <a:ext uri="{FF2B5EF4-FFF2-40B4-BE49-F238E27FC236}">
                <a16:creationId xmlns:a16="http://schemas.microsoft.com/office/drawing/2014/main" id="{C338F965-EDB7-483C-BD68-06118B92BDAA}"/>
              </a:ext>
            </a:extLst>
          </p:cNvPr>
          <p:cNvSpPr>
            <a:spLocks xmlns:a="http://schemas.openxmlformats.org/drawingml/2006/main" noGrp="1"/>
          </p:cNvSpPr>
          <p:nvPr/>
        </p:nvSpPr>
        <p:spPr>
          <a:xfrm xmlns:a="http://schemas.openxmlformats.org/drawingml/2006/main">
            <a:off x="6400800" y="33909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표만 넣어줘.”</a:t>
            </a:r>
          </a:p>
        </p:txBody>
      </p:sp>
      <p:sp>
        <p:nvSpPr>
          <p:cNvPr id="24" name="dp43-background / n22 / text 1">
            <a:extLst xmlns:a="http://schemas.openxmlformats.org/drawingml/2006/main">
              <a:ext uri="{FF2B5EF4-FFF2-40B4-BE49-F238E27FC236}">
                <a16:creationId xmlns:a16="http://schemas.microsoft.com/office/drawing/2014/main" id="{014C26B2-F6FB-4278-9678-D2ABE052248C}"/>
              </a:ext>
            </a:extLst>
          </p:cNvPr>
          <p:cNvSpPr>
            <a:spLocks xmlns:a="http://schemas.openxmlformats.org/drawingml/2006/main" noGrp="1"/>
          </p:cNvSpPr>
          <p:nvPr/>
        </p:nvSpPr>
        <p:spPr>
          <a:xfrm xmlns:a="http://schemas.openxmlformats.org/drawingml/2006/main">
            <a:off x="6400800" y="3724275"/>
            <a:ext cx="45910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메일 내용 교체</a:t>
            </a:r>
          </a:p>
        </p:txBody>
      </p:sp>
      <p:sp>
        <p:nvSpPr>
          <p:cNvPr id="25" name="dp43-background / n23 / path">
            <a:extLst xmlns:a="http://schemas.openxmlformats.org/drawingml/2006/main">
              <a:ext uri="{FF2B5EF4-FFF2-40B4-BE49-F238E27FC236}">
                <a16:creationId xmlns:a16="http://schemas.microsoft.com/office/drawing/2014/main" id="{289221A3-61D4-4AB9-9605-0912746B1B50}"/>
              </a:ext>
            </a:extLst>
          </p:cNvPr>
          <p:cNvSpPr>
            <a:spLocks xmlns:a="http://schemas.openxmlformats.org/drawingml/2006/main" noGrp="1"/>
          </p:cNvSpPr>
          <p:nvPr/>
        </p:nvSpPr>
        <p:spPr>
          <a:xfrm xmlns:a="http://schemas.openxmlformats.org/drawingml/2006/main">
            <a:off x="5867400" y="3295650"/>
            <a:ext cx="228600" cy="953"/>
          </a:xfrm>
          <a:custGeom xmlns:a="http://schemas.openxmlformats.org/drawingml/2006/main">
            <a:pathLst>
              <a:path w="228600" h="953">
                <a:moveTo>
                  <a:pt x="0" y="0"/>
                </a:moveTo>
                <a:lnTo>
                  <a:pt x="228600" y="0"/>
                </a:lnTo>
              </a:path>
            </a:pathLst>
          </a:custGeom>
          <a:noFill xmlns:a="http://schemas.openxmlformats.org/drawingml/2006/main"/>
          <a:ln xmlns:a="http://schemas.openxmlformats.org/drawingml/2006/main" w="19050">
            <a:solidFill>
              <a:srgbClr val="5F6B77"/>
            </a:solidFill>
            <a:prstDash val="solid"/>
          </a:ln>
        </p:spPr>
      </p:sp>
      <p:sp>
        <p:nvSpPr>
          <p:cNvPr id="26" name="dp43-background / n23 / arrow">
            <a:extLst xmlns:a="http://schemas.openxmlformats.org/drawingml/2006/main">
              <a:ext uri="{FF2B5EF4-FFF2-40B4-BE49-F238E27FC236}">
                <a16:creationId xmlns:a16="http://schemas.microsoft.com/office/drawing/2014/main" id="{539B802B-D53E-4EA2-8AA2-7D73DB8E7884}"/>
              </a:ext>
            </a:extLst>
          </p:cNvPr>
          <p:cNvSpPr>
            <a:spLocks xmlns:a="http://schemas.openxmlformats.org/drawingml/2006/main" noGrp="1"/>
          </p:cNvSpPr>
          <p:nvPr/>
        </p:nvSpPr>
        <p:spPr>
          <a:xfrm xmlns:a="http://schemas.openxmlformats.org/drawingml/2006/main">
            <a:off x="5974080" y="32346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7" name="dp43-background / n24">
            <a:extLst xmlns:a="http://schemas.openxmlformats.org/drawingml/2006/main">
              <a:ext uri="{FF2B5EF4-FFF2-40B4-BE49-F238E27FC236}">
                <a16:creationId xmlns:a16="http://schemas.microsoft.com/office/drawing/2014/main" id="{FFB6FA70-F806-488A-98C9-1E2C3638DA4C}"/>
              </a:ext>
            </a:extLst>
          </p:cNvPr>
          <p:cNvSpPr>
            <a:spLocks xmlns:a="http://schemas.openxmlformats.org/drawingml/2006/main" noGrp="1"/>
          </p:cNvSpPr>
          <p:nvPr/>
        </p:nvSpPr>
        <p:spPr>
          <a:xfrm xmlns:a="http://schemas.openxmlformats.org/drawingml/2006/main">
            <a:off x="609600" y="4533900"/>
            <a:ext cx="2857500" cy="1943100"/>
          </a:xfrm>
          <a:custGeom xmlns:a="http://schemas.openxmlformats.org/drawingml/2006/main">
            <a:pathLst>
              <a:path w="2857500" h="1943100">
                <a:moveTo>
                  <a:pt x="0" y="0"/>
                </a:moveTo>
                <a:lnTo>
                  <a:pt x="2686050" y="0"/>
                </a:lnTo>
                <a:lnTo>
                  <a:pt x="2857500" y="171450"/>
                </a:lnTo>
                <a:lnTo>
                  <a:pt x="2857500" y="1943100"/>
                </a:lnTo>
                <a:lnTo>
                  <a:pt x="0" y="1943100"/>
                </a:lnTo>
                <a:close/>
              </a:path>
            </a:pathLst>
          </a:custGeom>
          <a:solidFill xmlns:a="http://schemas.openxmlformats.org/drawingml/2006/main">
            <a:srgbClr val="F3F7F7"/>
          </a:solidFill>
          <a:ln xmlns:a="http://schemas.openxmlformats.org/drawingml/2006/main" w="16193">
            <a:solidFill>
              <a:srgbClr val="CDD6DE"/>
            </a:solidFill>
            <a:prstDash val="solid"/>
          </a:ln>
        </p:spPr>
      </p:sp>
      <p:sp>
        <p:nvSpPr>
          <p:cNvPr id="28" name="dp43-background / n24 / fold">
            <a:extLst xmlns:a="http://schemas.openxmlformats.org/drawingml/2006/main">
              <a:ext uri="{FF2B5EF4-FFF2-40B4-BE49-F238E27FC236}">
                <a16:creationId xmlns:a16="http://schemas.microsoft.com/office/drawing/2014/main" id="{CB957DAD-9E8F-4592-99A4-EEC1805314EA}"/>
              </a:ext>
            </a:extLst>
          </p:cNvPr>
          <p:cNvSpPr>
            <a:spLocks xmlns:a="http://schemas.openxmlformats.org/drawingml/2006/main" noGrp="1"/>
          </p:cNvSpPr>
          <p:nvPr/>
        </p:nvSpPr>
        <p:spPr>
          <a:xfrm xmlns:a="http://schemas.openxmlformats.org/drawingml/2006/main">
            <a:off x="329565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9" name="dp43-background / n25 / text 1">
            <a:extLst xmlns:a="http://schemas.openxmlformats.org/drawingml/2006/main">
              <a:ext uri="{FF2B5EF4-FFF2-40B4-BE49-F238E27FC236}">
                <a16:creationId xmlns:a16="http://schemas.microsoft.com/office/drawing/2014/main" id="{932638EA-2722-47B5-B7B5-CAA65A4A72DF}"/>
              </a:ext>
            </a:extLst>
          </p:cNvPr>
          <p:cNvSpPr>
            <a:spLocks xmlns:a="http://schemas.openxmlformats.org/drawingml/2006/main" noGrp="1"/>
          </p:cNvSpPr>
          <p:nvPr/>
        </p:nvSpPr>
        <p:spPr>
          <a:xfrm xmlns:a="http://schemas.openxmlformats.org/drawingml/2006/main">
            <a:off x="762000" y="4657725"/>
            <a:ext cx="24765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보고서 Task</a:t>
            </a:r>
          </a:p>
        </p:txBody>
      </p:sp>
      <p:sp>
        <p:nvSpPr>
          <p:cNvPr id="30" name="dp43-background / n26 / text 1">
            <a:extLst xmlns:a="http://schemas.openxmlformats.org/drawingml/2006/main">
              <a:ext uri="{FF2B5EF4-FFF2-40B4-BE49-F238E27FC236}">
                <a16:creationId xmlns:a16="http://schemas.microsoft.com/office/drawing/2014/main" id="{5327D118-9809-4A63-9A09-698F6D086F49}"/>
              </a:ext>
            </a:extLst>
          </p:cNvPr>
          <p:cNvSpPr>
            <a:spLocks xmlns:a="http://schemas.openxmlformats.org/drawingml/2006/main" noGrp="1"/>
          </p:cNvSpPr>
          <p:nvPr/>
        </p:nvSpPr>
        <p:spPr>
          <a:xfrm xmlns:a="http://schemas.openxmlformats.org/drawingml/2006/main">
            <a:off x="800100" y="5114925"/>
            <a:ext cx="24765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PDF 조건 유지</a:t>
            </a:r>
          </a:p>
        </p:txBody>
      </p:sp>
      <p:sp>
        <p:nvSpPr>
          <p:cNvPr id="31" name="dp43-background / n27 / text 1">
            <a:extLst xmlns:a="http://schemas.openxmlformats.org/drawingml/2006/main">
              <a:ext uri="{FF2B5EF4-FFF2-40B4-BE49-F238E27FC236}">
                <a16:creationId xmlns:a16="http://schemas.microsoft.com/office/drawing/2014/main" id="{B4EAED37-18E2-47F7-8A11-42BAD024C9A1}"/>
              </a:ext>
            </a:extLst>
          </p:cNvPr>
          <p:cNvSpPr>
            <a:spLocks xmlns:a="http://schemas.openxmlformats.org/drawingml/2006/main" noGrp="1"/>
          </p:cNvSpPr>
          <p:nvPr/>
        </p:nvSpPr>
        <p:spPr>
          <a:xfrm xmlns:a="http://schemas.openxmlformats.org/drawingml/2006/main">
            <a:off x="800100" y="5753100"/>
            <a:ext cx="2476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결과 / 결론과 표</a:t>
            </a:r>
          </a:p>
        </p:txBody>
      </p:sp>
      <p:sp>
        <p:nvSpPr>
          <p:cNvPr id="32" name="dp43-background / n28">
            <a:extLst xmlns:a="http://schemas.openxmlformats.org/drawingml/2006/main">
              <a:ext uri="{FF2B5EF4-FFF2-40B4-BE49-F238E27FC236}">
                <a16:creationId xmlns:a16="http://schemas.microsoft.com/office/drawing/2014/main" id="{D3F59ECD-E251-4934-BFA3-764A10B74C56}"/>
              </a:ext>
            </a:extLst>
          </p:cNvPr>
          <p:cNvSpPr>
            <a:spLocks xmlns:a="http://schemas.openxmlformats.org/drawingml/2006/main" noGrp="1"/>
          </p:cNvSpPr>
          <p:nvPr/>
        </p:nvSpPr>
        <p:spPr>
          <a:xfrm xmlns:a="http://schemas.openxmlformats.org/drawingml/2006/main">
            <a:off x="7162800" y="4533900"/>
            <a:ext cx="4019550" cy="1943100"/>
          </a:xfrm>
          <a:custGeom xmlns:a="http://schemas.openxmlformats.org/drawingml/2006/main">
            <a:pathLst>
              <a:path w="4019550" h="1943100">
                <a:moveTo>
                  <a:pt x="0" y="0"/>
                </a:moveTo>
                <a:lnTo>
                  <a:pt x="3848100" y="0"/>
                </a:lnTo>
                <a:lnTo>
                  <a:pt x="4019550" y="171450"/>
                </a:lnTo>
                <a:lnTo>
                  <a:pt x="4019550" y="1943100"/>
                </a:lnTo>
                <a:lnTo>
                  <a:pt x="0" y="1943100"/>
                </a:lnTo>
                <a:close/>
              </a:path>
            </a:pathLst>
          </a:custGeom>
          <a:solidFill xmlns:a="http://schemas.openxmlformats.org/drawingml/2006/main">
            <a:srgbClr val="F3F6FA"/>
          </a:solidFill>
          <a:ln xmlns:a="http://schemas.openxmlformats.org/drawingml/2006/main" w="16193">
            <a:solidFill>
              <a:srgbClr val="CDD6DE"/>
            </a:solidFill>
            <a:prstDash val="solid"/>
          </a:ln>
        </p:spPr>
      </p:sp>
      <p:sp>
        <p:nvSpPr>
          <p:cNvPr id="33" name="dp43-background / n28 / fold">
            <a:extLst xmlns:a="http://schemas.openxmlformats.org/drawingml/2006/main">
              <a:ext uri="{FF2B5EF4-FFF2-40B4-BE49-F238E27FC236}">
                <a16:creationId xmlns:a16="http://schemas.microsoft.com/office/drawing/2014/main" id="{1D625921-1A78-49A2-BAAC-317F21216D9E}"/>
              </a:ext>
            </a:extLst>
          </p:cNvPr>
          <p:cNvSpPr>
            <a:spLocks xmlns:a="http://schemas.openxmlformats.org/drawingml/2006/main" noGrp="1"/>
          </p:cNvSpPr>
          <p:nvPr/>
        </p:nvSpPr>
        <p:spPr>
          <a:xfrm xmlns:a="http://schemas.openxmlformats.org/drawingml/2006/main">
            <a:off x="1101090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34" name="dp43-background / n29 / text 1">
            <a:extLst xmlns:a="http://schemas.openxmlformats.org/drawingml/2006/main">
              <a:ext uri="{FF2B5EF4-FFF2-40B4-BE49-F238E27FC236}">
                <a16:creationId xmlns:a16="http://schemas.microsoft.com/office/drawing/2014/main" id="{54115012-186D-425B-A2DD-E1CE6EF3840E}"/>
              </a:ext>
            </a:extLst>
          </p:cNvPr>
          <p:cNvSpPr>
            <a:spLocks xmlns:a="http://schemas.openxmlformats.org/drawingml/2006/main" noGrp="1"/>
          </p:cNvSpPr>
          <p:nvPr/>
        </p:nvSpPr>
        <p:spPr>
          <a:xfrm xmlns:a="http://schemas.openxmlformats.org/drawingml/2006/main">
            <a:off x="7315200" y="4657725"/>
            <a:ext cx="36385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35" name="dp43-background / n30 / text 1">
            <a:extLst xmlns:a="http://schemas.openxmlformats.org/drawingml/2006/main">
              <a:ext uri="{FF2B5EF4-FFF2-40B4-BE49-F238E27FC236}">
                <a16:creationId xmlns:a16="http://schemas.microsoft.com/office/drawing/2014/main" id="{524ECCFD-09D6-4FBE-9D42-55F68647921D}"/>
              </a:ext>
            </a:extLst>
          </p:cNvPr>
          <p:cNvSpPr>
            <a:spLocks xmlns:a="http://schemas.openxmlformats.org/drawingml/2006/main" noGrp="1"/>
          </p:cNvSpPr>
          <p:nvPr/>
        </p:nvSpPr>
        <p:spPr>
          <a:xfrm xmlns:a="http://schemas.openxmlformats.org/drawingml/2006/main">
            <a:off x="7353300" y="5114925"/>
            <a:ext cx="36385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기존 / 보고서 결론</a:t>
            </a:r>
          </a:p>
        </p:txBody>
      </p:sp>
      <p:sp>
        <p:nvSpPr>
          <p:cNvPr id="36" name="dp43-background / n31 / path">
            <a:extLst xmlns:a="http://schemas.openxmlformats.org/drawingml/2006/main">
              <a:ext uri="{FF2B5EF4-FFF2-40B4-BE49-F238E27FC236}">
                <a16:creationId xmlns:a16="http://schemas.microsoft.com/office/drawing/2014/main" id="{67969977-D7C2-424C-AB73-B0C7475296EC}"/>
              </a:ext>
            </a:extLst>
          </p:cNvPr>
          <p:cNvSpPr>
            <a:spLocks xmlns:a="http://schemas.openxmlformats.org/drawingml/2006/main" noGrp="1"/>
          </p:cNvSpPr>
          <p:nvPr/>
        </p:nvSpPr>
        <p:spPr>
          <a:xfrm xmlns:a="http://schemas.openxmlformats.org/drawingml/2006/main">
            <a:off x="8124825" y="5267325"/>
            <a:ext cx="1666875" cy="953"/>
          </a:xfrm>
          <a:custGeom xmlns:a="http://schemas.openxmlformats.org/drawingml/2006/main">
            <a:pathLst>
              <a:path w="1666875" h="953">
                <a:moveTo>
                  <a:pt x="0" y="0"/>
                </a:moveTo>
                <a:lnTo>
                  <a:pt x="1666875" y="0"/>
                </a:lnTo>
              </a:path>
            </a:pathLst>
          </a:custGeom>
          <a:noFill xmlns:a="http://schemas.openxmlformats.org/drawingml/2006/main"/>
          <a:ln xmlns:a="http://schemas.openxmlformats.org/drawingml/2006/main" w="19050">
            <a:solidFill>
              <a:srgbClr val="B63732"/>
            </a:solidFill>
            <a:prstDash val="solid"/>
          </a:ln>
        </p:spPr>
      </p:sp>
      <p:sp>
        <p:nvSpPr>
          <p:cNvPr id="37" name="dp43-background / n32 / text 1">
            <a:extLst xmlns:a="http://schemas.openxmlformats.org/drawingml/2006/main">
              <a:ext uri="{FF2B5EF4-FFF2-40B4-BE49-F238E27FC236}">
                <a16:creationId xmlns:a16="http://schemas.microsoft.com/office/drawing/2014/main" id="{16731498-9CE8-4E6A-8ED3-4B949137F83A}"/>
              </a:ext>
            </a:extLst>
          </p:cNvPr>
          <p:cNvSpPr>
            <a:spLocks xmlns:a="http://schemas.openxmlformats.org/drawingml/2006/main" noGrp="1"/>
          </p:cNvSpPr>
          <p:nvPr/>
        </p:nvSpPr>
        <p:spPr>
          <a:xfrm xmlns:a="http://schemas.openxmlformats.org/drawingml/2006/main">
            <a:off x="7353300" y="5762625"/>
            <a:ext cx="36385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같은 보고서의 표만 사용</a:t>
            </a:r>
          </a:p>
        </p:txBody>
      </p:sp>
      <p:sp>
        <p:nvSpPr>
          <p:cNvPr id="38" name="dp43-background / n33 / path">
            <a:extLst xmlns:a="http://schemas.openxmlformats.org/drawingml/2006/main">
              <a:ext uri="{FF2B5EF4-FFF2-40B4-BE49-F238E27FC236}">
                <a16:creationId xmlns:a16="http://schemas.microsoft.com/office/drawing/2014/main" id="{49614C8F-3B3F-43E0-8F23-4B7F419837DC}"/>
              </a:ext>
            </a:extLst>
          </p:cNvPr>
          <p:cNvSpPr>
            <a:spLocks xmlns:a="http://schemas.openxmlformats.org/drawingml/2006/main" noGrp="1"/>
          </p:cNvSpPr>
          <p:nvPr/>
        </p:nvSpPr>
        <p:spPr>
          <a:xfrm xmlns:a="http://schemas.openxmlformats.org/drawingml/2006/main">
            <a:off x="3619500" y="5505450"/>
            <a:ext cx="3333750" cy="953"/>
          </a:xfrm>
          <a:custGeom xmlns:a="http://schemas.openxmlformats.org/drawingml/2006/main">
            <a:pathLst>
              <a:path w="3333750" h="953">
                <a:moveTo>
                  <a:pt x="0" y="0"/>
                </a:moveTo>
                <a:lnTo>
                  <a:pt x="3333750" y="0"/>
                </a:lnTo>
              </a:path>
            </a:pathLst>
          </a:custGeom>
          <a:noFill xmlns:a="http://schemas.openxmlformats.org/drawingml/2006/main"/>
          <a:ln xmlns:a="http://schemas.openxmlformats.org/drawingml/2006/main" w="28575">
            <a:solidFill>
              <a:srgbClr val="087E8B"/>
            </a:solidFill>
            <a:prstDash val="solid"/>
          </a:ln>
        </p:spPr>
      </p:sp>
      <p:sp>
        <p:nvSpPr>
          <p:cNvPr id="39" name="dp43-background / n33 / arrow">
            <a:extLst xmlns:a="http://schemas.openxmlformats.org/drawingml/2006/main">
              <a:ext uri="{FF2B5EF4-FFF2-40B4-BE49-F238E27FC236}">
                <a16:creationId xmlns:a16="http://schemas.microsoft.com/office/drawing/2014/main" id="{F7C8D706-7038-464B-9232-6E422F84C054}"/>
              </a:ext>
            </a:extLst>
          </p:cNvPr>
          <p:cNvSpPr>
            <a:spLocks xmlns:a="http://schemas.openxmlformats.org/drawingml/2006/main" noGrp="1"/>
          </p:cNvSpPr>
          <p:nvPr/>
        </p:nvSpPr>
        <p:spPr>
          <a:xfrm xmlns:a="http://schemas.openxmlformats.org/drawingml/2006/main">
            <a:off x="6770370" y="5414010"/>
            <a:ext cx="182880" cy="182880"/>
          </a:xfrm>
          <a:custGeom xmlns:a="http://schemas.openxmlformats.org/drawingml/2006/main">
            <a:pathLst>
              <a:path w="182880" h="182880">
                <a:moveTo>
                  <a:pt x="0" y="182880"/>
                </a:moveTo>
                <a:lnTo>
                  <a:pt x="182880" y="91440"/>
                </a:lnTo>
                <a:lnTo>
                  <a:pt x="0" y="0"/>
                </a:lnTo>
              </a:path>
            </a:pathLst>
          </a:custGeom>
          <a:noFill xmlns:a="http://schemas.openxmlformats.org/drawingml/2006/main"/>
          <a:ln xmlns:a="http://schemas.openxmlformats.org/drawingml/2006/main" w="36576">
            <a:solidFill>
              <a:srgbClr val="087E8B"/>
            </a:solidFill>
            <a:prstDash val="solid"/>
          </a:ln>
        </p:spPr>
      </p:sp>
      <p:sp>
        <p:nvSpPr>
          <p:cNvPr id="40" name="dp43-background / n34 / text 1">
            <a:extLst xmlns:a="http://schemas.openxmlformats.org/drawingml/2006/main">
              <a:ext uri="{FF2B5EF4-FFF2-40B4-BE49-F238E27FC236}">
                <a16:creationId xmlns:a16="http://schemas.microsoft.com/office/drawing/2014/main" id="{16074B11-AD86-4E4E-913D-96CF42FA0AB6}"/>
              </a:ext>
            </a:extLst>
          </p:cNvPr>
          <p:cNvSpPr>
            <a:spLocks xmlns:a="http://schemas.openxmlformats.org/drawingml/2006/main" noGrp="1"/>
          </p:cNvSpPr>
          <p:nvPr/>
        </p:nvSpPr>
        <p:spPr>
          <a:xfrm xmlns:a="http://schemas.openxmlformats.org/drawingml/2006/main">
            <a:off x="3800475" y="4714875"/>
            <a:ext cx="30670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B63732"/>
                </a:solidFill>
                <a:latin typeface="Apple SD Gothic Neo"/>
                <a:ea typeface="Apple SD Gothic Neo"/>
                <a:cs typeface="Apple SD Gothic Neo"/>
              </a:defRPr>
            </a:pPr>
            <a:r>
              <a:rPr sz="1800" b="1">
                <a:solidFill>
                  <a:srgbClr val="B63732"/>
                </a:solidFill>
                <a:latin typeface="Apple SD Gothic Neo"/>
                <a:ea typeface="Apple SD Gothic Neo"/>
                <a:cs typeface="Apple SD Gothic Neo"/>
              </a:rPr>
              <a:t>메일의 보고서 참조 변경</a:t>
            </a:r>
          </a:p>
        </p:txBody>
      </p:sp>
      <p:sp>
        <p:nvSpPr>
          <p:cNvPr id="41" name="dp43-background / n35 / text 1">
            <a:extLst xmlns:a="http://schemas.openxmlformats.org/drawingml/2006/main">
              <a:ext uri="{FF2B5EF4-FFF2-40B4-BE49-F238E27FC236}">
                <a16:creationId xmlns:a16="http://schemas.microsoft.com/office/drawing/2014/main" id="{13DB03C1-1EEB-42BE-AF15-CAB9D6C066DA}"/>
              </a:ext>
            </a:extLst>
          </p:cNvPr>
          <p:cNvSpPr>
            <a:spLocks xmlns:a="http://schemas.openxmlformats.org/drawingml/2006/main" noGrp="1"/>
          </p:cNvSpPr>
          <p:nvPr/>
        </p:nvSpPr>
        <p:spPr>
          <a:xfrm xmlns:a="http://schemas.openxmlformats.org/drawingml/2006/main">
            <a:off x="3800475" y="5962650"/>
            <a:ext cx="30670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보고서 결과 준비 후 사용</a:t>
            </a:r>
          </a:p>
        </p:txBody>
      </p:sp>
      <p:sp>
        <p:nvSpPr>
          <p:cNvPr id="42" name="dp43-background / n36 / text 1">
            <a:extLst xmlns:a="http://schemas.openxmlformats.org/drawingml/2006/main">
              <a:ext uri="{FF2B5EF4-FFF2-40B4-BE49-F238E27FC236}">
                <a16:creationId xmlns:a16="http://schemas.microsoft.com/office/drawing/2014/main" id="{11C34C11-98B0-4F8E-BCFB-CDBE5EFC115E}"/>
              </a:ext>
            </a:extLst>
          </p:cNvPr>
          <p:cNvSpPr>
            <a:spLocks xmlns:a="http://schemas.openxmlformats.org/drawingml/2006/main" noGrp="1"/>
          </p:cNvSpPr>
          <p:nvPr/>
        </p:nvSpPr>
        <p:spPr>
          <a:xfrm xmlns:a="http://schemas.openxmlformats.org/drawingml/2006/main">
            <a:off x="609600" y="685800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시 함께 맞춰야 할 판단</a:t>
            </a:r>
          </a:p>
        </p:txBody>
      </p:sp>
      <p:sp>
        <p:nvSpPr>
          <p:cNvPr id="43" name="dp43-background / n37 / text 1">
            <a:extLst xmlns:a="http://schemas.openxmlformats.org/drawingml/2006/main">
              <a:ext uri="{FF2B5EF4-FFF2-40B4-BE49-F238E27FC236}">
                <a16:creationId xmlns:a16="http://schemas.microsoft.com/office/drawing/2014/main" id="{723C7412-9D92-45CD-9839-0CF685AEF7EC}"/>
              </a:ext>
            </a:extLst>
          </p:cNvPr>
          <p:cNvSpPr>
            <a:spLocks xmlns:a="http://schemas.openxmlformats.org/drawingml/2006/main" noGrp="1"/>
          </p:cNvSpPr>
          <p:nvPr/>
        </p:nvSpPr>
        <p:spPr>
          <a:xfrm xmlns:a="http://schemas.openxmlformats.org/drawingml/2006/main">
            <a:off x="7620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Referent</a:t>
            </a:r>
          </a:p>
        </p:txBody>
      </p:sp>
      <p:sp>
        <p:nvSpPr>
          <p:cNvPr id="44" name="dp43-background / n38 / text 1">
            <a:extLst xmlns:a="http://schemas.openxmlformats.org/drawingml/2006/main">
              <a:ext uri="{FF2B5EF4-FFF2-40B4-BE49-F238E27FC236}">
                <a16:creationId xmlns:a16="http://schemas.microsoft.com/office/drawing/2014/main" id="{4E3F62EB-6C51-4CFC-8281-748ACB3D28DD}"/>
              </a:ext>
            </a:extLst>
          </p:cNvPr>
          <p:cNvSpPr>
            <a:spLocks xmlns:a="http://schemas.openxmlformats.org/drawingml/2006/main" noGrp="1"/>
          </p:cNvSpPr>
          <p:nvPr/>
        </p:nvSpPr>
        <p:spPr>
          <a:xfrm xmlns:a="http://schemas.openxmlformats.org/drawingml/2006/main">
            <a:off x="7620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같은 보고서의 표</a:t>
            </a:r>
          </a:p>
        </p:txBody>
      </p:sp>
      <p:sp>
        <p:nvSpPr>
          <p:cNvPr id="45" name="dp43-background / n39 / text 1">
            <a:extLst xmlns:a="http://schemas.openxmlformats.org/drawingml/2006/main">
              <a:ext uri="{FF2B5EF4-FFF2-40B4-BE49-F238E27FC236}">
                <a16:creationId xmlns:a16="http://schemas.microsoft.com/office/drawing/2014/main" id="{3F445319-03DD-4638-A65A-D9A6D9DA1EB1}"/>
              </a:ext>
            </a:extLst>
          </p:cNvPr>
          <p:cNvSpPr>
            <a:spLocks xmlns:a="http://schemas.openxmlformats.org/drawingml/2006/main" noGrp="1"/>
          </p:cNvSpPr>
          <p:nvPr/>
        </p:nvSpPr>
        <p:spPr>
          <a:xfrm xmlns:a="http://schemas.openxmlformats.org/drawingml/2006/main">
            <a:off x="44196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Task Association</a:t>
            </a:r>
          </a:p>
        </p:txBody>
      </p:sp>
      <p:sp>
        <p:nvSpPr>
          <p:cNvPr id="46" name="dp43-background / n40 / text 1">
            <a:extLst xmlns:a="http://schemas.openxmlformats.org/drawingml/2006/main">
              <a:ext uri="{FF2B5EF4-FFF2-40B4-BE49-F238E27FC236}">
                <a16:creationId xmlns:a16="http://schemas.microsoft.com/office/drawing/2014/main" id="{E292942B-9150-49BD-AE66-C73845266A32}"/>
              </a:ext>
            </a:extLst>
          </p:cNvPr>
          <p:cNvSpPr>
            <a:spLocks xmlns:a="http://schemas.openxmlformats.org/drawingml/2006/main" noGrp="1"/>
          </p:cNvSpPr>
          <p:nvPr/>
        </p:nvSpPr>
        <p:spPr>
          <a:xfrm xmlns:a="http://schemas.openxmlformats.org/drawingml/2006/main">
            <a:off x="44196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47" name="dp43-background / n41 / text 1">
            <a:extLst xmlns:a="http://schemas.openxmlformats.org/drawingml/2006/main">
              <a:ext uri="{FF2B5EF4-FFF2-40B4-BE49-F238E27FC236}">
                <a16:creationId xmlns:a16="http://schemas.microsoft.com/office/drawing/2014/main" id="{8E951E91-4B68-4570-B0D2-8DC2A4CE1F90}"/>
              </a:ext>
            </a:extLst>
          </p:cNvPr>
          <p:cNvSpPr>
            <a:spLocks xmlns:a="http://schemas.openxmlformats.org/drawingml/2006/main" noGrp="1"/>
          </p:cNvSpPr>
          <p:nvPr/>
        </p:nvSpPr>
        <p:spPr>
          <a:xfrm xmlns:a="http://schemas.openxmlformats.org/drawingml/2006/main">
            <a:off x="80772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정정 범위</a:t>
            </a:r>
          </a:p>
        </p:txBody>
      </p:sp>
      <p:sp>
        <p:nvSpPr>
          <p:cNvPr id="48" name="dp43-background / n42 / text 1">
            <a:extLst xmlns:a="http://schemas.openxmlformats.org/drawingml/2006/main">
              <a:ext uri="{FF2B5EF4-FFF2-40B4-BE49-F238E27FC236}">
                <a16:creationId xmlns:a16="http://schemas.microsoft.com/office/drawing/2014/main" id="{74CEB6B7-FA85-4E97-AD67-EE59E3666B02}"/>
              </a:ext>
            </a:extLst>
          </p:cNvPr>
          <p:cNvSpPr>
            <a:spLocks xmlns:a="http://schemas.openxmlformats.org/drawingml/2006/main" noGrp="1"/>
          </p:cNvSpPr>
          <p:nvPr/>
        </p:nvSpPr>
        <p:spPr>
          <a:xfrm xmlns:a="http://schemas.openxmlformats.org/drawingml/2006/main">
            <a:off x="80772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내용만 교체</a:t>
            </a:r>
          </a:p>
        </p:txBody>
      </p:sp>
      <p:sp>
        <p:nvSpPr>
          <p:cNvPr id="49" name="dp43-background / n43 / path">
            <a:extLst xmlns:a="http://schemas.openxmlformats.org/drawingml/2006/main">
              <a:ext uri="{FF2B5EF4-FFF2-40B4-BE49-F238E27FC236}">
                <a16:creationId xmlns:a16="http://schemas.microsoft.com/office/drawing/2014/main" id="{3D2DC769-2EDA-4633-92E5-D3B5BA66C816}"/>
              </a:ext>
            </a:extLst>
          </p:cNvPr>
          <p:cNvSpPr>
            <a:spLocks xmlns:a="http://schemas.openxmlformats.org/drawingml/2006/main" noGrp="1"/>
          </p:cNvSpPr>
          <p:nvPr/>
        </p:nvSpPr>
        <p:spPr>
          <a:xfrm xmlns:a="http://schemas.openxmlformats.org/drawingml/2006/main">
            <a:off x="3714750" y="7800975"/>
            <a:ext cx="419100" cy="953"/>
          </a:xfrm>
          <a:custGeom xmlns:a="http://schemas.openxmlformats.org/drawingml/2006/main">
            <a:pathLst>
              <a:path w="419100" h="953">
                <a:moveTo>
                  <a:pt x="0" y="0"/>
                </a:moveTo>
                <a:lnTo>
                  <a:pt x="419100" y="0"/>
                </a:lnTo>
              </a:path>
            </a:pathLst>
          </a:custGeom>
          <a:noFill xmlns:a="http://schemas.openxmlformats.org/drawingml/2006/main"/>
          <a:ln xmlns:a="http://schemas.openxmlformats.org/drawingml/2006/main" w="19050">
            <a:solidFill>
              <a:srgbClr val="CDD6DE"/>
            </a:solidFill>
            <a:prstDash val="solid"/>
          </a:ln>
        </p:spPr>
      </p:sp>
      <p:sp>
        <p:nvSpPr>
          <p:cNvPr id="50" name="dp43-background / n44 / path">
            <a:extLst xmlns:a="http://schemas.openxmlformats.org/drawingml/2006/main">
              <a:ext uri="{FF2B5EF4-FFF2-40B4-BE49-F238E27FC236}">
                <a16:creationId xmlns:a16="http://schemas.microsoft.com/office/drawing/2014/main" id="{7A23F118-AF3F-42D2-BEB6-3F87C984C422}"/>
              </a:ext>
            </a:extLst>
          </p:cNvPr>
          <p:cNvSpPr>
            <a:spLocks xmlns:a="http://schemas.openxmlformats.org/drawingml/2006/main" noGrp="1"/>
          </p:cNvSpPr>
          <p:nvPr/>
        </p:nvSpPr>
        <p:spPr>
          <a:xfrm xmlns:a="http://schemas.openxmlformats.org/drawingml/2006/main">
            <a:off x="7353300" y="7800975"/>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9050">
            <a:solidFill>
              <a:srgbClr val="CDD6DE"/>
            </a:solidFill>
            <a:prstDash val="solid"/>
          </a:ln>
        </p:spPr>
      </p:sp>
      <p:sp>
        <p:nvSpPr>
          <p:cNvPr id="51" name="dp43-background / n45 / text 1">
            <a:extLst xmlns:a="http://schemas.openxmlformats.org/drawingml/2006/main">
              <a:ext uri="{FF2B5EF4-FFF2-40B4-BE49-F238E27FC236}">
                <a16:creationId xmlns:a16="http://schemas.microsoft.com/office/drawing/2014/main" id="{837753B5-08B2-4E26-9229-BA35E30C36C2}"/>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의도와 처리 방향</a:t>
            </a:r>
          </a:p>
        </p:txBody>
      </p:sp>
      <p:sp>
        <p:nvSpPr>
          <p:cNvPr id="52" name="dp43-background / n46 / text 1">
            <a:extLst xmlns:a="http://schemas.openxmlformats.org/drawingml/2006/main">
              <a:ext uri="{FF2B5EF4-FFF2-40B4-BE49-F238E27FC236}">
                <a16:creationId xmlns:a16="http://schemas.microsoft.com/office/drawing/2014/main" id="{ED5AF4B3-29B0-4CB5-9498-7B78530848E7}"/>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요청 목표와 Delegation 및 자료 대기의 판단</a:t>
            </a:r>
          </a:p>
        </p:txBody>
      </p:sp>
      <p:sp>
        <p:nvSpPr>
          <p:cNvPr id="53" name="dp43-background / n47 / text 1">
            <a:extLst xmlns:a="http://schemas.openxmlformats.org/drawingml/2006/main">
              <a:ext uri="{FF2B5EF4-FFF2-40B4-BE49-F238E27FC236}">
                <a16:creationId xmlns:a16="http://schemas.microsoft.com/office/drawing/2014/main" id="{E9BB46D0-8869-4CA5-8D50-DCB833CD42A9}"/>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Referent와 Task Association</a:t>
            </a:r>
          </a:p>
        </p:txBody>
      </p:sp>
      <p:sp>
        <p:nvSpPr>
          <p:cNvPr id="54" name="dp43-background / n48 / text 1">
            <a:extLst xmlns:a="http://schemas.openxmlformats.org/drawingml/2006/main">
              <a:ext uri="{FF2B5EF4-FFF2-40B4-BE49-F238E27FC236}">
                <a16:creationId xmlns:a16="http://schemas.microsoft.com/office/drawing/2014/main" id="{53AECD46-1C02-46BC-8821-DB796A558F65}"/>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자료와 관련 Task 및 결과 사용 관계의 일치</a:t>
            </a:r>
          </a:p>
        </p:txBody>
      </p:sp>
      <p:sp>
        <p:nvSpPr>
          <p:cNvPr id="55" name="dp43-background / n49 / text 1">
            <a:extLst xmlns:a="http://schemas.openxmlformats.org/drawingml/2006/main">
              <a:ext uri="{FF2B5EF4-FFF2-40B4-BE49-F238E27FC236}">
                <a16:creationId xmlns:a16="http://schemas.microsoft.com/office/drawing/2014/main" id="{EA9B4516-4CA8-458F-BE0C-F55A6DDCD071}"/>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정정 범위와 기존 조건</a:t>
            </a:r>
          </a:p>
        </p:txBody>
      </p:sp>
      <p:sp>
        <p:nvSpPr>
          <p:cNvPr id="56" name="dp43-background / n50 / text 1">
            <a:extLst xmlns:a="http://schemas.openxmlformats.org/drawingml/2006/main">
              <a:ext uri="{FF2B5EF4-FFF2-40B4-BE49-F238E27FC236}">
                <a16:creationId xmlns:a16="http://schemas.microsoft.com/office/drawing/2014/main" id="{3262DD9C-3443-4040-9B93-F7FBA5CF4A2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메일 내용만 교체하고 PDF 조건 유지</a:t>
            </a:r>
          </a:p>
        </p:txBody>
      </p:sp>
    </p:spTree>
    <p:extLst>
      <p:ext uri="{BB962C8B-B14F-4D97-AF65-F5344CB8AC3E}">
        <p14:creationId xmlns:p14="http://schemas.microsoft.com/office/powerpoint/2010/main" val="588550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539C452D-04D3-44D7-A9E4-1FC19FA7033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1AF511D2-734C-4FF3-95FF-37DE60BCDE8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18041859-E2D9-438C-95BF-A4AE043DFBD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8541CF34-7C33-45EA-BE8B-E2C8E3E82B4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BA783C28-D448-44F6-9777-7D4817CA825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AB8D128-1AA1-470E-B640-7B6EBB1C71F8}"/>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B3E36739-3DB8-4FD8-936F-5CA3990A02DA}"/>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D98578CF-C4D0-4F38-8A31-6CEC4136E3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9E6C049F-3B59-4A83-BD17-797CA59E91A2}"/>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1B074960-1C0C-434F-A19F-1C392B9C833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6AA04085-07F1-445B-B048-8D577D6A4E9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24E71620-0EC8-415A-BD46-16A76DE2656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2A39EEC0-B53B-4097-8AD9-CF701A715FEA}"/>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3B8BFC31-C9FE-4DDB-A521-367A69E94600}"/>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CE16D8CD-E39A-4A9C-8269-1D62F9AF6668}"/>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0A555600-8B57-45E0-9216-06A5B5E8F4E2}"/>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437A61E9-F475-42E4-9BAC-787AA36DE84D}"/>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3569D43A-9857-4AA2-96B6-8AB0F7A607F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618D0942-1015-4946-98FF-E1C6B1686C2A}"/>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0DE7B190-2392-49C7-9027-4C2E0FDB1C8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72E10A3A-800A-4114-B406-24C3533A1DB3}"/>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3C7CB60D-8659-4930-B4E4-91B4257AEF2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C4924AE7-F39F-485F-AF73-4CCC0208EDE5}"/>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8C87F833-8327-4A09-9B32-04CB385E68A7}"/>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ABCCB5C1-C3C3-4EF5-971A-FE21EEF7AE1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4482D985-A034-41E9-AAC0-C94F236F5BE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4B0D876F-6220-43B9-9B1B-70758487E0F9}"/>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F627ACF7-FCB7-45F0-BB7F-F1923D5C40C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3E7ABA87-B396-4182-930A-9EC07AD15345}"/>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8DBE83C3-68E7-456B-B58F-AFF33E2C7257}"/>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D90E4027-DBC7-4E92-9B48-FFA1E7D292EE}"/>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73B4F518-4BD4-48BC-89AB-F429F9E68D53}"/>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F335998E-1FFA-4BBE-9763-C0B307D5740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5643F7D8-9B5B-4D45-8E65-0CAE1A8C4B14}"/>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4BE5EBE4-E3A5-47AE-A573-89096B8F996C}"/>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4CC890DA-792F-40FC-A40C-5F0FC4C5BC60}"/>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F626A3EC-17AB-430F-A688-A0152E4A4C3A}"/>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BEAE2B34-1652-49A6-9AC1-01E2C7125B7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43E9D56D-11AB-4D63-9BDB-85159A2E394C}"/>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8FA81610-BF6D-40E3-9333-D39D1E88BB51}"/>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5D291DC6-94F8-4DE6-BD3E-90302E836848}"/>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1DF387DD-4DF1-42DD-B5CA-AC5F27AF3714}"/>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A966638B-4EA2-40DB-9B19-27B995B9D069}"/>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FFE1D00-2F6A-4FE8-A2BB-0E2FCC6E365D}"/>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5E1959AE-BE3A-4BBA-81F4-BD55185B71F9}"/>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BFFB8B84-F29A-434C-BB33-6C5BA65DDF61}"/>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FC2AA897-7E0F-4F9B-8A15-950A9A2D360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2128D152-A142-439B-9A07-721C1CB55829}"/>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465C21C3-3CC0-48B0-981A-02EE588441F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C73B9C0-1C29-4138-AC5F-3F05941BF0BC}"/>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55AD4F62-19E0-4047-A358-AD578781746A}"/>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DAD9C242-C87A-4DE6-8EDC-956B40C2EDE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C1E1B04D-5EAF-455C-B326-D9F4D76AF1FA}"/>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94FFAE1F-5A13-43C6-8D8C-9ABF78E16D93}"/>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5688087B-97B8-425C-BBC8-035FC392044A}"/>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51F407B3-4F26-4C1A-A329-7AA2EC07B9C0}"/>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32549CE1-57EC-4256-91D1-985861AE7570}"/>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42F4BFFF-47AD-4BB3-A53F-4534E0B310A6}"/>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F143FCE3-B8B2-438A-809C-0725171DDEED}"/>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967CA26D-16EA-4499-88D5-556AD057BEB1}"/>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84C52DA1-2B62-44D7-9A6F-8999A06F84B5}"/>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1F7FBB5F-9348-49E4-AE38-3FDDD87F5321}"/>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7B58EFA8-DAD1-49FF-ACDE-37CCB183ECBC}"/>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A588F682-0AB5-42AF-9020-8EA359062700}"/>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DC9F725E-6BA5-463B-AB3F-36A9138B17CB}"/>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0DAF9F56-0CC6-4F49-B7BD-7EDBF53C99AF}"/>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B94D9ECF-FA1E-4C33-9F52-A09FA624306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C181668-739E-4EED-A68D-9B9A12C6541A}"/>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5EF9B40D-C619-4D7B-A3FB-B630B4431367}"/>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0D7203BD-175F-4499-A897-2E925EF3D532}"/>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C1A749B3-C100-472B-AB08-51B841D0C420}"/>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622F17F0-C5E2-474C-9B47-85DB6BE151F1}"/>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BF64A209-217F-4631-8613-FBB4F4B3419E}"/>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6DD28D1D-0224-4411-946F-5F1B647B8345}"/>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747D1825-368E-4818-8C8C-48C9C702CD0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906F6B28-ED4D-4879-84B7-BA72B6F78C38}"/>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BA295497-A19C-4E37-A676-E8CD44D3D222}"/>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0361C634-3C2A-40F9-8E68-8288E6D277DB}"/>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BA7E949E-1BF8-4CC5-BD4C-A4DE5BD2BEA0}"/>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FC66E178-C469-438D-8AFC-2F26EDE2029B}"/>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53E8D436-1DEB-4C7D-B575-45CD0FBE5EAE}"/>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6D28A8D6-69D8-4C55-8018-BD3E67EFBACE}"/>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AA713E6C-1E8E-419E-9F0A-305448B0965E}"/>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0E2123E8-2C07-4E22-9815-8E01340FCC8A}"/>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16D009AB-D524-4CF9-AE23-C2F9F44FF0AF}"/>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F56BA3FA-863D-4E4F-8EA9-4712405A85B6}"/>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6D4D73E9-3EE2-4C5F-9E27-4B0D41F2BFC1}"/>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5B032A44-F1E2-4ECF-89A1-913D99241F6E}"/>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6E10ED2B-713C-4A1B-8440-D07F7C6FE6D0}"/>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E59AB8CF-6311-4FC5-BE18-DD7292EB427D}"/>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12747DD7-69C9-4DD6-8A6A-7B01A1ABDB52}"/>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E66E1991-1B9B-402E-9DE6-053C5BEE412C}"/>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375A72A0-F4B7-4A8A-AA8E-5D82EE5362BF}"/>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62C492AD-90E4-4630-87BF-D131E0C7DF0B}"/>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7CCB18E2-C0B2-44E2-900D-28C46D9D1F85}"/>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D4347CD6-A305-4752-A65F-3137AE4FBF29}"/>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C53D9399-6E45-4A38-B9FC-7675B1E75509}"/>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1448E2F-5DA0-43DA-8997-34973CB9CC75}"/>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DCA5E2E-C132-47C4-AC96-3251D61785D1}"/>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F96F4D17-E887-4B41-B7CF-4CC586CCF3E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3C2CC1F4-7988-4CB1-B057-ABCF8D24E9EE}"/>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F5D64343-752D-4F70-AD5B-76CEAE79DC70}"/>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77C8035F-808F-476A-86D8-AA6EFF3D1246}"/>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7A73ACAA-A1A8-4795-9560-866D2F84A4D6}"/>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47716AE6-3CB2-448D-B99E-226B9C1D1E3B}"/>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2F291518-7AA9-42AA-A1BE-F9CDAD46FB0F}"/>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21B23380-A54F-412C-938C-2093BD70ECE5}"/>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F7667E42-2585-40B7-8079-0238E50014F0}"/>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A70D7046-3003-4914-9839-FC32016F5771}"/>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CC998A12-D534-4DAD-A7B7-EDA8DFDFC7CE}"/>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769CE3B4-EAEE-4B86-84B6-E71314A8E4D6}"/>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BFA1D431-3BD1-4762-BBC1-68EAFE98335E}"/>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9C9D2335-9DCF-46C6-80EA-23B2405BFAD8}"/>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A1D2E1E-35F0-4A9F-A413-A2EBB893B7DB}"/>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600F5067-FD89-498D-825B-31FBA86064AB}"/>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7DFDAC06-D9CC-4613-8037-C969721ADECE}"/>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FF22B66-F179-4C13-8360-81ED116E5D8D}"/>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94613178-2B12-48D1-AA92-A6E9C6577503}"/>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83934ECB-7D77-440A-848C-40F6A66EC16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60B8A4A2-6091-4EEE-A1E3-DD5ABACB9172}"/>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B0E8E0EE-5A4F-4FDF-BA14-8D124AEC6361}"/>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B138BBE4-B747-44E3-AD19-79265BAB13FD}"/>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FF075346-A894-4BC3-833B-8FC70A1975A4}"/>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11C730C5-3EFB-4B89-9933-1D023335E44B}"/>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A0A428B-4326-4E98-A6A5-394561EECA21}"/>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B96EE867-99B9-4DF0-AA7E-8E58AEAC787B}"/>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136E5748-A19A-4A40-BF51-7D8832CE3F0B}"/>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1883D8C2-9A30-41A1-B391-69A3E7C5D68C}"/>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627AE03D-261B-45D3-813E-D5F2DBBFBA73}"/>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EABE7F2A-D08D-4BF0-AF77-B7ABB498A377}"/>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B34A68BD-B2EE-4ECC-9D3F-C06BFCBD3FFA}"/>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69884A12-213A-4011-8689-8D4C48BEB04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813D8099-8D57-4E54-B523-0A8277075F62}"/>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0E41E04C-D987-4A7C-A09C-9156A76A26D1}"/>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3CF00CB7-ED8E-4FC5-955C-CDA134B60312}"/>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1AA6F1D5-4611-403E-8B47-BF4255577E97}"/>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7727D3AE-16FA-4889-A1CA-31772CECEB13}"/>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66BAFDDA-806C-4E51-BFF5-C77660FF528C}"/>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91F7C9B4-3385-4209-AC72-90CE83E64B53}"/>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88B7E6C5-93FC-450C-8CAD-7371EFD5BC3D}"/>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952EDE3E-0FF6-421F-ABE2-CE22C6DD5F5E}"/>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B268FB6C-3FCB-45CF-AC8D-94A94A0EA6FE}"/>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3C68582E-705B-4D62-A049-F263AAAE82F2}"/>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9AC98265-F968-4D04-BDEE-8818809E577A}"/>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D7BB7FB8-473D-45D7-9413-23057173EB0A}"/>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9C9283B9-6190-4971-8D67-F73364B4139C}"/>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3C254935-1660-40EA-870F-7E4ACFEC3F23}"/>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33CEF426-A550-490A-B49A-C16717A9F273}"/>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AE05C7F9-AC66-46B0-A683-0EFE56A39F8B}"/>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BD515B41-83E1-4733-BFB7-B165C55FCF19}"/>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E77887D6-A8B5-4BA0-BDE0-4CC2A5B99A13}"/>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796EF363-7A86-4A61-852B-48FECB621376}"/>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C2A54A6A-9D42-4FAE-9F10-D67FB8EE691B}"/>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0247FA53-886B-49BE-B3CB-3DE2D1411E2C}"/>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15BB7B21-2A08-4542-AB5D-51654CA3407D}"/>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4F88F384-C49A-4627-AFB5-029CBA50BE58}"/>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2196D395-C71B-424F-A3B6-B71FB9E99F45}"/>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93BF6DA8-E630-4501-A901-BCDC73A8A860}"/>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A4771B0-B29F-4AEF-9BD3-34FE1F94F9A5}"/>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1BAF96C-986B-4816-87B5-50F74B94F1C6}"/>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C95F8F80-CD0A-40F8-AAE9-BA340B24443B}"/>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0EC0449E-68D9-40A6-ACF9-8E9BCB19CCF6}"/>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6502A7E6-8A8A-4ACF-A7C5-0D28433397E9}"/>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B2843BEA-5D02-4E3C-9889-AADE9B46B1DE}"/>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6C5DB757-6F10-41FD-B270-99BED1CA1A37}"/>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52540C5-25DB-43C8-B72C-0A10036F4F80}"/>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4BD65947-07E5-4750-A07D-3DE421A9EEC6}"/>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FFD289AF-5B8B-4E69-A974-0B89C6F3654E}"/>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A8047B0C-0235-48D0-BDC9-442F689E574A}"/>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8E3B377A-F05C-4E50-AD2A-B7634AA1E36D}"/>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CB60EB7E-84FA-4AB8-A3F0-B11BB9C72456}"/>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30AFB217-110A-443A-8ADB-281319B87699}"/>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4B709071-6841-47FA-93E5-0DB7DA4755D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9885B000-F079-461F-8828-357AB5561067}"/>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99BED5CE-B02E-4D61-841D-3FCA1C3F0D69}"/>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A46318C1-90A6-4DDB-A07C-2995691A665B}"/>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B25EFED7-BC5C-4496-8AFC-474203337656}"/>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F4A0C98D-DE60-4B4C-8304-8335C74FBFA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F6939EA8-03A9-4FD2-8674-4E559F5C9B71}"/>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440C08F-1EF6-4876-A0C3-F376502A2DF9}"/>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013D0395-B7E9-4DE0-AAF5-2164A2E01BA8}"/>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4F785923-9EBB-45C7-B8F2-52A169FB6FC6}"/>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1CC840AA-2A96-4D66-BA01-F6D415F39883}"/>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13961A4A-6B08-4DFD-A287-2BCF45CB80E1}"/>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71E490D8-CA97-4441-AB05-E533D51FF450}"/>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99151BA-F830-459E-A67B-AAAD86F7E326}"/>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256A4B1C-CCDE-4036-B764-506A789A4BC4}"/>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8DB97C90-0CF1-404C-96D5-E2F82C6A3DBF}"/>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82F1A60D-58BD-481D-B897-392466047E32}"/>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9124D4B8-8B55-4EC9-B40D-9C513AB3B907}"/>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4688ADCC-F336-47D9-B8C2-6DBB58574CC1}"/>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BCA6E32B-847A-4892-900C-F50CC57FF7E8}"/>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4181A5C3-3EBC-4B5E-9BCF-BC4E6E53AEEA}"/>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7E9C46C3-F06D-4B92-A607-4174A42F62C4}"/>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97765100-4BE0-47F2-9AA7-637FE83F5C7B}"/>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C5F44CEB-3C5B-4BB6-B05D-EABEAAA29675}"/>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FC340C3-1DE3-4396-8E59-428EEB5D1CFF}"/>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5CFA5DA-01BD-461F-9BB2-29240A1F5ED3}"/>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EA8F9E46-FC83-49A6-9F27-083C27AD481E}"/>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3C99236A-F6B4-4984-BB7C-264C0F7F0538}"/>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5D9BA927-C8E7-4A78-AEEB-A89AD6B384B9}"/>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2A8BBB86-9F80-41D4-8123-63706539B3CC}"/>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5A7A953A-81D5-4F77-ACA1-C8EE68F868FA}"/>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47AA3A2-AFA1-42FC-8AD4-2DBA2284FE1C}"/>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E9ACB78A-61E6-47E2-8D97-E26FD73591C1}"/>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86C8AE52-C44A-48D2-BDC2-57955F4BC89D}"/>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C2A9569D-2F7E-4DA7-A358-CFFE0208B742}"/>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505D19AC-66BE-417E-9DBD-C330C5740796}"/>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60BD6D1B-C2FC-4C8E-BDE0-1435AA7D6AC4}"/>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49785A56-79C0-4F1F-B7E4-BDF90126898F}"/>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00A6AC04-02BA-47E5-B5A9-228C738396DA}"/>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C9C06587-84AD-44FA-8B4C-FE6D47C96045}"/>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71BD90F2-E5D1-4B26-AC5A-EF3AD94307B7}"/>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520304A8-10BE-4B52-9FB4-5C4943AC556A}"/>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7A8C5F5-C717-4D3F-BCFC-306904044368}"/>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A2E433FB-693C-4C72-8D4B-3239FA3612B7}"/>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3899F3A2-3A85-4C74-AA13-5BDFAAA1DD10}"/>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EEC1CFA1-F5C4-47A4-9836-21335FA63FB1}"/>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5AC9CDA2-E5BB-4E61-A8AC-D5DE8746B10A}"/>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5DF7D618-69FD-4311-8776-EFBCB9FDEC0B}"/>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E89C0477-816A-4A08-9D15-2965AAAC3997}"/>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BF754C77-1AD9-425D-B87A-36D3EE1ABC24}"/>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7DC94E20-4AF0-4A86-A28E-A08C2D64EEC7}"/>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0CFD3590-B83F-4F4D-9027-C257EFB2D697}"/>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707BDD6E-C099-4B8B-A8BE-A70382A8C896}"/>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751F4EB-5CAF-47BB-9854-4CB2BCBC6B6C}"/>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15111853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4-background / n1">
            <a:extLst xmlns:a="http://schemas.openxmlformats.org/drawingml/2006/main">
              <a:ext uri="{FF2B5EF4-FFF2-40B4-BE49-F238E27FC236}">
                <a16:creationId xmlns:a16="http://schemas.microsoft.com/office/drawing/2014/main" id="{0E69307E-461A-485D-AB73-AE59F9C9313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background / n2 / text 1">
            <a:extLst xmlns:a="http://schemas.openxmlformats.org/drawingml/2006/main">
              <a:ext uri="{FF2B5EF4-FFF2-40B4-BE49-F238E27FC236}">
                <a16:creationId xmlns:a16="http://schemas.microsoft.com/office/drawing/2014/main" id="{902C3277-B3DE-43F2-BB2A-EDDF8C3FF2B5}"/>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4-background / n3 / text 1">
            <a:extLst xmlns:a="http://schemas.openxmlformats.org/drawingml/2006/main">
              <a:ext uri="{FF2B5EF4-FFF2-40B4-BE49-F238E27FC236}">
                <a16:creationId xmlns:a16="http://schemas.microsoft.com/office/drawing/2014/main" id="{EA21EABC-6818-4A58-9702-70FB99CFA1D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04-44</a:t>
            </a:r>
          </a:p>
        </p:txBody>
      </p:sp>
      <p:sp>
        <p:nvSpPr>
          <p:cNvPr id="4" name="dp44-background / n4 / text 1">
            <a:extLst xmlns:a="http://schemas.openxmlformats.org/drawingml/2006/main">
              <a:ext uri="{FF2B5EF4-FFF2-40B4-BE49-F238E27FC236}">
                <a16:creationId xmlns:a16="http://schemas.microsoft.com/office/drawing/2014/main" id="{BBB4FDF8-8236-484E-88E0-08FF37A6581B}"/>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04-44. 반응성을 위한 VIA 지속 입력과 Response 전달 설계</a:t>
            </a:r>
          </a:p>
        </p:txBody>
      </p:sp>
      <p:sp>
        <p:nvSpPr>
          <p:cNvPr id="5" name="dp44-background / n5 / path">
            <a:extLst xmlns:a="http://schemas.openxmlformats.org/drawingml/2006/main">
              <a:ext uri="{FF2B5EF4-FFF2-40B4-BE49-F238E27FC236}">
                <a16:creationId xmlns:a16="http://schemas.microsoft.com/office/drawing/2014/main" id="{6F71EA15-EE33-4441-9EEF-DF5212B7E3C9}"/>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4-background / n6">
            <a:extLst xmlns:a="http://schemas.openxmlformats.org/drawingml/2006/main">
              <a:ext uri="{FF2B5EF4-FFF2-40B4-BE49-F238E27FC236}">
                <a16:creationId xmlns:a16="http://schemas.microsoft.com/office/drawing/2014/main" id="{02530544-A891-44B9-9F8F-01AC79CB1AF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4-background / n7 / text 1">
            <a:extLst xmlns:a="http://schemas.openxmlformats.org/drawingml/2006/main">
              <a:ext uri="{FF2B5EF4-FFF2-40B4-BE49-F238E27FC236}">
                <a16:creationId xmlns:a16="http://schemas.microsoft.com/office/drawing/2014/main" id="{1DB3D147-3115-427D-BD9A-F952FEF31C99}"/>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새 발화 누락과 현재 대화에 맞지 않는 Response 전달 위험</a:t>
            </a:r>
          </a:p>
        </p:txBody>
      </p:sp>
      <p:sp>
        <p:nvSpPr>
          <p:cNvPr id="8" name="dp44-background / n8 / path">
            <a:extLst xmlns:a="http://schemas.openxmlformats.org/drawingml/2006/main">
              <a:ext uri="{FF2B5EF4-FFF2-40B4-BE49-F238E27FC236}">
                <a16:creationId xmlns:a16="http://schemas.microsoft.com/office/drawing/2014/main" id="{68C00784-7655-4F1C-B5AE-827A3F0E71D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4-background / n9 / text 1">
            <a:extLst xmlns:a="http://schemas.openxmlformats.org/drawingml/2006/main">
              <a:ext uri="{FF2B5EF4-FFF2-40B4-BE49-F238E27FC236}">
                <a16:creationId xmlns:a16="http://schemas.microsoft.com/office/drawing/2014/main" id="{21254219-01E9-45CE-86C9-A206BCDEAF92}"/>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4-background / n10 / path">
            <a:extLst xmlns:a="http://schemas.openxmlformats.org/drawingml/2006/main">
              <a:ext uri="{FF2B5EF4-FFF2-40B4-BE49-F238E27FC236}">
                <a16:creationId xmlns:a16="http://schemas.microsoft.com/office/drawing/2014/main" id="{FC8B0CE9-37F3-47B2-86BB-A6EE94D0244F}"/>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4-background / n11 / text 1">
            <a:extLst xmlns:a="http://schemas.openxmlformats.org/drawingml/2006/main">
              <a:ext uri="{FF2B5EF4-FFF2-40B4-BE49-F238E27FC236}">
                <a16:creationId xmlns:a16="http://schemas.microsoft.com/office/drawing/2014/main" id="{7C3BE31F-10A0-4D79-AC57-992A7CD9445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4-background / n12 / text 1">
            <a:extLst xmlns:a="http://schemas.openxmlformats.org/drawingml/2006/main">
              <a:ext uri="{FF2B5EF4-FFF2-40B4-BE49-F238E27FC236}">
                <a16:creationId xmlns:a16="http://schemas.microsoft.com/office/drawing/2014/main" id="{2E75A5A4-077F-42FD-86B6-D6BD9A9E50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겹친 사건의 후속 실행과 전달을 이어가는 실행 구조 설계</a:t>
            </a:r>
          </a:p>
        </p:txBody>
      </p:sp>
      <p:sp>
        <p:nvSpPr>
          <p:cNvPr id="13" name="dp44-background / n13 / text 1">
            <a:extLst xmlns:a="http://schemas.openxmlformats.org/drawingml/2006/main">
              <a:ext uri="{FF2B5EF4-FFF2-40B4-BE49-F238E27FC236}">
                <a16:creationId xmlns:a16="http://schemas.microsoft.com/office/drawing/2014/main" id="{84E87EC7-8E9B-4F3E-A9C0-3E5643D73682}"/>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반응성 / 기능 정확성 / 자원 활용성</a:t>
            </a:r>
          </a:p>
        </p:txBody>
      </p:sp>
      <p:sp>
        <p:nvSpPr>
          <p:cNvPr id="14" name="dp44-background / n14 / text 1">
            <a:extLst xmlns:a="http://schemas.openxmlformats.org/drawingml/2006/main">
              <a:ext uri="{FF2B5EF4-FFF2-40B4-BE49-F238E27FC236}">
                <a16:creationId xmlns:a16="http://schemas.microsoft.com/office/drawing/2014/main" id="{07D8E6B2-4496-40D4-82F4-AD1B05EB9068}"/>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4-background / n15 / text 1">
            <a:extLst xmlns:a="http://schemas.openxmlformats.org/drawingml/2006/main">
              <a:ext uri="{FF2B5EF4-FFF2-40B4-BE49-F238E27FC236}">
                <a16:creationId xmlns:a16="http://schemas.microsoft.com/office/drawing/2014/main" id="{221C0AC3-AD14-48C6-9C80-364E99F2E33A}"/>
              </a:ext>
            </a:extLst>
          </p:cNvPr>
          <p:cNvSpPr>
            <a:spLocks xmlns:a="http://schemas.openxmlformats.org/drawingml/2006/main" noGrp="1"/>
          </p:cNvSpPr>
          <p:nvPr/>
        </p:nvSpPr>
        <p:spPr>
          <a:xfrm xmlns:a="http://schemas.openxmlformats.org/drawingml/2006/main">
            <a:off x="609600" y="2457450"/>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처음 / “보고서 내용 설명해주고, 내일 회의 안내 메일 초안도 만들어줘.”</a:t>
            </a:r>
          </a:p>
        </p:txBody>
      </p:sp>
      <p:sp>
        <p:nvSpPr>
          <p:cNvPr id="16" name="dp44-background / n16 / text 1">
            <a:extLst xmlns:a="http://schemas.openxmlformats.org/drawingml/2006/main">
              <a:ext uri="{FF2B5EF4-FFF2-40B4-BE49-F238E27FC236}">
                <a16:creationId xmlns:a16="http://schemas.microsoft.com/office/drawing/2014/main" id="{4B18F507-7E29-4F5A-8D40-2B6F4DA70C85}"/>
              </a:ext>
            </a:extLst>
          </p:cNvPr>
          <p:cNvSpPr>
            <a:spLocks xmlns:a="http://schemas.openxmlformats.org/drawingml/2006/main" noGrp="1"/>
          </p:cNvSpPr>
          <p:nvPr/>
        </p:nvSpPr>
        <p:spPr>
          <a:xfrm xmlns:a="http://schemas.openxmlformats.org/drawingml/2006/main">
            <a:off x="7620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처리 시작</a:t>
            </a:r>
          </a:p>
        </p:txBody>
      </p:sp>
      <p:sp>
        <p:nvSpPr>
          <p:cNvPr id="17" name="dp44-background / n17 / text 1">
            <a:extLst xmlns:a="http://schemas.openxmlformats.org/drawingml/2006/main">
              <a:ext uri="{FF2B5EF4-FFF2-40B4-BE49-F238E27FC236}">
                <a16:creationId xmlns:a16="http://schemas.microsoft.com/office/drawing/2014/main" id="{E1F076F6-013A-4413-8070-BD634B587CE1}"/>
              </a:ext>
            </a:extLst>
          </p:cNvPr>
          <p:cNvSpPr>
            <a:spLocks xmlns:a="http://schemas.openxmlformats.org/drawingml/2006/main" noGrp="1"/>
          </p:cNvSpPr>
          <p:nvPr/>
        </p:nvSpPr>
        <p:spPr>
          <a:xfrm xmlns:a="http://schemas.openxmlformats.org/drawingml/2006/main">
            <a:off x="44196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설명 도중 / 두 사건 도착</a:t>
            </a:r>
          </a:p>
        </p:txBody>
      </p:sp>
      <p:sp>
        <p:nvSpPr>
          <p:cNvPr id="18" name="dp44-background / n18 / text 1">
            <a:extLst xmlns:a="http://schemas.openxmlformats.org/drawingml/2006/main">
              <a:ext uri="{FF2B5EF4-FFF2-40B4-BE49-F238E27FC236}">
                <a16:creationId xmlns:a16="http://schemas.microsoft.com/office/drawing/2014/main" id="{1B7130FE-368B-4415-A595-B1F968FF115C}"/>
              </a:ext>
            </a:extLst>
          </p:cNvPr>
          <p:cNvSpPr>
            <a:spLocks xmlns:a="http://schemas.openxmlformats.org/drawingml/2006/main" noGrp="1"/>
          </p:cNvSpPr>
          <p:nvPr/>
        </p:nvSpPr>
        <p:spPr>
          <a:xfrm xmlns:a="http://schemas.openxmlformats.org/drawingml/2006/main">
            <a:off x="80772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발화 해석 후</a:t>
            </a:r>
          </a:p>
        </p:txBody>
      </p:sp>
      <p:sp>
        <p:nvSpPr>
          <p:cNvPr id="19" name="dp44-background / n19 / path">
            <a:extLst xmlns:a="http://schemas.openxmlformats.org/drawingml/2006/main">
              <a:ext uri="{FF2B5EF4-FFF2-40B4-BE49-F238E27FC236}">
                <a16:creationId xmlns:a16="http://schemas.microsoft.com/office/drawing/2014/main" id="{4466E9D9-45B8-4B03-B899-7D72B051432C}"/>
              </a:ext>
            </a:extLst>
          </p:cNvPr>
          <p:cNvSpPr>
            <a:spLocks xmlns:a="http://schemas.openxmlformats.org/drawingml/2006/main" noGrp="1"/>
          </p:cNvSpPr>
          <p:nvPr/>
        </p:nvSpPr>
        <p:spPr>
          <a:xfrm xmlns:a="http://schemas.openxmlformats.org/drawingml/2006/main">
            <a:off x="39147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0" name="dp44-background / n19 / arrow">
            <a:extLst xmlns:a="http://schemas.openxmlformats.org/drawingml/2006/main">
              <a:ext uri="{FF2B5EF4-FFF2-40B4-BE49-F238E27FC236}">
                <a16:creationId xmlns:a16="http://schemas.microsoft.com/office/drawing/2014/main" id="{FBE07F6C-39E8-4077-9837-75D23B93CA58}"/>
              </a:ext>
            </a:extLst>
          </p:cNvPr>
          <p:cNvSpPr>
            <a:spLocks xmlns:a="http://schemas.openxmlformats.org/drawingml/2006/main" noGrp="1"/>
          </p:cNvSpPr>
          <p:nvPr/>
        </p:nvSpPr>
        <p:spPr>
          <a:xfrm xmlns:a="http://schemas.openxmlformats.org/drawingml/2006/main">
            <a:off x="40690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1" name="dp44-background / n20 / path">
            <a:extLst xmlns:a="http://schemas.openxmlformats.org/drawingml/2006/main">
              <a:ext uri="{FF2B5EF4-FFF2-40B4-BE49-F238E27FC236}">
                <a16:creationId xmlns:a16="http://schemas.microsoft.com/office/drawing/2014/main" id="{BDB12527-15E9-4503-9D55-BD8480CDEED0}"/>
              </a:ext>
            </a:extLst>
          </p:cNvPr>
          <p:cNvSpPr>
            <a:spLocks xmlns:a="http://schemas.openxmlformats.org/drawingml/2006/main" noGrp="1"/>
          </p:cNvSpPr>
          <p:nvPr/>
        </p:nvSpPr>
        <p:spPr>
          <a:xfrm xmlns:a="http://schemas.openxmlformats.org/drawingml/2006/main">
            <a:off x="75723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2" name="dp44-background / n20 / arrow">
            <a:extLst xmlns:a="http://schemas.openxmlformats.org/drawingml/2006/main">
              <a:ext uri="{FF2B5EF4-FFF2-40B4-BE49-F238E27FC236}">
                <a16:creationId xmlns:a16="http://schemas.microsoft.com/office/drawing/2014/main" id="{51534F93-40C4-4591-814D-B195C1FC7CEC}"/>
              </a:ext>
            </a:extLst>
          </p:cNvPr>
          <p:cNvSpPr>
            <a:spLocks xmlns:a="http://schemas.openxmlformats.org/drawingml/2006/main" noGrp="1"/>
          </p:cNvSpPr>
          <p:nvPr/>
        </p:nvSpPr>
        <p:spPr>
          <a:xfrm xmlns:a="http://schemas.openxmlformats.org/drawingml/2006/main">
            <a:off x="77266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3" name="dp44-background / n21">
            <a:extLst xmlns:a="http://schemas.openxmlformats.org/drawingml/2006/main">
              <a:ext uri="{FF2B5EF4-FFF2-40B4-BE49-F238E27FC236}">
                <a16:creationId xmlns:a16="http://schemas.microsoft.com/office/drawing/2014/main" id="{B7F7D7BE-9529-48FD-ACB8-BD9868B4E931}"/>
              </a:ext>
            </a:extLst>
          </p:cNvPr>
          <p:cNvSpPr>
            <a:spLocks xmlns:a="http://schemas.openxmlformats.org/drawingml/2006/main" noGrp="1"/>
          </p:cNvSpPr>
          <p:nvPr/>
        </p:nvSpPr>
        <p:spPr>
          <a:xfrm xmlns:a="http://schemas.openxmlformats.org/drawingml/2006/main">
            <a:off x="6096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4" name="dp44-background / n22">
            <a:extLst xmlns:a="http://schemas.openxmlformats.org/drawingml/2006/main">
              <a:ext uri="{FF2B5EF4-FFF2-40B4-BE49-F238E27FC236}">
                <a16:creationId xmlns:a16="http://schemas.microsoft.com/office/drawing/2014/main" id="{F4341878-B394-4B07-B5DB-C024C4A989C9}"/>
              </a:ext>
            </a:extLst>
          </p:cNvPr>
          <p:cNvSpPr>
            <a:spLocks xmlns:a="http://schemas.openxmlformats.org/drawingml/2006/main" noGrp="1"/>
          </p:cNvSpPr>
          <p:nvPr/>
        </p:nvSpPr>
        <p:spPr>
          <a:xfrm xmlns:a="http://schemas.openxmlformats.org/drawingml/2006/main">
            <a:off x="4267200" y="3390900"/>
            <a:ext cx="3257550" cy="180022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25" name="dp44-background / n23">
            <a:extLst xmlns:a="http://schemas.openxmlformats.org/drawingml/2006/main">
              <a:ext uri="{FF2B5EF4-FFF2-40B4-BE49-F238E27FC236}">
                <a16:creationId xmlns:a16="http://schemas.microsoft.com/office/drawing/2014/main" id="{77CE869E-702C-4A39-AB4F-D6CA0AB6F933}"/>
              </a:ext>
            </a:extLst>
          </p:cNvPr>
          <p:cNvSpPr>
            <a:spLocks xmlns:a="http://schemas.openxmlformats.org/drawingml/2006/main" noGrp="1"/>
          </p:cNvSpPr>
          <p:nvPr/>
        </p:nvSpPr>
        <p:spPr>
          <a:xfrm xmlns:a="http://schemas.openxmlformats.org/drawingml/2006/main">
            <a:off x="79248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6" name="dp44-background / n24 / text 1">
            <a:extLst xmlns:a="http://schemas.openxmlformats.org/drawingml/2006/main">
              <a:ext uri="{FF2B5EF4-FFF2-40B4-BE49-F238E27FC236}">
                <a16:creationId xmlns:a16="http://schemas.microsoft.com/office/drawing/2014/main" id="{4223B86E-941D-4905-84D4-6274E6A48C60}"/>
              </a:ext>
            </a:extLst>
          </p:cNvPr>
          <p:cNvSpPr>
            <a:spLocks xmlns:a="http://schemas.openxmlformats.org/drawingml/2006/main" noGrp="1"/>
          </p:cNvSpPr>
          <p:nvPr/>
        </p:nvSpPr>
        <p:spPr>
          <a:xfrm xmlns:a="http://schemas.openxmlformats.org/drawingml/2006/main">
            <a:off x="7620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Response</a:t>
            </a:r>
          </a:p>
        </p:txBody>
      </p:sp>
      <p:sp>
        <p:nvSpPr>
          <p:cNvPr id="27" name="dp44-background / n25 / text 1">
            <a:extLst xmlns:a="http://schemas.openxmlformats.org/drawingml/2006/main">
              <a:ext uri="{FF2B5EF4-FFF2-40B4-BE49-F238E27FC236}">
                <a16:creationId xmlns:a16="http://schemas.microsoft.com/office/drawing/2014/main" id="{198C7D19-E8C5-4FAB-9FDB-5862BDF0AB1F}"/>
              </a:ext>
            </a:extLst>
          </p:cNvPr>
          <p:cNvSpPr>
            <a:spLocks xmlns:a="http://schemas.openxmlformats.org/drawingml/2006/main" noGrp="1"/>
          </p:cNvSpPr>
          <p:nvPr/>
        </p:nvSpPr>
        <p:spPr>
          <a:xfrm xmlns:a="http://schemas.openxmlformats.org/drawingml/2006/main">
            <a:off x="762000" y="3952875"/>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18232E"/>
                </a:solidFill>
                <a:latin typeface="Apple SD Gothic Neo"/>
                <a:ea typeface="Apple SD Gothic Neo"/>
                <a:cs typeface="Apple SD Gothic Neo"/>
              </a:defRPr>
            </a:pPr>
            <a:r>
              <a:rPr sz="2175" b="1">
                <a:solidFill>
                  <a:srgbClr val="18232E"/>
                </a:solidFill>
                <a:latin typeface="Apple SD Gothic Neo"/>
                <a:ea typeface="Apple SD Gothic Neo"/>
                <a:cs typeface="Apple SD Gothic Neo"/>
              </a:rPr>
              <a:t>보고서 설명 중</a:t>
            </a:r>
          </a:p>
        </p:txBody>
      </p:sp>
      <p:sp>
        <p:nvSpPr>
          <p:cNvPr id="28" name="dp44-background / n26 / text 1">
            <a:extLst xmlns:a="http://schemas.openxmlformats.org/drawingml/2006/main">
              <a:ext uri="{FF2B5EF4-FFF2-40B4-BE49-F238E27FC236}">
                <a16:creationId xmlns:a16="http://schemas.microsoft.com/office/drawing/2014/main" id="{626C8756-5700-47C1-BCC1-D7728E519BCB}"/>
              </a:ext>
            </a:extLst>
          </p:cNvPr>
          <p:cNvSpPr>
            <a:spLocks xmlns:a="http://schemas.openxmlformats.org/drawingml/2006/main" noGrp="1"/>
          </p:cNvSpPr>
          <p:nvPr/>
        </p:nvSpPr>
        <p:spPr>
          <a:xfrm xmlns:a="http://schemas.openxmlformats.org/drawingml/2006/main">
            <a:off x="7620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발화 계속 수신</a:t>
            </a:r>
          </a:p>
        </p:txBody>
      </p:sp>
      <p:sp>
        <p:nvSpPr>
          <p:cNvPr id="29" name="dp44-background / n27 / path">
            <a:extLst xmlns:a="http://schemas.openxmlformats.org/drawingml/2006/main">
              <a:ext uri="{FF2B5EF4-FFF2-40B4-BE49-F238E27FC236}">
                <a16:creationId xmlns:a16="http://schemas.microsoft.com/office/drawing/2014/main" id="{D5438D12-15EF-4356-9E09-1BA943D4F785}"/>
              </a:ext>
            </a:extLst>
          </p:cNvPr>
          <p:cNvSpPr>
            <a:spLocks xmlns:a="http://schemas.openxmlformats.org/drawingml/2006/main" noGrp="1"/>
          </p:cNvSpPr>
          <p:nvPr/>
        </p:nvSpPr>
        <p:spPr>
          <a:xfrm xmlns:a="http://schemas.openxmlformats.org/drawingml/2006/main">
            <a:off x="847725" y="4991100"/>
            <a:ext cx="953" cy="76200"/>
          </a:xfrm>
          <a:custGeom xmlns:a="http://schemas.openxmlformats.org/drawingml/2006/main">
            <a:pathLst>
              <a:path w="953" h="76200">
                <a:moveTo>
                  <a:pt x="0" y="0"/>
                </a:moveTo>
                <a:lnTo>
                  <a:pt x="0" y="76200"/>
                </a:lnTo>
              </a:path>
            </a:pathLst>
          </a:custGeom>
          <a:noFill xmlns:a="http://schemas.openxmlformats.org/drawingml/2006/main"/>
          <a:ln xmlns:a="http://schemas.openxmlformats.org/drawingml/2006/main" w="47625">
            <a:solidFill>
              <a:srgbClr val="2858A5"/>
            </a:solidFill>
            <a:prstDash val="solid"/>
          </a:ln>
        </p:spPr>
      </p:sp>
      <p:sp>
        <p:nvSpPr>
          <p:cNvPr id="30" name="dp44-background / n28 / path">
            <a:extLst xmlns:a="http://schemas.openxmlformats.org/drawingml/2006/main">
              <a:ext uri="{FF2B5EF4-FFF2-40B4-BE49-F238E27FC236}">
                <a16:creationId xmlns:a16="http://schemas.microsoft.com/office/drawing/2014/main" id="{9FDB9214-B03A-40D6-9C08-2ED64E463049}"/>
              </a:ext>
            </a:extLst>
          </p:cNvPr>
          <p:cNvSpPr>
            <a:spLocks xmlns:a="http://schemas.openxmlformats.org/drawingml/2006/main" noGrp="1"/>
          </p:cNvSpPr>
          <p:nvPr/>
        </p:nvSpPr>
        <p:spPr>
          <a:xfrm xmlns:a="http://schemas.openxmlformats.org/drawingml/2006/main">
            <a:off x="1057275" y="4933950"/>
            <a:ext cx="953" cy="133350"/>
          </a:xfrm>
          <a:custGeom xmlns:a="http://schemas.openxmlformats.org/drawingml/2006/main">
            <a:pathLst>
              <a:path w="953" h="133350">
                <a:moveTo>
                  <a:pt x="0" y="0"/>
                </a:moveTo>
                <a:lnTo>
                  <a:pt x="0" y="133350"/>
                </a:lnTo>
              </a:path>
            </a:pathLst>
          </a:custGeom>
          <a:noFill xmlns:a="http://schemas.openxmlformats.org/drawingml/2006/main"/>
          <a:ln xmlns:a="http://schemas.openxmlformats.org/drawingml/2006/main" w="47625">
            <a:solidFill>
              <a:srgbClr val="2858A5"/>
            </a:solidFill>
            <a:prstDash val="solid"/>
          </a:ln>
        </p:spPr>
      </p:sp>
      <p:sp>
        <p:nvSpPr>
          <p:cNvPr id="31" name="dp44-background / n29 / path">
            <a:extLst xmlns:a="http://schemas.openxmlformats.org/drawingml/2006/main">
              <a:ext uri="{FF2B5EF4-FFF2-40B4-BE49-F238E27FC236}">
                <a16:creationId xmlns:a16="http://schemas.microsoft.com/office/drawing/2014/main" id="{EBFDBB11-0AE6-467A-BC5C-719456AECEA9}"/>
              </a:ext>
            </a:extLst>
          </p:cNvPr>
          <p:cNvSpPr>
            <a:spLocks xmlns:a="http://schemas.openxmlformats.org/drawingml/2006/main" noGrp="1"/>
          </p:cNvSpPr>
          <p:nvPr/>
        </p:nvSpPr>
        <p:spPr>
          <a:xfrm xmlns:a="http://schemas.openxmlformats.org/drawingml/2006/main">
            <a:off x="1266825" y="4848225"/>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47625">
            <a:solidFill>
              <a:srgbClr val="2858A5"/>
            </a:solidFill>
            <a:prstDash val="solid"/>
          </a:ln>
        </p:spPr>
      </p:sp>
      <p:sp>
        <p:nvSpPr>
          <p:cNvPr id="32" name="dp44-background / n30 / path">
            <a:extLst xmlns:a="http://schemas.openxmlformats.org/drawingml/2006/main">
              <a:ext uri="{FF2B5EF4-FFF2-40B4-BE49-F238E27FC236}">
                <a16:creationId xmlns:a16="http://schemas.microsoft.com/office/drawing/2014/main" id="{A84D5CF7-1931-44F1-812A-8033B186F0DB}"/>
              </a:ext>
            </a:extLst>
          </p:cNvPr>
          <p:cNvSpPr>
            <a:spLocks xmlns:a="http://schemas.openxmlformats.org/drawingml/2006/main" noGrp="1"/>
          </p:cNvSpPr>
          <p:nvPr/>
        </p:nvSpPr>
        <p:spPr>
          <a:xfrm xmlns:a="http://schemas.openxmlformats.org/drawingml/2006/main">
            <a:off x="1476375" y="4962525"/>
            <a:ext cx="953" cy="104775"/>
          </a:xfrm>
          <a:custGeom xmlns:a="http://schemas.openxmlformats.org/drawingml/2006/main">
            <a:pathLst>
              <a:path w="953" h="104775">
                <a:moveTo>
                  <a:pt x="0" y="0"/>
                </a:moveTo>
                <a:lnTo>
                  <a:pt x="0" y="104775"/>
                </a:lnTo>
              </a:path>
            </a:pathLst>
          </a:custGeom>
          <a:noFill xmlns:a="http://schemas.openxmlformats.org/drawingml/2006/main"/>
          <a:ln xmlns:a="http://schemas.openxmlformats.org/drawingml/2006/main" w="47625">
            <a:solidFill>
              <a:srgbClr val="2858A5"/>
            </a:solidFill>
            <a:prstDash val="solid"/>
          </a:ln>
        </p:spPr>
      </p:sp>
      <p:sp>
        <p:nvSpPr>
          <p:cNvPr id="33" name="dp44-background / n31 / path">
            <a:extLst xmlns:a="http://schemas.openxmlformats.org/drawingml/2006/main">
              <a:ext uri="{FF2B5EF4-FFF2-40B4-BE49-F238E27FC236}">
                <a16:creationId xmlns:a16="http://schemas.microsoft.com/office/drawing/2014/main" id="{8389234B-6F62-4C88-9C56-56BB25775372}"/>
              </a:ext>
            </a:extLst>
          </p:cNvPr>
          <p:cNvSpPr>
            <a:spLocks xmlns:a="http://schemas.openxmlformats.org/drawingml/2006/main" noGrp="1"/>
          </p:cNvSpPr>
          <p:nvPr/>
        </p:nvSpPr>
        <p:spPr>
          <a:xfrm xmlns:a="http://schemas.openxmlformats.org/drawingml/2006/main">
            <a:off x="1685925" y="4895850"/>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47625">
            <a:solidFill>
              <a:srgbClr val="2858A5"/>
            </a:solidFill>
            <a:prstDash val="solid"/>
          </a:ln>
        </p:spPr>
      </p:sp>
      <p:sp>
        <p:nvSpPr>
          <p:cNvPr id="34" name="dp44-background / n32 / path">
            <a:extLst xmlns:a="http://schemas.openxmlformats.org/drawingml/2006/main">
              <a:ext uri="{FF2B5EF4-FFF2-40B4-BE49-F238E27FC236}">
                <a16:creationId xmlns:a16="http://schemas.microsoft.com/office/drawing/2014/main" id="{F9DEE1CB-08BF-4768-8CA4-A3A3AC44C011}"/>
              </a:ext>
            </a:extLst>
          </p:cNvPr>
          <p:cNvSpPr>
            <a:spLocks xmlns:a="http://schemas.openxmlformats.org/drawingml/2006/main" noGrp="1"/>
          </p:cNvSpPr>
          <p:nvPr/>
        </p:nvSpPr>
        <p:spPr>
          <a:xfrm xmlns:a="http://schemas.openxmlformats.org/drawingml/2006/main">
            <a:off x="1895475" y="49815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47625">
            <a:solidFill>
              <a:srgbClr val="2858A5"/>
            </a:solidFill>
            <a:prstDash val="solid"/>
          </a:ln>
        </p:spPr>
      </p:sp>
      <p:sp>
        <p:nvSpPr>
          <p:cNvPr id="35" name="dp44-background / n33 / text 1">
            <a:extLst xmlns:a="http://schemas.openxmlformats.org/drawingml/2006/main">
              <a:ext uri="{FF2B5EF4-FFF2-40B4-BE49-F238E27FC236}">
                <a16:creationId xmlns:a16="http://schemas.microsoft.com/office/drawing/2014/main" id="{46C6E809-9108-4BE5-B7D4-BF2843DEF1A1}"/>
              </a:ext>
            </a:extLst>
          </p:cNvPr>
          <p:cNvSpPr>
            <a:spLocks xmlns:a="http://schemas.openxmlformats.org/drawingml/2006/main" noGrp="1"/>
          </p:cNvSpPr>
          <p:nvPr/>
        </p:nvSpPr>
        <p:spPr>
          <a:xfrm xmlns:a="http://schemas.openxmlformats.org/drawingml/2006/main">
            <a:off x="44196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새 User Turn</a:t>
            </a:r>
          </a:p>
        </p:txBody>
      </p:sp>
      <p:sp>
        <p:nvSpPr>
          <p:cNvPr id="36" name="dp44-background / n34 / text 1">
            <a:extLst xmlns:a="http://schemas.openxmlformats.org/drawingml/2006/main">
              <a:ext uri="{FF2B5EF4-FFF2-40B4-BE49-F238E27FC236}">
                <a16:creationId xmlns:a16="http://schemas.microsoft.com/office/drawing/2014/main" id="{286F107B-F795-4EBC-ACBA-8B76B339C82D}"/>
              </a:ext>
            </a:extLst>
          </p:cNvPr>
          <p:cNvSpPr>
            <a:spLocks xmlns:a="http://schemas.openxmlformats.org/drawingml/2006/main" noGrp="1"/>
          </p:cNvSpPr>
          <p:nvPr/>
        </p:nvSpPr>
        <p:spPr>
          <a:xfrm xmlns:a="http://schemas.openxmlformats.org/drawingml/2006/main">
            <a:off x="4419600" y="388620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“잠깐, 표부터</a:t>
            </a:r>
          </a:p>
        </p:txBody>
      </p:sp>
      <p:sp>
        <p:nvSpPr>
          <p:cNvPr id="37" name="dp44-background / n34 / text 2">
            <a:extLst xmlns:a="http://schemas.openxmlformats.org/drawingml/2006/main">
              <a:ext uri="{FF2B5EF4-FFF2-40B4-BE49-F238E27FC236}">
                <a16:creationId xmlns:a16="http://schemas.microsoft.com/office/drawing/2014/main" id="{D394A254-B03A-451B-B2BA-CD53ADBF1CA6}"/>
              </a:ext>
            </a:extLst>
          </p:cNvPr>
          <p:cNvSpPr>
            <a:spLocks xmlns:a="http://schemas.openxmlformats.org/drawingml/2006/main" noGrp="1"/>
          </p:cNvSpPr>
          <p:nvPr/>
        </p:nvSpPr>
        <p:spPr>
          <a:xfrm xmlns:a="http://schemas.openxmlformats.org/drawingml/2006/main">
            <a:off x="4419600" y="421005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설명해줘.”</a:t>
            </a:r>
          </a:p>
        </p:txBody>
      </p:sp>
      <p:sp>
        <p:nvSpPr>
          <p:cNvPr id="38" name="dp44-background / n35 / text 1">
            <a:extLst xmlns:a="http://schemas.openxmlformats.org/drawingml/2006/main">
              <a:ext uri="{FF2B5EF4-FFF2-40B4-BE49-F238E27FC236}">
                <a16:creationId xmlns:a16="http://schemas.microsoft.com/office/drawing/2014/main" id="{7D90EBA4-28F4-441B-95E8-E815E18EC70A}"/>
              </a:ext>
            </a:extLst>
          </p:cNvPr>
          <p:cNvSpPr>
            <a:spLocks xmlns:a="http://schemas.openxmlformats.org/drawingml/2006/main" noGrp="1"/>
          </p:cNvSpPr>
          <p:nvPr/>
        </p:nvSpPr>
        <p:spPr>
          <a:xfrm xmlns:a="http://schemas.openxmlformats.org/drawingml/2006/main">
            <a:off x="4419600" y="48196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음성 중단과 발화 해석</a:t>
            </a:r>
          </a:p>
        </p:txBody>
      </p:sp>
      <p:sp>
        <p:nvSpPr>
          <p:cNvPr id="39" name="dp44-background / n36 / text 1">
            <a:extLst xmlns:a="http://schemas.openxmlformats.org/drawingml/2006/main">
              <a:ext uri="{FF2B5EF4-FFF2-40B4-BE49-F238E27FC236}">
                <a16:creationId xmlns:a16="http://schemas.microsoft.com/office/drawing/2014/main" id="{DC6FBC55-8127-4B21-B76F-C71AE7A47FD2}"/>
              </a:ext>
            </a:extLst>
          </p:cNvPr>
          <p:cNvSpPr>
            <a:spLocks xmlns:a="http://schemas.openxmlformats.org/drawingml/2006/main" noGrp="1"/>
          </p:cNvSpPr>
          <p:nvPr/>
        </p:nvSpPr>
        <p:spPr>
          <a:xfrm xmlns:a="http://schemas.openxmlformats.org/drawingml/2006/main">
            <a:off x="80772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Request의 Response</a:t>
            </a:r>
          </a:p>
        </p:txBody>
      </p:sp>
      <p:sp>
        <p:nvSpPr>
          <p:cNvPr id="40" name="dp44-background / n37 / text 1">
            <a:extLst xmlns:a="http://schemas.openxmlformats.org/drawingml/2006/main">
              <a:ext uri="{FF2B5EF4-FFF2-40B4-BE49-F238E27FC236}">
                <a16:creationId xmlns:a16="http://schemas.microsoft.com/office/drawing/2014/main" id="{59A7EB1D-706A-404C-ABD1-10CE5C4D92FA}"/>
              </a:ext>
            </a:extLst>
          </p:cNvPr>
          <p:cNvSpPr>
            <a:spLocks xmlns:a="http://schemas.openxmlformats.org/drawingml/2006/main" noGrp="1"/>
          </p:cNvSpPr>
          <p:nvPr/>
        </p:nvSpPr>
        <p:spPr>
          <a:xfrm xmlns:a="http://schemas.openxmlformats.org/drawingml/2006/main">
            <a:off x="8077200" y="3952875"/>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표 설명으로 전환</a:t>
            </a:r>
          </a:p>
        </p:txBody>
      </p:sp>
      <p:sp>
        <p:nvSpPr>
          <p:cNvPr id="41" name="dp44-background / n38 / text 1">
            <a:extLst xmlns:a="http://schemas.openxmlformats.org/drawingml/2006/main">
              <a:ext uri="{FF2B5EF4-FFF2-40B4-BE49-F238E27FC236}">
                <a16:creationId xmlns:a16="http://schemas.microsoft.com/office/drawing/2014/main" id="{1EB83392-20B2-4E9D-805A-00AB753F6E33}"/>
              </a:ext>
            </a:extLst>
          </p:cNvPr>
          <p:cNvSpPr>
            <a:spLocks xmlns:a="http://schemas.openxmlformats.org/drawingml/2006/main" noGrp="1"/>
          </p:cNvSpPr>
          <p:nvPr/>
        </p:nvSpPr>
        <p:spPr>
          <a:xfrm xmlns:a="http://schemas.openxmlformats.org/drawingml/2006/main">
            <a:off x="80772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Text 및 음성 전달</a:t>
            </a:r>
          </a:p>
        </p:txBody>
      </p:sp>
      <p:sp>
        <p:nvSpPr>
          <p:cNvPr id="42" name="dp44-background / n39 / text 1">
            <a:extLst xmlns:a="http://schemas.openxmlformats.org/drawingml/2006/main">
              <a:ext uri="{FF2B5EF4-FFF2-40B4-BE49-F238E27FC236}">
                <a16:creationId xmlns:a16="http://schemas.microsoft.com/office/drawing/2014/main" id="{764E2F5B-167C-4EA9-B3F3-AC10FF3942E2}"/>
              </a:ext>
            </a:extLst>
          </p:cNvPr>
          <p:cNvSpPr>
            <a:spLocks xmlns:a="http://schemas.openxmlformats.org/drawingml/2006/main" noGrp="1"/>
          </p:cNvSpPr>
          <p:nvPr/>
        </p:nvSpPr>
        <p:spPr>
          <a:xfrm xmlns:a="http://schemas.openxmlformats.org/drawingml/2006/main">
            <a:off x="609600" y="56292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 Task / Downstream Agent의 작업 실행</a:t>
            </a:r>
          </a:p>
        </p:txBody>
      </p:sp>
      <p:sp>
        <p:nvSpPr>
          <p:cNvPr id="43" name="dp44-background / n40">
            <a:extLst xmlns:a="http://schemas.openxmlformats.org/drawingml/2006/main">
              <a:ext uri="{FF2B5EF4-FFF2-40B4-BE49-F238E27FC236}">
                <a16:creationId xmlns:a16="http://schemas.microsoft.com/office/drawing/2014/main" id="{A38FEAD5-3BE6-4B8A-AD14-7908F6BB84D1}"/>
              </a:ext>
            </a:extLst>
          </p:cNvPr>
          <p:cNvSpPr>
            <a:spLocks xmlns:a="http://schemas.openxmlformats.org/drawingml/2006/main" noGrp="1"/>
          </p:cNvSpPr>
          <p:nvPr/>
        </p:nvSpPr>
        <p:spPr>
          <a:xfrm xmlns:a="http://schemas.openxmlformats.org/drawingml/2006/main">
            <a:off x="6096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4" name="dp44-background / n41">
            <a:extLst xmlns:a="http://schemas.openxmlformats.org/drawingml/2006/main">
              <a:ext uri="{FF2B5EF4-FFF2-40B4-BE49-F238E27FC236}">
                <a16:creationId xmlns:a16="http://schemas.microsoft.com/office/drawing/2014/main" id="{8370D525-A537-4CB0-A961-180FFB8A0E3C}"/>
              </a:ext>
            </a:extLst>
          </p:cNvPr>
          <p:cNvSpPr>
            <a:spLocks xmlns:a="http://schemas.openxmlformats.org/drawingml/2006/main" noGrp="1"/>
          </p:cNvSpPr>
          <p:nvPr/>
        </p:nvSpPr>
        <p:spPr>
          <a:xfrm xmlns:a="http://schemas.openxmlformats.org/drawingml/2006/main">
            <a:off x="4267200" y="6076950"/>
            <a:ext cx="3257550" cy="1562100"/>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45" name="dp44-background / n42">
            <a:extLst xmlns:a="http://schemas.openxmlformats.org/drawingml/2006/main">
              <a:ext uri="{FF2B5EF4-FFF2-40B4-BE49-F238E27FC236}">
                <a16:creationId xmlns:a16="http://schemas.microsoft.com/office/drawing/2014/main" id="{AA6D3375-9BD8-4334-889E-EEF09165560B}"/>
              </a:ext>
            </a:extLst>
          </p:cNvPr>
          <p:cNvSpPr>
            <a:spLocks xmlns:a="http://schemas.openxmlformats.org/drawingml/2006/main" noGrp="1"/>
          </p:cNvSpPr>
          <p:nvPr/>
        </p:nvSpPr>
        <p:spPr>
          <a:xfrm xmlns:a="http://schemas.openxmlformats.org/drawingml/2006/main">
            <a:off x="79248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6" name="dp44-background / n43 / text 1">
            <a:extLst xmlns:a="http://schemas.openxmlformats.org/drawingml/2006/main">
              <a:ext uri="{FF2B5EF4-FFF2-40B4-BE49-F238E27FC236}">
                <a16:creationId xmlns:a16="http://schemas.microsoft.com/office/drawing/2014/main" id="{34610FC9-16A9-4603-9E11-5374EBA076F8}"/>
              </a:ext>
            </a:extLst>
          </p:cNvPr>
          <p:cNvSpPr>
            <a:spLocks xmlns:a="http://schemas.openxmlformats.org/drawingml/2006/main" noGrp="1"/>
          </p:cNvSpPr>
          <p:nvPr/>
        </p:nvSpPr>
        <p:spPr>
          <a:xfrm xmlns:a="http://schemas.openxmlformats.org/drawingml/2006/main">
            <a:off x="7620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Delegation 후 초안 작성</a:t>
            </a:r>
          </a:p>
        </p:txBody>
      </p:sp>
      <p:sp>
        <p:nvSpPr>
          <p:cNvPr id="47" name="dp44-background / n44 / text 1">
            <a:extLst xmlns:a="http://schemas.openxmlformats.org/drawingml/2006/main">
              <a:ext uri="{FF2B5EF4-FFF2-40B4-BE49-F238E27FC236}">
                <a16:creationId xmlns:a16="http://schemas.microsoft.com/office/drawing/2014/main" id="{965B30ED-16AA-4DE3-AA42-842BF42763CC}"/>
              </a:ext>
            </a:extLst>
          </p:cNvPr>
          <p:cNvSpPr>
            <a:spLocks xmlns:a="http://schemas.openxmlformats.org/drawingml/2006/main" noGrp="1"/>
          </p:cNvSpPr>
          <p:nvPr/>
        </p:nvSpPr>
        <p:spPr>
          <a:xfrm xmlns:a="http://schemas.openxmlformats.org/drawingml/2006/main">
            <a:off x="762000" y="67151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Agent Execution 진행 중</a:t>
            </a:r>
          </a:p>
        </p:txBody>
      </p:sp>
      <p:sp>
        <p:nvSpPr>
          <p:cNvPr id="48" name="dp44-background / n45 / text 1">
            <a:extLst xmlns:a="http://schemas.openxmlformats.org/drawingml/2006/main">
              <a:ext uri="{FF2B5EF4-FFF2-40B4-BE49-F238E27FC236}">
                <a16:creationId xmlns:a16="http://schemas.microsoft.com/office/drawing/2014/main" id="{E42BF152-97C0-4606-8812-2770C29F27D7}"/>
              </a:ext>
            </a:extLst>
          </p:cNvPr>
          <p:cNvSpPr>
            <a:spLocks xmlns:a="http://schemas.openxmlformats.org/drawingml/2006/main" noGrp="1"/>
          </p:cNvSpPr>
          <p:nvPr/>
        </p:nvSpPr>
        <p:spPr>
          <a:xfrm xmlns:a="http://schemas.openxmlformats.org/drawingml/2006/main">
            <a:off x="44196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메일 Task의 질문 도착</a:t>
            </a:r>
          </a:p>
        </p:txBody>
      </p:sp>
      <p:sp>
        <p:nvSpPr>
          <p:cNvPr id="49" name="dp44-background / n46 / text 1">
            <a:extLst xmlns:a="http://schemas.openxmlformats.org/drawingml/2006/main">
              <a:ext uri="{FF2B5EF4-FFF2-40B4-BE49-F238E27FC236}">
                <a16:creationId xmlns:a16="http://schemas.microsoft.com/office/drawing/2014/main" id="{2BA4133C-E319-4221-B2FB-2475D7F7E741}"/>
              </a:ext>
            </a:extLst>
          </p:cNvPr>
          <p:cNvSpPr>
            <a:spLocks xmlns:a="http://schemas.openxmlformats.org/drawingml/2006/main" noGrp="1"/>
          </p:cNvSpPr>
          <p:nvPr/>
        </p:nvSpPr>
        <p:spPr>
          <a:xfrm xmlns:a="http://schemas.openxmlformats.org/drawingml/2006/main">
            <a:off x="4419600" y="66865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“받는 사람은</a:t>
            </a:r>
          </a:p>
        </p:txBody>
      </p:sp>
      <p:sp>
        <p:nvSpPr>
          <p:cNvPr id="50" name="dp44-background / n46 / text 2">
            <a:extLst xmlns:a="http://schemas.openxmlformats.org/drawingml/2006/main">
              <a:ext uri="{FF2B5EF4-FFF2-40B4-BE49-F238E27FC236}">
                <a16:creationId xmlns:a16="http://schemas.microsoft.com/office/drawing/2014/main" id="{34BB18C3-08AF-4917-81DC-44D80E0337A3}"/>
              </a:ext>
            </a:extLst>
          </p:cNvPr>
          <p:cNvSpPr>
            <a:spLocks xmlns:a="http://schemas.openxmlformats.org/drawingml/2006/main" noGrp="1"/>
          </p:cNvSpPr>
          <p:nvPr/>
        </p:nvSpPr>
        <p:spPr>
          <a:xfrm xmlns:a="http://schemas.openxmlformats.org/drawingml/2006/main">
            <a:off x="4419600" y="70104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누구인가요?”</a:t>
            </a:r>
          </a:p>
        </p:txBody>
      </p:sp>
      <p:sp>
        <p:nvSpPr>
          <p:cNvPr id="51" name="dp44-background / n47 / text 1">
            <a:extLst xmlns:a="http://schemas.openxmlformats.org/drawingml/2006/main">
              <a:ext uri="{FF2B5EF4-FFF2-40B4-BE49-F238E27FC236}">
                <a16:creationId xmlns:a16="http://schemas.microsoft.com/office/drawing/2014/main" id="{9D0BB081-9200-4E29-B28C-09F3AAC3E786}"/>
              </a:ext>
            </a:extLst>
          </p:cNvPr>
          <p:cNvSpPr>
            <a:spLocks xmlns:a="http://schemas.openxmlformats.org/drawingml/2006/main" noGrp="1"/>
          </p:cNvSpPr>
          <p:nvPr/>
        </p:nvSpPr>
        <p:spPr>
          <a:xfrm xmlns:a="http://schemas.openxmlformats.org/drawingml/2006/main">
            <a:off x="80772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표 설명 후 메일 질문 전달</a:t>
            </a:r>
          </a:p>
        </p:txBody>
      </p:sp>
      <p:sp>
        <p:nvSpPr>
          <p:cNvPr id="52" name="dp44-background / n48 / text 1">
            <a:extLst xmlns:a="http://schemas.openxmlformats.org/drawingml/2006/main">
              <a:ext uri="{FF2B5EF4-FFF2-40B4-BE49-F238E27FC236}">
                <a16:creationId xmlns:a16="http://schemas.microsoft.com/office/drawing/2014/main" id="{939A940F-714C-40A3-B50A-E14F8AA7525B}"/>
              </a:ext>
            </a:extLst>
          </p:cNvPr>
          <p:cNvSpPr>
            <a:spLocks xmlns:a="http://schemas.openxmlformats.org/drawingml/2006/main" noGrp="1"/>
          </p:cNvSpPr>
          <p:nvPr/>
        </p:nvSpPr>
        <p:spPr>
          <a:xfrm xmlns:a="http://schemas.openxmlformats.org/drawingml/2006/main">
            <a:off x="8077200" y="66865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“메일 초안의 받는 사람은</a:t>
            </a:r>
          </a:p>
        </p:txBody>
      </p:sp>
      <p:sp>
        <p:nvSpPr>
          <p:cNvPr id="53" name="dp44-background / n48 / text 2">
            <a:extLst xmlns:a="http://schemas.openxmlformats.org/drawingml/2006/main">
              <a:ext uri="{FF2B5EF4-FFF2-40B4-BE49-F238E27FC236}">
                <a16:creationId xmlns:a16="http://schemas.microsoft.com/office/drawing/2014/main" id="{A36A72FC-F212-43E0-812E-C083719AC273}"/>
              </a:ext>
            </a:extLst>
          </p:cNvPr>
          <p:cNvSpPr>
            <a:spLocks xmlns:a="http://schemas.openxmlformats.org/drawingml/2006/main" noGrp="1"/>
          </p:cNvSpPr>
          <p:nvPr/>
        </p:nvSpPr>
        <p:spPr>
          <a:xfrm xmlns:a="http://schemas.openxmlformats.org/drawingml/2006/main">
            <a:off x="8077200" y="69723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누구인가요?”</a:t>
            </a:r>
          </a:p>
        </p:txBody>
      </p:sp>
      <p:sp>
        <p:nvSpPr>
          <p:cNvPr id="54" name="dp44-background / n49 / text 1">
            <a:extLst xmlns:a="http://schemas.openxmlformats.org/drawingml/2006/main">
              <a:ext uri="{FF2B5EF4-FFF2-40B4-BE49-F238E27FC236}">
                <a16:creationId xmlns:a16="http://schemas.microsoft.com/office/drawing/2014/main" id="{EF9D9C3E-85DF-4FB4-8DB6-809D1B174536}"/>
              </a:ext>
            </a:extLst>
          </p:cNvPr>
          <p:cNvSpPr>
            <a:spLocks xmlns:a="http://schemas.openxmlformats.org/drawingml/2006/main" noGrp="1"/>
          </p:cNvSpPr>
          <p:nvPr/>
        </p:nvSpPr>
        <p:spPr>
          <a:xfrm xmlns:a="http://schemas.openxmlformats.org/drawingml/2006/main">
            <a:off x="8077200" y="77533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Agent Execution / 답변 대기</a:t>
            </a:r>
          </a:p>
        </p:txBody>
      </p:sp>
      <p:sp>
        <p:nvSpPr>
          <p:cNvPr id="55" name="dp44-background / n50 / text 1">
            <a:extLst xmlns:a="http://schemas.openxmlformats.org/drawingml/2006/main">
              <a:ext uri="{FF2B5EF4-FFF2-40B4-BE49-F238E27FC236}">
                <a16:creationId xmlns:a16="http://schemas.microsoft.com/office/drawing/2014/main" id="{A6400DDD-81AA-4E74-9D6F-45576F4F3EC8}"/>
              </a:ext>
            </a:extLst>
          </p:cNvPr>
          <p:cNvSpPr>
            <a:spLocks xmlns:a="http://schemas.openxmlformats.org/drawingml/2006/main" noGrp="1"/>
          </p:cNvSpPr>
          <p:nvPr/>
        </p:nvSpPr>
        <p:spPr>
          <a:xfrm xmlns:a="http://schemas.openxmlformats.org/drawingml/2006/main">
            <a:off x="609600" y="8067675"/>
            <a:ext cx="1057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음성 중단 / Task 취소 의도 확인은 별도</a:t>
            </a:r>
          </a:p>
        </p:txBody>
      </p:sp>
      <p:sp>
        <p:nvSpPr>
          <p:cNvPr id="56" name="dp44-background / n51 / path">
            <a:extLst xmlns:a="http://schemas.openxmlformats.org/drawingml/2006/main">
              <a:ext uri="{FF2B5EF4-FFF2-40B4-BE49-F238E27FC236}">
                <a16:creationId xmlns:a16="http://schemas.microsoft.com/office/drawing/2014/main" id="{E88516AE-AC55-4CCA-B49D-893EC19E27E2}"/>
              </a:ext>
            </a:extLst>
          </p:cNvPr>
          <p:cNvSpPr>
            <a:spLocks xmlns:a="http://schemas.openxmlformats.org/drawingml/2006/main" noGrp="1"/>
          </p:cNvSpPr>
          <p:nvPr/>
        </p:nvSpPr>
        <p:spPr>
          <a:xfrm xmlns:a="http://schemas.openxmlformats.org/drawingml/2006/main">
            <a:off x="40576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7" name="dp44-background / n52 / path">
            <a:extLst xmlns:a="http://schemas.openxmlformats.org/drawingml/2006/main">
              <a:ext uri="{FF2B5EF4-FFF2-40B4-BE49-F238E27FC236}">
                <a16:creationId xmlns:a16="http://schemas.microsoft.com/office/drawing/2014/main" id="{72524623-8DD0-4293-BE67-7FE534D4EC30}"/>
              </a:ext>
            </a:extLst>
          </p:cNvPr>
          <p:cNvSpPr>
            <a:spLocks xmlns:a="http://schemas.openxmlformats.org/drawingml/2006/main" noGrp="1"/>
          </p:cNvSpPr>
          <p:nvPr/>
        </p:nvSpPr>
        <p:spPr>
          <a:xfrm xmlns:a="http://schemas.openxmlformats.org/drawingml/2006/main">
            <a:off x="77152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8" name="dp44-background / n53 / text 1">
            <a:extLst xmlns:a="http://schemas.openxmlformats.org/drawingml/2006/main">
              <a:ext uri="{FF2B5EF4-FFF2-40B4-BE49-F238E27FC236}">
                <a16:creationId xmlns:a16="http://schemas.microsoft.com/office/drawing/2014/main" id="{6532BC1D-4F94-482F-8F22-A0E4A5018FBB}"/>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수신과 중단의 우선 처리</a:t>
            </a:r>
          </a:p>
        </p:txBody>
      </p:sp>
      <p:sp>
        <p:nvSpPr>
          <p:cNvPr id="59" name="dp44-background / n54 / text 1">
            <a:extLst xmlns:a="http://schemas.openxmlformats.org/drawingml/2006/main">
              <a:ext uri="{FF2B5EF4-FFF2-40B4-BE49-F238E27FC236}">
                <a16:creationId xmlns:a16="http://schemas.microsoft.com/office/drawing/2014/main" id="{F18E3D29-3270-4E3F-A9F8-7ED48E740B64}"/>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긴 해석 중에도 새 발화의 수신과 음성 중단</a:t>
            </a:r>
          </a:p>
        </p:txBody>
      </p:sp>
      <p:sp>
        <p:nvSpPr>
          <p:cNvPr id="60" name="dp44-background / n55 / text 1">
            <a:extLst xmlns:a="http://schemas.openxmlformats.org/drawingml/2006/main">
              <a:ext uri="{FF2B5EF4-FFF2-40B4-BE49-F238E27FC236}">
                <a16:creationId xmlns:a16="http://schemas.microsoft.com/office/drawing/2014/main" id="{496C2FC5-1321-4B44-B8CC-18C0F998F845}"/>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실행과 대기 상태</a:t>
            </a:r>
          </a:p>
        </p:txBody>
      </p:sp>
      <p:sp>
        <p:nvSpPr>
          <p:cNvPr id="61" name="dp44-background / n56 / text 1">
            <a:extLst xmlns:a="http://schemas.openxmlformats.org/drawingml/2006/main">
              <a:ext uri="{FF2B5EF4-FFF2-40B4-BE49-F238E27FC236}">
                <a16:creationId xmlns:a16="http://schemas.microsoft.com/office/drawing/2014/main" id="{9261CB4A-4F18-4500-9F57-8FDBE9F554FA}"/>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현재 Request와 메일 질문의 처리 연결</a:t>
            </a:r>
          </a:p>
        </p:txBody>
      </p:sp>
      <p:sp>
        <p:nvSpPr>
          <p:cNvPr id="62" name="dp44-background / n57 / text 1">
            <a:extLst xmlns:a="http://schemas.openxmlformats.org/drawingml/2006/main">
              <a:ext uri="{FF2B5EF4-FFF2-40B4-BE49-F238E27FC236}">
                <a16:creationId xmlns:a16="http://schemas.microsoft.com/office/drawing/2014/main" id="{C09B8CC1-9AD6-4440-972F-2EA4B8D1947E}"/>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현재성 확인과 실제 전달</a:t>
            </a:r>
          </a:p>
        </p:txBody>
      </p:sp>
      <p:sp>
        <p:nvSpPr>
          <p:cNvPr id="63" name="dp44-background / n58 / text 1">
            <a:extLst xmlns:a="http://schemas.openxmlformats.org/drawingml/2006/main">
              <a:ext uri="{FF2B5EF4-FFF2-40B4-BE49-F238E27FC236}">
                <a16:creationId xmlns:a16="http://schemas.microsoft.com/office/drawing/2014/main" id="{F3E8A759-CB74-4AE1-8018-E8A7C72C0477}"/>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전 Response 보류와 전달 차례 결정</a:t>
            </a:r>
          </a:p>
        </p:txBody>
      </p:sp>
    </p:spTree>
    <p:extLst>
      <p:ext uri="{BB962C8B-B14F-4D97-AF65-F5344CB8AC3E}">
        <p14:creationId xmlns:p14="http://schemas.microsoft.com/office/powerpoint/2010/main" val="11372504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0" name="dp44-comparison / n1">
            <a:extLst xmlns:a="http://schemas.openxmlformats.org/drawingml/2006/main">
              <a:ext uri="{FF2B5EF4-FFF2-40B4-BE49-F238E27FC236}">
                <a16:creationId xmlns:a16="http://schemas.microsoft.com/office/drawing/2014/main" id="{9880AA08-CD1C-4F2D-9711-A86AAD51760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0E8E68BD-606F-4946-9800-2D2AF59A52CF}"/>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373E87F7-8897-4D0F-BCB0-1C63B0805E5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8C535DE1-BCEB-4B61-A88C-21E453B4691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반응성을 위한 VIA 지속 입력과 Response 전달 설계</a:t>
            </a:r>
          </a:p>
        </p:txBody>
      </p:sp>
      <p:sp>
        <p:nvSpPr>
          <p:cNvPr id="5" name="dp44-comparison / n5 / path">
            <a:extLst xmlns:a="http://schemas.openxmlformats.org/drawingml/2006/main">
              <a:ext uri="{FF2B5EF4-FFF2-40B4-BE49-F238E27FC236}">
                <a16:creationId xmlns:a16="http://schemas.microsoft.com/office/drawing/2014/main" id="{EC1D5486-4E52-4309-A257-29AB4CCB3D49}"/>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BEE1EABA-051C-4E4E-8E18-C7872D3B6E64}"/>
              </a:ext>
            </a:extLst>
          </p:cNvPr>
          <p:cNvSpPr>
            <a:spLocks xmlns:a="http://schemas.openxmlformats.org/drawingml/2006/main" noGrp="1"/>
          </p:cNvSpPr>
          <p:nvPr/>
        </p:nvSpPr>
        <p:spPr>
          <a:xfrm xmlns:a="http://schemas.openxmlformats.org/drawingml/2006/main">
            <a:off x="381000" y="1266825"/>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설명 도중 새 발화와 메일 질문 도착 / 표 설명 후 메일 질문 전달</a:t>
            </a:r>
          </a:p>
        </p:txBody>
      </p:sp>
      <p:sp>
        <p:nvSpPr>
          <p:cNvPr id="7" name="dp44-comparison / n7 / text 1">
            <a:extLst xmlns:a="http://schemas.openxmlformats.org/drawingml/2006/main">
              <a:ext uri="{FF2B5EF4-FFF2-40B4-BE49-F238E27FC236}">
                <a16:creationId xmlns:a16="http://schemas.microsoft.com/office/drawing/2014/main" id="{1C1FF38D-49B6-4137-9C3D-D1310217C610}"/>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4-comparison / n8 / text 1">
            <a:extLst xmlns:a="http://schemas.openxmlformats.org/drawingml/2006/main">
              <a:ext uri="{FF2B5EF4-FFF2-40B4-BE49-F238E27FC236}">
                <a16:creationId xmlns:a16="http://schemas.microsoft.com/office/drawing/2014/main" id="{62A1ED82-359C-41FE-B1CC-23C8881FE333}"/>
              </a:ext>
            </a:extLst>
          </p:cNvPr>
          <p:cNvSpPr>
            <a:spLocks xmlns:a="http://schemas.openxmlformats.org/drawingml/2006/main" noGrp="1"/>
          </p:cNvSpPr>
          <p:nvPr/>
        </p:nvSpPr>
        <p:spPr>
          <a:xfrm xmlns:a="http://schemas.openxmlformats.org/drawingml/2006/main">
            <a:off x="381000" y="1600200"/>
            <a:ext cx="14573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양안 공통: Agent Gateway ↔ Downstream Agent / Model Access ↔ 공유 Omni 1벌</a:t>
            </a:r>
          </a:p>
        </p:txBody>
      </p:sp>
      <p:sp>
        <p:nvSpPr>
          <p:cNvPr id="9" name="dp44-comparison / n9">
            <a:extLst xmlns:a="http://schemas.openxmlformats.org/drawingml/2006/main">
              <a:ext uri="{FF2B5EF4-FFF2-40B4-BE49-F238E27FC236}">
                <a16:creationId xmlns:a16="http://schemas.microsoft.com/office/drawing/2014/main" id="{545E8B73-3CD4-4C4E-98D1-7E4755A2AE47}"/>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10" name="dp44-comparison / n10 / text 1">
            <a:extLst xmlns:a="http://schemas.openxmlformats.org/drawingml/2006/main">
              <a:ext uri="{FF2B5EF4-FFF2-40B4-BE49-F238E27FC236}">
                <a16:creationId xmlns:a16="http://schemas.microsoft.com/office/drawing/2014/main" id="{F8CAD886-F885-4EF4-B697-B1EB0475ABAF}"/>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1" name="dp44-comparison / n11">
            <a:extLst xmlns:a="http://schemas.openxmlformats.org/drawingml/2006/main">
              <a:ext uri="{FF2B5EF4-FFF2-40B4-BE49-F238E27FC236}">
                <a16:creationId xmlns:a16="http://schemas.microsoft.com/office/drawing/2014/main" id="{5ABBC6E7-DB5A-4409-B672-E24E60F1B8E9}"/>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2" name="dp44-comparison / n12 / text 1">
            <a:extLst xmlns:a="http://schemas.openxmlformats.org/drawingml/2006/main">
              <a:ext uri="{FF2B5EF4-FFF2-40B4-BE49-F238E27FC236}">
                <a16:creationId xmlns:a16="http://schemas.microsoft.com/office/drawing/2014/main" id="{030A932F-C5BD-41B4-80F2-79DF2FEBF0B6}"/>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3" name="dp44-comparison / n13">
            <a:extLst xmlns:a="http://schemas.openxmlformats.org/drawingml/2006/main">
              <a:ext uri="{FF2B5EF4-FFF2-40B4-BE49-F238E27FC236}">
                <a16:creationId xmlns:a16="http://schemas.microsoft.com/office/drawing/2014/main" id="{6F251D16-5717-4185-9E2F-6FF9689809D1}"/>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4" name="dp44-comparison / n14 / text 1">
            <a:extLst xmlns:a="http://schemas.openxmlformats.org/drawingml/2006/main">
              <a:ext uri="{FF2B5EF4-FFF2-40B4-BE49-F238E27FC236}">
                <a16:creationId xmlns:a16="http://schemas.microsoft.com/office/drawing/2014/main" id="{8B8503FB-5209-4F53-92CD-853FB8ED42D5}"/>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5" name="dp44-comparison / n15">
            <a:extLst xmlns:a="http://schemas.openxmlformats.org/drawingml/2006/main">
              <a:ext uri="{FF2B5EF4-FFF2-40B4-BE49-F238E27FC236}">
                <a16:creationId xmlns:a16="http://schemas.microsoft.com/office/drawing/2014/main" id="{6518EFFC-5719-4205-9105-A12B1E3B0B6C}"/>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4BDC2F97-6211-42BE-82D0-A1031572D2BD}"/>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7" name="dp44-comparison / n17">
            <a:extLst xmlns:a="http://schemas.openxmlformats.org/drawingml/2006/main">
              <a:ext uri="{FF2B5EF4-FFF2-40B4-BE49-F238E27FC236}">
                <a16:creationId xmlns:a16="http://schemas.microsoft.com/office/drawing/2014/main" id="{4DE3434E-61D5-41F5-A4BB-0C5925371638}"/>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8" name="dp44-comparison / n18 / text 1">
            <a:extLst xmlns:a="http://schemas.openxmlformats.org/drawingml/2006/main">
              <a:ext uri="{FF2B5EF4-FFF2-40B4-BE49-F238E27FC236}">
                <a16:creationId xmlns:a16="http://schemas.microsoft.com/office/drawing/2014/main" id="{302B132B-D663-4D80-A931-DC5174A2B1CC}"/>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9" name="dp44-comparison / n18 / text 2">
            <a:extLst xmlns:a="http://schemas.openxmlformats.org/drawingml/2006/main">
              <a:ext uri="{FF2B5EF4-FFF2-40B4-BE49-F238E27FC236}">
                <a16:creationId xmlns:a16="http://schemas.microsoft.com/office/drawing/2014/main" id="{C2B60E4E-2825-4E6F-9AE8-1747A33E7F78}"/>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20" name="dp44-comparison / n19 / path">
            <a:extLst xmlns:a="http://schemas.openxmlformats.org/drawingml/2006/main">
              <a:ext uri="{FF2B5EF4-FFF2-40B4-BE49-F238E27FC236}">
                <a16:creationId xmlns:a16="http://schemas.microsoft.com/office/drawing/2014/main" id="{1C1A80A9-1018-4F7C-A278-DCC19D3E48B8}"/>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4-comparison / n20 / path">
            <a:extLst xmlns:a="http://schemas.openxmlformats.org/drawingml/2006/main">
              <a:ext uri="{FF2B5EF4-FFF2-40B4-BE49-F238E27FC236}">
                <a16:creationId xmlns:a16="http://schemas.microsoft.com/office/drawing/2014/main" id="{43317ED6-FAEA-41EE-B34C-F97DDDF15085}"/>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2" name="dp44-comparison / n21 / text 1">
            <a:extLst xmlns:a="http://schemas.openxmlformats.org/drawingml/2006/main">
              <a:ext uri="{FF2B5EF4-FFF2-40B4-BE49-F238E27FC236}">
                <a16:creationId xmlns:a16="http://schemas.microsoft.com/office/drawing/2014/main" id="{6265FD9E-8219-4AB7-955B-8E6935E9DA9B}"/>
              </a:ext>
            </a:extLst>
          </p:cNvPr>
          <p:cNvSpPr>
            <a:spLocks xmlns:a="http://schemas.openxmlformats.org/drawingml/2006/main" noGrp="1"/>
          </p:cNvSpPr>
          <p:nvPr/>
        </p:nvSpPr>
        <p:spPr>
          <a:xfrm xmlns:a="http://schemas.openxmlformats.org/drawingml/2006/main">
            <a:off x="148590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중앙 조정 방식</a:t>
            </a:r>
          </a:p>
        </p:txBody>
      </p:sp>
      <p:sp>
        <p:nvSpPr>
          <p:cNvPr id="23" name="dp44-comparison / n22 / text 1">
            <a:extLst xmlns:a="http://schemas.openxmlformats.org/drawingml/2006/main">
              <a:ext uri="{FF2B5EF4-FFF2-40B4-BE49-F238E27FC236}">
                <a16:creationId xmlns:a16="http://schemas.microsoft.com/office/drawing/2014/main" id="{E203783C-7CA4-4C8F-8106-F940EC2391DE}"/>
              </a:ext>
            </a:extLst>
          </p:cNvPr>
          <p:cNvSpPr>
            <a:spLocks xmlns:a="http://schemas.openxmlformats.org/drawingml/2006/main" noGrp="1"/>
          </p:cNvSpPr>
          <p:nvPr/>
        </p:nvSpPr>
        <p:spPr>
          <a:xfrm xmlns:a="http://schemas.openxmlformats.org/drawingml/2006/main">
            <a:off x="148590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중앙 비동기 Orchestration</a:t>
            </a:r>
          </a:p>
        </p:txBody>
      </p:sp>
      <p:sp>
        <p:nvSpPr>
          <p:cNvPr id="24" name="dp44-comparison / n23 / text 1">
            <a:extLst xmlns:a="http://schemas.openxmlformats.org/drawingml/2006/main">
              <a:ext uri="{FF2B5EF4-FFF2-40B4-BE49-F238E27FC236}">
                <a16:creationId xmlns:a16="http://schemas.microsoft.com/office/drawing/2014/main" id="{CDBDF101-EBE3-4F6C-BDF2-704BDB1E0072}"/>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집중된 실행 상태로 전체 메모리 13.3 GB (메모리 효율성 ↑)</a:t>
            </a:r>
          </a:p>
        </p:txBody>
      </p:sp>
      <p:sp>
        <p:nvSpPr>
          <p:cNvPr id="25" name="dp44-comparison / n24 / text 1">
            <a:extLst xmlns:a="http://schemas.openxmlformats.org/drawingml/2006/main">
              <a:ext uri="{FF2B5EF4-FFF2-40B4-BE49-F238E27FC236}">
                <a16:creationId xmlns:a16="http://schemas.microsoft.com/office/drawing/2014/main" id="{ED1C7196-DCF9-4688-A9E5-D275864AC17C}"/>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반환 회수와 재배정으로 평균 반응시간 0.85 s (응답 신속성 ↓)</a:t>
            </a:r>
          </a:p>
        </p:txBody>
      </p:sp>
      <p:sp>
        <p:nvSpPr>
          <p:cNvPr id="26" name="dp44-comparison / n25 / text 1">
            <a:extLst xmlns:a="http://schemas.openxmlformats.org/drawingml/2006/main">
              <a:ext uri="{FF2B5EF4-FFF2-40B4-BE49-F238E27FC236}">
                <a16:creationId xmlns:a16="http://schemas.microsoft.com/office/drawing/2014/main" id="{AE34A9D1-6C9F-4314-85F3-5B7A69987C1F}"/>
              </a:ext>
            </a:extLst>
          </p:cNvPr>
          <p:cNvSpPr>
            <a:spLocks xmlns:a="http://schemas.openxmlformats.org/drawingml/2006/main" noGrp="1"/>
          </p:cNvSpPr>
          <p:nvPr/>
        </p:nvSpPr>
        <p:spPr>
          <a:xfrm xmlns:a="http://schemas.openxmlformats.org/drawingml/2006/main">
            <a:off x="150495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교차 사건의 중앙 전이 변경, 평균 4.0개 (변경 용이성 ↓)</a:t>
            </a:r>
          </a:p>
        </p:txBody>
      </p:sp>
      <p:sp>
        <p:nvSpPr>
          <p:cNvPr id="27" name="dp44-comparison / n26 / text 1">
            <a:extLst xmlns:a="http://schemas.openxmlformats.org/drawingml/2006/main">
              <a:ext uri="{FF2B5EF4-FFF2-40B4-BE49-F238E27FC236}">
                <a16:creationId xmlns:a16="http://schemas.microsoft.com/office/drawing/2014/main" id="{AFA5DC51-F65E-417E-B831-CCFCF9F1AB16}"/>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28" name="dp44-comparison / n27 / text 1">
            <a:extLst xmlns:a="http://schemas.openxmlformats.org/drawingml/2006/main">
              <a:ext uri="{FF2B5EF4-FFF2-40B4-BE49-F238E27FC236}">
                <a16:creationId xmlns:a16="http://schemas.microsoft.com/office/drawing/2014/main" id="{49B5C055-3F83-4291-8AB3-7807146BED8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9" name="dp44-comparison / n28 / text 1">
            <a:extLst xmlns:a="http://schemas.openxmlformats.org/drawingml/2006/main">
              <a:ext uri="{FF2B5EF4-FFF2-40B4-BE49-F238E27FC236}">
                <a16:creationId xmlns:a16="http://schemas.microsoft.com/office/drawing/2014/main" id="{A8242BEA-8EE1-4CF7-9929-1E3E68BE0813}"/>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0.85 s</a:t>
            </a:r>
          </a:p>
        </p:txBody>
      </p:sp>
      <p:sp>
        <p:nvSpPr>
          <p:cNvPr id="30" name="dp44-comparison / n29 / text 1">
            <a:extLst xmlns:a="http://schemas.openxmlformats.org/drawingml/2006/main">
              <a:ext uri="{FF2B5EF4-FFF2-40B4-BE49-F238E27FC236}">
                <a16:creationId xmlns:a16="http://schemas.microsoft.com/office/drawing/2014/main" id="{69C7FE99-ADDC-4319-8F41-CB94AA361F2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31" name="dp44-comparison / n30 / text 1">
            <a:extLst xmlns:a="http://schemas.openxmlformats.org/drawingml/2006/main">
              <a:ext uri="{FF2B5EF4-FFF2-40B4-BE49-F238E27FC236}">
                <a16:creationId xmlns:a16="http://schemas.microsoft.com/office/drawing/2014/main" id="{F70C6606-265D-4DA6-B59C-52ABE488B1D0}"/>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2" name="dp44-comparison / n31 / text 1">
            <a:extLst xmlns:a="http://schemas.openxmlformats.org/drawingml/2006/main">
              <a:ext uri="{FF2B5EF4-FFF2-40B4-BE49-F238E27FC236}">
                <a16:creationId xmlns:a16="http://schemas.microsoft.com/office/drawing/2014/main" id="{A31355E0-614C-4257-939C-7DF89CDA4096}"/>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3" name="dp44-comparison / n32 / text 1">
            <a:extLst xmlns:a="http://schemas.openxmlformats.org/drawingml/2006/main">
              <a:ext uri="{FF2B5EF4-FFF2-40B4-BE49-F238E27FC236}">
                <a16:creationId xmlns:a16="http://schemas.microsoft.com/office/drawing/2014/main" id="{54FE3E40-7064-4BFE-9FC3-96C2430AF6AD}"/>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4" name="dp44-comparison / n33 / text 1">
            <a:extLst xmlns:a="http://schemas.openxmlformats.org/drawingml/2006/main">
              <a:ext uri="{FF2B5EF4-FFF2-40B4-BE49-F238E27FC236}">
                <a16:creationId xmlns:a16="http://schemas.microsoft.com/office/drawing/2014/main" id="{09E1D95E-FCFC-4867-A3E2-75772C68DFB8}"/>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5" name="dp44-comparison / n34 / text 1">
            <a:extLst xmlns:a="http://schemas.openxmlformats.org/drawingml/2006/main">
              <a:ext uri="{FF2B5EF4-FFF2-40B4-BE49-F238E27FC236}">
                <a16:creationId xmlns:a16="http://schemas.microsoft.com/office/drawing/2014/main" id="{A7AE6C5C-E4EF-4843-BDC7-CF570D850907}"/>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6" name="dp44-comparison / n35 / text 1">
            <a:extLst xmlns:a="http://schemas.openxmlformats.org/drawingml/2006/main">
              <a:ext uri="{FF2B5EF4-FFF2-40B4-BE49-F238E27FC236}">
                <a16:creationId xmlns:a16="http://schemas.microsoft.com/office/drawing/2014/main" id="{799C4132-2C6C-4F4C-B5CA-A974C362CF9E}"/>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7" name="dp44-comparison / n36 / text 1">
            <a:extLst xmlns:a="http://schemas.openxmlformats.org/drawingml/2006/main">
              <a:ext uri="{FF2B5EF4-FFF2-40B4-BE49-F238E27FC236}">
                <a16:creationId xmlns:a16="http://schemas.microsoft.com/office/drawing/2014/main" id="{9A3C80B7-3F6B-4EBB-8CC2-F4ADAFDBB421}"/>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13.3 GB</a:t>
            </a:r>
          </a:p>
        </p:txBody>
      </p:sp>
      <p:sp>
        <p:nvSpPr>
          <p:cNvPr id="38" name="dp44-comparison / n37 / text 1">
            <a:extLst xmlns:a="http://schemas.openxmlformats.org/drawingml/2006/main">
              <a:ext uri="{FF2B5EF4-FFF2-40B4-BE49-F238E27FC236}">
                <a16:creationId xmlns:a16="http://schemas.microsoft.com/office/drawing/2014/main" id="{2219DA97-5A03-42B3-B330-FDF7935D2FB8}"/>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9" name="dp44-comparison / n38 / text 1">
            <a:extLst xmlns:a="http://schemas.openxmlformats.org/drawingml/2006/main">
              <a:ext uri="{FF2B5EF4-FFF2-40B4-BE49-F238E27FC236}">
                <a16:creationId xmlns:a16="http://schemas.microsoft.com/office/drawing/2014/main" id="{E3D5759D-ACF3-4C0F-9AA4-4272CD4EEB90}"/>
              </a:ext>
            </a:extLst>
          </p:cNvPr>
          <p:cNvSpPr>
            <a:spLocks xmlns:a="http://schemas.openxmlformats.org/drawingml/2006/main" noGrp="1"/>
          </p:cNvSpPr>
          <p:nvPr/>
        </p:nvSpPr>
        <p:spPr>
          <a:xfrm xmlns:a="http://schemas.openxmlformats.org/drawingml/2006/main">
            <a:off x="977265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이벤트 흐름을 연결하는 방식</a:t>
            </a:r>
          </a:p>
        </p:txBody>
      </p:sp>
      <p:sp>
        <p:nvSpPr>
          <p:cNvPr id="40" name="dp44-comparison / n39 / text 1">
            <a:extLst xmlns:a="http://schemas.openxmlformats.org/drawingml/2006/main">
              <a:ext uri="{FF2B5EF4-FFF2-40B4-BE49-F238E27FC236}">
                <a16:creationId xmlns:a16="http://schemas.microsoft.com/office/drawing/2014/main" id="{BD4F3710-4A45-46CC-8C26-1D0BBE037C5D}"/>
              </a:ext>
            </a:extLst>
          </p:cNvPr>
          <p:cNvSpPr>
            <a:spLocks xmlns:a="http://schemas.openxmlformats.org/drawingml/2006/main" noGrp="1"/>
          </p:cNvSpPr>
          <p:nvPr/>
        </p:nvSpPr>
        <p:spPr>
          <a:xfrm xmlns:a="http://schemas.openxmlformats.org/drawingml/2006/main">
            <a:off x="977265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반응형 Dataflow</a:t>
            </a:r>
          </a:p>
        </p:txBody>
      </p:sp>
      <p:sp>
        <p:nvSpPr>
          <p:cNvPr id="41" name="dp44-comparison / n40 / text 1">
            <a:extLst xmlns:a="http://schemas.openxmlformats.org/drawingml/2006/main">
              <a:ext uri="{FF2B5EF4-FFF2-40B4-BE49-F238E27FC236}">
                <a16:creationId xmlns:a16="http://schemas.microsoft.com/office/drawing/2014/main" id="{28253114-269C-461A-9354-00DEEC4C5248}"/>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사건의 직접 활성화로 평균 반응시간 0.62 s (응답 신속성 ↑)</a:t>
            </a:r>
          </a:p>
        </p:txBody>
      </p:sp>
      <p:sp>
        <p:nvSpPr>
          <p:cNvPr id="42" name="dp44-comparison / n41 / text 1">
            <a:extLst xmlns:a="http://schemas.openxmlformats.org/drawingml/2006/main">
              <a:ext uri="{FF2B5EF4-FFF2-40B4-BE49-F238E27FC236}">
                <a16:creationId xmlns:a16="http://schemas.microsoft.com/office/drawing/2014/main" id="{1DA52863-A6C0-45AB-9D68-42E069294B99}"/>
              </a:ext>
            </a:extLst>
          </p:cNvPr>
          <p:cNvSpPr>
            <a:spLocks xmlns:a="http://schemas.openxmlformats.org/drawingml/2006/main" noGrp="1"/>
          </p:cNvSpPr>
          <p:nvPr/>
        </p:nvSpPr>
        <p:spPr>
          <a:xfrm xmlns:a="http://schemas.openxmlformats.org/drawingml/2006/main">
            <a:off x="979170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동일 schema 안의 단계 조합 변경, 평균 2.5개 (변경 용이성 ↑)</a:t>
            </a:r>
          </a:p>
        </p:txBody>
      </p:sp>
      <p:sp>
        <p:nvSpPr>
          <p:cNvPr id="43" name="dp44-comparison / n42 / text 1">
            <a:extLst xmlns:a="http://schemas.openxmlformats.org/drawingml/2006/main">
              <a:ext uri="{FF2B5EF4-FFF2-40B4-BE49-F238E27FC236}">
                <a16:creationId xmlns:a16="http://schemas.microsoft.com/office/drawing/2014/main" id="{EA7A35C3-E2C8-49BF-A99D-5FB311DA5964}"/>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다수 window와 buffer로 전체 메모리 13.8 GB (메모리 효율성 ↓)</a:t>
            </a:r>
          </a:p>
        </p:txBody>
      </p:sp>
      <p:sp>
        <p:nvSpPr>
          <p:cNvPr id="44" name="dp44-comparison / n43 / text 1">
            <a:extLst xmlns:a="http://schemas.openxmlformats.org/drawingml/2006/main">
              <a:ext uri="{FF2B5EF4-FFF2-40B4-BE49-F238E27FC236}">
                <a16:creationId xmlns:a16="http://schemas.microsoft.com/office/drawing/2014/main" id="{BB6F1EBC-DE1E-4120-B6D5-9A8C9CE92E2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45" name="dp44-comparison / n44 / text 1">
            <a:extLst xmlns:a="http://schemas.openxmlformats.org/drawingml/2006/main">
              <a:ext uri="{FF2B5EF4-FFF2-40B4-BE49-F238E27FC236}">
                <a16:creationId xmlns:a16="http://schemas.microsoft.com/office/drawing/2014/main" id="{0AC016D3-3F0B-4E74-AF0F-D7F7B07DEDC3}"/>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6" name="dp44-comparison / n45 / text 1">
            <a:extLst xmlns:a="http://schemas.openxmlformats.org/drawingml/2006/main">
              <a:ext uri="{FF2B5EF4-FFF2-40B4-BE49-F238E27FC236}">
                <a16:creationId xmlns:a16="http://schemas.microsoft.com/office/drawing/2014/main" id="{D617D986-6596-4B62-8FE4-2ECDF86DD7EA}"/>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0.62 s</a:t>
            </a:r>
          </a:p>
        </p:txBody>
      </p:sp>
      <p:sp>
        <p:nvSpPr>
          <p:cNvPr id="47" name="dp44-comparison / n46 / text 1">
            <a:extLst xmlns:a="http://schemas.openxmlformats.org/drawingml/2006/main">
              <a:ext uri="{FF2B5EF4-FFF2-40B4-BE49-F238E27FC236}">
                <a16:creationId xmlns:a16="http://schemas.microsoft.com/office/drawing/2014/main" id="{36363DEC-1632-4486-98B8-1C2F4631BE04}"/>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48" name="dp44-comparison / n47 / text 1">
            <a:extLst xmlns:a="http://schemas.openxmlformats.org/drawingml/2006/main">
              <a:ext uri="{FF2B5EF4-FFF2-40B4-BE49-F238E27FC236}">
                <a16:creationId xmlns:a16="http://schemas.microsoft.com/office/drawing/2014/main" id="{D2B6E738-2BE5-4B5A-AD5E-B40132E268DF}"/>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9" name="dp44-comparison / n48 / text 1">
            <a:extLst xmlns:a="http://schemas.openxmlformats.org/drawingml/2006/main">
              <a:ext uri="{FF2B5EF4-FFF2-40B4-BE49-F238E27FC236}">
                <a16:creationId xmlns:a16="http://schemas.microsoft.com/office/drawing/2014/main" id="{28C7F02B-D8DC-4586-83C4-994BCE60033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0" name="dp44-comparison / n49 / text 1">
            <a:extLst xmlns:a="http://schemas.openxmlformats.org/drawingml/2006/main">
              <a:ext uri="{FF2B5EF4-FFF2-40B4-BE49-F238E27FC236}">
                <a16:creationId xmlns:a16="http://schemas.microsoft.com/office/drawing/2014/main" id="{D02BF6A9-777E-4E4E-90B8-11E01A71773C}"/>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51" name="dp44-comparison / n50 / text 1">
            <a:extLst xmlns:a="http://schemas.openxmlformats.org/drawingml/2006/main">
              <a:ext uri="{FF2B5EF4-FFF2-40B4-BE49-F238E27FC236}">
                <a16:creationId xmlns:a16="http://schemas.microsoft.com/office/drawing/2014/main" id="{773BB26B-D3A3-4752-82B4-AB368F4DB9AE}"/>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2" name="dp44-comparison / n51 / text 1">
            <a:extLst xmlns:a="http://schemas.openxmlformats.org/drawingml/2006/main">
              <a:ext uri="{FF2B5EF4-FFF2-40B4-BE49-F238E27FC236}">
                <a16:creationId xmlns:a16="http://schemas.microsoft.com/office/drawing/2014/main" id="{2DA46055-A255-4B4B-BF09-F409F1A3927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3" name="dp44-comparison / n52 / text 1">
            <a:extLst xmlns:a="http://schemas.openxmlformats.org/drawingml/2006/main">
              <a:ext uri="{FF2B5EF4-FFF2-40B4-BE49-F238E27FC236}">
                <a16:creationId xmlns:a16="http://schemas.microsoft.com/office/drawing/2014/main" id="{FD46A750-3FE7-42EF-A80D-55BEE48A5234}"/>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4" name="dp44-comparison / n53 / text 1">
            <a:extLst xmlns:a="http://schemas.openxmlformats.org/drawingml/2006/main">
              <a:ext uri="{FF2B5EF4-FFF2-40B4-BE49-F238E27FC236}">
                <a16:creationId xmlns:a16="http://schemas.microsoft.com/office/drawing/2014/main" id="{2FD59040-7391-4BAD-8A21-59B26FBB1AFB}"/>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13.8 GB</a:t>
            </a:r>
          </a:p>
        </p:txBody>
      </p:sp>
      <p:sp>
        <p:nvSpPr>
          <p:cNvPr id="55" name="dp44-comparison / n54 / text 1">
            <a:extLst xmlns:a="http://schemas.openxmlformats.org/drawingml/2006/main">
              <a:ext uri="{FF2B5EF4-FFF2-40B4-BE49-F238E27FC236}">
                <a16:creationId xmlns:a16="http://schemas.microsoft.com/office/drawing/2014/main" id="{522B93BF-DCF7-4D1A-8EA4-D1526D6A30BF}"/>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6" name="dp44-comparison / n55 / text 1">
            <a:extLst xmlns:a="http://schemas.openxmlformats.org/drawingml/2006/main">
              <a:ext uri="{FF2B5EF4-FFF2-40B4-BE49-F238E27FC236}">
                <a16:creationId xmlns:a16="http://schemas.microsoft.com/office/drawing/2014/main" id="{F42389B4-7D3C-47D4-9985-D81133DA4907}"/>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여러 사건의 집중 도착 / 양안의 입력 수신과 로컬 음성 중단은 동일</a:t>
            </a:r>
          </a:p>
        </p:txBody>
      </p:sp>
      <p:sp>
        <p:nvSpPr>
          <p:cNvPr id="57" name="dp44-comparison / n56 / text 1">
            <a:extLst xmlns:a="http://schemas.openxmlformats.org/drawingml/2006/main">
              <a:ext uri="{FF2B5EF4-FFF2-40B4-BE49-F238E27FC236}">
                <a16:creationId xmlns:a16="http://schemas.microsoft.com/office/drawing/2014/main" id="{7F6848C4-0EE9-4227-A73A-45B2804054C5}"/>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8" name="dp44-comparison / n57">
            <a:extLst xmlns:a="http://schemas.openxmlformats.org/drawingml/2006/main">
              <a:ext uri="{FF2B5EF4-FFF2-40B4-BE49-F238E27FC236}">
                <a16:creationId xmlns:a16="http://schemas.microsoft.com/office/drawing/2014/main" id="{5534661B-1758-45FF-84E4-3B5766D1F130}"/>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9" name="dp44-comparison / n58">
            <a:extLst xmlns:a="http://schemas.openxmlformats.org/drawingml/2006/main">
              <a:ext uri="{FF2B5EF4-FFF2-40B4-BE49-F238E27FC236}">
                <a16:creationId xmlns:a16="http://schemas.microsoft.com/office/drawing/2014/main" id="{E7F614BF-7465-4850-A645-D673DB3268C9}"/>
              </a:ext>
            </a:extLst>
          </p:cNvPr>
          <p:cNvSpPr>
            <a:spLocks xmlns:a="http://schemas.openxmlformats.org/drawingml/2006/main" noGrp="1"/>
          </p:cNvSpPr>
          <p:nvPr/>
        </p:nvSpPr>
        <p:spPr>
          <a:xfrm xmlns:a="http://schemas.openxmlformats.org/drawingml/2006/main">
            <a:off x="587121" y="2771775"/>
            <a:ext cx="502158" cy="184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dp44-comparison / n59 / text 1">
            <a:extLst xmlns:a="http://schemas.openxmlformats.org/drawingml/2006/main">
              <a:ext uri="{FF2B5EF4-FFF2-40B4-BE49-F238E27FC236}">
                <a16:creationId xmlns:a16="http://schemas.microsoft.com/office/drawing/2014/main" id="{EDF62A10-BAD7-4FCC-A997-E52190931D8F}"/>
              </a:ext>
            </a:extLst>
          </p:cNvPr>
          <p:cNvSpPr>
            <a:spLocks xmlns:a="http://schemas.openxmlformats.org/drawingml/2006/main" noGrp="1"/>
          </p:cNvSpPr>
          <p:nvPr/>
        </p:nvSpPr>
        <p:spPr>
          <a:xfrm xmlns:a="http://schemas.openxmlformats.org/drawingml/2006/main">
            <a:off x="476250" y="2781300"/>
            <a:ext cx="762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Legend</a:t>
            </a:r>
          </a:p>
        </p:txBody>
      </p:sp>
      <p:sp>
        <p:nvSpPr>
          <p:cNvPr id="61" name="dp44-comparison / n60">
            <a:extLst xmlns:a="http://schemas.openxmlformats.org/drawingml/2006/main">
              <a:ext uri="{FF2B5EF4-FFF2-40B4-BE49-F238E27FC236}">
                <a16:creationId xmlns:a16="http://schemas.microsoft.com/office/drawing/2014/main" id="{7CD86BF2-1717-4C11-990D-939AB8D76EAB}"/>
              </a:ext>
            </a:extLst>
          </p:cNvPr>
          <p:cNvSpPr>
            <a:spLocks xmlns:a="http://schemas.openxmlformats.org/drawingml/2006/main" noGrp="1"/>
          </p:cNvSpPr>
          <p:nvPr/>
        </p:nvSpPr>
        <p:spPr>
          <a:xfrm xmlns:a="http://schemas.openxmlformats.org/drawingml/2006/main">
            <a:off x="504825" y="3114675"/>
            <a:ext cx="7048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61 / text 1">
            <a:extLst xmlns:a="http://schemas.openxmlformats.org/drawingml/2006/main">
              <a:ext uri="{FF2B5EF4-FFF2-40B4-BE49-F238E27FC236}">
                <a16:creationId xmlns:a16="http://schemas.microsoft.com/office/drawing/2014/main" id="{45819D16-FAD4-463F-978C-8818D122E80A}"/>
              </a:ext>
            </a:extLst>
          </p:cNvPr>
          <p:cNvSpPr>
            <a:spLocks xmlns:a="http://schemas.openxmlformats.org/drawingml/2006/main" noGrp="1"/>
          </p:cNvSpPr>
          <p:nvPr/>
        </p:nvSpPr>
        <p:spPr>
          <a:xfrm xmlns:a="http://schemas.openxmlformats.org/drawingml/2006/main">
            <a:off x="571500" y="31923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3" name="dp44-comparison / n62">
            <a:extLst xmlns:a="http://schemas.openxmlformats.org/drawingml/2006/main">
              <a:ext uri="{FF2B5EF4-FFF2-40B4-BE49-F238E27FC236}">
                <a16:creationId xmlns:a16="http://schemas.microsoft.com/office/drawing/2014/main" id="{A5BB1F51-D278-4E65-B131-08217D797CF7}"/>
              </a:ext>
            </a:extLst>
          </p:cNvPr>
          <p:cNvSpPr>
            <a:spLocks xmlns:a="http://schemas.openxmlformats.org/drawingml/2006/main" noGrp="1"/>
          </p:cNvSpPr>
          <p:nvPr/>
        </p:nvSpPr>
        <p:spPr>
          <a:xfrm xmlns:a="http://schemas.openxmlformats.org/drawingml/2006/main">
            <a:off x="485775" y="3429000"/>
            <a:ext cx="585026"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4" name="dp44-comparison / n63 / text 1">
            <a:extLst xmlns:a="http://schemas.openxmlformats.org/drawingml/2006/main">
              <a:ext uri="{FF2B5EF4-FFF2-40B4-BE49-F238E27FC236}">
                <a16:creationId xmlns:a16="http://schemas.microsoft.com/office/drawing/2014/main" id="{AA4FC839-9FBF-405A-9CCD-E94985DC3647}"/>
              </a:ext>
            </a:extLst>
          </p:cNvPr>
          <p:cNvSpPr>
            <a:spLocks xmlns:a="http://schemas.openxmlformats.org/drawingml/2006/main" noGrp="1"/>
          </p:cNvSpPr>
          <p:nvPr/>
        </p:nvSpPr>
        <p:spPr>
          <a:xfrm xmlns:a="http://schemas.openxmlformats.org/drawingml/2006/main">
            <a:off x="504825" y="34385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Component</a:t>
            </a:r>
          </a:p>
        </p:txBody>
      </p:sp>
      <p:sp>
        <p:nvSpPr>
          <p:cNvPr id="65" name="dp44-comparison / n64">
            <a:extLst xmlns:a="http://schemas.openxmlformats.org/drawingml/2006/main">
              <a:ext uri="{FF2B5EF4-FFF2-40B4-BE49-F238E27FC236}">
                <a16:creationId xmlns:a16="http://schemas.microsoft.com/office/drawing/2014/main" id="{5D5ADE9C-B360-4A79-88A9-624882D8D119}"/>
              </a:ext>
            </a:extLst>
          </p:cNvPr>
          <p:cNvSpPr>
            <a:spLocks xmlns:a="http://schemas.openxmlformats.org/drawingml/2006/main" noGrp="1"/>
          </p:cNvSpPr>
          <p:nvPr/>
        </p:nvSpPr>
        <p:spPr>
          <a:xfrm xmlns:a="http://schemas.openxmlformats.org/drawingml/2006/main">
            <a:off x="504825" y="3733800"/>
            <a:ext cx="7048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66" name="dp44-comparison / n65 / text 1">
            <a:extLst xmlns:a="http://schemas.openxmlformats.org/drawingml/2006/main">
              <a:ext uri="{FF2B5EF4-FFF2-40B4-BE49-F238E27FC236}">
                <a16:creationId xmlns:a16="http://schemas.microsoft.com/office/drawing/2014/main" id="{61B76F5C-DB03-4030-A1B5-D956E871B4E3}"/>
              </a:ext>
            </a:extLst>
          </p:cNvPr>
          <p:cNvSpPr>
            <a:spLocks xmlns:a="http://schemas.openxmlformats.org/drawingml/2006/main" noGrp="1"/>
          </p:cNvSpPr>
          <p:nvPr/>
        </p:nvSpPr>
        <p:spPr>
          <a:xfrm xmlns:a="http://schemas.openxmlformats.org/drawingml/2006/main">
            <a:off x="571500" y="381142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7" name="dp44-comparison / n66">
            <a:extLst xmlns:a="http://schemas.openxmlformats.org/drawingml/2006/main">
              <a:ext uri="{FF2B5EF4-FFF2-40B4-BE49-F238E27FC236}">
                <a16:creationId xmlns:a16="http://schemas.microsoft.com/office/drawing/2014/main" id="{E7BB60D9-2C64-4286-9CEA-0AA5ABA8C1E3}"/>
              </a:ext>
            </a:extLst>
          </p:cNvPr>
          <p:cNvSpPr>
            <a:spLocks xmlns:a="http://schemas.openxmlformats.org/drawingml/2006/main" noGrp="1"/>
          </p:cNvSpPr>
          <p:nvPr/>
        </p:nvSpPr>
        <p:spPr>
          <a:xfrm xmlns:a="http://schemas.openxmlformats.org/drawingml/2006/main">
            <a:off x="485775" y="4048125"/>
            <a:ext cx="673037"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dp44-comparison / n67 / text 1">
            <a:extLst xmlns:a="http://schemas.openxmlformats.org/drawingml/2006/main">
              <a:ext uri="{FF2B5EF4-FFF2-40B4-BE49-F238E27FC236}">
                <a16:creationId xmlns:a16="http://schemas.microsoft.com/office/drawing/2014/main" id="{FB36AD25-1364-4ACD-9427-E67DF8752B38}"/>
              </a:ext>
            </a:extLst>
          </p:cNvPr>
          <p:cNvSpPr>
            <a:spLocks xmlns:a="http://schemas.openxmlformats.org/drawingml/2006/main" noGrp="1"/>
          </p:cNvSpPr>
          <p:nvPr/>
        </p:nvSpPr>
        <p:spPr>
          <a:xfrm xmlns:a="http://schemas.openxmlformats.org/drawingml/2006/main">
            <a:off x="504825" y="40576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내부 Module</a:t>
            </a:r>
          </a:p>
        </p:txBody>
      </p:sp>
      <p:sp>
        <p:nvSpPr>
          <p:cNvPr id="69" name="dp44-comparison / n68">
            <a:extLst xmlns:a="http://schemas.openxmlformats.org/drawingml/2006/main">
              <a:ext uri="{FF2B5EF4-FFF2-40B4-BE49-F238E27FC236}">
                <a16:creationId xmlns:a16="http://schemas.microsoft.com/office/drawing/2014/main" id="{3A0BA059-FA6A-479D-9890-839CDF99664E}"/>
              </a:ext>
            </a:extLst>
          </p:cNvPr>
          <p:cNvSpPr>
            <a:spLocks xmlns:a="http://schemas.openxmlformats.org/drawingml/2006/main" noGrp="1"/>
          </p:cNvSpPr>
          <p:nvPr/>
        </p:nvSpPr>
        <p:spPr>
          <a:xfrm xmlns:a="http://schemas.openxmlformats.org/drawingml/2006/main">
            <a:off x="504825" y="4352925"/>
            <a:ext cx="704850" cy="2667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n69 / text 1">
            <a:extLst xmlns:a="http://schemas.openxmlformats.org/drawingml/2006/main">
              <a:ext uri="{FF2B5EF4-FFF2-40B4-BE49-F238E27FC236}">
                <a16:creationId xmlns:a16="http://schemas.microsoft.com/office/drawing/2014/main" id="{604847D5-07D0-476D-9C5D-D218205DBF7A}"/>
              </a:ext>
            </a:extLst>
          </p:cNvPr>
          <p:cNvSpPr>
            <a:spLocks xmlns:a="http://schemas.openxmlformats.org/drawingml/2006/main" noGrp="1"/>
          </p:cNvSpPr>
          <p:nvPr/>
        </p:nvSpPr>
        <p:spPr>
          <a:xfrm xmlns:a="http://schemas.openxmlformats.org/drawingml/2006/main">
            <a:off x="571500" y="446865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71" name="dp44-comparison / n70">
            <a:extLst xmlns:a="http://schemas.openxmlformats.org/drawingml/2006/main">
              <a:ext uri="{FF2B5EF4-FFF2-40B4-BE49-F238E27FC236}">
                <a16:creationId xmlns:a16="http://schemas.microsoft.com/office/drawing/2014/main" id="{33836928-1D7A-4DDB-95F8-9F441E5C7EDC}"/>
              </a:ext>
            </a:extLst>
          </p:cNvPr>
          <p:cNvSpPr>
            <a:spLocks xmlns:a="http://schemas.openxmlformats.org/drawingml/2006/main" noGrp="1"/>
          </p:cNvSpPr>
          <p:nvPr/>
        </p:nvSpPr>
        <p:spPr>
          <a:xfrm xmlns:a="http://schemas.openxmlformats.org/drawingml/2006/main">
            <a:off x="485775" y="466725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2" name="dp44-comparison / n71 / text 1">
            <a:extLst xmlns:a="http://schemas.openxmlformats.org/drawingml/2006/main">
              <a:ext uri="{FF2B5EF4-FFF2-40B4-BE49-F238E27FC236}">
                <a16:creationId xmlns:a16="http://schemas.microsoft.com/office/drawing/2014/main" id="{00B856B7-EB3B-46A1-A9EF-E15998D740D2}"/>
              </a:ext>
            </a:extLst>
          </p:cNvPr>
          <p:cNvSpPr>
            <a:spLocks xmlns:a="http://schemas.openxmlformats.org/drawingml/2006/main" noGrp="1"/>
          </p:cNvSpPr>
          <p:nvPr/>
        </p:nvSpPr>
        <p:spPr>
          <a:xfrm xmlns:a="http://schemas.openxmlformats.org/drawingml/2006/main">
            <a:off x="504825" y="46767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데이터 상태</a:t>
            </a:r>
          </a:p>
        </p:txBody>
      </p:sp>
      <p:sp>
        <p:nvSpPr>
          <p:cNvPr id="73" name="dp44-comparison / n72">
            <a:extLst xmlns:a="http://schemas.openxmlformats.org/drawingml/2006/main">
              <a:ext uri="{FF2B5EF4-FFF2-40B4-BE49-F238E27FC236}">
                <a16:creationId xmlns:a16="http://schemas.microsoft.com/office/drawing/2014/main" id="{58443EB9-6D8F-4FCD-91D6-79F28DE4ED3F}"/>
              </a:ext>
            </a:extLst>
          </p:cNvPr>
          <p:cNvSpPr>
            <a:spLocks xmlns:a="http://schemas.openxmlformats.org/drawingml/2006/main" noGrp="1"/>
          </p:cNvSpPr>
          <p:nvPr/>
        </p:nvSpPr>
        <p:spPr>
          <a:xfrm xmlns:a="http://schemas.openxmlformats.org/drawingml/2006/main">
            <a:off x="504825" y="6115050"/>
            <a:ext cx="704850" cy="266700"/>
          </a:xfrm>
          <a:prstGeom xmlns:a="http://schemas.openxmlformats.org/drawingml/2006/main" prst="roundRect">
            <a:avLst>
              <a:gd name="adj" fmla="val 28571"/>
            </a:avLst>
          </a:prstGeom>
          <a:solidFill xmlns:a="http://schemas.openxmlformats.org/drawingml/2006/main">
            <a:srgbClr val="FFF0DD"/>
          </a:solidFill>
          <a:ln xmlns:a="http://schemas.openxmlformats.org/drawingml/2006/main" w="17145">
            <a:solidFill>
              <a:srgbClr val="B8753F"/>
            </a:solidFill>
            <a:prstDash val="solid"/>
          </a:ln>
        </p:spPr>
      </p:sp>
      <p:sp>
        <p:nvSpPr>
          <p:cNvPr id="74" name="dp44-comparison / n73 / text 1">
            <a:extLst xmlns:a="http://schemas.openxmlformats.org/drawingml/2006/main">
              <a:ext uri="{FF2B5EF4-FFF2-40B4-BE49-F238E27FC236}">
                <a16:creationId xmlns:a16="http://schemas.microsoft.com/office/drawing/2014/main" id="{E0AC2832-FD10-45F6-8B18-D20AD4F6A2F2}"/>
              </a:ext>
            </a:extLst>
          </p:cNvPr>
          <p:cNvSpPr>
            <a:spLocks xmlns:a="http://schemas.openxmlformats.org/drawingml/2006/main" noGrp="1"/>
          </p:cNvSpPr>
          <p:nvPr/>
        </p:nvSpPr>
        <p:spPr>
          <a:xfrm xmlns:a="http://schemas.openxmlformats.org/drawingml/2006/main">
            <a:off x="571500" y="619267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5" name="dp44-comparison / n74">
            <a:extLst xmlns:a="http://schemas.openxmlformats.org/drawingml/2006/main">
              <a:ext uri="{FF2B5EF4-FFF2-40B4-BE49-F238E27FC236}">
                <a16:creationId xmlns:a16="http://schemas.microsoft.com/office/drawing/2014/main" id="{E7684B07-0A51-418C-A2A1-F9694881AF88}"/>
              </a:ext>
            </a:extLst>
          </p:cNvPr>
          <p:cNvSpPr>
            <a:spLocks xmlns:a="http://schemas.openxmlformats.org/drawingml/2006/main" noGrp="1"/>
          </p:cNvSpPr>
          <p:nvPr/>
        </p:nvSpPr>
        <p:spPr>
          <a:xfrm xmlns:a="http://schemas.openxmlformats.org/drawingml/2006/main">
            <a:off x="485775" y="6429375"/>
            <a:ext cx="683514"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6" name="dp44-comparison / n75 / text 1">
            <a:extLst xmlns:a="http://schemas.openxmlformats.org/drawingml/2006/main">
              <a:ext uri="{FF2B5EF4-FFF2-40B4-BE49-F238E27FC236}">
                <a16:creationId xmlns:a16="http://schemas.microsoft.com/office/drawing/2014/main" id="{EB072A5A-C5F4-4773-BB73-92775ADCA7F5}"/>
              </a:ext>
            </a:extLst>
          </p:cNvPr>
          <p:cNvSpPr>
            <a:spLocks xmlns:a="http://schemas.openxmlformats.org/drawingml/2006/main" noGrp="1"/>
          </p:cNvSpPr>
          <p:nvPr/>
        </p:nvSpPr>
        <p:spPr>
          <a:xfrm xmlns:a="http://schemas.openxmlformats.org/drawingml/2006/main">
            <a:off x="504825" y="643890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77" name="dp44-comparison / n76">
            <a:extLst xmlns:a="http://schemas.openxmlformats.org/drawingml/2006/main">
              <a:ext uri="{FF2B5EF4-FFF2-40B4-BE49-F238E27FC236}">
                <a16:creationId xmlns:a16="http://schemas.microsoft.com/office/drawing/2014/main" id="{3FEB1B4D-0DC9-45F6-9543-B4B834BE0631}"/>
              </a:ext>
            </a:extLst>
          </p:cNvPr>
          <p:cNvSpPr>
            <a:spLocks xmlns:a="http://schemas.openxmlformats.org/drawingml/2006/main" noGrp="1"/>
          </p:cNvSpPr>
          <p:nvPr/>
        </p:nvSpPr>
        <p:spPr>
          <a:xfrm xmlns:a="http://schemas.openxmlformats.org/drawingml/2006/main">
            <a:off x="504825" y="6734175"/>
            <a:ext cx="70485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B087331B-9C9C-44B5-B346-6390F41E6F24}"/>
              </a:ext>
            </a:extLst>
          </p:cNvPr>
          <p:cNvSpPr>
            <a:spLocks xmlns:a="http://schemas.openxmlformats.org/drawingml/2006/main" noGrp="1"/>
          </p:cNvSpPr>
          <p:nvPr/>
        </p:nvSpPr>
        <p:spPr>
          <a:xfrm xmlns:a="http://schemas.openxmlformats.org/drawingml/2006/main">
            <a:off x="571500" y="68118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External</a:t>
            </a:r>
          </a:p>
        </p:txBody>
      </p:sp>
      <p:sp>
        <p:nvSpPr>
          <p:cNvPr id="79" name="dp44-comparison / n78">
            <a:extLst xmlns:a="http://schemas.openxmlformats.org/drawingml/2006/main">
              <a:ext uri="{FF2B5EF4-FFF2-40B4-BE49-F238E27FC236}">
                <a16:creationId xmlns:a16="http://schemas.microsoft.com/office/drawing/2014/main" id="{9500F57A-20B6-4DFE-97B5-036AA26B81A3}"/>
              </a:ext>
            </a:extLst>
          </p:cNvPr>
          <p:cNvSpPr>
            <a:spLocks xmlns:a="http://schemas.openxmlformats.org/drawingml/2006/main" noGrp="1"/>
          </p:cNvSpPr>
          <p:nvPr/>
        </p:nvSpPr>
        <p:spPr>
          <a:xfrm xmlns:a="http://schemas.openxmlformats.org/drawingml/2006/main">
            <a:off x="485775" y="704850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0" name="dp44-comparison / n79 / text 1">
            <a:extLst xmlns:a="http://schemas.openxmlformats.org/drawingml/2006/main">
              <a:ext uri="{FF2B5EF4-FFF2-40B4-BE49-F238E27FC236}">
                <a16:creationId xmlns:a16="http://schemas.microsoft.com/office/drawing/2014/main" id="{79D1D6C0-4DC9-47A0-85A3-69907E7A0F1E}"/>
              </a:ext>
            </a:extLst>
          </p:cNvPr>
          <p:cNvSpPr>
            <a:spLocks xmlns:a="http://schemas.openxmlformats.org/drawingml/2006/main" noGrp="1"/>
          </p:cNvSpPr>
          <p:nvPr/>
        </p:nvSpPr>
        <p:spPr>
          <a:xfrm xmlns:a="http://schemas.openxmlformats.org/drawingml/2006/main">
            <a:off x="504825" y="70580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외부 의존성</a:t>
            </a:r>
          </a:p>
        </p:txBody>
      </p:sp>
      <p:sp>
        <p:nvSpPr>
          <p:cNvPr id="81" name="dp44-comparison / n80 / path">
            <a:extLst xmlns:a="http://schemas.openxmlformats.org/drawingml/2006/main">
              <a:ext uri="{FF2B5EF4-FFF2-40B4-BE49-F238E27FC236}">
                <a16:creationId xmlns:a16="http://schemas.microsoft.com/office/drawing/2014/main" id="{0C6F1535-E208-49E2-AFBF-85863FEA1229}"/>
              </a:ext>
            </a:extLst>
          </p:cNvPr>
          <p:cNvSpPr>
            <a:spLocks xmlns:a="http://schemas.openxmlformats.org/drawingml/2006/main" noGrp="1"/>
          </p:cNvSpPr>
          <p:nvPr/>
        </p:nvSpPr>
        <p:spPr>
          <a:xfrm xmlns:a="http://schemas.openxmlformats.org/drawingml/2006/main">
            <a:off x="514350" y="50387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82" name="dp44-comparison / n80 / arrow">
            <a:extLst xmlns:a="http://schemas.openxmlformats.org/drawingml/2006/main">
              <a:ext uri="{FF2B5EF4-FFF2-40B4-BE49-F238E27FC236}">
                <a16:creationId xmlns:a16="http://schemas.microsoft.com/office/drawing/2014/main" id="{6D65B2E1-33B5-4ED6-9F75-94D139B11C6F}"/>
              </a:ext>
            </a:extLst>
          </p:cNvPr>
          <p:cNvSpPr>
            <a:spLocks xmlns:a="http://schemas.openxmlformats.org/drawingml/2006/main" noGrp="1"/>
          </p:cNvSpPr>
          <p:nvPr/>
        </p:nvSpPr>
        <p:spPr>
          <a:xfrm xmlns:a="http://schemas.openxmlformats.org/drawingml/2006/main">
            <a:off x="1104519" y="5005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4-comparison / n81">
            <a:extLst xmlns:a="http://schemas.openxmlformats.org/drawingml/2006/main">
              <a:ext uri="{FF2B5EF4-FFF2-40B4-BE49-F238E27FC236}">
                <a16:creationId xmlns:a16="http://schemas.microsoft.com/office/drawing/2014/main" id="{DBF89EBE-8F54-48F7-838E-4E731BA9B616}"/>
              </a:ext>
            </a:extLst>
          </p:cNvPr>
          <p:cNvSpPr>
            <a:spLocks xmlns:a="http://schemas.openxmlformats.org/drawingml/2006/main" noGrp="1"/>
          </p:cNvSpPr>
          <p:nvPr/>
        </p:nvSpPr>
        <p:spPr>
          <a:xfrm xmlns:a="http://schemas.openxmlformats.org/drawingml/2006/main">
            <a:off x="485775" y="5124450"/>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4" name="dp44-comparison / n82 / text 1">
            <a:extLst xmlns:a="http://schemas.openxmlformats.org/drawingml/2006/main">
              <a:ext uri="{FF2B5EF4-FFF2-40B4-BE49-F238E27FC236}">
                <a16:creationId xmlns:a16="http://schemas.microsoft.com/office/drawing/2014/main" id="{83062F93-D7AB-4AAD-B9B2-10A71AACB2D0}"/>
              </a:ext>
            </a:extLst>
          </p:cNvPr>
          <p:cNvSpPr>
            <a:spLocks xmlns:a="http://schemas.openxmlformats.org/drawingml/2006/main" noGrp="1"/>
          </p:cNvSpPr>
          <p:nvPr/>
        </p:nvSpPr>
        <p:spPr>
          <a:xfrm xmlns:a="http://schemas.openxmlformats.org/drawingml/2006/main">
            <a:off x="504825" y="51339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요청 / 전달</a:t>
            </a:r>
          </a:p>
        </p:txBody>
      </p:sp>
      <p:sp>
        <p:nvSpPr>
          <p:cNvPr id="85" name="dp44-comparison / n83 / path">
            <a:extLst xmlns:a="http://schemas.openxmlformats.org/drawingml/2006/main">
              <a:ext uri="{FF2B5EF4-FFF2-40B4-BE49-F238E27FC236}">
                <a16:creationId xmlns:a16="http://schemas.microsoft.com/office/drawing/2014/main" id="{1B2702C7-DC6A-415F-8238-AFB2A3A32A9E}"/>
              </a:ext>
            </a:extLst>
          </p:cNvPr>
          <p:cNvSpPr>
            <a:spLocks xmlns:a="http://schemas.openxmlformats.org/drawingml/2006/main" noGrp="1"/>
          </p:cNvSpPr>
          <p:nvPr/>
        </p:nvSpPr>
        <p:spPr>
          <a:xfrm xmlns:a="http://schemas.openxmlformats.org/drawingml/2006/main">
            <a:off x="514350" y="56388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6" name="dp44-comparison / n83 / arrow">
            <a:extLst xmlns:a="http://schemas.openxmlformats.org/drawingml/2006/main">
              <a:ext uri="{FF2B5EF4-FFF2-40B4-BE49-F238E27FC236}">
                <a16:creationId xmlns:a16="http://schemas.microsoft.com/office/drawing/2014/main" id="{2F41D136-7B6E-4D10-A052-E9C83EB516CA}"/>
              </a:ext>
            </a:extLst>
          </p:cNvPr>
          <p:cNvSpPr>
            <a:spLocks xmlns:a="http://schemas.openxmlformats.org/drawingml/2006/main" noGrp="1"/>
          </p:cNvSpPr>
          <p:nvPr/>
        </p:nvSpPr>
        <p:spPr>
          <a:xfrm xmlns:a="http://schemas.openxmlformats.org/drawingml/2006/main">
            <a:off x="1104519" y="56052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4-comparison / n84">
            <a:extLst xmlns:a="http://schemas.openxmlformats.org/drawingml/2006/main">
              <a:ext uri="{FF2B5EF4-FFF2-40B4-BE49-F238E27FC236}">
                <a16:creationId xmlns:a16="http://schemas.microsoft.com/office/drawing/2014/main" id="{C8EB70D2-1A5D-4669-9E86-DAF68C0CAAEE}"/>
              </a:ext>
            </a:extLst>
          </p:cNvPr>
          <p:cNvSpPr>
            <a:spLocks xmlns:a="http://schemas.openxmlformats.org/drawingml/2006/main" noGrp="1"/>
          </p:cNvSpPr>
          <p:nvPr/>
        </p:nvSpPr>
        <p:spPr>
          <a:xfrm xmlns:a="http://schemas.openxmlformats.org/drawingml/2006/main">
            <a:off x="485775" y="5724525"/>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8" name="dp44-comparison / n85 / text 1">
            <a:extLst xmlns:a="http://schemas.openxmlformats.org/drawingml/2006/main">
              <a:ext uri="{FF2B5EF4-FFF2-40B4-BE49-F238E27FC236}">
                <a16:creationId xmlns:a16="http://schemas.microsoft.com/office/drawing/2014/main" id="{250FEE92-B9A0-433C-AC51-BEAA8A4CA4FB}"/>
              </a:ext>
            </a:extLst>
          </p:cNvPr>
          <p:cNvSpPr>
            <a:spLocks xmlns:a="http://schemas.openxmlformats.org/drawingml/2006/main" noGrp="1"/>
          </p:cNvSpPr>
          <p:nvPr/>
        </p:nvSpPr>
        <p:spPr>
          <a:xfrm xmlns:a="http://schemas.openxmlformats.org/drawingml/2006/main">
            <a:off x="504825" y="57340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응답 / 반환</a:t>
            </a:r>
          </a:p>
        </p:txBody>
      </p:sp>
      <p:sp>
        <p:nvSpPr>
          <p:cNvPr id="89" name="dp44-comparison / n86">
            <a:extLst xmlns:a="http://schemas.openxmlformats.org/drawingml/2006/main">
              <a:ext uri="{FF2B5EF4-FFF2-40B4-BE49-F238E27FC236}">
                <a16:creationId xmlns:a16="http://schemas.microsoft.com/office/drawing/2014/main" id="{02CFC5A5-E351-498A-AD8B-4B8B853FDFED}"/>
              </a:ext>
            </a:extLst>
          </p:cNvPr>
          <p:cNvSpPr>
            <a:spLocks xmlns:a="http://schemas.openxmlformats.org/drawingml/2006/main" noGrp="1"/>
          </p:cNvSpPr>
          <p:nvPr/>
        </p:nvSpPr>
        <p:spPr>
          <a:xfrm xmlns:a="http://schemas.openxmlformats.org/drawingml/2006/main">
            <a:off x="485775" y="7286625"/>
            <a:ext cx="569595" cy="2514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4-comparison / n87 / text 1">
            <a:extLst xmlns:a="http://schemas.openxmlformats.org/drawingml/2006/main">
              <a:ext uri="{FF2B5EF4-FFF2-40B4-BE49-F238E27FC236}">
                <a16:creationId xmlns:a16="http://schemas.microsoft.com/office/drawing/2014/main" id="{AB1838B5-01E7-44BA-9E53-415E1DD8BFD5}"/>
              </a:ext>
            </a:extLst>
          </p:cNvPr>
          <p:cNvSpPr>
            <a:spLocks xmlns:a="http://schemas.openxmlformats.org/drawingml/2006/main" noGrp="1"/>
          </p:cNvSpPr>
          <p:nvPr/>
        </p:nvSpPr>
        <p:spPr>
          <a:xfrm xmlns:a="http://schemas.openxmlformats.org/drawingml/2006/main">
            <a:off x="504825" y="7296150"/>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흰색</a:t>
            </a:r>
          </a:p>
        </p:txBody>
      </p:sp>
      <p:sp>
        <p:nvSpPr>
          <p:cNvPr id="91" name="dp44-comparison / n87 / text 2">
            <a:extLst xmlns:a="http://schemas.openxmlformats.org/drawingml/2006/main">
              <a:ext uri="{FF2B5EF4-FFF2-40B4-BE49-F238E27FC236}">
                <a16:creationId xmlns:a16="http://schemas.microsoft.com/office/drawing/2014/main" id="{887138E9-6D8A-4758-9F31-11D6F37F3065}"/>
              </a:ext>
            </a:extLst>
          </p:cNvPr>
          <p:cNvSpPr>
            <a:spLocks xmlns:a="http://schemas.openxmlformats.org/drawingml/2006/main" noGrp="1"/>
          </p:cNvSpPr>
          <p:nvPr/>
        </p:nvSpPr>
        <p:spPr>
          <a:xfrm xmlns:a="http://schemas.openxmlformats.org/drawingml/2006/main">
            <a:off x="504825" y="7407593"/>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검정 테두리</a:t>
            </a:r>
          </a:p>
        </p:txBody>
      </p:sp>
      <p:sp>
        <p:nvSpPr>
          <p:cNvPr id="92" name="dp44-comparison / n88">
            <a:extLst xmlns:a="http://schemas.openxmlformats.org/drawingml/2006/main">
              <a:ext uri="{FF2B5EF4-FFF2-40B4-BE49-F238E27FC236}">
                <a16:creationId xmlns:a16="http://schemas.microsoft.com/office/drawing/2014/main" id="{C3DB22FF-4114-4A71-AF72-9F50EF72A835}"/>
              </a:ext>
            </a:extLst>
          </p:cNvPr>
          <p:cNvSpPr>
            <a:spLocks xmlns:a="http://schemas.openxmlformats.org/drawingml/2006/main" noGrp="1"/>
          </p:cNvSpPr>
          <p:nvPr/>
        </p:nvSpPr>
        <p:spPr>
          <a:xfrm xmlns:a="http://schemas.openxmlformats.org/drawingml/2006/main">
            <a:off x="160401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93" name="dp44-comparison / n89 / text 1">
            <a:extLst xmlns:a="http://schemas.openxmlformats.org/drawingml/2006/main">
              <a:ext uri="{FF2B5EF4-FFF2-40B4-BE49-F238E27FC236}">
                <a16:creationId xmlns:a16="http://schemas.microsoft.com/office/drawing/2014/main" id="{D7F5248A-08D6-4CC5-B15A-552C1BE21096}"/>
              </a:ext>
            </a:extLst>
          </p:cNvPr>
          <p:cNvSpPr>
            <a:spLocks xmlns:a="http://schemas.openxmlformats.org/drawingml/2006/main" noGrp="1"/>
          </p:cNvSpPr>
          <p:nvPr/>
        </p:nvSpPr>
        <p:spPr>
          <a:xfrm xmlns:a="http://schemas.openxmlformats.org/drawingml/2006/main">
            <a:off x="164868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94" name="dp44-comparison / n90">
            <a:extLst xmlns:a="http://schemas.openxmlformats.org/drawingml/2006/main">
              <a:ext uri="{FF2B5EF4-FFF2-40B4-BE49-F238E27FC236}">
                <a16:creationId xmlns:a16="http://schemas.microsoft.com/office/drawing/2014/main" id="{95CDB5C6-0D26-43D1-8F44-24A710634AE4}"/>
              </a:ext>
            </a:extLst>
          </p:cNvPr>
          <p:cNvSpPr>
            <a:spLocks xmlns:a="http://schemas.openxmlformats.org/drawingml/2006/main" noGrp="1"/>
          </p:cNvSpPr>
          <p:nvPr/>
        </p:nvSpPr>
        <p:spPr>
          <a:xfrm xmlns:a="http://schemas.openxmlformats.org/drawingml/2006/main">
            <a:off x="160401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95" name="dp44-comparison / n91 / text 1">
            <a:extLst xmlns:a="http://schemas.openxmlformats.org/drawingml/2006/main">
              <a:ext uri="{FF2B5EF4-FFF2-40B4-BE49-F238E27FC236}">
                <a16:creationId xmlns:a16="http://schemas.microsoft.com/office/drawing/2014/main" id="{4F4FA75D-60F0-4FB7-AE39-48E7D9391B4C}"/>
              </a:ext>
            </a:extLst>
          </p:cNvPr>
          <p:cNvSpPr>
            <a:spLocks xmlns:a="http://schemas.openxmlformats.org/drawingml/2006/main" noGrp="1"/>
          </p:cNvSpPr>
          <p:nvPr/>
        </p:nvSpPr>
        <p:spPr>
          <a:xfrm xmlns:a="http://schemas.openxmlformats.org/drawingml/2006/main">
            <a:off x="168059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96" name="dp44-comparison / n92">
            <a:extLst xmlns:a="http://schemas.openxmlformats.org/drawingml/2006/main">
              <a:ext uri="{FF2B5EF4-FFF2-40B4-BE49-F238E27FC236}">
                <a16:creationId xmlns:a16="http://schemas.microsoft.com/office/drawing/2014/main" id="{681FC625-8631-47E2-839F-81D014C4A41A}"/>
              </a:ext>
            </a:extLst>
          </p:cNvPr>
          <p:cNvSpPr>
            <a:spLocks xmlns:a="http://schemas.openxmlformats.org/drawingml/2006/main" noGrp="1"/>
          </p:cNvSpPr>
          <p:nvPr/>
        </p:nvSpPr>
        <p:spPr>
          <a:xfrm xmlns:a="http://schemas.openxmlformats.org/drawingml/2006/main">
            <a:off x="169973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7" name="dp44-comparison / n93 / text 1">
            <a:extLst xmlns:a="http://schemas.openxmlformats.org/drawingml/2006/main">
              <a:ext uri="{FF2B5EF4-FFF2-40B4-BE49-F238E27FC236}">
                <a16:creationId xmlns:a16="http://schemas.microsoft.com/office/drawing/2014/main" id="{D29960B4-CF06-488B-8672-820B4F9B5411}"/>
              </a:ext>
            </a:extLst>
          </p:cNvPr>
          <p:cNvSpPr>
            <a:spLocks xmlns:a="http://schemas.openxmlformats.org/drawingml/2006/main" noGrp="1"/>
          </p:cNvSpPr>
          <p:nvPr/>
        </p:nvSpPr>
        <p:spPr>
          <a:xfrm xmlns:a="http://schemas.openxmlformats.org/drawingml/2006/main">
            <a:off x="1744408"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98" name="dp44-comparison / n94">
            <a:extLst xmlns:a="http://schemas.openxmlformats.org/drawingml/2006/main">
              <a:ext uri="{FF2B5EF4-FFF2-40B4-BE49-F238E27FC236}">
                <a16:creationId xmlns:a16="http://schemas.microsoft.com/office/drawing/2014/main" id="{D677BDC3-9007-4B93-A136-F8DD04B69B36}"/>
              </a:ext>
            </a:extLst>
          </p:cNvPr>
          <p:cNvSpPr>
            <a:spLocks xmlns:a="http://schemas.openxmlformats.org/drawingml/2006/main" noGrp="1"/>
          </p:cNvSpPr>
          <p:nvPr/>
        </p:nvSpPr>
        <p:spPr>
          <a:xfrm xmlns:a="http://schemas.openxmlformats.org/drawingml/2006/main">
            <a:off x="2739961"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9" name="dp44-comparison / n95 / text 1">
            <a:extLst xmlns:a="http://schemas.openxmlformats.org/drawingml/2006/main">
              <a:ext uri="{FF2B5EF4-FFF2-40B4-BE49-F238E27FC236}">
                <a16:creationId xmlns:a16="http://schemas.microsoft.com/office/drawing/2014/main" id="{82FF6910-7B4D-4C16-82E7-95290A1A544A}"/>
              </a:ext>
            </a:extLst>
          </p:cNvPr>
          <p:cNvSpPr>
            <a:spLocks xmlns:a="http://schemas.openxmlformats.org/drawingml/2006/main" noGrp="1"/>
          </p:cNvSpPr>
          <p:nvPr/>
        </p:nvSpPr>
        <p:spPr>
          <a:xfrm xmlns:a="http://schemas.openxmlformats.org/drawingml/2006/main">
            <a:off x="278463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100" name="dp44-comparison / n95 / text 2">
            <a:extLst xmlns:a="http://schemas.openxmlformats.org/drawingml/2006/main">
              <a:ext uri="{FF2B5EF4-FFF2-40B4-BE49-F238E27FC236}">
                <a16:creationId xmlns:a16="http://schemas.microsoft.com/office/drawing/2014/main" id="{26B4E667-63C2-4DDB-8847-9C07FA44D340}"/>
              </a:ext>
            </a:extLst>
          </p:cNvPr>
          <p:cNvSpPr>
            <a:spLocks xmlns:a="http://schemas.openxmlformats.org/drawingml/2006/main" noGrp="1"/>
          </p:cNvSpPr>
          <p:nvPr/>
        </p:nvSpPr>
        <p:spPr>
          <a:xfrm xmlns:a="http://schemas.openxmlformats.org/drawingml/2006/main">
            <a:off x="278463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101" name="dp44-comparison / n96">
            <a:extLst xmlns:a="http://schemas.openxmlformats.org/drawingml/2006/main">
              <a:ext uri="{FF2B5EF4-FFF2-40B4-BE49-F238E27FC236}">
                <a16:creationId xmlns:a16="http://schemas.microsoft.com/office/drawing/2014/main" id="{DA43C3C6-E40A-48F6-9162-7660CDE488FD}"/>
              </a:ext>
            </a:extLst>
          </p:cNvPr>
          <p:cNvSpPr>
            <a:spLocks xmlns:a="http://schemas.openxmlformats.org/drawingml/2006/main" noGrp="1"/>
          </p:cNvSpPr>
          <p:nvPr/>
        </p:nvSpPr>
        <p:spPr>
          <a:xfrm xmlns:a="http://schemas.openxmlformats.org/drawingml/2006/main">
            <a:off x="169973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2" name="dp44-comparison / n97 / text 1">
            <a:extLst xmlns:a="http://schemas.openxmlformats.org/drawingml/2006/main">
              <a:ext uri="{FF2B5EF4-FFF2-40B4-BE49-F238E27FC236}">
                <a16:creationId xmlns:a16="http://schemas.microsoft.com/office/drawing/2014/main" id="{B0632290-79CA-4B86-9DF0-8622A76D75F4}"/>
              </a:ext>
            </a:extLst>
          </p:cNvPr>
          <p:cNvSpPr>
            <a:spLocks xmlns:a="http://schemas.openxmlformats.org/drawingml/2006/main" noGrp="1"/>
          </p:cNvSpPr>
          <p:nvPr/>
        </p:nvSpPr>
        <p:spPr>
          <a:xfrm xmlns:a="http://schemas.openxmlformats.org/drawingml/2006/main">
            <a:off x="1744408"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103" name="dp44-comparison / n97 / text 2">
            <a:extLst xmlns:a="http://schemas.openxmlformats.org/drawingml/2006/main">
              <a:ext uri="{FF2B5EF4-FFF2-40B4-BE49-F238E27FC236}">
                <a16:creationId xmlns:a16="http://schemas.microsoft.com/office/drawing/2014/main" id="{5C06D15C-A0E0-4A60-8EA3-84B33E3375C9}"/>
              </a:ext>
            </a:extLst>
          </p:cNvPr>
          <p:cNvSpPr>
            <a:spLocks xmlns:a="http://schemas.openxmlformats.org/drawingml/2006/main" noGrp="1"/>
          </p:cNvSpPr>
          <p:nvPr/>
        </p:nvSpPr>
        <p:spPr>
          <a:xfrm xmlns:a="http://schemas.openxmlformats.org/drawingml/2006/main">
            <a:off x="1744408"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104" name="dp44-comparison / n98">
            <a:extLst xmlns:a="http://schemas.openxmlformats.org/drawingml/2006/main">
              <a:ext uri="{FF2B5EF4-FFF2-40B4-BE49-F238E27FC236}">
                <a16:creationId xmlns:a16="http://schemas.microsoft.com/office/drawing/2014/main" id="{B5D6E019-140A-4705-9C7D-825C8AD46214}"/>
              </a:ext>
            </a:extLst>
          </p:cNvPr>
          <p:cNvSpPr>
            <a:spLocks xmlns:a="http://schemas.openxmlformats.org/drawingml/2006/main" noGrp="1"/>
          </p:cNvSpPr>
          <p:nvPr/>
        </p:nvSpPr>
        <p:spPr>
          <a:xfrm xmlns:a="http://schemas.openxmlformats.org/drawingml/2006/main">
            <a:off x="2739961"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5" name="dp44-comparison / n99 / text 1">
            <a:extLst xmlns:a="http://schemas.openxmlformats.org/drawingml/2006/main">
              <a:ext uri="{FF2B5EF4-FFF2-40B4-BE49-F238E27FC236}">
                <a16:creationId xmlns:a16="http://schemas.microsoft.com/office/drawing/2014/main" id="{0ACAB3F1-473C-4F6F-9984-03D3DB4E8346}"/>
              </a:ext>
            </a:extLst>
          </p:cNvPr>
          <p:cNvSpPr>
            <a:spLocks xmlns:a="http://schemas.openxmlformats.org/drawingml/2006/main" noGrp="1"/>
          </p:cNvSpPr>
          <p:nvPr/>
        </p:nvSpPr>
        <p:spPr>
          <a:xfrm xmlns:a="http://schemas.openxmlformats.org/drawingml/2006/main">
            <a:off x="278463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106" name="dp44-comparison / n99 / text 2">
            <a:extLst xmlns:a="http://schemas.openxmlformats.org/drawingml/2006/main">
              <a:ext uri="{FF2B5EF4-FFF2-40B4-BE49-F238E27FC236}">
                <a16:creationId xmlns:a16="http://schemas.microsoft.com/office/drawing/2014/main" id="{30549983-D064-4314-B843-D68A45420FD5}"/>
              </a:ext>
            </a:extLst>
          </p:cNvPr>
          <p:cNvSpPr>
            <a:spLocks xmlns:a="http://schemas.openxmlformats.org/drawingml/2006/main" noGrp="1"/>
          </p:cNvSpPr>
          <p:nvPr/>
        </p:nvSpPr>
        <p:spPr>
          <a:xfrm xmlns:a="http://schemas.openxmlformats.org/drawingml/2006/main">
            <a:off x="278463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107" name="dp44-comparison / n100">
            <a:extLst xmlns:a="http://schemas.openxmlformats.org/drawingml/2006/main">
              <a:ext uri="{FF2B5EF4-FFF2-40B4-BE49-F238E27FC236}">
                <a16:creationId xmlns:a16="http://schemas.microsoft.com/office/drawing/2014/main" id="{E4077B11-0710-4999-B57B-680018BBEE2F}"/>
              </a:ext>
            </a:extLst>
          </p:cNvPr>
          <p:cNvSpPr>
            <a:spLocks xmlns:a="http://schemas.openxmlformats.org/drawingml/2006/main" noGrp="1"/>
          </p:cNvSpPr>
          <p:nvPr/>
        </p:nvSpPr>
        <p:spPr>
          <a:xfrm xmlns:a="http://schemas.openxmlformats.org/drawingml/2006/main">
            <a:off x="214645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08" name="dp44-comparison / n101 / text 1">
            <a:extLst xmlns:a="http://schemas.openxmlformats.org/drawingml/2006/main">
              <a:ext uri="{FF2B5EF4-FFF2-40B4-BE49-F238E27FC236}">
                <a16:creationId xmlns:a16="http://schemas.microsoft.com/office/drawing/2014/main" id="{419A0619-84F7-4F25-B2B1-A75AF858301F}"/>
              </a:ext>
            </a:extLst>
          </p:cNvPr>
          <p:cNvSpPr>
            <a:spLocks xmlns:a="http://schemas.openxmlformats.org/drawingml/2006/main" noGrp="1"/>
          </p:cNvSpPr>
          <p:nvPr/>
        </p:nvSpPr>
        <p:spPr>
          <a:xfrm xmlns:a="http://schemas.openxmlformats.org/drawingml/2006/main">
            <a:off x="219113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109" name="dp44-comparison / n102">
            <a:extLst xmlns:a="http://schemas.openxmlformats.org/drawingml/2006/main">
              <a:ext uri="{FF2B5EF4-FFF2-40B4-BE49-F238E27FC236}">
                <a16:creationId xmlns:a16="http://schemas.microsoft.com/office/drawing/2014/main" id="{D4544353-D502-445D-AB38-9FF777D723B5}"/>
              </a:ext>
            </a:extLst>
          </p:cNvPr>
          <p:cNvSpPr>
            <a:spLocks xmlns:a="http://schemas.openxmlformats.org/drawingml/2006/main" noGrp="1"/>
          </p:cNvSpPr>
          <p:nvPr/>
        </p:nvSpPr>
        <p:spPr>
          <a:xfrm xmlns:a="http://schemas.openxmlformats.org/drawingml/2006/main">
            <a:off x="434816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0" name="dp44-comparison / n103 / text 1">
            <a:extLst xmlns:a="http://schemas.openxmlformats.org/drawingml/2006/main">
              <a:ext uri="{FF2B5EF4-FFF2-40B4-BE49-F238E27FC236}">
                <a16:creationId xmlns:a16="http://schemas.microsoft.com/office/drawing/2014/main" id="{1C0B637D-BCF3-430A-8EC5-5346339E014B}"/>
              </a:ext>
            </a:extLst>
          </p:cNvPr>
          <p:cNvSpPr>
            <a:spLocks xmlns:a="http://schemas.openxmlformats.org/drawingml/2006/main" noGrp="1"/>
          </p:cNvSpPr>
          <p:nvPr/>
        </p:nvSpPr>
        <p:spPr>
          <a:xfrm xmlns:a="http://schemas.openxmlformats.org/drawingml/2006/main">
            <a:off x="442474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111" name="dp44-comparison / n104">
            <a:extLst xmlns:a="http://schemas.openxmlformats.org/drawingml/2006/main">
              <a:ext uri="{FF2B5EF4-FFF2-40B4-BE49-F238E27FC236}">
                <a16:creationId xmlns:a16="http://schemas.microsoft.com/office/drawing/2014/main" id="{80E5D603-348E-4529-A561-70A2FD4F314B}"/>
              </a:ext>
            </a:extLst>
          </p:cNvPr>
          <p:cNvSpPr>
            <a:spLocks xmlns:a="http://schemas.openxmlformats.org/drawingml/2006/main" noGrp="1"/>
          </p:cNvSpPr>
          <p:nvPr/>
        </p:nvSpPr>
        <p:spPr>
          <a:xfrm xmlns:a="http://schemas.openxmlformats.org/drawingml/2006/main">
            <a:off x="4475798" y="3152204"/>
            <a:ext cx="1786890" cy="382905"/>
          </a:xfrm>
          <a:prstGeom xmlns:a="http://schemas.openxmlformats.org/drawingml/2006/main" prst="roundRect">
            <a:avLst>
              <a:gd name="adj" fmla="val 19900"/>
            </a:avLst>
          </a:prstGeom>
          <a:solidFill xmlns:a="http://schemas.openxmlformats.org/drawingml/2006/main">
            <a:srgbClr val="FFF0DD"/>
          </a:solidFill>
          <a:ln xmlns:a="http://schemas.openxmlformats.org/drawingml/2006/main" w="11487">
            <a:solidFill>
              <a:srgbClr val="B8753F"/>
            </a:solidFill>
            <a:prstDash val="solid"/>
          </a:ln>
        </p:spPr>
      </p:sp>
      <p:sp>
        <p:nvSpPr>
          <p:cNvPr id="112" name="dp44-comparison / n105 / text 1">
            <a:extLst xmlns:a="http://schemas.openxmlformats.org/drawingml/2006/main">
              <a:ext uri="{FF2B5EF4-FFF2-40B4-BE49-F238E27FC236}">
                <a16:creationId xmlns:a16="http://schemas.microsoft.com/office/drawing/2014/main" id="{B9A80344-EEF4-40DA-BBA8-EA6063415126}"/>
              </a:ext>
            </a:extLst>
          </p:cNvPr>
          <p:cNvSpPr>
            <a:spLocks xmlns:a="http://schemas.openxmlformats.org/drawingml/2006/main" noGrp="1"/>
          </p:cNvSpPr>
          <p:nvPr/>
        </p:nvSpPr>
        <p:spPr>
          <a:xfrm xmlns:a="http://schemas.openxmlformats.org/drawingml/2006/main">
            <a:off x="4520470" y="3261523"/>
            <a:ext cx="1697546"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Dialogue Dispatcher</a:t>
            </a:r>
          </a:p>
        </p:txBody>
      </p:sp>
      <p:sp>
        <p:nvSpPr>
          <p:cNvPr id="113" name="dp44-comparison / n106">
            <a:extLst xmlns:a="http://schemas.openxmlformats.org/drawingml/2006/main">
              <a:ext uri="{FF2B5EF4-FFF2-40B4-BE49-F238E27FC236}">
                <a16:creationId xmlns:a16="http://schemas.microsoft.com/office/drawing/2014/main" id="{53001492-F1A7-4437-A65D-95EDB371A4F8}"/>
              </a:ext>
            </a:extLst>
          </p:cNvPr>
          <p:cNvSpPr>
            <a:spLocks xmlns:a="http://schemas.openxmlformats.org/drawingml/2006/main" noGrp="1"/>
          </p:cNvSpPr>
          <p:nvPr/>
        </p:nvSpPr>
        <p:spPr>
          <a:xfrm xmlns:a="http://schemas.openxmlformats.org/drawingml/2006/main">
            <a:off x="6645593" y="3152204"/>
            <a:ext cx="1946434" cy="446723"/>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114" name="dp44-comparison / n107 / text 1">
            <a:extLst xmlns:a="http://schemas.openxmlformats.org/drawingml/2006/main">
              <a:ext uri="{FF2B5EF4-FFF2-40B4-BE49-F238E27FC236}">
                <a16:creationId xmlns:a16="http://schemas.microsoft.com/office/drawing/2014/main" id="{DD6E548E-D779-4D6A-9914-12A14A3DF13A}"/>
              </a:ext>
            </a:extLst>
          </p:cNvPr>
          <p:cNvSpPr>
            <a:spLocks xmlns:a="http://schemas.openxmlformats.org/drawingml/2006/main" noGrp="1"/>
          </p:cNvSpPr>
          <p:nvPr/>
        </p:nvSpPr>
        <p:spPr>
          <a:xfrm xmlns:a="http://schemas.openxmlformats.org/drawingml/2006/main">
            <a:off x="6690265" y="3326425"/>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Dialogue Progress State</a:t>
            </a:r>
          </a:p>
        </p:txBody>
      </p:sp>
      <p:sp>
        <p:nvSpPr>
          <p:cNvPr id="115" name="dp44-comparison / n108">
            <a:extLst xmlns:a="http://schemas.openxmlformats.org/drawingml/2006/main">
              <a:ext uri="{FF2B5EF4-FFF2-40B4-BE49-F238E27FC236}">
                <a16:creationId xmlns:a16="http://schemas.microsoft.com/office/drawing/2014/main" id="{96EB43FE-1995-4C1A-A917-B2B8E832979F}"/>
              </a:ext>
            </a:extLst>
          </p:cNvPr>
          <p:cNvSpPr>
            <a:spLocks xmlns:a="http://schemas.openxmlformats.org/drawingml/2006/main" noGrp="1"/>
          </p:cNvSpPr>
          <p:nvPr/>
        </p:nvSpPr>
        <p:spPr>
          <a:xfrm xmlns:a="http://schemas.openxmlformats.org/drawingml/2006/main">
            <a:off x="160401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6" name="dp44-comparison / n109 / text 1">
            <a:extLst xmlns:a="http://schemas.openxmlformats.org/drawingml/2006/main">
              <a:ext uri="{FF2B5EF4-FFF2-40B4-BE49-F238E27FC236}">
                <a16:creationId xmlns:a16="http://schemas.microsoft.com/office/drawing/2014/main" id="{AD712517-3A37-4609-823F-30671C0E3175}"/>
              </a:ext>
            </a:extLst>
          </p:cNvPr>
          <p:cNvSpPr>
            <a:spLocks xmlns:a="http://schemas.openxmlformats.org/drawingml/2006/main" noGrp="1"/>
          </p:cNvSpPr>
          <p:nvPr/>
        </p:nvSpPr>
        <p:spPr>
          <a:xfrm xmlns:a="http://schemas.openxmlformats.org/drawingml/2006/main">
            <a:off x="164868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117" name="dp44-comparison / n110">
            <a:extLst xmlns:a="http://schemas.openxmlformats.org/drawingml/2006/main">
              <a:ext uri="{FF2B5EF4-FFF2-40B4-BE49-F238E27FC236}">
                <a16:creationId xmlns:a16="http://schemas.microsoft.com/office/drawing/2014/main" id="{EB292B0B-93D6-4983-9D6C-C49C986773BF}"/>
              </a:ext>
            </a:extLst>
          </p:cNvPr>
          <p:cNvSpPr>
            <a:spLocks xmlns:a="http://schemas.openxmlformats.org/drawingml/2006/main" noGrp="1"/>
          </p:cNvSpPr>
          <p:nvPr/>
        </p:nvSpPr>
        <p:spPr>
          <a:xfrm xmlns:a="http://schemas.openxmlformats.org/drawingml/2006/main">
            <a:off x="160401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8" name="dp44-comparison / n111 / text 1">
            <a:extLst xmlns:a="http://schemas.openxmlformats.org/drawingml/2006/main">
              <a:ext uri="{FF2B5EF4-FFF2-40B4-BE49-F238E27FC236}">
                <a16:creationId xmlns:a16="http://schemas.microsoft.com/office/drawing/2014/main" id="{F612E0A3-B668-44F1-B493-1E630C35DE9C}"/>
              </a:ext>
            </a:extLst>
          </p:cNvPr>
          <p:cNvSpPr>
            <a:spLocks xmlns:a="http://schemas.openxmlformats.org/drawingml/2006/main" noGrp="1"/>
          </p:cNvSpPr>
          <p:nvPr/>
        </p:nvSpPr>
        <p:spPr>
          <a:xfrm xmlns:a="http://schemas.openxmlformats.org/drawingml/2006/main">
            <a:off x="164868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119" name="dp44-comparison / n112">
            <a:extLst xmlns:a="http://schemas.openxmlformats.org/drawingml/2006/main">
              <a:ext uri="{FF2B5EF4-FFF2-40B4-BE49-F238E27FC236}">
                <a16:creationId xmlns:a16="http://schemas.microsoft.com/office/drawing/2014/main" id="{AF507707-276A-439E-9486-50DA0B6B309A}"/>
              </a:ext>
            </a:extLst>
          </p:cNvPr>
          <p:cNvSpPr>
            <a:spLocks xmlns:a="http://schemas.openxmlformats.org/drawingml/2006/main" noGrp="1"/>
          </p:cNvSpPr>
          <p:nvPr/>
        </p:nvSpPr>
        <p:spPr>
          <a:xfrm xmlns:a="http://schemas.openxmlformats.org/drawingml/2006/main">
            <a:off x="422052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20" name="dp44-comparison / n113 / text 1">
            <a:extLst xmlns:a="http://schemas.openxmlformats.org/drawingml/2006/main">
              <a:ext uri="{FF2B5EF4-FFF2-40B4-BE49-F238E27FC236}">
                <a16:creationId xmlns:a16="http://schemas.microsoft.com/office/drawing/2014/main" id="{B0F92A3F-0884-47E6-96C3-760460849125}"/>
              </a:ext>
            </a:extLst>
          </p:cNvPr>
          <p:cNvSpPr>
            <a:spLocks xmlns:a="http://schemas.openxmlformats.org/drawingml/2006/main" noGrp="1"/>
          </p:cNvSpPr>
          <p:nvPr/>
        </p:nvSpPr>
        <p:spPr>
          <a:xfrm xmlns:a="http://schemas.openxmlformats.org/drawingml/2006/main">
            <a:off x="429710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121" name="dp44-comparison / n114">
            <a:extLst xmlns:a="http://schemas.openxmlformats.org/drawingml/2006/main">
              <a:ext uri="{FF2B5EF4-FFF2-40B4-BE49-F238E27FC236}">
                <a16:creationId xmlns:a16="http://schemas.microsoft.com/office/drawing/2014/main" id="{94699784-436B-4428-A976-3C4E53DD65A3}"/>
              </a:ext>
            </a:extLst>
          </p:cNvPr>
          <p:cNvSpPr>
            <a:spLocks xmlns:a="http://schemas.openxmlformats.org/drawingml/2006/main" noGrp="1"/>
          </p:cNvSpPr>
          <p:nvPr/>
        </p:nvSpPr>
        <p:spPr>
          <a:xfrm xmlns:a="http://schemas.openxmlformats.org/drawingml/2006/main">
            <a:off x="431625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122" name="dp44-comparison / n115 / text 1">
            <a:extLst xmlns:a="http://schemas.openxmlformats.org/drawingml/2006/main">
              <a:ext uri="{FF2B5EF4-FFF2-40B4-BE49-F238E27FC236}">
                <a16:creationId xmlns:a16="http://schemas.microsoft.com/office/drawing/2014/main" id="{4F19E2B3-A714-46B0-AB1A-488BE9226CA8}"/>
              </a:ext>
            </a:extLst>
          </p:cNvPr>
          <p:cNvSpPr>
            <a:spLocks xmlns:a="http://schemas.openxmlformats.org/drawingml/2006/main" noGrp="1"/>
          </p:cNvSpPr>
          <p:nvPr/>
        </p:nvSpPr>
        <p:spPr>
          <a:xfrm xmlns:a="http://schemas.openxmlformats.org/drawingml/2006/main">
            <a:off x="436092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123" name="dp44-comparison / n115 / text 2">
            <a:extLst xmlns:a="http://schemas.openxmlformats.org/drawingml/2006/main">
              <a:ext uri="{FF2B5EF4-FFF2-40B4-BE49-F238E27FC236}">
                <a16:creationId xmlns:a16="http://schemas.microsoft.com/office/drawing/2014/main" id="{28453DAC-5ECA-4865-A528-D93C710FBA54}"/>
              </a:ext>
            </a:extLst>
          </p:cNvPr>
          <p:cNvSpPr>
            <a:spLocks xmlns:a="http://schemas.openxmlformats.org/drawingml/2006/main" noGrp="1"/>
          </p:cNvSpPr>
          <p:nvPr/>
        </p:nvSpPr>
        <p:spPr>
          <a:xfrm xmlns:a="http://schemas.openxmlformats.org/drawingml/2006/main">
            <a:off x="436092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124" name="dp44-comparison / n116">
            <a:extLst xmlns:a="http://schemas.openxmlformats.org/drawingml/2006/main">
              <a:ext uri="{FF2B5EF4-FFF2-40B4-BE49-F238E27FC236}">
                <a16:creationId xmlns:a16="http://schemas.microsoft.com/office/drawing/2014/main" id="{C26AFD5A-ECF1-4564-B812-2F00B2869C64}"/>
              </a:ext>
            </a:extLst>
          </p:cNvPr>
          <p:cNvSpPr>
            <a:spLocks xmlns:a="http://schemas.openxmlformats.org/drawingml/2006/main" noGrp="1"/>
          </p:cNvSpPr>
          <p:nvPr/>
        </p:nvSpPr>
        <p:spPr>
          <a:xfrm xmlns:a="http://schemas.openxmlformats.org/drawingml/2006/main">
            <a:off x="431625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125" name="dp44-comparison / n117 / text 1">
            <a:extLst xmlns:a="http://schemas.openxmlformats.org/drawingml/2006/main">
              <a:ext uri="{FF2B5EF4-FFF2-40B4-BE49-F238E27FC236}">
                <a16:creationId xmlns:a16="http://schemas.microsoft.com/office/drawing/2014/main" id="{535ADB6A-C5E9-430D-8D67-46D772952C6F}"/>
              </a:ext>
            </a:extLst>
          </p:cNvPr>
          <p:cNvSpPr>
            <a:spLocks xmlns:a="http://schemas.openxmlformats.org/drawingml/2006/main" noGrp="1"/>
          </p:cNvSpPr>
          <p:nvPr/>
        </p:nvSpPr>
        <p:spPr>
          <a:xfrm xmlns:a="http://schemas.openxmlformats.org/drawingml/2006/main">
            <a:off x="436092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126" name="dp44-comparison / n117 / text 2">
            <a:extLst xmlns:a="http://schemas.openxmlformats.org/drawingml/2006/main">
              <a:ext uri="{FF2B5EF4-FFF2-40B4-BE49-F238E27FC236}">
                <a16:creationId xmlns:a16="http://schemas.microsoft.com/office/drawing/2014/main" id="{1B9757E3-7C40-4C73-9609-E4B2104BF6AB}"/>
              </a:ext>
            </a:extLst>
          </p:cNvPr>
          <p:cNvSpPr>
            <a:spLocks xmlns:a="http://schemas.openxmlformats.org/drawingml/2006/main" noGrp="1"/>
          </p:cNvSpPr>
          <p:nvPr/>
        </p:nvSpPr>
        <p:spPr>
          <a:xfrm xmlns:a="http://schemas.openxmlformats.org/drawingml/2006/main">
            <a:off x="436092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127" name="dp44-comparison / n118">
            <a:extLst xmlns:a="http://schemas.openxmlformats.org/drawingml/2006/main">
              <a:ext uri="{FF2B5EF4-FFF2-40B4-BE49-F238E27FC236}">
                <a16:creationId xmlns:a16="http://schemas.microsoft.com/office/drawing/2014/main" id="{4D43355F-4962-479D-8746-443725DD4F5D}"/>
              </a:ext>
            </a:extLst>
          </p:cNvPr>
          <p:cNvSpPr>
            <a:spLocks xmlns:a="http://schemas.openxmlformats.org/drawingml/2006/main" noGrp="1"/>
          </p:cNvSpPr>
          <p:nvPr/>
        </p:nvSpPr>
        <p:spPr>
          <a:xfrm xmlns:a="http://schemas.openxmlformats.org/drawingml/2006/main">
            <a:off x="578405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28" name="dp44-comparison / n119 / text 1">
            <a:extLst xmlns:a="http://schemas.openxmlformats.org/drawingml/2006/main">
              <a:ext uri="{FF2B5EF4-FFF2-40B4-BE49-F238E27FC236}">
                <a16:creationId xmlns:a16="http://schemas.microsoft.com/office/drawing/2014/main" id="{7F868317-E7CF-441D-9518-E30B95953F4F}"/>
              </a:ext>
            </a:extLst>
          </p:cNvPr>
          <p:cNvSpPr>
            <a:spLocks xmlns:a="http://schemas.openxmlformats.org/drawingml/2006/main" noGrp="1"/>
          </p:cNvSpPr>
          <p:nvPr/>
        </p:nvSpPr>
        <p:spPr>
          <a:xfrm xmlns:a="http://schemas.openxmlformats.org/drawingml/2006/main">
            <a:off x="5828728"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129" name="dp44-comparison / n120">
            <a:extLst xmlns:a="http://schemas.openxmlformats.org/drawingml/2006/main">
              <a:ext uri="{FF2B5EF4-FFF2-40B4-BE49-F238E27FC236}">
                <a16:creationId xmlns:a16="http://schemas.microsoft.com/office/drawing/2014/main" id="{6E7BF9D3-BF24-470A-8D38-05CEC7A564DF}"/>
              </a:ext>
            </a:extLst>
          </p:cNvPr>
          <p:cNvSpPr>
            <a:spLocks xmlns:a="http://schemas.openxmlformats.org/drawingml/2006/main" noGrp="1"/>
          </p:cNvSpPr>
          <p:nvPr/>
        </p:nvSpPr>
        <p:spPr>
          <a:xfrm xmlns:a="http://schemas.openxmlformats.org/drawingml/2006/main">
            <a:off x="753903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0" name="dp44-comparison / n121 / text 1">
            <a:extLst xmlns:a="http://schemas.openxmlformats.org/drawingml/2006/main">
              <a:ext uri="{FF2B5EF4-FFF2-40B4-BE49-F238E27FC236}">
                <a16:creationId xmlns:a16="http://schemas.microsoft.com/office/drawing/2014/main" id="{AB727E77-9605-477A-A7CC-627B17696A71}"/>
              </a:ext>
            </a:extLst>
          </p:cNvPr>
          <p:cNvSpPr>
            <a:spLocks xmlns:a="http://schemas.openxmlformats.org/drawingml/2006/main" noGrp="1"/>
          </p:cNvSpPr>
          <p:nvPr/>
        </p:nvSpPr>
        <p:spPr>
          <a:xfrm xmlns:a="http://schemas.openxmlformats.org/drawingml/2006/main">
            <a:off x="758371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131" name="dp44-comparison / n122">
            <a:extLst xmlns:a="http://schemas.openxmlformats.org/drawingml/2006/main">
              <a:ext uri="{FF2B5EF4-FFF2-40B4-BE49-F238E27FC236}">
                <a16:creationId xmlns:a16="http://schemas.microsoft.com/office/drawing/2014/main" id="{0F9E3943-387C-4017-ADCD-489D3E7E8870}"/>
              </a:ext>
            </a:extLst>
          </p:cNvPr>
          <p:cNvSpPr>
            <a:spLocks xmlns:a="http://schemas.openxmlformats.org/drawingml/2006/main" noGrp="1"/>
          </p:cNvSpPr>
          <p:nvPr/>
        </p:nvSpPr>
        <p:spPr>
          <a:xfrm xmlns:a="http://schemas.openxmlformats.org/drawingml/2006/main">
            <a:off x="753903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2" name="dp44-comparison / n123 / text 1">
            <a:extLst xmlns:a="http://schemas.openxmlformats.org/drawingml/2006/main">
              <a:ext uri="{FF2B5EF4-FFF2-40B4-BE49-F238E27FC236}">
                <a16:creationId xmlns:a16="http://schemas.microsoft.com/office/drawing/2014/main" id="{0B8DD054-B471-4E59-BEDB-1B10389359E2}"/>
              </a:ext>
            </a:extLst>
          </p:cNvPr>
          <p:cNvSpPr>
            <a:spLocks xmlns:a="http://schemas.openxmlformats.org/drawingml/2006/main" noGrp="1"/>
          </p:cNvSpPr>
          <p:nvPr/>
        </p:nvSpPr>
        <p:spPr>
          <a:xfrm xmlns:a="http://schemas.openxmlformats.org/drawingml/2006/main">
            <a:off x="758371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133" name="dp44-comparison / n124">
            <a:extLst xmlns:a="http://schemas.openxmlformats.org/drawingml/2006/main">
              <a:ext uri="{FF2B5EF4-FFF2-40B4-BE49-F238E27FC236}">
                <a16:creationId xmlns:a16="http://schemas.microsoft.com/office/drawing/2014/main" id="{E27A88FA-0ABF-423D-ACDE-9862C7F724DA}"/>
              </a:ext>
            </a:extLst>
          </p:cNvPr>
          <p:cNvSpPr>
            <a:spLocks xmlns:a="http://schemas.openxmlformats.org/drawingml/2006/main" noGrp="1"/>
          </p:cNvSpPr>
          <p:nvPr/>
        </p:nvSpPr>
        <p:spPr>
          <a:xfrm xmlns:a="http://schemas.openxmlformats.org/drawingml/2006/main">
            <a:off x="753903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34" name="dp44-comparison / n125 / text 1">
            <a:extLst xmlns:a="http://schemas.openxmlformats.org/drawingml/2006/main">
              <a:ext uri="{FF2B5EF4-FFF2-40B4-BE49-F238E27FC236}">
                <a16:creationId xmlns:a16="http://schemas.microsoft.com/office/drawing/2014/main" id="{72EBB830-E25A-46B0-B1DC-783B3556B763}"/>
              </a:ext>
            </a:extLst>
          </p:cNvPr>
          <p:cNvSpPr>
            <a:spLocks xmlns:a="http://schemas.openxmlformats.org/drawingml/2006/main" noGrp="1"/>
          </p:cNvSpPr>
          <p:nvPr/>
        </p:nvSpPr>
        <p:spPr>
          <a:xfrm xmlns:a="http://schemas.openxmlformats.org/drawingml/2006/main">
            <a:off x="758371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135" name="dp44-comparison / n126">
            <a:extLst xmlns:a="http://schemas.openxmlformats.org/drawingml/2006/main">
              <a:ext uri="{FF2B5EF4-FFF2-40B4-BE49-F238E27FC236}">
                <a16:creationId xmlns:a16="http://schemas.microsoft.com/office/drawing/2014/main" id="{BD502FA6-7CD3-44EF-942A-7A0B417474A1}"/>
              </a:ext>
            </a:extLst>
          </p:cNvPr>
          <p:cNvSpPr>
            <a:spLocks xmlns:a="http://schemas.openxmlformats.org/drawingml/2006/main" noGrp="1"/>
          </p:cNvSpPr>
          <p:nvPr/>
        </p:nvSpPr>
        <p:spPr>
          <a:xfrm xmlns:a="http://schemas.openxmlformats.org/drawingml/2006/main">
            <a:off x="160401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6" name="dp44-comparison / n127 / text 1">
            <a:extLst xmlns:a="http://schemas.openxmlformats.org/drawingml/2006/main">
              <a:ext uri="{FF2B5EF4-FFF2-40B4-BE49-F238E27FC236}">
                <a16:creationId xmlns:a16="http://schemas.microsoft.com/office/drawing/2014/main" id="{7C623915-75FB-42F4-91D7-651CED0D793F}"/>
              </a:ext>
            </a:extLst>
          </p:cNvPr>
          <p:cNvSpPr>
            <a:spLocks xmlns:a="http://schemas.openxmlformats.org/drawingml/2006/main" noGrp="1"/>
          </p:cNvSpPr>
          <p:nvPr/>
        </p:nvSpPr>
        <p:spPr>
          <a:xfrm xmlns:a="http://schemas.openxmlformats.org/drawingml/2006/main">
            <a:off x="164868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137" name="dp44-comparison / n128">
            <a:extLst xmlns:a="http://schemas.openxmlformats.org/drawingml/2006/main">
              <a:ext uri="{FF2B5EF4-FFF2-40B4-BE49-F238E27FC236}">
                <a16:creationId xmlns:a16="http://schemas.microsoft.com/office/drawing/2014/main" id="{CDCC60DE-6B2E-4D9D-9A48-D5FE5C18F603}"/>
              </a:ext>
            </a:extLst>
          </p:cNvPr>
          <p:cNvSpPr>
            <a:spLocks xmlns:a="http://schemas.openxmlformats.org/drawingml/2006/main" noGrp="1"/>
          </p:cNvSpPr>
          <p:nvPr/>
        </p:nvSpPr>
        <p:spPr>
          <a:xfrm xmlns:a="http://schemas.openxmlformats.org/drawingml/2006/main">
            <a:off x="160401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8" name="dp44-comparison / n129 / text 1">
            <a:extLst xmlns:a="http://schemas.openxmlformats.org/drawingml/2006/main">
              <a:ext uri="{FF2B5EF4-FFF2-40B4-BE49-F238E27FC236}">
                <a16:creationId xmlns:a16="http://schemas.microsoft.com/office/drawing/2014/main" id="{B9A0AD93-59F1-40CC-876D-C02F1A3B00AE}"/>
              </a:ext>
            </a:extLst>
          </p:cNvPr>
          <p:cNvSpPr>
            <a:spLocks xmlns:a="http://schemas.openxmlformats.org/drawingml/2006/main" noGrp="1"/>
          </p:cNvSpPr>
          <p:nvPr/>
        </p:nvSpPr>
        <p:spPr>
          <a:xfrm xmlns:a="http://schemas.openxmlformats.org/drawingml/2006/main">
            <a:off x="164868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139" name="dp44-comparison / n130">
            <a:extLst xmlns:a="http://schemas.openxmlformats.org/drawingml/2006/main">
              <a:ext uri="{FF2B5EF4-FFF2-40B4-BE49-F238E27FC236}">
                <a16:creationId xmlns:a16="http://schemas.microsoft.com/office/drawing/2014/main" id="{F3DCCE64-12C1-4C72-AC12-D9F5678A6F20}"/>
              </a:ext>
            </a:extLst>
          </p:cNvPr>
          <p:cNvSpPr>
            <a:spLocks xmlns:a="http://schemas.openxmlformats.org/drawingml/2006/main" noGrp="1"/>
          </p:cNvSpPr>
          <p:nvPr/>
        </p:nvSpPr>
        <p:spPr>
          <a:xfrm xmlns:a="http://schemas.openxmlformats.org/drawingml/2006/main">
            <a:off x="753903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40" name="dp44-comparison / n131 / text 1">
            <a:extLst xmlns:a="http://schemas.openxmlformats.org/drawingml/2006/main">
              <a:ext uri="{FF2B5EF4-FFF2-40B4-BE49-F238E27FC236}">
                <a16:creationId xmlns:a16="http://schemas.microsoft.com/office/drawing/2014/main" id="{4C161474-2396-42AF-AD4D-31125788B80C}"/>
              </a:ext>
            </a:extLst>
          </p:cNvPr>
          <p:cNvSpPr>
            <a:spLocks xmlns:a="http://schemas.openxmlformats.org/drawingml/2006/main" noGrp="1"/>
          </p:cNvSpPr>
          <p:nvPr/>
        </p:nvSpPr>
        <p:spPr>
          <a:xfrm xmlns:a="http://schemas.openxmlformats.org/drawingml/2006/main">
            <a:off x="758371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141" name="dp44-comparison / n132">
            <a:extLst xmlns:a="http://schemas.openxmlformats.org/drawingml/2006/main">
              <a:ext uri="{FF2B5EF4-FFF2-40B4-BE49-F238E27FC236}">
                <a16:creationId xmlns:a16="http://schemas.microsoft.com/office/drawing/2014/main" id="{777E0193-0A2F-44B1-A3A0-30A300DA4D21}"/>
              </a:ext>
            </a:extLst>
          </p:cNvPr>
          <p:cNvSpPr>
            <a:spLocks xmlns:a="http://schemas.openxmlformats.org/drawingml/2006/main" noGrp="1"/>
          </p:cNvSpPr>
          <p:nvPr/>
        </p:nvSpPr>
        <p:spPr>
          <a:xfrm xmlns:a="http://schemas.openxmlformats.org/drawingml/2006/main">
            <a:off x="753903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42" name="dp44-comparison / n133 / text 1">
            <a:extLst xmlns:a="http://schemas.openxmlformats.org/drawingml/2006/main">
              <a:ext uri="{FF2B5EF4-FFF2-40B4-BE49-F238E27FC236}">
                <a16:creationId xmlns:a16="http://schemas.microsoft.com/office/drawing/2014/main" id="{8C8A6C28-8CEB-4D21-B1B3-BF2FBFB922A3}"/>
              </a:ext>
            </a:extLst>
          </p:cNvPr>
          <p:cNvSpPr>
            <a:spLocks xmlns:a="http://schemas.openxmlformats.org/drawingml/2006/main" noGrp="1"/>
          </p:cNvSpPr>
          <p:nvPr/>
        </p:nvSpPr>
        <p:spPr>
          <a:xfrm xmlns:a="http://schemas.openxmlformats.org/drawingml/2006/main">
            <a:off x="758371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143" name="dp44-comparison / n134 / path">
            <a:extLst xmlns:a="http://schemas.openxmlformats.org/drawingml/2006/main">
              <a:ext uri="{FF2B5EF4-FFF2-40B4-BE49-F238E27FC236}">
                <a16:creationId xmlns:a16="http://schemas.microsoft.com/office/drawing/2014/main" id="{FA62CC46-C581-431B-9D35-4915FB5A8AE4}"/>
              </a:ext>
            </a:extLst>
          </p:cNvPr>
          <p:cNvSpPr>
            <a:spLocks xmlns:a="http://schemas.openxmlformats.org/drawingml/2006/main" noGrp="1"/>
          </p:cNvSpPr>
          <p:nvPr/>
        </p:nvSpPr>
        <p:spPr>
          <a:xfrm xmlns:a="http://schemas.openxmlformats.org/drawingml/2006/main">
            <a:off x="154657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144" name="dp44-comparison / n134 / arrow">
            <a:extLst xmlns:a="http://schemas.openxmlformats.org/drawingml/2006/main">
              <a:ext uri="{FF2B5EF4-FFF2-40B4-BE49-F238E27FC236}">
                <a16:creationId xmlns:a16="http://schemas.microsoft.com/office/drawing/2014/main" id="{11461854-899E-4497-9502-B9E911788C5B}"/>
              </a:ext>
            </a:extLst>
          </p:cNvPr>
          <p:cNvSpPr>
            <a:spLocks xmlns:a="http://schemas.openxmlformats.org/drawingml/2006/main" noGrp="1"/>
          </p:cNvSpPr>
          <p:nvPr/>
        </p:nvSpPr>
        <p:spPr>
          <a:xfrm xmlns:a="http://schemas.openxmlformats.org/drawingml/2006/main">
            <a:off x="211748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45" name="dp44-comparison / n135 / path">
            <a:extLst xmlns:a="http://schemas.openxmlformats.org/drawingml/2006/main">
              <a:ext uri="{FF2B5EF4-FFF2-40B4-BE49-F238E27FC236}">
                <a16:creationId xmlns:a16="http://schemas.microsoft.com/office/drawing/2014/main" id="{97ADF14D-E29C-4981-9907-D820F46DC3CE}"/>
              </a:ext>
            </a:extLst>
          </p:cNvPr>
          <p:cNvSpPr>
            <a:spLocks xmlns:a="http://schemas.openxmlformats.org/drawingml/2006/main" noGrp="1"/>
          </p:cNvSpPr>
          <p:nvPr/>
        </p:nvSpPr>
        <p:spPr>
          <a:xfrm xmlns:a="http://schemas.openxmlformats.org/drawingml/2006/main">
            <a:off x="2625090" y="3260693"/>
            <a:ext cx="114871" cy="953"/>
          </a:xfrm>
          <a:custGeom xmlns:a="http://schemas.openxmlformats.org/drawingml/2006/main">
            <a:pathLst>
              <a:path w="114871" h="953">
                <a:moveTo>
                  <a:pt x="114871" y="0"/>
                </a:moveTo>
                <a:lnTo>
                  <a:pt x="0" y="0"/>
                </a:lnTo>
              </a:path>
            </a:pathLst>
          </a:custGeom>
          <a:noFill xmlns:a="http://schemas.openxmlformats.org/drawingml/2006/main"/>
          <a:ln xmlns:a="http://schemas.openxmlformats.org/drawingml/2006/main" w="7020">
            <a:solidFill>
              <a:srgbClr val="000000"/>
            </a:solidFill>
            <a:prstDash val="solid"/>
          </a:ln>
        </p:spPr>
      </p:sp>
      <p:sp>
        <p:nvSpPr>
          <p:cNvPr id="146" name="dp44-comparison / n135 / arrow">
            <a:extLst xmlns:a="http://schemas.openxmlformats.org/drawingml/2006/main">
              <a:ext uri="{FF2B5EF4-FFF2-40B4-BE49-F238E27FC236}">
                <a16:creationId xmlns:a16="http://schemas.microsoft.com/office/drawing/2014/main" id="{4C0C9AA2-6760-4AC7-96F3-3050D1364F04}"/>
              </a:ext>
            </a:extLst>
          </p:cNvPr>
          <p:cNvSpPr>
            <a:spLocks xmlns:a="http://schemas.openxmlformats.org/drawingml/2006/main" noGrp="1"/>
          </p:cNvSpPr>
          <p:nvPr/>
        </p:nvSpPr>
        <p:spPr>
          <a:xfrm xmlns:a="http://schemas.openxmlformats.org/drawingml/2006/main">
            <a:off x="262509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47" name="dp44-comparison / n136">
            <a:extLst xmlns:a="http://schemas.openxmlformats.org/drawingml/2006/main">
              <a:ext uri="{FF2B5EF4-FFF2-40B4-BE49-F238E27FC236}">
                <a16:creationId xmlns:a16="http://schemas.microsoft.com/office/drawing/2014/main" id="{49047940-2DD0-40B0-B19F-7BA714DDF2A8}"/>
              </a:ext>
            </a:extLst>
          </p:cNvPr>
          <p:cNvSpPr>
            <a:spLocks xmlns:a="http://schemas.openxmlformats.org/drawingml/2006/main" noGrp="1"/>
          </p:cNvSpPr>
          <p:nvPr/>
        </p:nvSpPr>
        <p:spPr>
          <a:xfrm xmlns:a="http://schemas.openxmlformats.org/drawingml/2006/main">
            <a:off x="169335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37 / text 1">
            <a:extLst xmlns:a="http://schemas.openxmlformats.org/drawingml/2006/main">
              <a:ext uri="{FF2B5EF4-FFF2-40B4-BE49-F238E27FC236}">
                <a16:creationId xmlns:a16="http://schemas.microsoft.com/office/drawing/2014/main" id="{3C468019-91BF-4E75-A9A3-B02D74286789}"/>
              </a:ext>
            </a:extLst>
          </p:cNvPr>
          <p:cNvSpPr>
            <a:spLocks xmlns:a="http://schemas.openxmlformats.org/drawingml/2006/main" noGrp="1"/>
          </p:cNvSpPr>
          <p:nvPr/>
        </p:nvSpPr>
        <p:spPr>
          <a:xfrm xmlns:a="http://schemas.openxmlformats.org/drawingml/2006/main">
            <a:off x="170611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149" name="dp44-comparison / n138 / path">
            <a:extLst xmlns:a="http://schemas.openxmlformats.org/drawingml/2006/main">
              <a:ext uri="{FF2B5EF4-FFF2-40B4-BE49-F238E27FC236}">
                <a16:creationId xmlns:a16="http://schemas.microsoft.com/office/drawing/2014/main" id="{26A768A5-563F-4BE7-89B0-7A0454047FF2}"/>
              </a:ext>
            </a:extLst>
          </p:cNvPr>
          <p:cNvSpPr>
            <a:spLocks xmlns:a="http://schemas.openxmlformats.org/drawingml/2006/main" noGrp="1"/>
          </p:cNvSpPr>
          <p:nvPr/>
        </p:nvSpPr>
        <p:spPr>
          <a:xfrm xmlns:a="http://schemas.openxmlformats.org/drawingml/2006/main">
            <a:off x="2625090" y="3790379"/>
            <a:ext cx="114871" cy="953"/>
          </a:xfrm>
          <a:custGeom xmlns:a="http://schemas.openxmlformats.org/drawingml/2006/main">
            <a:pathLst>
              <a:path w="114871" h="953">
                <a:moveTo>
                  <a:pt x="0" y="0"/>
                </a:moveTo>
                <a:lnTo>
                  <a:pt x="114871" y="0"/>
                </a:lnTo>
              </a:path>
            </a:pathLst>
          </a:custGeom>
          <a:noFill xmlns:a="http://schemas.openxmlformats.org/drawingml/2006/main"/>
          <a:ln xmlns:a="http://schemas.openxmlformats.org/drawingml/2006/main" w="7020">
            <a:solidFill>
              <a:srgbClr val="000000"/>
            </a:solidFill>
            <a:prstDash val="solid"/>
          </a:ln>
        </p:spPr>
      </p:sp>
      <p:sp>
        <p:nvSpPr>
          <p:cNvPr id="150" name="dp44-comparison / n138 / arrow">
            <a:extLst xmlns:a="http://schemas.openxmlformats.org/drawingml/2006/main">
              <a:ext uri="{FF2B5EF4-FFF2-40B4-BE49-F238E27FC236}">
                <a16:creationId xmlns:a16="http://schemas.microsoft.com/office/drawing/2014/main" id="{3A9292C7-0004-4B5B-A145-ED17D194F7B2}"/>
              </a:ext>
            </a:extLst>
          </p:cNvPr>
          <p:cNvSpPr>
            <a:spLocks xmlns:a="http://schemas.openxmlformats.org/drawingml/2006/main" noGrp="1"/>
          </p:cNvSpPr>
          <p:nvPr/>
        </p:nvSpPr>
        <p:spPr>
          <a:xfrm xmlns:a="http://schemas.openxmlformats.org/drawingml/2006/main">
            <a:off x="269503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1" name="dp44-comparison / n139">
            <a:extLst xmlns:a="http://schemas.openxmlformats.org/drawingml/2006/main">
              <a:ext uri="{FF2B5EF4-FFF2-40B4-BE49-F238E27FC236}">
                <a16:creationId xmlns:a16="http://schemas.microsoft.com/office/drawing/2014/main" id="{68F564B8-4C63-4D2C-B7A3-36BBB99604BA}"/>
              </a:ext>
            </a:extLst>
          </p:cNvPr>
          <p:cNvSpPr>
            <a:spLocks xmlns:a="http://schemas.openxmlformats.org/drawingml/2006/main" noGrp="1"/>
          </p:cNvSpPr>
          <p:nvPr/>
        </p:nvSpPr>
        <p:spPr>
          <a:xfrm xmlns:a="http://schemas.openxmlformats.org/drawingml/2006/main">
            <a:off x="168697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4-comparison / n140 / text 1">
            <a:extLst xmlns:a="http://schemas.openxmlformats.org/drawingml/2006/main">
              <a:ext uri="{FF2B5EF4-FFF2-40B4-BE49-F238E27FC236}">
                <a16:creationId xmlns:a16="http://schemas.microsoft.com/office/drawing/2014/main" id="{01921D1A-1637-4059-B6FC-DCD590E5F963}"/>
              </a:ext>
            </a:extLst>
          </p:cNvPr>
          <p:cNvSpPr>
            <a:spLocks xmlns:a="http://schemas.openxmlformats.org/drawingml/2006/main" noGrp="1"/>
          </p:cNvSpPr>
          <p:nvPr/>
        </p:nvSpPr>
        <p:spPr>
          <a:xfrm xmlns:a="http://schemas.openxmlformats.org/drawingml/2006/main">
            <a:off x="169973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153" name="dp44-comparison / n141 / path">
            <a:extLst xmlns:a="http://schemas.openxmlformats.org/drawingml/2006/main">
              <a:ext uri="{FF2B5EF4-FFF2-40B4-BE49-F238E27FC236}">
                <a16:creationId xmlns:a16="http://schemas.microsoft.com/office/drawing/2014/main" id="{A30615AF-BFBA-478C-BAAF-28916D8BD2E1}"/>
              </a:ext>
            </a:extLst>
          </p:cNvPr>
          <p:cNvSpPr>
            <a:spLocks xmlns:a="http://schemas.openxmlformats.org/drawingml/2006/main" noGrp="1"/>
          </p:cNvSpPr>
          <p:nvPr/>
        </p:nvSpPr>
        <p:spPr>
          <a:xfrm xmlns:a="http://schemas.openxmlformats.org/drawingml/2006/main">
            <a:off x="216241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154" name="dp44-comparison / n141 / arrow">
            <a:extLst xmlns:a="http://schemas.openxmlformats.org/drawingml/2006/main">
              <a:ext uri="{FF2B5EF4-FFF2-40B4-BE49-F238E27FC236}">
                <a16:creationId xmlns:a16="http://schemas.microsoft.com/office/drawing/2014/main" id="{E76D725D-333A-4A2B-8FCB-6610520076B7}"/>
              </a:ext>
            </a:extLst>
          </p:cNvPr>
          <p:cNvSpPr>
            <a:spLocks xmlns:a="http://schemas.openxmlformats.org/drawingml/2006/main" noGrp="1"/>
          </p:cNvSpPr>
          <p:nvPr/>
        </p:nvSpPr>
        <p:spPr>
          <a:xfrm xmlns:a="http://schemas.openxmlformats.org/drawingml/2006/main">
            <a:off x="268239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5" name="dp44-comparison / n142 / path">
            <a:extLst xmlns:a="http://schemas.openxmlformats.org/drawingml/2006/main">
              <a:ext uri="{FF2B5EF4-FFF2-40B4-BE49-F238E27FC236}">
                <a16:creationId xmlns:a16="http://schemas.microsoft.com/office/drawing/2014/main" id="{BADD25C9-6A10-427E-9C16-8387E3420051}"/>
              </a:ext>
            </a:extLst>
          </p:cNvPr>
          <p:cNvSpPr>
            <a:spLocks xmlns:a="http://schemas.openxmlformats.org/drawingml/2006/main" noGrp="1"/>
          </p:cNvSpPr>
          <p:nvPr/>
        </p:nvSpPr>
        <p:spPr>
          <a:xfrm xmlns:a="http://schemas.openxmlformats.org/drawingml/2006/main">
            <a:off x="3665315" y="3343656"/>
            <a:ext cx="810482" cy="446722"/>
          </a:xfrm>
          <a:custGeom xmlns:a="http://schemas.openxmlformats.org/drawingml/2006/main">
            <a:pathLst>
              <a:path w="810482" h="446722">
                <a:moveTo>
                  <a:pt x="0" y="446722"/>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156" name="dp44-comparison / n142 / arrow">
            <a:extLst xmlns:a="http://schemas.openxmlformats.org/drawingml/2006/main">
              <a:ext uri="{FF2B5EF4-FFF2-40B4-BE49-F238E27FC236}">
                <a16:creationId xmlns:a16="http://schemas.microsoft.com/office/drawing/2014/main" id="{51E49DFB-9A96-4387-9A6F-A24B48F8FB82}"/>
              </a:ext>
            </a:extLst>
          </p:cNvPr>
          <p:cNvSpPr>
            <a:spLocks xmlns:a="http://schemas.openxmlformats.org/drawingml/2006/main" noGrp="1"/>
          </p:cNvSpPr>
          <p:nvPr/>
        </p:nvSpPr>
        <p:spPr>
          <a:xfrm xmlns:a="http://schemas.openxmlformats.org/drawingml/2006/main">
            <a:off x="4430870"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7" name="dp44-comparison / n143 / path">
            <a:extLst xmlns:a="http://schemas.openxmlformats.org/drawingml/2006/main">
              <a:ext uri="{FF2B5EF4-FFF2-40B4-BE49-F238E27FC236}">
                <a16:creationId xmlns:a16="http://schemas.microsoft.com/office/drawing/2014/main" id="{7835138F-4F3F-4359-AF15-494B6AC54D4A}"/>
              </a:ext>
            </a:extLst>
          </p:cNvPr>
          <p:cNvSpPr>
            <a:spLocks xmlns:a="http://schemas.openxmlformats.org/drawingml/2006/main" noGrp="1"/>
          </p:cNvSpPr>
          <p:nvPr/>
        </p:nvSpPr>
        <p:spPr>
          <a:xfrm xmlns:a="http://schemas.openxmlformats.org/drawingml/2006/main">
            <a:off x="2625090" y="3094768"/>
            <a:ext cx="1850708" cy="172307"/>
          </a:xfrm>
          <a:custGeom xmlns:a="http://schemas.openxmlformats.org/drawingml/2006/main">
            <a:pathLst>
              <a:path w="1850708" h="172307">
                <a:moveTo>
                  <a:pt x="0" y="121253"/>
                </a:moveTo>
                <a:lnTo>
                  <a:pt x="0" y="0"/>
                </a:lnTo>
                <a:lnTo>
                  <a:pt x="1850708" y="0"/>
                </a:lnTo>
                <a:lnTo>
                  <a:pt x="1850708" y="172307"/>
                </a:lnTo>
              </a:path>
            </a:pathLst>
          </a:custGeom>
          <a:noFill xmlns:a="http://schemas.openxmlformats.org/drawingml/2006/main"/>
          <a:ln xmlns:a="http://schemas.openxmlformats.org/drawingml/2006/main" w="7020">
            <a:solidFill>
              <a:srgbClr val="000000"/>
            </a:solidFill>
            <a:prstDash val="solid"/>
          </a:ln>
        </p:spPr>
      </p:sp>
      <p:sp>
        <p:nvSpPr>
          <p:cNvPr id="158" name="dp44-comparison / n143 / arrow">
            <a:extLst xmlns:a="http://schemas.openxmlformats.org/drawingml/2006/main">
              <a:ext uri="{FF2B5EF4-FFF2-40B4-BE49-F238E27FC236}">
                <a16:creationId xmlns:a16="http://schemas.microsoft.com/office/drawing/2014/main" id="{28340B4D-7E2A-48BA-AAC6-13E136E404DE}"/>
              </a:ext>
            </a:extLst>
          </p:cNvPr>
          <p:cNvSpPr>
            <a:spLocks xmlns:a="http://schemas.openxmlformats.org/drawingml/2006/main" noGrp="1"/>
          </p:cNvSpPr>
          <p:nvPr/>
        </p:nvSpPr>
        <p:spPr>
          <a:xfrm xmlns:a="http://schemas.openxmlformats.org/drawingml/2006/main">
            <a:off x="4453334" y="3222147"/>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9" name="dp44-comparison / n144 / path">
            <a:extLst xmlns:a="http://schemas.openxmlformats.org/drawingml/2006/main">
              <a:ext uri="{FF2B5EF4-FFF2-40B4-BE49-F238E27FC236}">
                <a16:creationId xmlns:a16="http://schemas.microsoft.com/office/drawing/2014/main" id="{3AA9620C-873C-4159-BBE4-F6CCF54F147A}"/>
              </a:ext>
            </a:extLst>
          </p:cNvPr>
          <p:cNvSpPr>
            <a:spLocks xmlns:a="http://schemas.openxmlformats.org/drawingml/2006/main" noGrp="1"/>
          </p:cNvSpPr>
          <p:nvPr/>
        </p:nvSpPr>
        <p:spPr>
          <a:xfrm xmlns:a="http://schemas.openxmlformats.org/drawingml/2006/main">
            <a:off x="3773805" y="3388328"/>
            <a:ext cx="701992" cy="255270"/>
          </a:xfrm>
          <a:custGeom xmlns:a="http://schemas.openxmlformats.org/drawingml/2006/main">
            <a:pathLst>
              <a:path w="701992" h="255270">
                <a:moveTo>
                  <a:pt x="0" y="255270"/>
                </a:moveTo>
                <a:lnTo>
                  <a:pt x="0" y="0"/>
                </a:lnTo>
                <a:lnTo>
                  <a:pt x="701992" y="0"/>
                </a:lnTo>
              </a:path>
            </a:pathLst>
          </a:custGeom>
          <a:noFill xmlns:a="http://schemas.openxmlformats.org/drawingml/2006/main"/>
          <a:ln xmlns:a="http://schemas.openxmlformats.org/drawingml/2006/main" w="7020">
            <a:solidFill>
              <a:srgbClr val="000000"/>
            </a:solidFill>
            <a:prstDash val="solid"/>
          </a:ln>
        </p:spPr>
      </p:sp>
      <p:sp>
        <p:nvSpPr>
          <p:cNvPr id="160" name="dp44-comparison / n144 / arrow">
            <a:extLst xmlns:a="http://schemas.openxmlformats.org/drawingml/2006/main">
              <a:ext uri="{FF2B5EF4-FFF2-40B4-BE49-F238E27FC236}">
                <a16:creationId xmlns:a16="http://schemas.microsoft.com/office/drawing/2014/main" id="{0DA2DB01-C271-4AAA-9161-77B687E80ED5}"/>
              </a:ext>
            </a:extLst>
          </p:cNvPr>
          <p:cNvSpPr>
            <a:spLocks xmlns:a="http://schemas.openxmlformats.org/drawingml/2006/main" noGrp="1"/>
          </p:cNvSpPr>
          <p:nvPr/>
        </p:nvSpPr>
        <p:spPr>
          <a:xfrm xmlns:a="http://schemas.openxmlformats.org/drawingml/2006/main">
            <a:off x="4430870" y="33658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1" name="dp44-comparison / n145 / path">
            <a:extLst xmlns:a="http://schemas.openxmlformats.org/drawingml/2006/main">
              <a:ext uri="{FF2B5EF4-FFF2-40B4-BE49-F238E27FC236}">
                <a16:creationId xmlns:a16="http://schemas.microsoft.com/office/drawing/2014/main" id="{656336BD-02D3-4EF2-B4D7-7E0B9B05C8D7}"/>
              </a:ext>
            </a:extLst>
          </p:cNvPr>
          <p:cNvSpPr>
            <a:spLocks xmlns:a="http://schemas.openxmlformats.org/drawingml/2006/main" noGrp="1"/>
          </p:cNvSpPr>
          <p:nvPr/>
        </p:nvSpPr>
        <p:spPr>
          <a:xfrm xmlns:a="http://schemas.openxmlformats.org/drawingml/2006/main">
            <a:off x="2433638" y="3420237"/>
            <a:ext cx="2042160" cy="1601819"/>
          </a:xfrm>
          <a:custGeom xmlns:a="http://schemas.openxmlformats.org/drawingml/2006/main">
            <a:pathLst>
              <a:path w="2042160" h="1601819">
                <a:moveTo>
                  <a:pt x="2042160" y="0"/>
                </a:moveTo>
                <a:lnTo>
                  <a:pt x="2042160" y="1601819"/>
                </a:lnTo>
                <a:lnTo>
                  <a:pt x="0" y="1601819"/>
                </a:lnTo>
              </a:path>
            </a:pathLst>
          </a:custGeom>
          <a:noFill xmlns:a="http://schemas.openxmlformats.org/drawingml/2006/main"/>
          <a:ln xmlns:a="http://schemas.openxmlformats.org/drawingml/2006/main" w="7020">
            <a:solidFill>
              <a:srgbClr val="000000"/>
            </a:solidFill>
            <a:prstDash val="solid"/>
          </a:ln>
        </p:spPr>
      </p:sp>
      <p:sp>
        <p:nvSpPr>
          <p:cNvPr id="162" name="dp44-comparison / n145 / arrow">
            <a:extLst xmlns:a="http://schemas.openxmlformats.org/drawingml/2006/main">
              <a:ext uri="{FF2B5EF4-FFF2-40B4-BE49-F238E27FC236}">
                <a16:creationId xmlns:a16="http://schemas.microsoft.com/office/drawing/2014/main" id="{EB0401A1-419F-48D9-AED2-FE384A673BBE}"/>
              </a:ext>
            </a:extLst>
          </p:cNvPr>
          <p:cNvSpPr>
            <a:spLocks xmlns:a="http://schemas.openxmlformats.org/drawingml/2006/main" noGrp="1"/>
          </p:cNvSpPr>
          <p:nvPr/>
        </p:nvSpPr>
        <p:spPr>
          <a:xfrm xmlns:a="http://schemas.openxmlformats.org/drawingml/2006/main">
            <a:off x="243363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3" name="dp44-comparison / n146 / path">
            <a:extLst xmlns:a="http://schemas.openxmlformats.org/drawingml/2006/main">
              <a:ext uri="{FF2B5EF4-FFF2-40B4-BE49-F238E27FC236}">
                <a16:creationId xmlns:a16="http://schemas.microsoft.com/office/drawing/2014/main" id="{3E7D6A15-7607-44F3-A6B7-5C10866BF519}"/>
              </a:ext>
            </a:extLst>
          </p:cNvPr>
          <p:cNvSpPr>
            <a:spLocks xmlns:a="http://schemas.openxmlformats.org/drawingml/2006/main" noGrp="1"/>
          </p:cNvSpPr>
          <p:nvPr/>
        </p:nvSpPr>
        <p:spPr>
          <a:xfrm xmlns:a="http://schemas.openxmlformats.org/drawingml/2006/main">
            <a:off x="3263265" y="3458528"/>
            <a:ext cx="1212533" cy="1735836"/>
          </a:xfrm>
          <a:custGeom xmlns:a="http://schemas.openxmlformats.org/drawingml/2006/main">
            <a:pathLst>
              <a:path w="1212533" h="1735836">
                <a:moveTo>
                  <a:pt x="0" y="1735836"/>
                </a:moveTo>
                <a:lnTo>
                  <a:pt x="899827" y="1735836"/>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4" name="dp44-comparison / n146 / arrow">
            <a:extLst xmlns:a="http://schemas.openxmlformats.org/drawingml/2006/main">
              <a:ext uri="{FF2B5EF4-FFF2-40B4-BE49-F238E27FC236}">
                <a16:creationId xmlns:a16="http://schemas.microsoft.com/office/drawing/2014/main" id="{8FE7A758-2CDD-4391-8529-BF51D4EC4B28}"/>
              </a:ext>
            </a:extLst>
          </p:cNvPr>
          <p:cNvSpPr>
            <a:spLocks xmlns:a="http://schemas.openxmlformats.org/drawingml/2006/main" noGrp="1"/>
          </p:cNvSpPr>
          <p:nvPr/>
        </p:nvSpPr>
        <p:spPr>
          <a:xfrm xmlns:a="http://schemas.openxmlformats.org/drawingml/2006/main">
            <a:off x="4430870" y="34360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5" name="dp44-comparison / n147 / path">
            <a:extLst xmlns:a="http://schemas.openxmlformats.org/drawingml/2006/main">
              <a:ext uri="{FF2B5EF4-FFF2-40B4-BE49-F238E27FC236}">
                <a16:creationId xmlns:a16="http://schemas.microsoft.com/office/drawing/2014/main" id="{294C29DE-C15E-4080-9847-6EA1D6879CC0}"/>
              </a:ext>
            </a:extLst>
          </p:cNvPr>
          <p:cNvSpPr>
            <a:spLocks xmlns:a="http://schemas.openxmlformats.org/drawingml/2006/main" noGrp="1"/>
          </p:cNvSpPr>
          <p:nvPr/>
        </p:nvSpPr>
        <p:spPr>
          <a:xfrm xmlns:a="http://schemas.openxmlformats.org/drawingml/2006/main">
            <a:off x="2433638" y="3490436"/>
            <a:ext cx="2042160" cy="2093214"/>
          </a:xfrm>
          <a:custGeom xmlns:a="http://schemas.openxmlformats.org/drawingml/2006/main">
            <a:pathLst>
              <a:path w="2042160" h="2093214">
                <a:moveTo>
                  <a:pt x="2042160" y="0"/>
                </a:moveTo>
                <a:lnTo>
                  <a:pt x="1397603" y="0"/>
                </a:lnTo>
                <a:lnTo>
                  <a:pt x="1397603" y="2093214"/>
                </a:lnTo>
                <a:lnTo>
                  <a:pt x="0" y="2093214"/>
                </a:lnTo>
              </a:path>
            </a:pathLst>
          </a:custGeom>
          <a:noFill xmlns:a="http://schemas.openxmlformats.org/drawingml/2006/main"/>
          <a:ln xmlns:a="http://schemas.openxmlformats.org/drawingml/2006/main" w="7020">
            <a:solidFill>
              <a:srgbClr val="000000"/>
            </a:solidFill>
            <a:prstDash val="solid"/>
          </a:ln>
        </p:spPr>
      </p:sp>
      <p:sp>
        <p:nvSpPr>
          <p:cNvPr id="166" name="dp44-comparison / n147 / arrow">
            <a:extLst xmlns:a="http://schemas.openxmlformats.org/drawingml/2006/main">
              <a:ext uri="{FF2B5EF4-FFF2-40B4-BE49-F238E27FC236}">
                <a16:creationId xmlns:a16="http://schemas.microsoft.com/office/drawing/2014/main" id="{38301A5B-37CB-4C6C-A79E-1654BE808708}"/>
              </a:ext>
            </a:extLst>
          </p:cNvPr>
          <p:cNvSpPr>
            <a:spLocks xmlns:a="http://schemas.openxmlformats.org/drawingml/2006/main" noGrp="1"/>
          </p:cNvSpPr>
          <p:nvPr/>
        </p:nvSpPr>
        <p:spPr>
          <a:xfrm xmlns:a="http://schemas.openxmlformats.org/drawingml/2006/main">
            <a:off x="243363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7" name="dp44-comparison / n148 / path">
            <a:extLst xmlns:a="http://schemas.openxmlformats.org/drawingml/2006/main">
              <a:ext uri="{FF2B5EF4-FFF2-40B4-BE49-F238E27FC236}">
                <a16:creationId xmlns:a16="http://schemas.microsoft.com/office/drawing/2014/main" id="{FFC8380F-9EB5-4215-841F-DEE244EA1908}"/>
              </a:ext>
            </a:extLst>
          </p:cNvPr>
          <p:cNvSpPr>
            <a:spLocks xmlns:a="http://schemas.openxmlformats.org/drawingml/2006/main" noGrp="1"/>
          </p:cNvSpPr>
          <p:nvPr/>
        </p:nvSpPr>
        <p:spPr>
          <a:xfrm xmlns:a="http://schemas.openxmlformats.org/drawingml/2006/main">
            <a:off x="3263265" y="3496818"/>
            <a:ext cx="1212533" cy="2259139"/>
          </a:xfrm>
          <a:custGeom xmlns:a="http://schemas.openxmlformats.org/drawingml/2006/main">
            <a:pathLst>
              <a:path w="1212533" h="2259139">
                <a:moveTo>
                  <a:pt x="0" y="2259139"/>
                </a:moveTo>
                <a:lnTo>
                  <a:pt x="899827" y="2259139"/>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8" name="dp44-comparison / n148 / arrow">
            <a:extLst xmlns:a="http://schemas.openxmlformats.org/drawingml/2006/main">
              <a:ext uri="{FF2B5EF4-FFF2-40B4-BE49-F238E27FC236}">
                <a16:creationId xmlns:a16="http://schemas.microsoft.com/office/drawing/2014/main" id="{D4E6C50D-FCF6-45F4-984F-D4D40C0ECFEE}"/>
              </a:ext>
            </a:extLst>
          </p:cNvPr>
          <p:cNvSpPr>
            <a:spLocks xmlns:a="http://schemas.openxmlformats.org/drawingml/2006/main" noGrp="1"/>
          </p:cNvSpPr>
          <p:nvPr/>
        </p:nvSpPr>
        <p:spPr>
          <a:xfrm xmlns:a="http://schemas.openxmlformats.org/drawingml/2006/main">
            <a:off x="4430870" y="347435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9" name="dp44-comparison / n149 / path">
            <a:extLst xmlns:a="http://schemas.openxmlformats.org/drawingml/2006/main">
              <a:ext uri="{FF2B5EF4-FFF2-40B4-BE49-F238E27FC236}">
                <a16:creationId xmlns:a16="http://schemas.microsoft.com/office/drawing/2014/main" id="{7DBCE5B9-DC4D-46FB-967F-054D9298E285}"/>
              </a:ext>
            </a:extLst>
          </p:cNvPr>
          <p:cNvSpPr>
            <a:spLocks xmlns:a="http://schemas.openxmlformats.org/drawingml/2006/main" noGrp="1"/>
          </p:cNvSpPr>
          <p:nvPr/>
        </p:nvSpPr>
        <p:spPr>
          <a:xfrm xmlns:a="http://schemas.openxmlformats.org/drawingml/2006/main">
            <a:off x="814530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170" name="dp44-comparison / n149 / arrow">
            <a:extLst xmlns:a="http://schemas.openxmlformats.org/drawingml/2006/main">
              <a:ext uri="{FF2B5EF4-FFF2-40B4-BE49-F238E27FC236}">
                <a16:creationId xmlns:a16="http://schemas.microsoft.com/office/drawing/2014/main" id="{ADBA2DAC-9513-4CC9-85DA-33D14A0DAADF}"/>
              </a:ext>
            </a:extLst>
          </p:cNvPr>
          <p:cNvSpPr>
            <a:spLocks xmlns:a="http://schemas.openxmlformats.org/drawingml/2006/main" noGrp="1"/>
          </p:cNvSpPr>
          <p:nvPr/>
        </p:nvSpPr>
        <p:spPr>
          <a:xfrm xmlns:a="http://schemas.openxmlformats.org/drawingml/2006/main">
            <a:off x="814530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71" name="dp44-comparison / n150 / path">
            <a:extLst xmlns:a="http://schemas.openxmlformats.org/drawingml/2006/main">
              <a:ext uri="{FF2B5EF4-FFF2-40B4-BE49-F238E27FC236}">
                <a16:creationId xmlns:a16="http://schemas.microsoft.com/office/drawing/2014/main" id="{D43B4125-C1DE-4776-8805-497F98509686}"/>
              </a:ext>
            </a:extLst>
          </p:cNvPr>
          <p:cNvSpPr>
            <a:spLocks xmlns:a="http://schemas.openxmlformats.org/drawingml/2006/main" noGrp="1"/>
          </p:cNvSpPr>
          <p:nvPr/>
        </p:nvSpPr>
        <p:spPr>
          <a:xfrm xmlns:a="http://schemas.openxmlformats.org/drawingml/2006/main">
            <a:off x="814530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172" name="dp44-comparison / n150 / arrow">
            <a:extLst xmlns:a="http://schemas.openxmlformats.org/drawingml/2006/main">
              <a:ext uri="{FF2B5EF4-FFF2-40B4-BE49-F238E27FC236}">
                <a16:creationId xmlns:a16="http://schemas.microsoft.com/office/drawing/2014/main" id="{15613A69-9CE2-4128-AE16-7E00A843598B}"/>
              </a:ext>
            </a:extLst>
          </p:cNvPr>
          <p:cNvSpPr>
            <a:spLocks xmlns:a="http://schemas.openxmlformats.org/drawingml/2006/main" noGrp="1"/>
          </p:cNvSpPr>
          <p:nvPr/>
        </p:nvSpPr>
        <p:spPr>
          <a:xfrm xmlns:a="http://schemas.openxmlformats.org/drawingml/2006/main">
            <a:off x="812284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3" name="dp44-comparison / n151 / path">
            <a:extLst xmlns:a="http://schemas.openxmlformats.org/drawingml/2006/main">
              <a:ext uri="{FF2B5EF4-FFF2-40B4-BE49-F238E27FC236}">
                <a16:creationId xmlns:a16="http://schemas.microsoft.com/office/drawing/2014/main" id="{EF6AF082-9CB2-4AE9-A375-FD2D426CA83B}"/>
              </a:ext>
            </a:extLst>
          </p:cNvPr>
          <p:cNvSpPr>
            <a:spLocks xmlns:a="http://schemas.openxmlformats.org/drawingml/2006/main" noGrp="1"/>
          </p:cNvSpPr>
          <p:nvPr/>
        </p:nvSpPr>
        <p:spPr>
          <a:xfrm xmlns:a="http://schemas.openxmlformats.org/drawingml/2006/main">
            <a:off x="814530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174" name="dp44-comparison / n151 / arrow">
            <a:extLst xmlns:a="http://schemas.openxmlformats.org/drawingml/2006/main">
              <a:ext uri="{FF2B5EF4-FFF2-40B4-BE49-F238E27FC236}">
                <a16:creationId xmlns:a16="http://schemas.microsoft.com/office/drawing/2014/main" id="{5DB4ECCF-ECFD-4CD7-96A7-BB8CDAC81B0A}"/>
              </a:ext>
            </a:extLst>
          </p:cNvPr>
          <p:cNvSpPr>
            <a:spLocks xmlns:a="http://schemas.openxmlformats.org/drawingml/2006/main" noGrp="1"/>
          </p:cNvSpPr>
          <p:nvPr/>
        </p:nvSpPr>
        <p:spPr>
          <a:xfrm xmlns:a="http://schemas.openxmlformats.org/drawingml/2006/main">
            <a:off x="812284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5" name="dp44-comparison / n152 / path">
            <a:extLst xmlns:a="http://schemas.openxmlformats.org/drawingml/2006/main">
              <a:ext uri="{FF2B5EF4-FFF2-40B4-BE49-F238E27FC236}">
                <a16:creationId xmlns:a16="http://schemas.microsoft.com/office/drawing/2014/main" id="{12BFFC5D-A107-4445-AEA6-B622587CF6DE}"/>
              </a:ext>
            </a:extLst>
          </p:cNvPr>
          <p:cNvSpPr>
            <a:spLocks xmlns:a="http://schemas.openxmlformats.org/drawingml/2006/main" noGrp="1"/>
          </p:cNvSpPr>
          <p:nvPr/>
        </p:nvSpPr>
        <p:spPr>
          <a:xfrm xmlns:a="http://schemas.openxmlformats.org/drawingml/2006/main">
            <a:off x="840057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176" name="dp44-comparison / n152 / arrow">
            <a:extLst xmlns:a="http://schemas.openxmlformats.org/drawingml/2006/main">
              <a:ext uri="{FF2B5EF4-FFF2-40B4-BE49-F238E27FC236}">
                <a16:creationId xmlns:a16="http://schemas.microsoft.com/office/drawing/2014/main" id="{339E6B07-5617-499C-9805-296704A8CB92}"/>
              </a:ext>
            </a:extLst>
          </p:cNvPr>
          <p:cNvSpPr>
            <a:spLocks xmlns:a="http://schemas.openxmlformats.org/drawingml/2006/main" noGrp="1"/>
          </p:cNvSpPr>
          <p:nvPr/>
        </p:nvSpPr>
        <p:spPr>
          <a:xfrm xmlns:a="http://schemas.openxmlformats.org/drawingml/2006/main">
            <a:off x="837811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7" name="dp44-comparison / n153 / path">
            <a:extLst xmlns:a="http://schemas.openxmlformats.org/drawingml/2006/main">
              <a:ext uri="{FF2B5EF4-FFF2-40B4-BE49-F238E27FC236}">
                <a16:creationId xmlns:a16="http://schemas.microsoft.com/office/drawing/2014/main" id="{02963C54-8D86-4926-8250-9B31C62B194D}"/>
              </a:ext>
            </a:extLst>
          </p:cNvPr>
          <p:cNvSpPr>
            <a:spLocks xmlns:a="http://schemas.openxmlformats.org/drawingml/2006/main" noGrp="1"/>
          </p:cNvSpPr>
          <p:nvPr/>
        </p:nvSpPr>
        <p:spPr>
          <a:xfrm xmlns:a="http://schemas.openxmlformats.org/drawingml/2006/main">
            <a:off x="840057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178" name="dp44-comparison / n153 / arrow">
            <a:extLst xmlns:a="http://schemas.openxmlformats.org/drawingml/2006/main">
              <a:ext uri="{FF2B5EF4-FFF2-40B4-BE49-F238E27FC236}">
                <a16:creationId xmlns:a16="http://schemas.microsoft.com/office/drawing/2014/main" id="{261DE405-41F1-4AFD-91C8-854E3FCACB96}"/>
              </a:ext>
            </a:extLst>
          </p:cNvPr>
          <p:cNvSpPr>
            <a:spLocks xmlns:a="http://schemas.openxmlformats.org/drawingml/2006/main" noGrp="1"/>
          </p:cNvSpPr>
          <p:nvPr/>
        </p:nvSpPr>
        <p:spPr>
          <a:xfrm xmlns:a="http://schemas.openxmlformats.org/drawingml/2006/main">
            <a:off x="837811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9" name="dp44-comparison / n154 / path">
            <a:extLst xmlns:a="http://schemas.openxmlformats.org/drawingml/2006/main">
              <a:ext uri="{FF2B5EF4-FFF2-40B4-BE49-F238E27FC236}">
                <a16:creationId xmlns:a16="http://schemas.microsoft.com/office/drawing/2014/main" id="{303FBDB7-A164-4A82-B170-4A033886F0CD}"/>
              </a:ext>
            </a:extLst>
          </p:cNvPr>
          <p:cNvSpPr>
            <a:spLocks xmlns:a="http://schemas.openxmlformats.org/drawingml/2006/main" noGrp="1"/>
          </p:cNvSpPr>
          <p:nvPr/>
        </p:nvSpPr>
        <p:spPr>
          <a:xfrm xmlns:a="http://schemas.openxmlformats.org/drawingml/2006/main">
            <a:off x="6262688" y="3439382"/>
            <a:ext cx="1276350" cy="1754981"/>
          </a:xfrm>
          <a:custGeom xmlns:a="http://schemas.openxmlformats.org/drawingml/2006/main">
            <a:pathLst>
              <a:path w="1276350" h="1754981">
                <a:moveTo>
                  <a:pt x="1276350" y="1754981"/>
                </a:moveTo>
                <a:lnTo>
                  <a:pt x="1276350" y="216979"/>
                </a:lnTo>
                <a:lnTo>
                  <a:pt x="0" y="216979"/>
                </a:lnTo>
                <a:lnTo>
                  <a:pt x="0" y="0"/>
                </a:lnTo>
              </a:path>
            </a:pathLst>
          </a:custGeom>
          <a:noFill xmlns:a="http://schemas.openxmlformats.org/drawingml/2006/main"/>
          <a:ln xmlns:a="http://schemas.openxmlformats.org/drawingml/2006/main" w="7020">
            <a:solidFill>
              <a:srgbClr val="000000"/>
            </a:solidFill>
            <a:prstDash val="dash"/>
          </a:ln>
        </p:spPr>
      </p:sp>
      <p:sp>
        <p:nvSpPr>
          <p:cNvPr id="180" name="dp44-comparison / n154 / arrow">
            <a:extLst xmlns:a="http://schemas.openxmlformats.org/drawingml/2006/main">
              <a:ext uri="{FF2B5EF4-FFF2-40B4-BE49-F238E27FC236}">
                <a16:creationId xmlns:a16="http://schemas.microsoft.com/office/drawing/2014/main" id="{86310732-C9BA-4436-81D6-2A0E9950812C}"/>
              </a:ext>
            </a:extLst>
          </p:cNvPr>
          <p:cNvSpPr>
            <a:spLocks xmlns:a="http://schemas.openxmlformats.org/drawingml/2006/main" noGrp="1"/>
          </p:cNvSpPr>
          <p:nvPr/>
        </p:nvSpPr>
        <p:spPr>
          <a:xfrm xmlns:a="http://schemas.openxmlformats.org/drawingml/2006/main">
            <a:off x="6240224" y="3439382"/>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81" name="dp44-comparison / n155 / path">
            <a:extLst xmlns:a="http://schemas.openxmlformats.org/drawingml/2006/main">
              <a:ext uri="{FF2B5EF4-FFF2-40B4-BE49-F238E27FC236}">
                <a16:creationId xmlns:a16="http://schemas.microsoft.com/office/drawing/2014/main" id="{B4E89D63-7A07-494B-91EB-159B180CE21F}"/>
              </a:ext>
            </a:extLst>
          </p:cNvPr>
          <p:cNvSpPr>
            <a:spLocks xmlns:a="http://schemas.openxmlformats.org/drawingml/2006/main" noGrp="1"/>
          </p:cNvSpPr>
          <p:nvPr/>
        </p:nvSpPr>
        <p:spPr>
          <a:xfrm xmlns:a="http://schemas.openxmlformats.org/drawingml/2006/main">
            <a:off x="320263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182" name="dp44-comparison / n155 / arrow">
            <a:extLst xmlns:a="http://schemas.openxmlformats.org/drawingml/2006/main">
              <a:ext uri="{FF2B5EF4-FFF2-40B4-BE49-F238E27FC236}">
                <a16:creationId xmlns:a16="http://schemas.microsoft.com/office/drawing/2014/main" id="{932EA6B2-49C2-48D2-9ED1-21EE7CAE97B3}"/>
              </a:ext>
            </a:extLst>
          </p:cNvPr>
          <p:cNvSpPr>
            <a:spLocks xmlns:a="http://schemas.openxmlformats.org/drawingml/2006/main" noGrp="1"/>
          </p:cNvSpPr>
          <p:nvPr/>
        </p:nvSpPr>
        <p:spPr>
          <a:xfrm xmlns:a="http://schemas.openxmlformats.org/drawingml/2006/main">
            <a:off x="320263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3" name="dp44-comparison / n156 / path">
            <a:extLst xmlns:a="http://schemas.openxmlformats.org/drawingml/2006/main">
              <a:ext uri="{FF2B5EF4-FFF2-40B4-BE49-F238E27FC236}">
                <a16:creationId xmlns:a16="http://schemas.microsoft.com/office/drawing/2014/main" id="{71F08556-96DB-4F44-BA8E-1712ABE600A8}"/>
              </a:ext>
            </a:extLst>
          </p:cNvPr>
          <p:cNvSpPr>
            <a:spLocks xmlns:a="http://schemas.openxmlformats.org/drawingml/2006/main" noGrp="1"/>
          </p:cNvSpPr>
          <p:nvPr/>
        </p:nvSpPr>
        <p:spPr>
          <a:xfrm xmlns:a="http://schemas.openxmlformats.org/drawingml/2006/main">
            <a:off x="1699736" y="3260693"/>
            <a:ext cx="2616518" cy="3222784"/>
          </a:xfrm>
          <a:custGeom xmlns:a="http://schemas.openxmlformats.org/drawingml/2006/main">
            <a:pathLst>
              <a:path w="2616518" h="3222784">
                <a:moveTo>
                  <a:pt x="0" y="0"/>
                </a:moveTo>
                <a:lnTo>
                  <a:pt x="0" y="1703927"/>
                </a:lnTo>
                <a:lnTo>
                  <a:pt x="2463356" y="1703927"/>
                </a:lnTo>
                <a:lnTo>
                  <a:pt x="2463356"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184" name="dp44-comparison / n156 / arrow">
            <a:extLst xmlns:a="http://schemas.openxmlformats.org/drawingml/2006/main">
              <a:ext uri="{FF2B5EF4-FFF2-40B4-BE49-F238E27FC236}">
                <a16:creationId xmlns:a16="http://schemas.microsoft.com/office/drawing/2014/main" id="{5BEC45E6-83EA-4804-9D91-712A6E8A818F}"/>
              </a:ext>
            </a:extLst>
          </p:cNvPr>
          <p:cNvSpPr>
            <a:spLocks xmlns:a="http://schemas.openxmlformats.org/drawingml/2006/main" noGrp="1"/>
          </p:cNvSpPr>
          <p:nvPr/>
        </p:nvSpPr>
        <p:spPr>
          <a:xfrm xmlns:a="http://schemas.openxmlformats.org/drawingml/2006/main">
            <a:off x="427132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5" name="dp44-comparison / n157 / path">
            <a:extLst xmlns:a="http://schemas.openxmlformats.org/drawingml/2006/main">
              <a:ext uri="{FF2B5EF4-FFF2-40B4-BE49-F238E27FC236}">
                <a16:creationId xmlns:a16="http://schemas.microsoft.com/office/drawing/2014/main" id="{B745A1CA-FA9B-408B-B686-9FFF042C0364}"/>
              </a:ext>
            </a:extLst>
          </p:cNvPr>
          <p:cNvSpPr>
            <a:spLocks xmlns:a="http://schemas.openxmlformats.org/drawingml/2006/main" noGrp="1"/>
          </p:cNvSpPr>
          <p:nvPr/>
        </p:nvSpPr>
        <p:spPr>
          <a:xfrm xmlns:a="http://schemas.openxmlformats.org/drawingml/2006/main">
            <a:off x="552878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186" name="dp44-comparison / n157 / arrow">
            <a:extLst xmlns:a="http://schemas.openxmlformats.org/drawingml/2006/main">
              <a:ext uri="{FF2B5EF4-FFF2-40B4-BE49-F238E27FC236}">
                <a16:creationId xmlns:a16="http://schemas.microsoft.com/office/drawing/2014/main" id="{EEE259F8-E6B5-4060-B651-54E16FBC4548}"/>
              </a:ext>
            </a:extLst>
          </p:cNvPr>
          <p:cNvSpPr>
            <a:spLocks xmlns:a="http://schemas.openxmlformats.org/drawingml/2006/main" noGrp="1"/>
          </p:cNvSpPr>
          <p:nvPr/>
        </p:nvSpPr>
        <p:spPr>
          <a:xfrm xmlns:a="http://schemas.openxmlformats.org/drawingml/2006/main">
            <a:off x="573912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7" name="dp44-comparison / n158 / path">
            <a:extLst xmlns:a="http://schemas.openxmlformats.org/drawingml/2006/main">
              <a:ext uri="{FF2B5EF4-FFF2-40B4-BE49-F238E27FC236}">
                <a16:creationId xmlns:a16="http://schemas.microsoft.com/office/drawing/2014/main" id="{149B2695-0E11-4E3B-8DCF-3E10FFFDEE4E}"/>
              </a:ext>
            </a:extLst>
          </p:cNvPr>
          <p:cNvSpPr>
            <a:spLocks xmlns:a="http://schemas.openxmlformats.org/drawingml/2006/main" noGrp="1"/>
          </p:cNvSpPr>
          <p:nvPr/>
        </p:nvSpPr>
        <p:spPr>
          <a:xfrm xmlns:a="http://schemas.openxmlformats.org/drawingml/2006/main">
            <a:off x="674131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188" name="dp44-comparison / n158 / arrow">
            <a:extLst xmlns:a="http://schemas.openxmlformats.org/drawingml/2006/main">
              <a:ext uri="{FF2B5EF4-FFF2-40B4-BE49-F238E27FC236}">
                <a16:creationId xmlns:a16="http://schemas.microsoft.com/office/drawing/2014/main" id="{1F8DA33A-CDFB-4D37-8D76-B6743D41BB26}"/>
              </a:ext>
            </a:extLst>
          </p:cNvPr>
          <p:cNvSpPr>
            <a:spLocks xmlns:a="http://schemas.openxmlformats.org/drawingml/2006/main" noGrp="1"/>
          </p:cNvSpPr>
          <p:nvPr/>
        </p:nvSpPr>
        <p:spPr>
          <a:xfrm xmlns:a="http://schemas.openxmlformats.org/drawingml/2006/main">
            <a:off x="674131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9" name="dp44-comparison / n159 / path">
            <a:extLst xmlns:a="http://schemas.openxmlformats.org/drawingml/2006/main">
              <a:ext uri="{FF2B5EF4-FFF2-40B4-BE49-F238E27FC236}">
                <a16:creationId xmlns:a16="http://schemas.microsoft.com/office/drawing/2014/main" id="{AD463459-C08E-40D4-AD70-7C678BDB0DAB}"/>
              </a:ext>
            </a:extLst>
          </p:cNvPr>
          <p:cNvSpPr>
            <a:spLocks xmlns:a="http://schemas.openxmlformats.org/drawingml/2006/main" noGrp="1"/>
          </p:cNvSpPr>
          <p:nvPr/>
        </p:nvSpPr>
        <p:spPr>
          <a:xfrm xmlns:a="http://schemas.openxmlformats.org/drawingml/2006/main">
            <a:off x="6262688" y="3343656"/>
            <a:ext cx="382905" cy="31909"/>
          </a:xfrm>
          <a:custGeom xmlns:a="http://schemas.openxmlformats.org/drawingml/2006/main">
            <a:pathLst>
              <a:path w="382905" h="31909">
                <a:moveTo>
                  <a:pt x="0" y="0"/>
                </a:moveTo>
                <a:lnTo>
                  <a:pt x="0" y="31909"/>
                </a:lnTo>
                <a:lnTo>
                  <a:pt x="382905" y="31909"/>
                </a:lnTo>
              </a:path>
            </a:pathLst>
          </a:custGeom>
          <a:noFill xmlns:a="http://schemas.openxmlformats.org/drawingml/2006/main"/>
          <a:ln xmlns:a="http://schemas.openxmlformats.org/drawingml/2006/main" w="7020">
            <a:solidFill>
              <a:srgbClr val="000000"/>
            </a:solidFill>
            <a:prstDash val="solid"/>
          </a:ln>
        </p:spPr>
      </p:sp>
      <p:sp>
        <p:nvSpPr>
          <p:cNvPr id="190" name="dp44-comparison / n159 / arrow">
            <a:extLst xmlns:a="http://schemas.openxmlformats.org/drawingml/2006/main">
              <a:ext uri="{FF2B5EF4-FFF2-40B4-BE49-F238E27FC236}">
                <a16:creationId xmlns:a16="http://schemas.microsoft.com/office/drawing/2014/main" id="{9B3A5097-5A1D-45E1-97B5-F91C6D4E3554}"/>
              </a:ext>
            </a:extLst>
          </p:cNvPr>
          <p:cNvSpPr>
            <a:spLocks xmlns:a="http://schemas.openxmlformats.org/drawingml/2006/main" noGrp="1"/>
          </p:cNvSpPr>
          <p:nvPr/>
        </p:nvSpPr>
        <p:spPr>
          <a:xfrm xmlns:a="http://schemas.openxmlformats.org/drawingml/2006/main">
            <a:off x="6600665" y="3353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1" name="dp44-comparison / n160 / path">
            <a:extLst xmlns:a="http://schemas.openxmlformats.org/drawingml/2006/main">
              <a:ext uri="{FF2B5EF4-FFF2-40B4-BE49-F238E27FC236}">
                <a16:creationId xmlns:a16="http://schemas.microsoft.com/office/drawing/2014/main" id="{C73AFE0A-0085-407D-BDB3-EEE2205524C6}"/>
              </a:ext>
            </a:extLst>
          </p:cNvPr>
          <p:cNvSpPr>
            <a:spLocks xmlns:a="http://schemas.openxmlformats.org/drawingml/2006/main" noGrp="1"/>
          </p:cNvSpPr>
          <p:nvPr/>
        </p:nvSpPr>
        <p:spPr>
          <a:xfrm xmlns:a="http://schemas.openxmlformats.org/drawingml/2006/main">
            <a:off x="6262688" y="3439382"/>
            <a:ext cx="382905" cy="31909"/>
          </a:xfrm>
          <a:custGeom xmlns:a="http://schemas.openxmlformats.org/drawingml/2006/main">
            <a:pathLst>
              <a:path w="382905" h="31909">
                <a:moveTo>
                  <a:pt x="382905" y="31909"/>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192" name="dp44-comparison / n160 / arrow">
            <a:extLst xmlns:a="http://schemas.openxmlformats.org/drawingml/2006/main">
              <a:ext uri="{FF2B5EF4-FFF2-40B4-BE49-F238E27FC236}">
                <a16:creationId xmlns:a16="http://schemas.microsoft.com/office/drawing/2014/main" id="{471DED7A-4314-4987-9B43-73D56E82733F}"/>
              </a:ext>
            </a:extLst>
          </p:cNvPr>
          <p:cNvSpPr>
            <a:spLocks xmlns:a="http://schemas.openxmlformats.org/drawingml/2006/main" noGrp="1"/>
          </p:cNvSpPr>
          <p:nvPr/>
        </p:nvSpPr>
        <p:spPr>
          <a:xfrm xmlns:a="http://schemas.openxmlformats.org/drawingml/2006/main">
            <a:off x="6262688" y="341691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93" name="dp44-comparison / n161 / path">
            <a:extLst xmlns:a="http://schemas.openxmlformats.org/drawingml/2006/main">
              <a:ext uri="{FF2B5EF4-FFF2-40B4-BE49-F238E27FC236}">
                <a16:creationId xmlns:a16="http://schemas.microsoft.com/office/drawing/2014/main" id="{6187076B-9C6F-4A6F-8BF5-96E6DBE8AA22}"/>
              </a:ext>
            </a:extLst>
          </p:cNvPr>
          <p:cNvSpPr>
            <a:spLocks xmlns:a="http://schemas.openxmlformats.org/drawingml/2006/main" noGrp="1"/>
          </p:cNvSpPr>
          <p:nvPr/>
        </p:nvSpPr>
        <p:spPr>
          <a:xfrm xmlns:a="http://schemas.openxmlformats.org/drawingml/2006/main">
            <a:off x="4163092" y="3535109"/>
            <a:ext cx="1206151" cy="1837944"/>
          </a:xfrm>
          <a:custGeom xmlns:a="http://schemas.openxmlformats.org/drawingml/2006/main">
            <a:pathLst>
              <a:path w="1206151" h="1837944">
                <a:moveTo>
                  <a:pt x="1206151" y="0"/>
                </a:moveTo>
                <a:lnTo>
                  <a:pt x="0" y="0"/>
                </a:lnTo>
                <a:lnTo>
                  <a:pt x="0" y="1837944"/>
                </a:lnTo>
                <a:lnTo>
                  <a:pt x="759428" y="1837944"/>
                </a:lnTo>
              </a:path>
            </a:pathLst>
          </a:custGeom>
          <a:noFill xmlns:a="http://schemas.openxmlformats.org/drawingml/2006/main"/>
          <a:ln xmlns:a="http://schemas.openxmlformats.org/drawingml/2006/main" w="7020">
            <a:solidFill>
              <a:srgbClr val="000000"/>
            </a:solidFill>
            <a:prstDash val="solid"/>
          </a:ln>
        </p:spPr>
      </p:sp>
      <p:sp>
        <p:nvSpPr>
          <p:cNvPr id="194" name="dp44-comparison / n161 / arrow">
            <a:extLst xmlns:a="http://schemas.openxmlformats.org/drawingml/2006/main">
              <a:ext uri="{FF2B5EF4-FFF2-40B4-BE49-F238E27FC236}">
                <a16:creationId xmlns:a16="http://schemas.microsoft.com/office/drawing/2014/main" id="{7B388EFA-4B4B-434E-A355-A6472C50951E}"/>
              </a:ext>
            </a:extLst>
          </p:cNvPr>
          <p:cNvSpPr>
            <a:spLocks xmlns:a="http://schemas.openxmlformats.org/drawingml/2006/main" noGrp="1"/>
          </p:cNvSpPr>
          <p:nvPr/>
        </p:nvSpPr>
        <p:spPr>
          <a:xfrm xmlns:a="http://schemas.openxmlformats.org/drawingml/2006/main">
            <a:off x="487759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5" name="dp44-comparison / n162 / path">
            <a:extLst xmlns:a="http://schemas.openxmlformats.org/drawingml/2006/main">
              <a:ext uri="{FF2B5EF4-FFF2-40B4-BE49-F238E27FC236}">
                <a16:creationId xmlns:a16="http://schemas.microsoft.com/office/drawing/2014/main" id="{7B5D024E-2B3E-42C1-8143-274B8C5E4DED}"/>
              </a:ext>
            </a:extLst>
          </p:cNvPr>
          <p:cNvSpPr>
            <a:spLocks xmlns:a="http://schemas.openxmlformats.org/drawingml/2006/main" noGrp="1"/>
          </p:cNvSpPr>
          <p:nvPr/>
        </p:nvSpPr>
        <p:spPr>
          <a:xfrm xmlns:a="http://schemas.openxmlformats.org/drawingml/2006/main">
            <a:off x="4163092" y="3535109"/>
            <a:ext cx="1461421" cy="1837944"/>
          </a:xfrm>
          <a:custGeom xmlns:a="http://schemas.openxmlformats.org/drawingml/2006/main">
            <a:pathLst>
              <a:path w="1461421" h="1837944">
                <a:moveTo>
                  <a:pt x="1014698" y="1837944"/>
                </a:moveTo>
                <a:lnTo>
                  <a:pt x="0" y="1837944"/>
                </a:lnTo>
                <a:lnTo>
                  <a:pt x="0" y="0"/>
                </a:lnTo>
                <a:lnTo>
                  <a:pt x="1461421" y="0"/>
                </a:lnTo>
              </a:path>
            </a:pathLst>
          </a:custGeom>
          <a:noFill xmlns:a="http://schemas.openxmlformats.org/drawingml/2006/main"/>
          <a:ln xmlns:a="http://schemas.openxmlformats.org/drawingml/2006/main" w="7020">
            <a:solidFill>
              <a:srgbClr val="000000"/>
            </a:solidFill>
            <a:prstDash val="dash"/>
          </a:ln>
        </p:spPr>
      </p:sp>
      <p:sp>
        <p:nvSpPr>
          <p:cNvPr id="196" name="dp44-comparison / n162 / arrow">
            <a:extLst xmlns:a="http://schemas.openxmlformats.org/drawingml/2006/main">
              <a:ext uri="{FF2B5EF4-FFF2-40B4-BE49-F238E27FC236}">
                <a16:creationId xmlns:a16="http://schemas.microsoft.com/office/drawing/2014/main" id="{1513FE85-93AE-4698-9FFB-D1F9F22E075B}"/>
              </a:ext>
            </a:extLst>
          </p:cNvPr>
          <p:cNvSpPr>
            <a:spLocks xmlns:a="http://schemas.openxmlformats.org/drawingml/2006/main" noGrp="1"/>
          </p:cNvSpPr>
          <p:nvPr/>
        </p:nvSpPr>
        <p:spPr>
          <a:xfrm xmlns:a="http://schemas.openxmlformats.org/drawingml/2006/main">
            <a:off x="5579585" y="351264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7" name="dp44-comparison / n163 / path">
            <a:extLst xmlns:a="http://schemas.openxmlformats.org/drawingml/2006/main">
              <a:ext uri="{FF2B5EF4-FFF2-40B4-BE49-F238E27FC236}">
                <a16:creationId xmlns:a16="http://schemas.microsoft.com/office/drawing/2014/main" id="{D680682E-B89B-44B3-AA6F-4EDCB639B7FF}"/>
              </a:ext>
            </a:extLst>
          </p:cNvPr>
          <p:cNvSpPr>
            <a:spLocks xmlns:a="http://schemas.openxmlformats.org/drawingml/2006/main" noGrp="1"/>
          </p:cNvSpPr>
          <p:nvPr/>
        </p:nvSpPr>
        <p:spPr>
          <a:xfrm xmlns:a="http://schemas.openxmlformats.org/drawingml/2006/main">
            <a:off x="4163092" y="3535109"/>
            <a:ext cx="631793" cy="2852642"/>
          </a:xfrm>
          <a:custGeom xmlns:a="http://schemas.openxmlformats.org/drawingml/2006/main">
            <a:pathLst>
              <a:path w="631793" h="2852642">
                <a:moveTo>
                  <a:pt x="631793" y="0"/>
                </a:moveTo>
                <a:lnTo>
                  <a:pt x="0" y="0"/>
                </a:lnTo>
                <a:lnTo>
                  <a:pt x="0" y="2852642"/>
                </a:lnTo>
                <a:lnTo>
                  <a:pt x="153162" y="2852642"/>
                </a:lnTo>
              </a:path>
            </a:pathLst>
          </a:custGeom>
          <a:noFill xmlns:a="http://schemas.openxmlformats.org/drawingml/2006/main"/>
          <a:ln xmlns:a="http://schemas.openxmlformats.org/drawingml/2006/main" w="7020">
            <a:solidFill>
              <a:srgbClr val="000000"/>
            </a:solidFill>
            <a:prstDash val="solid"/>
          </a:ln>
        </p:spPr>
      </p:sp>
      <p:sp>
        <p:nvSpPr>
          <p:cNvPr id="198" name="dp44-comparison / n163 / arrow">
            <a:extLst xmlns:a="http://schemas.openxmlformats.org/drawingml/2006/main">
              <a:ext uri="{FF2B5EF4-FFF2-40B4-BE49-F238E27FC236}">
                <a16:creationId xmlns:a16="http://schemas.microsoft.com/office/drawing/2014/main" id="{F2E1318B-C97B-4B42-8F3F-9FD458A45B3C}"/>
              </a:ext>
            </a:extLst>
          </p:cNvPr>
          <p:cNvSpPr>
            <a:spLocks xmlns:a="http://schemas.openxmlformats.org/drawingml/2006/main" noGrp="1"/>
          </p:cNvSpPr>
          <p:nvPr/>
        </p:nvSpPr>
        <p:spPr>
          <a:xfrm xmlns:a="http://schemas.openxmlformats.org/drawingml/2006/main">
            <a:off x="4271326"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9" name="dp44-comparison / n164 / path">
            <a:extLst xmlns:a="http://schemas.openxmlformats.org/drawingml/2006/main">
              <a:ext uri="{FF2B5EF4-FFF2-40B4-BE49-F238E27FC236}">
                <a16:creationId xmlns:a16="http://schemas.microsoft.com/office/drawing/2014/main" id="{CAD5E78F-F501-4B67-9B4D-15CC1B074DDB}"/>
              </a:ext>
            </a:extLst>
          </p:cNvPr>
          <p:cNvSpPr>
            <a:spLocks xmlns:a="http://schemas.openxmlformats.org/drawingml/2006/main" noGrp="1"/>
          </p:cNvSpPr>
          <p:nvPr/>
        </p:nvSpPr>
        <p:spPr>
          <a:xfrm xmlns:a="http://schemas.openxmlformats.org/drawingml/2006/main">
            <a:off x="5528786" y="4543425"/>
            <a:ext cx="1620964" cy="1767745"/>
          </a:xfrm>
          <a:custGeom xmlns:a="http://schemas.openxmlformats.org/drawingml/2006/main">
            <a:pathLst>
              <a:path w="1620964" h="1767745">
                <a:moveTo>
                  <a:pt x="0" y="1767745"/>
                </a:moveTo>
                <a:lnTo>
                  <a:pt x="0" y="880682"/>
                </a:lnTo>
                <a:lnTo>
                  <a:pt x="1620964" y="880682"/>
                </a:lnTo>
                <a:lnTo>
                  <a:pt x="1620964" y="0"/>
                </a:lnTo>
                <a:lnTo>
                  <a:pt x="829628" y="0"/>
                </a:lnTo>
              </a:path>
            </a:pathLst>
          </a:custGeom>
          <a:noFill xmlns:a="http://schemas.openxmlformats.org/drawingml/2006/main"/>
          <a:ln xmlns:a="http://schemas.openxmlformats.org/drawingml/2006/main" w="7020">
            <a:solidFill>
              <a:srgbClr val="000000"/>
            </a:solidFill>
            <a:prstDash val="solid"/>
          </a:ln>
        </p:spPr>
      </p:sp>
      <p:sp>
        <p:nvSpPr>
          <p:cNvPr id="200" name="dp44-comparison / n164 / arrow">
            <a:extLst xmlns:a="http://schemas.openxmlformats.org/drawingml/2006/main">
              <a:ext uri="{FF2B5EF4-FFF2-40B4-BE49-F238E27FC236}">
                <a16:creationId xmlns:a16="http://schemas.microsoft.com/office/drawing/2014/main" id="{D15A4AE1-7C70-4BD4-AA28-BD9223011F86}"/>
              </a:ext>
            </a:extLst>
          </p:cNvPr>
          <p:cNvSpPr>
            <a:spLocks xmlns:a="http://schemas.openxmlformats.org/drawingml/2006/main" noGrp="1"/>
          </p:cNvSpPr>
          <p:nvPr/>
        </p:nvSpPr>
        <p:spPr>
          <a:xfrm xmlns:a="http://schemas.openxmlformats.org/drawingml/2006/main">
            <a:off x="635841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1" name="dp44-comparison / n165 / path">
            <a:extLst xmlns:a="http://schemas.openxmlformats.org/drawingml/2006/main">
              <a:ext uri="{FF2B5EF4-FFF2-40B4-BE49-F238E27FC236}">
                <a16:creationId xmlns:a16="http://schemas.microsoft.com/office/drawing/2014/main" id="{0C184231-6E28-4FAC-9F4F-FB4C7B0774C5}"/>
              </a:ext>
            </a:extLst>
          </p:cNvPr>
          <p:cNvSpPr>
            <a:spLocks xmlns:a="http://schemas.openxmlformats.org/drawingml/2006/main" noGrp="1"/>
          </p:cNvSpPr>
          <p:nvPr/>
        </p:nvSpPr>
        <p:spPr>
          <a:xfrm xmlns:a="http://schemas.openxmlformats.org/drawingml/2006/main">
            <a:off x="5528786" y="4543425"/>
            <a:ext cx="1620964" cy="1716691"/>
          </a:xfrm>
          <a:custGeom xmlns:a="http://schemas.openxmlformats.org/drawingml/2006/main">
            <a:pathLst>
              <a:path w="1620964" h="1716691">
                <a:moveTo>
                  <a:pt x="957263" y="0"/>
                </a:moveTo>
                <a:lnTo>
                  <a:pt x="1620964" y="0"/>
                </a:lnTo>
                <a:lnTo>
                  <a:pt x="1620964" y="1614583"/>
                </a:lnTo>
                <a:lnTo>
                  <a:pt x="0" y="1614583"/>
                </a:lnTo>
                <a:lnTo>
                  <a:pt x="0" y="1716691"/>
                </a:lnTo>
              </a:path>
            </a:pathLst>
          </a:custGeom>
          <a:noFill xmlns:a="http://schemas.openxmlformats.org/drawingml/2006/main"/>
          <a:ln xmlns:a="http://schemas.openxmlformats.org/drawingml/2006/main" w="7020">
            <a:solidFill>
              <a:srgbClr val="000000"/>
            </a:solidFill>
            <a:prstDash val="dash"/>
          </a:ln>
        </p:spPr>
      </p:sp>
      <p:sp>
        <p:nvSpPr>
          <p:cNvPr id="202" name="dp44-comparison / n165 / arrow">
            <a:extLst xmlns:a="http://schemas.openxmlformats.org/drawingml/2006/main">
              <a:ext uri="{FF2B5EF4-FFF2-40B4-BE49-F238E27FC236}">
                <a16:creationId xmlns:a16="http://schemas.microsoft.com/office/drawing/2014/main" id="{0361528F-EB42-4BD0-B357-D278560BD155}"/>
              </a:ext>
            </a:extLst>
          </p:cNvPr>
          <p:cNvSpPr>
            <a:spLocks xmlns:a="http://schemas.openxmlformats.org/drawingml/2006/main" noGrp="1"/>
          </p:cNvSpPr>
          <p:nvPr/>
        </p:nvSpPr>
        <p:spPr>
          <a:xfrm xmlns:a="http://schemas.openxmlformats.org/drawingml/2006/main">
            <a:off x="550632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3" name="dp44-comparison / n166 / path">
            <a:extLst xmlns:a="http://schemas.openxmlformats.org/drawingml/2006/main">
              <a:ext uri="{FF2B5EF4-FFF2-40B4-BE49-F238E27FC236}">
                <a16:creationId xmlns:a16="http://schemas.microsoft.com/office/drawing/2014/main" id="{A251EFE8-5E1E-4951-B919-AA271D7AEDB4}"/>
              </a:ext>
            </a:extLst>
          </p:cNvPr>
          <p:cNvSpPr>
            <a:spLocks xmlns:a="http://schemas.openxmlformats.org/drawingml/2006/main" noGrp="1"/>
          </p:cNvSpPr>
          <p:nvPr/>
        </p:nvSpPr>
        <p:spPr>
          <a:xfrm xmlns:a="http://schemas.openxmlformats.org/drawingml/2006/main">
            <a:off x="5528786" y="5194364"/>
            <a:ext cx="2010251" cy="1257205"/>
          </a:xfrm>
          <a:custGeom xmlns:a="http://schemas.openxmlformats.org/drawingml/2006/main">
            <a:pathLst>
              <a:path w="2010251" h="1257205">
                <a:moveTo>
                  <a:pt x="0" y="1257205"/>
                </a:moveTo>
                <a:lnTo>
                  <a:pt x="0" y="229743"/>
                </a:lnTo>
                <a:lnTo>
                  <a:pt x="2010251" y="229743"/>
                </a:lnTo>
                <a:lnTo>
                  <a:pt x="2010251" y="0"/>
                </a:lnTo>
              </a:path>
            </a:pathLst>
          </a:custGeom>
          <a:noFill xmlns:a="http://schemas.openxmlformats.org/drawingml/2006/main"/>
          <a:ln xmlns:a="http://schemas.openxmlformats.org/drawingml/2006/main" w="7020">
            <a:solidFill>
              <a:srgbClr val="000000"/>
            </a:solidFill>
            <a:prstDash val="solid"/>
          </a:ln>
        </p:spPr>
      </p:sp>
      <p:sp>
        <p:nvSpPr>
          <p:cNvPr id="204" name="dp44-comparison / n166 / arrow">
            <a:extLst xmlns:a="http://schemas.openxmlformats.org/drawingml/2006/main">
              <a:ext uri="{FF2B5EF4-FFF2-40B4-BE49-F238E27FC236}">
                <a16:creationId xmlns:a16="http://schemas.microsoft.com/office/drawing/2014/main" id="{85874129-DC2E-431E-A20E-EF6B10DC6FD4}"/>
              </a:ext>
            </a:extLst>
          </p:cNvPr>
          <p:cNvSpPr>
            <a:spLocks xmlns:a="http://schemas.openxmlformats.org/drawingml/2006/main" noGrp="1"/>
          </p:cNvSpPr>
          <p:nvPr/>
        </p:nvSpPr>
        <p:spPr>
          <a:xfrm xmlns:a="http://schemas.openxmlformats.org/drawingml/2006/main">
            <a:off x="751657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05" name="dp44-comparison / n167 / path">
            <a:extLst xmlns:a="http://schemas.openxmlformats.org/drawingml/2006/main">
              <a:ext uri="{FF2B5EF4-FFF2-40B4-BE49-F238E27FC236}">
                <a16:creationId xmlns:a16="http://schemas.microsoft.com/office/drawing/2014/main" id="{21095BFE-5E1F-4FBB-9447-1681FA58FA6F}"/>
              </a:ext>
            </a:extLst>
          </p:cNvPr>
          <p:cNvSpPr>
            <a:spLocks xmlns:a="http://schemas.openxmlformats.org/drawingml/2006/main" noGrp="1"/>
          </p:cNvSpPr>
          <p:nvPr/>
        </p:nvSpPr>
        <p:spPr>
          <a:xfrm xmlns:a="http://schemas.openxmlformats.org/drawingml/2006/main">
            <a:off x="5528786" y="5258181"/>
            <a:ext cx="2010251" cy="1225296"/>
          </a:xfrm>
          <a:custGeom xmlns:a="http://schemas.openxmlformats.org/drawingml/2006/main">
            <a:pathLst>
              <a:path w="2010251" h="1225296">
                <a:moveTo>
                  <a:pt x="2010251" y="0"/>
                </a:moveTo>
                <a:lnTo>
                  <a:pt x="2010251" y="899827"/>
                </a:lnTo>
                <a:lnTo>
                  <a:pt x="0" y="899827"/>
                </a:lnTo>
                <a:lnTo>
                  <a:pt x="0" y="1225296"/>
                </a:lnTo>
              </a:path>
            </a:pathLst>
          </a:custGeom>
          <a:noFill xmlns:a="http://schemas.openxmlformats.org/drawingml/2006/main"/>
          <a:ln xmlns:a="http://schemas.openxmlformats.org/drawingml/2006/main" w="7020">
            <a:solidFill>
              <a:srgbClr val="000000"/>
            </a:solidFill>
            <a:prstDash val="dash"/>
          </a:ln>
        </p:spPr>
      </p:sp>
      <p:sp>
        <p:nvSpPr>
          <p:cNvPr id="206" name="dp44-comparison / n167 / arrow">
            <a:extLst xmlns:a="http://schemas.openxmlformats.org/drawingml/2006/main">
              <a:ext uri="{FF2B5EF4-FFF2-40B4-BE49-F238E27FC236}">
                <a16:creationId xmlns:a16="http://schemas.microsoft.com/office/drawing/2014/main" id="{54320FC8-E78E-40C9-B1F7-E843604D5234}"/>
              </a:ext>
            </a:extLst>
          </p:cNvPr>
          <p:cNvSpPr>
            <a:spLocks xmlns:a="http://schemas.openxmlformats.org/drawingml/2006/main" noGrp="1"/>
          </p:cNvSpPr>
          <p:nvPr/>
        </p:nvSpPr>
        <p:spPr>
          <a:xfrm xmlns:a="http://schemas.openxmlformats.org/drawingml/2006/main">
            <a:off x="550632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7" name="dp44-comparison / n168 / path">
            <a:extLst xmlns:a="http://schemas.openxmlformats.org/drawingml/2006/main">
              <a:ext uri="{FF2B5EF4-FFF2-40B4-BE49-F238E27FC236}">
                <a16:creationId xmlns:a16="http://schemas.microsoft.com/office/drawing/2014/main" id="{13C6E2F7-48EC-4993-9D22-B22ADBAA4C96}"/>
              </a:ext>
            </a:extLst>
          </p:cNvPr>
          <p:cNvSpPr>
            <a:spLocks xmlns:a="http://schemas.openxmlformats.org/drawingml/2006/main" noGrp="1"/>
          </p:cNvSpPr>
          <p:nvPr/>
        </p:nvSpPr>
        <p:spPr>
          <a:xfrm xmlns:a="http://schemas.openxmlformats.org/drawingml/2006/main">
            <a:off x="326326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208" name="dp44-comparison / n168 / arrow">
            <a:extLst xmlns:a="http://schemas.openxmlformats.org/drawingml/2006/main">
              <a:ext uri="{FF2B5EF4-FFF2-40B4-BE49-F238E27FC236}">
                <a16:creationId xmlns:a16="http://schemas.microsoft.com/office/drawing/2014/main" id="{BF6FEC72-74D1-4AC4-9FF4-10E7EE223F3A}"/>
              </a:ext>
            </a:extLst>
          </p:cNvPr>
          <p:cNvSpPr>
            <a:spLocks xmlns:a="http://schemas.openxmlformats.org/drawingml/2006/main" noGrp="1"/>
          </p:cNvSpPr>
          <p:nvPr/>
        </p:nvSpPr>
        <p:spPr>
          <a:xfrm xmlns:a="http://schemas.openxmlformats.org/drawingml/2006/main">
            <a:off x="326326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9" name="dp44-comparison / n169 / path">
            <a:extLst xmlns:a="http://schemas.openxmlformats.org/drawingml/2006/main">
              <a:ext uri="{FF2B5EF4-FFF2-40B4-BE49-F238E27FC236}">
                <a16:creationId xmlns:a16="http://schemas.microsoft.com/office/drawing/2014/main" id="{FF35C8D7-56DA-485D-B951-5E401029D0AD}"/>
              </a:ext>
            </a:extLst>
          </p:cNvPr>
          <p:cNvSpPr>
            <a:spLocks xmlns:a="http://schemas.openxmlformats.org/drawingml/2006/main" noGrp="1"/>
          </p:cNvSpPr>
          <p:nvPr/>
        </p:nvSpPr>
        <p:spPr>
          <a:xfrm xmlns:a="http://schemas.openxmlformats.org/drawingml/2006/main">
            <a:off x="3263265" y="4288155"/>
            <a:ext cx="1084897" cy="2227231"/>
          </a:xfrm>
          <a:custGeom xmlns:a="http://schemas.openxmlformats.org/drawingml/2006/main">
            <a:pathLst>
              <a:path w="1084897" h="2227231">
                <a:moveTo>
                  <a:pt x="1084897"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210" name="dp44-comparison / n169 / arrow">
            <a:extLst xmlns:a="http://schemas.openxmlformats.org/drawingml/2006/main">
              <a:ext uri="{FF2B5EF4-FFF2-40B4-BE49-F238E27FC236}">
                <a16:creationId xmlns:a16="http://schemas.microsoft.com/office/drawing/2014/main" id="{590CAAD7-43C8-427A-8F6C-7DC75208AC02}"/>
              </a:ext>
            </a:extLst>
          </p:cNvPr>
          <p:cNvSpPr>
            <a:spLocks xmlns:a="http://schemas.openxmlformats.org/drawingml/2006/main" noGrp="1"/>
          </p:cNvSpPr>
          <p:nvPr/>
        </p:nvSpPr>
        <p:spPr>
          <a:xfrm xmlns:a="http://schemas.openxmlformats.org/drawingml/2006/main">
            <a:off x="326326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1" name="dp44-comparison / n170 / path">
            <a:extLst xmlns:a="http://schemas.openxmlformats.org/drawingml/2006/main">
              <a:ext uri="{FF2B5EF4-FFF2-40B4-BE49-F238E27FC236}">
                <a16:creationId xmlns:a16="http://schemas.microsoft.com/office/drawing/2014/main" id="{E0DC7230-7F7F-458A-B47A-1D0E35615730}"/>
              </a:ext>
            </a:extLst>
          </p:cNvPr>
          <p:cNvSpPr>
            <a:spLocks xmlns:a="http://schemas.openxmlformats.org/drawingml/2006/main" noGrp="1"/>
          </p:cNvSpPr>
          <p:nvPr/>
        </p:nvSpPr>
        <p:spPr>
          <a:xfrm xmlns:a="http://schemas.openxmlformats.org/drawingml/2006/main">
            <a:off x="3263265" y="4351973"/>
            <a:ext cx="1084897" cy="2259140"/>
          </a:xfrm>
          <a:custGeom xmlns:a="http://schemas.openxmlformats.org/drawingml/2006/main">
            <a:pathLst>
              <a:path w="1084897" h="2259140">
                <a:moveTo>
                  <a:pt x="0" y="2259140"/>
                </a:moveTo>
                <a:lnTo>
                  <a:pt x="899827" y="2259140"/>
                </a:lnTo>
                <a:lnTo>
                  <a:pt x="899827" y="0"/>
                </a:lnTo>
                <a:lnTo>
                  <a:pt x="1084897" y="0"/>
                </a:lnTo>
              </a:path>
            </a:pathLst>
          </a:custGeom>
          <a:noFill xmlns:a="http://schemas.openxmlformats.org/drawingml/2006/main"/>
          <a:ln xmlns:a="http://schemas.openxmlformats.org/drawingml/2006/main" w="7020">
            <a:solidFill>
              <a:srgbClr val="000000"/>
            </a:solidFill>
            <a:prstDash val="dash"/>
          </a:ln>
        </p:spPr>
      </p:sp>
      <p:sp>
        <p:nvSpPr>
          <p:cNvPr id="212" name="dp44-comparison / n170 / arrow">
            <a:extLst xmlns:a="http://schemas.openxmlformats.org/drawingml/2006/main">
              <a:ext uri="{FF2B5EF4-FFF2-40B4-BE49-F238E27FC236}">
                <a16:creationId xmlns:a16="http://schemas.microsoft.com/office/drawing/2014/main" id="{DBD05D02-444F-4CD7-9D9A-6E497F2FC8CC}"/>
              </a:ext>
            </a:extLst>
          </p:cNvPr>
          <p:cNvSpPr>
            <a:spLocks xmlns:a="http://schemas.openxmlformats.org/drawingml/2006/main" noGrp="1"/>
          </p:cNvSpPr>
          <p:nvPr/>
        </p:nvSpPr>
        <p:spPr>
          <a:xfrm xmlns:a="http://schemas.openxmlformats.org/drawingml/2006/main">
            <a:off x="430323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3" name="dp44-comparison / n171 / path">
            <a:extLst xmlns:a="http://schemas.openxmlformats.org/drawingml/2006/main">
              <a:ext uri="{FF2B5EF4-FFF2-40B4-BE49-F238E27FC236}">
                <a16:creationId xmlns:a16="http://schemas.microsoft.com/office/drawing/2014/main" id="{4B9D8D8B-737E-4DAF-BF76-EFE9191081A8}"/>
              </a:ext>
            </a:extLst>
          </p:cNvPr>
          <p:cNvSpPr>
            <a:spLocks xmlns:a="http://schemas.openxmlformats.org/drawingml/2006/main" noGrp="1"/>
          </p:cNvSpPr>
          <p:nvPr/>
        </p:nvSpPr>
        <p:spPr>
          <a:xfrm xmlns:a="http://schemas.openxmlformats.org/drawingml/2006/main">
            <a:off x="3263265" y="6560058"/>
            <a:ext cx="3127057" cy="561594"/>
          </a:xfrm>
          <a:custGeom xmlns:a="http://schemas.openxmlformats.org/drawingml/2006/main">
            <a:pathLst>
              <a:path w="3127057" h="561594">
                <a:moveTo>
                  <a:pt x="3127057" y="0"/>
                </a:moveTo>
                <a:lnTo>
                  <a:pt x="3127057"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214" name="dp44-comparison / n171 / arrow">
            <a:extLst xmlns:a="http://schemas.openxmlformats.org/drawingml/2006/main">
              <a:ext uri="{FF2B5EF4-FFF2-40B4-BE49-F238E27FC236}">
                <a16:creationId xmlns:a16="http://schemas.microsoft.com/office/drawing/2014/main" id="{67301564-883D-449E-B41C-9175DF353C23}"/>
              </a:ext>
            </a:extLst>
          </p:cNvPr>
          <p:cNvSpPr>
            <a:spLocks xmlns:a="http://schemas.openxmlformats.org/drawingml/2006/main" noGrp="1"/>
          </p:cNvSpPr>
          <p:nvPr/>
        </p:nvSpPr>
        <p:spPr>
          <a:xfrm xmlns:a="http://schemas.openxmlformats.org/drawingml/2006/main">
            <a:off x="326326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5" name="dp44-comparison / n172 / path">
            <a:extLst xmlns:a="http://schemas.openxmlformats.org/drawingml/2006/main">
              <a:ext uri="{FF2B5EF4-FFF2-40B4-BE49-F238E27FC236}">
                <a16:creationId xmlns:a16="http://schemas.microsoft.com/office/drawing/2014/main" id="{C3CA374C-AAE6-4A17-866A-824F9DDC3DED}"/>
              </a:ext>
            </a:extLst>
          </p:cNvPr>
          <p:cNvSpPr>
            <a:spLocks xmlns:a="http://schemas.openxmlformats.org/drawingml/2006/main" noGrp="1"/>
          </p:cNvSpPr>
          <p:nvPr/>
        </p:nvSpPr>
        <p:spPr>
          <a:xfrm xmlns:a="http://schemas.openxmlformats.org/drawingml/2006/main">
            <a:off x="326326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216" name="dp44-comparison / n172 / arrow">
            <a:extLst xmlns:a="http://schemas.openxmlformats.org/drawingml/2006/main">
              <a:ext uri="{FF2B5EF4-FFF2-40B4-BE49-F238E27FC236}">
                <a16:creationId xmlns:a16="http://schemas.microsoft.com/office/drawing/2014/main" id="{E03E1D4D-653F-4670-ABFF-8ADFE5E755AB}"/>
              </a:ext>
            </a:extLst>
          </p:cNvPr>
          <p:cNvSpPr>
            <a:spLocks xmlns:a="http://schemas.openxmlformats.org/drawingml/2006/main" noGrp="1"/>
          </p:cNvSpPr>
          <p:nvPr/>
        </p:nvSpPr>
        <p:spPr>
          <a:xfrm xmlns:a="http://schemas.openxmlformats.org/drawingml/2006/main">
            <a:off x="653684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7" name="dp44-comparison / n173 / path">
            <a:extLst xmlns:a="http://schemas.openxmlformats.org/drawingml/2006/main">
              <a:ext uri="{FF2B5EF4-FFF2-40B4-BE49-F238E27FC236}">
                <a16:creationId xmlns:a16="http://schemas.microsoft.com/office/drawing/2014/main" id="{745DCCED-83B9-409F-87DB-9D8D9AFB5509}"/>
              </a:ext>
            </a:extLst>
          </p:cNvPr>
          <p:cNvSpPr>
            <a:spLocks xmlns:a="http://schemas.openxmlformats.org/drawingml/2006/main" noGrp="1"/>
          </p:cNvSpPr>
          <p:nvPr/>
        </p:nvSpPr>
        <p:spPr>
          <a:xfrm xmlns:a="http://schemas.openxmlformats.org/drawingml/2006/main">
            <a:off x="243363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218" name="dp44-comparison / n173 / arrow">
            <a:extLst xmlns:a="http://schemas.openxmlformats.org/drawingml/2006/main">
              <a:ext uri="{FF2B5EF4-FFF2-40B4-BE49-F238E27FC236}">
                <a16:creationId xmlns:a16="http://schemas.microsoft.com/office/drawing/2014/main" id="{8BB76755-3C12-4E83-95A8-4E91A57E468E}"/>
              </a:ext>
            </a:extLst>
          </p:cNvPr>
          <p:cNvSpPr>
            <a:spLocks xmlns:a="http://schemas.openxmlformats.org/drawingml/2006/main" noGrp="1"/>
          </p:cNvSpPr>
          <p:nvPr/>
        </p:nvSpPr>
        <p:spPr>
          <a:xfrm xmlns:a="http://schemas.openxmlformats.org/drawingml/2006/main">
            <a:off x="749411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9" name="dp44-comparison / n174 / path">
            <a:extLst xmlns:a="http://schemas.openxmlformats.org/drawingml/2006/main">
              <a:ext uri="{FF2B5EF4-FFF2-40B4-BE49-F238E27FC236}">
                <a16:creationId xmlns:a16="http://schemas.microsoft.com/office/drawing/2014/main" id="{490AAA63-C3A7-4A4F-BDE8-FD9092193D6F}"/>
              </a:ext>
            </a:extLst>
          </p:cNvPr>
          <p:cNvSpPr>
            <a:spLocks xmlns:a="http://schemas.openxmlformats.org/drawingml/2006/main" noGrp="1"/>
          </p:cNvSpPr>
          <p:nvPr/>
        </p:nvSpPr>
        <p:spPr>
          <a:xfrm xmlns:a="http://schemas.openxmlformats.org/drawingml/2006/main">
            <a:off x="473106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220" name="dp44-comparison / n174 / arrow">
            <a:extLst xmlns:a="http://schemas.openxmlformats.org/drawingml/2006/main">
              <a:ext uri="{FF2B5EF4-FFF2-40B4-BE49-F238E27FC236}">
                <a16:creationId xmlns:a16="http://schemas.microsoft.com/office/drawing/2014/main" id="{D53B403F-BFB8-4ED1-ABBF-A28D6ECA78B5}"/>
              </a:ext>
            </a:extLst>
          </p:cNvPr>
          <p:cNvSpPr>
            <a:spLocks xmlns:a="http://schemas.openxmlformats.org/drawingml/2006/main" noGrp="1"/>
          </p:cNvSpPr>
          <p:nvPr/>
        </p:nvSpPr>
        <p:spPr>
          <a:xfrm xmlns:a="http://schemas.openxmlformats.org/drawingml/2006/main">
            <a:off x="751657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21" name="dp44-comparison / n175 / path">
            <a:extLst xmlns:a="http://schemas.openxmlformats.org/drawingml/2006/main">
              <a:ext uri="{FF2B5EF4-FFF2-40B4-BE49-F238E27FC236}">
                <a16:creationId xmlns:a16="http://schemas.microsoft.com/office/drawing/2014/main" id="{500D5023-F191-4373-92AA-D8A2F13C3B16}"/>
              </a:ext>
            </a:extLst>
          </p:cNvPr>
          <p:cNvSpPr>
            <a:spLocks xmlns:a="http://schemas.openxmlformats.org/drawingml/2006/main" noGrp="1"/>
          </p:cNvSpPr>
          <p:nvPr/>
        </p:nvSpPr>
        <p:spPr>
          <a:xfrm xmlns:a="http://schemas.openxmlformats.org/drawingml/2006/main">
            <a:off x="377380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222" name="dp44-comparison / n175 / arrow">
            <a:extLst xmlns:a="http://schemas.openxmlformats.org/drawingml/2006/main">
              <a:ext uri="{FF2B5EF4-FFF2-40B4-BE49-F238E27FC236}">
                <a16:creationId xmlns:a16="http://schemas.microsoft.com/office/drawing/2014/main" id="{AC204362-8B83-4F3B-9604-EA40607FD32E}"/>
              </a:ext>
            </a:extLst>
          </p:cNvPr>
          <p:cNvSpPr>
            <a:spLocks xmlns:a="http://schemas.openxmlformats.org/drawingml/2006/main" noGrp="1"/>
          </p:cNvSpPr>
          <p:nvPr/>
        </p:nvSpPr>
        <p:spPr>
          <a:xfrm xmlns:a="http://schemas.openxmlformats.org/drawingml/2006/main">
            <a:off x="749411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23" name="dp44-comparison / n176 / path">
            <a:extLst xmlns:a="http://schemas.openxmlformats.org/drawingml/2006/main">
              <a:ext uri="{FF2B5EF4-FFF2-40B4-BE49-F238E27FC236}">
                <a16:creationId xmlns:a16="http://schemas.microsoft.com/office/drawing/2014/main" id="{F82471FF-403B-4169-90FD-0B484511B947}"/>
              </a:ext>
            </a:extLst>
          </p:cNvPr>
          <p:cNvSpPr>
            <a:spLocks xmlns:a="http://schemas.openxmlformats.org/drawingml/2006/main" noGrp="1"/>
          </p:cNvSpPr>
          <p:nvPr/>
        </p:nvSpPr>
        <p:spPr>
          <a:xfrm xmlns:a="http://schemas.openxmlformats.org/drawingml/2006/main">
            <a:off x="262509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224" name="dp44-comparison / n176 / arrow">
            <a:extLst xmlns:a="http://schemas.openxmlformats.org/drawingml/2006/main">
              <a:ext uri="{FF2B5EF4-FFF2-40B4-BE49-F238E27FC236}">
                <a16:creationId xmlns:a16="http://schemas.microsoft.com/office/drawing/2014/main" id="{A6A3F614-7CCD-490F-80AF-D3E3EA758E95}"/>
              </a:ext>
            </a:extLst>
          </p:cNvPr>
          <p:cNvSpPr>
            <a:spLocks xmlns:a="http://schemas.openxmlformats.org/drawingml/2006/main" noGrp="1"/>
          </p:cNvSpPr>
          <p:nvPr/>
        </p:nvSpPr>
        <p:spPr>
          <a:xfrm xmlns:a="http://schemas.openxmlformats.org/drawingml/2006/main">
            <a:off x="262509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5" name="dp44-comparison / n177 / path">
            <a:extLst xmlns:a="http://schemas.openxmlformats.org/drawingml/2006/main">
              <a:ext uri="{FF2B5EF4-FFF2-40B4-BE49-F238E27FC236}">
                <a16:creationId xmlns:a16="http://schemas.microsoft.com/office/drawing/2014/main" id="{E86731C8-EB2F-4DC6-94B6-D3006FFC58EC}"/>
              </a:ext>
            </a:extLst>
          </p:cNvPr>
          <p:cNvSpPr>
            <a:spLocks xmlns:a="http://schemas.openxmlformats.org/drawingml/2006/main" noGrp="1"/>
          </p:cNvSpPr>
          <p:nvPr/>
        </p:nvSpPr>
        <p:spPr>
          <a:xfrm xmlns:a="http://schemas.openxmlformats.org/drawingml/2006/main">
            <a:off x="511397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226" name="dp44-comparison / n177 / arrow">
            <a:extLst xmlns:a="http://schemas.openxmlformats.org/drawingml/2006/main">
              <a:ext uri="{FF2B5EF4-FFF2-40B4-BE49-F238E27FC236}">
                <a16:creationId xmlns:a16="http://schemas.microsoft.com/office/drawing/2014/main" id="{23165905-B741-495B-8041-E24E167B4B79}"/>
              </a:ext>
            </a:extLst>
          </p:cNvPr>
          <p:cNvSpPr>
            <a:spLocks xmlns:a="http://schemas.openxmlformats.org/drawingml/2006/main" noGrp="1"/>
          </p:cNvSpPr>
          <p:nvPr/>
        </p:nvSpPr>
        <p:spPr>
          <a:xfrm xmlns:a="http://schemas.openxmlformats.org/drawingml/2006/main">
            <a:off x="511397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7" name="dp44-comparison / n178 / path">
            <a:extLst xmlns:a="http://schemas.openxmlformats.org/drawingml/2006/main">
              <a:ext uri="{FF2B5EF4-FFF2-40B4-BE49-F238E27FC236}">
                <a16:creationId xmlns:a16="http://schemas.microsoft.com/office/drawing/2014/main" id="{21AF23BC-014A-4E33-A2B1-F5F7D9BC11BA}"/>
              </a:ext>
            </a:extLst>
          </p:cNvPr>
          <p:cNvSpPr>
            <a:spLocks xmlns:a="http://schemas.openxmlformats.org/drawingml/2006/main" noGrp="1"/>
          </p:cNvSpPr>
          <p:nvPr/>
        </p:nvSpPr>
        <p:spPr>
          <a:xfrm xmlns:a="http://schemas.openxmlformats.org/drawingml/2006/main">
            <a:off x="377380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228" name="dp44-comparison / n178 / arrow">
            <a:extLst xmlns:a="http://schemas.openxmlformats.org/drawingml/2006/main">
              <a:ext uri="{FF2B5EF4-FFF2-40B4-BE49-F238E27FC236}">
                <a16:creationId xmlns:a16="http://schemas.microsoft.com/office/drawing/2014/main" id="{1FEEB208-B63A-4708-A679-DDAB7B5AED13}"/>
              </a:ext>
            </a:extLst>
          </p:cNvPr>
          <p:cNvSpPr>
            <a:spLocks xmlns:a="http://schemas.openxmlformats.org/drawingml/2006/main" noGrp="1"/>
          </p:cNvSpPr>
          <p:nvPr/>
        </p:nvSpPr>
        <p:spPr>
          <a:xfrm xmlns:a="http://schemas.openxmlformats.org/drawingml/2006/main">
            <a:off x="375134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29" name="dp44-comparison / n179 / path">
            <a:extLst xmlns:a="http://schemas.openxmlformats.org/drawingml/2006/main">
              <a:ext uri="{FF2B5EF4-FFF2-40B4-BE49-F238E27FC236}">
                <a16:creationId xmlns:a16="http://schemas.microsoft.com/office/drawing/2014/main" id="{5F15D109-B087-410E-9ABC-6C3D49185CF8}"/>
              </a:ext>
            </a:extLst>
          </p:cNvPr>
          <p:cNvSpPr>
            <a:spLocks xmlns:a="http://schemas.openxmlformats.org/drawingml/2006/main" noGrp="1"/>
          </p:cNvSpPr>
          <p:nvPr/>
        </p:nvSpPr>
        <p:spPr>
          <a:xfrm xmlns:a="http://schemas.openxmlformats.org/drawingml/2006/main">
            <a:off x="814530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230" name="dp44-comparison / n179 / arrow">
            <a:extLst xmlns:a="http://schemas.openxmlformats.org/drawingml/2006/main">
              <a:ext uri="{FF2B5EF4-FFF2-40B4-BE49-F238E27FC236}">
                <a16:creationId xmlns:a16="http://schemas.microsoft.com/office/drawing/2014/main" id="{A699EA95-9AA1-40F2-B538-60E5687E479A}"/>
              </a:ext>
            </a:extLst>
          </p:cNvPr>
          <p:cNvSpPr>
            <a:spLocks xmlns:a="http://schemas.openxmlformats.org/drawingml/2006/main" noGrp="1"/>
          </p:cNvSpPr>
          <p:nvPr/>
        </p:nvSpPr>
        <p:spPr>
          <a:xfrm xmlns:a="http://schemas.openxmlformats.org/drawingml/2006/main">
            <a:off x="812284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31" name="dp44-comparison / n180 / path">
            <a:extLst xmlns:a="http://schemas.openxmlformats.org/drawingml/2006/main">
              <a:ext uri="{FF2B5EF4-FFF2-40B4-BE49-F238E27FC236}">
                <a16:creationId xmlns:a16="http://schemas.microsoft.com/office/drawing/2014/main" id="{47D26587-FB36-4986-8283-F87319585F58}"/>
              </a:ext>
            </a:extLst>
          </p:cNvPr>
          <p:cNvSpPr>
            <a:spLocks xmlns:a="http://schemas.openxmlformats.org/drawingml/2006/main" noGrp="1"/>
          </p:cNvSpPr>
          <p:nvPr/>
        </p:nvSpPr>
        <p:spPr>
          <a:xfrm xmlns:a="http://schemas.openxmlformats.org/drawingml/2006/main">
            <a:off x="843248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232" name="dp44-comparison / n180 / arrow">
            <a:extLst xmlns:a="http://schemas.openxmlformats.org/drawingml/2006/main">
              <a:ext uri="{FF2B5EF4-FFF2-40B4-BE49-F238E27FC236}">
                <a16:creationId xmlns:a16="http://schemas.microsoft.com/office/drawing/2014/main" id="{826673DE-5E0D-41BA-BCEC-A22C47154044}"/>
              </a:ext>
            </a:extLst>
          </p:cNvPr>
          <p:cNvSpPr>
            <a:spLocks xmlns:a="http://schemas.openxmlformats.org/drawingml/2006/main" noGrp="1"/>
          </p:cNvSpPr>
          <p:nvPr/>
        </p:nvSpPr>
        <p:spPr>
          <a:xfrm xmlns:a="http://schemas.openxmlformats.org/drawingml/2006/main">
            <a:off x="841001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33" name="dp44-comparison / n181">
            <a:extLst xmlns:a="http://schemas.openxmlformats.org/drawingml/2006/main">
              <a:ext uri="{FF2B5EF4-FFF2-40B4-BE49-F238E27FC236}">
                <a16:creationId xmlns:a16="http://schemas.microsoft.com/office/drawing/2014/main" id="{403033F7-2A15-4E5E-B852-89E9FB83D921}"/>
              </a:ext>
            </a:extLst>
          </p:cNvPr>
          <p:cNvSpPr>
            <a:spLocks xmlns:a="http://schemas.openxmlformats.org/drawingml/2006/main" noGrp="1"/>
          </p:cNvSpPr>
          <p:nvPr/>
        </p:nvSpPr>
        <p:spPr>
          <a:xfrm xmlns:a="http://schemas.openxmlformats.org/drawingml/2006/main">
            <a:off x="168697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4" name="dp44-comparison / n182 / text 1">
            <a:extLst xmlns:a="http://schemas.openxmlformats.org/drawingml/2006/main">
              <a:ext uri="{FF2B5EF4-FFF2-40B4-BE49-F238E27FC236}">
                <a16:creationId xmlns:a16="http://schemas.microsoft.com/office/drawing/2014/main" id="{F9FC5D11-D1C3-4D4D-B19F-D0DCF8C2848A}"/>
              </a:ext>
            </a:extLst>
          </p:cNvPr>
          <p:cNvSpPr>
            <a:spLocks xmlns:a="http://schemas.openxmlformats.org/drawingml/2006/main" noGrp="1"/>
          </p:cNvSpPr>
          <p:nvPr/>
        </p:nvSpPr>
        <p:spPr>
          <a:xfrm xmlns:a="http://schemas.openxmlformats.org/drawingml/2006/main">
            <a:off x="169973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235" name="dp44-comparison / n183">
            <a:extLst xmlns:a="http://schemas.openxmlformats.org/drawingml/2006/main">
              <a:ext uri="{FF2B5EF4-FFF2-40B4-BE49-F238E27FC236}">
                <a16:creationId xmlns:a16="http://schemas.microsoft.com/office/drawing/2014/main" id="{D80BFB55-48FA-4E7E-9853-BFD3E6C1C636}"/>
              </a:ext>
            </a:extLst>
          </p:cNvPr>
          <p:cNvSpPr>
            <a:spLocks xmlns:a="http://schemas.openxmlformats.org/drawingml/2006/main" noGrp="1"/>
          </p:cNvSpPr>
          <p:nvPr/>
        </p:nvSpPr>
        <p:spPr>
          <a:xfrm xmlns:a="http://schemas.openxmlformats.org/drawingml/2006/main">
            <a:off x="379295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6" name="dp44-comparison / n184 / text 1">
            <a:extLst xmlns:a="http://schemas.openxmlformats.org/drawingml/2006/main">
              <a:ext uri="{FF2B5EF4-FFF2-40B4-BE49-F238E27FC236}">
                <a16:creationId xmlns:a16="http://schemas.microsoft.com/office/drawing/2014/main" id="{D6AC9ECC-C7AD-49FA-BBCA-E5F891A5DBDE}"/>
              </a:ext>
            </a:extLst>
          </p:cNvPr>
          <p:cNvSpPr>
            <a:spLocks xmlns:a="http://schemas.openxmlformats.org/drawingml/2006/main" noGrp="1"/>
          </p:cNvSpPr>
          <p:nvPr/>
        </p:nvSpPr>
        <p:spPr>
          <a:xfrm xmlns:a="http://schemas.openxmlformats.org/drawingml/2006/main">
            <a:off x="380571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237" name="dp44-comparison / n185">
            <a:extLst xmlns:a="http://schemas.openxmlformats.org/drawingml/2006/main">
              <a:ext uri="{FF2B5EF4-FFF2-40B4-BE49-F238E27FC236}">
                <a16:creationId xmlns:a16="http://schemas.microsoft.com/office/drawing/2014/main" id="{BF28C28F-647B-44B2-AC9D-BBC26D2DA258}"/>
              </a:ext>
            </a:extLst>
          </p:cNvPr>
          <p:cNvSpPr>
            <a:spLocks xmlns:a="http://schemas.openxmlformats.org/drawingml/2006/main" noGrp="1"/>
          </p:cNvSpPr>
          <p:nvPr/>
        </p:nvSpPr>
        <p:spPr>
          <a:xfrm xmlns:a="http://schemas.openxmlformats.org/drawingml/2006/main">
            <a:off x="379933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4-comparison / n186 / text 1">
            <a:extLst xmlns:a="http://schemas.openxmlformats.org/drawingml/2006/main">
              <a:ext uri="{FF2B5EF4-FFF2-40B4-BE49-F238E27FC236}">
                <a16:creationId xmlns:a16="http://schemas.microsoft.com/office/drawing/2014/main" id="{6777EBF0-A492-4B77-A303-09881E3E3FDA}"/>
              </a:ext>
            </a:extLst>
          </p:cNvPr>
          <p:cNvSpPr>
            <a:spLocks xmlns:a="http://schemas.openxmlformats.org/drawingml/2006/main" noGrp="1"/>
          </p:cNvSpPr>
          <p:nvPr/>
        </p:nvSpPr>
        <p:spPr>
          <a:xfrm xmlns:a="http://schemas.openxmlformats.org/drawingml/2006/main">
            <a:off x="381209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239" name="dp44-comparison / n187">
            <a:extLst xmlns:a="http://schemas.openxmlformats.org/drawingml/2006/main">
              <a:ext uri="{FF2B5EF4-FFF2-40B4-BE49-F238E27FC236}">
                <a16:creationId xmlns:a16="http://schemas.microsoft.com/office/drawing/2014/main" id="{ADA87CA5-944C-4311-AC65-1290F3FD11C2}"/>
              </a:ext>
            </a:extLst>
          </p:cNvPr>
          <p:cNvSpPr>
            <a:spLocks xmlns:a="http://schemas.openxmlformats.org/drawingml/2006/main" noGrp="1"/>
          </p:cNvSpPr>
          <p:nvPr/>
        </p:nvSpPr>
        <p:spPr>
          <a:xfrm xmlns:a="http://schemas.openxmlformats.org/drawingml/2006/main">
            <a:off x="160401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0" name="dp44-comparison / n188 / text 1">
            <a:extLst xmlns:a="http://schemas.openxmlformats.org/drawingml/2006/main">
              <a:ext uri="{FF2B5EF4-FFF2-40B4-BE49-F238E27FC236}">
                <a16:creationId xmlns:a16="http://schemas.microsoft.com/office/drawing/2014/main" id="{031FD0D3-5992-418E-B4D3-0351A933235A}"/>
              </a:ext>
            </a:extLst>
          </p:cNvPr>
          <p:cNvSpPr>
            <a:spLocks xmlns:a="http://schemas.openxmlformats.org/drawingml/2006/main" noGrp="1"/>
          </p:cNvSpPr>
          <p:nvPr/>
        </p:nvSpPr>
        <p:spPr>
          <a:xfrm xmlns:a="http://schemas.openxmlformats.org/drawingml/2006/main">
            <a:off x="161677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241" name="dp44-comparison / n189">
            <a:extLst xmlns:a="http://schemas.openxmlformats.org/drawingml/2006/main">
              <a:ext uri="{FF2B5EF4-FFF2-40B4-BE49-F238E27FC236}">
                <a16:creationId xmlns:a16="http://schemas.microsoft.com/office/drawing/2014/main" id="{A61A9DEC-5619-45CE-946C-2DD980E7A542}"/>
              </a:ext>
            </a:extLst>
          </p:cNvPr>
          <p:cNvSpPr>
            <a:spLocks xmlns:a="http://schemas.openxmlformats.org/drawingml/2006/main" noGrp="1"/>
          </p:cNvSpPr>
          <p:nvPr/>
        </p:nvSpPr>
        <p:spPr>
          <a:xfrm xmlns:a="http://schemas.openxmlformats.org/drawingml/2006/main">
            <a:off x="160401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2" name="dp44-comparison / n190 / text 1">
            <a:extLst xmlns:a="http://schemas.openxmlformats.org/drawingml/2006/main">
              <a:ext uri="{FF2B5EF4-FFF2-40B4-BE49-F238E27FC236}">
                <a16:creationId xmlns:a16="http://schemas.microsoft.com/office/drawing/2014/main" id="{ECF01E4F-ECD9-452D-A14F-33E77A614ECA}"/>
              </a:ext>
            </a:extLst>
          </p:cNvPr>
          <p:cNvSpPr>
            <a:spLocks xmlns:a="http://schemas.openxmlformats.org/drawingml/2006/main" noGrp="1"/>
          </p:cNvSpPr>
          <p:nvPr/>
        </p:nvSpPr>
        <p:spPr>
          <a:xfrm xmlns:a="http://schemas.openxmlformats.org/drawingml/2006/main">
            <a:off x="161677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243" name="dp44-comparison / n191">
            <a:extLst xmlns:a="http://schemas.openxmlformats.org/drawingml/2006/main">
              <a:ext uri="{FF2B5EF4-FFF2-40B4-BE49-F238E27FC236}">
                <a16:creationId xmlns:a16="http://schemas.microsoft.com/office/drawing/2014/main" id="{8C4C6306-AB23-4E56-943F-0FA96849FC6F}"/>
              </a:ext>
            </a:extLst>
          </p:cNvPr>
          <p:cNvSpPr>
            <a:spLocks xmlns:a="http://schemas.openxmlformats.org/drawingml/2006/main" noGrp="1"/>
          </p:cNvSpPr>
          <p:nvPr/>
        </p:nvSpPr>
        <p:spPr>
          <a:xfrm xmlns:a="http://schemas.openxmlformats.org/drawingml/2006/main">
            <a:off x="160401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4" name="dp44-comparison / n192 / text 1">
            <a:extLst xmlns:a="http://schemas.openxmlformats.org/drawingml/2006/main">
              <a:ext uri="{FF2B5EF4-FFF2-40B4-BE49-F238E27FC236}">
                <a16:creationId xmlns:a16="http://schemas.microsoft.com/office/drawing/2014/main" id="{9E55E009-45E2-4C9E-AB62-58406D3A469A}"/>
              </a:ext>
            </a:extLst>
          </p:cNvPr>
          <p:cNvSpPr>
            <a:spLocks xmlns:a="http://schemas.openxmlformats.org/drawingml/2006/main" noGrp="1"/>
          </p:cNvSpPr>
          <p:nvPr/>
        </p:nvSpPr>
        <p:spPr>
          <a:xfrm xmlns:a="http://schemas.openxmlformats.org/drawingml/2006/main">
            <a:off x="161677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245" name="dp44-comparison / n193">
            <a:extLst xmlns:a="http://schemas.openxmlformats.org/drawingml/2006/main">
              <a:ext uri="{FF2B5EF4-FFF2-40B4-BE49-F238E27FC236}">
                <a16:creationId xmlns:a16="http://schemas.microsoft.com/office/drawing/2014/main" id="{AB19C2DB-248F-44B3-BB84-9851A6AFE9A1}"/>
              </a:ext>
            </a:extLst>
          </p:cNvPr>
          <p:cNvSpPr>
            <a:spLocks xmlns:a="http://schemas.openxmlformats.org/drawingml/2006/main" noGrp="1"/>
          </p:cNvSpPr>
          <p:nvPr/>
        </p:nvSpPr>
        <p:spPr>
          <a:xfrm xmlns:a="http://schemas.openxmlformats.org/drawingml/2006/main">
            <a:off x="667750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6" name="dp44-comparison / n194 / text 1">
            <a:extLst xmlns:a="http://schemas.openxmlformats.org/drawingml/2006/main">
              <a:ext uri="{FF2B5EF4-FFF2-40B4-BE49-F238E27FC236}">
                <a16:creationId xmlns:a16="http://schemas.microsoft.com/office/drawing/2014/main" id="{362D8572-C41A-4E83-802E-DC07CD745918}"/>
              </a:ext>
            </a:extLst>
          </p:cNvPr>
          <p:cNvSpPr>
            <a:spLocks xmlns:a="http://schemas.openxmlformats.org/drawingml/2006/main" noGrp="1"/>
          </p:cNvSpPr>
          <p:nvPr/>
        </p:nvSpPr>
        <p:spPr>
          <a:xfrm xmlns:a="http://schemas.openxmlformats.org/drawingml/2006/main">
            <a:off x="669026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247" name="dp44-comparison / n195">
            <a:extLst xmlns:a="http://schemas.openxmlformats.org/drawingml/2006/main">
              <a:ext uri="{FF2B5EF4-FFF2-40B4-BE49-F238E27FC236}">
                <a16:creationId xmlns:a16="http://schemas.microsoft.com/office/drawing/2014/main" id="{BD40EA35-E2B3-4A81-A938-E5B06C495A63}"/>
              </a:ext>
            </a:extLst>
          </p:cNvPr>
          <p:cNvSpPr>
            <a:spLocks xmlns:a="http://schemas.openxmlformats.org/drawingml/2006/main" noGrp="1"/>
          </p:cNvSpPr>
          <p:nvPr/>
        </p:nvSpPr>
        <p:spPr>
          <a:xfrm xmlns:a="http://schemas.openxmlformats.org/drawingml/2006/main">
            <a:off x="730929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8" name="dp44-comparison / n196 / text 1">
            <a:extLst xmlns:a="http://schemas.openxmlformats.org/drawingml/2006/main">
              <a:ext uri="{FF2B5EF4-FFF2-40B4-BE49-F238E27FC236}">
                <a16:creationId xmlns:a16="http://schemas.microsoft.com/office/drawing/2014/main" id="{2C0ECEA2-5DE6-49C7-AB8C-62BDBDA753A1}"/>
              </a:ext>
            </a:extLst>
          </p:cNvPr>
          <p:cNvSpPr>
            <a:spLocks xmlns:a="http://schemas.openxmlformats.org/drawingml/2006/main" noGrp="1"/>
          </p:cNvSpPr>
          <p:nvPr/>
        </p:nvSpPr>
        <p:spPr>
          <a:xfrm xmlns:a="http://schemas.openxmlformats.org/drawingml/2006/main">
            <a:off x="732205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249" name="dp44-comparison / n197">
            <a:extLst xmlns:a="http://schemas.openxmlformats.org/drawingml/2006/main">
              <a:ext uri="{FF2B5EF4-FFF2-40B4-BE49-F238E27FC236}">
                <a16:creationId xmlns:a16="http://schemas.microsoft.com/office/drawing/2014/main" id="{D7B1DDC0-CC4B-46C1-BD91-AF2761603999}"/>
              </a:ext>
            </a:extLst>
          </p:cNvPr>
          <p:cNvSpPr>
            <a:spLocks xmlns:a="http://schemas.openxmlformats.org/drawingml/2006/main" noGrp="1"/>
          </p:cNvSpPr>
          <p:nvPr/>
        </p:nvSpPr>
        <p:spPr>
          <a:xfrm xmlns:a="http://schemas.openxmlformats.org/drawingml/2006/main">
            <a:off x="736034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0" name="dp44-comparison / n198 / text 1">
            <a:extLst xmlns:a="http://schemas.openxmlformats.org/drawingml/2006/main">
              <a:ext uri="{FF2B5EF4-FFF2-40B4-BE49-F238E27FC236}">
                <a16:creationId xmlns:a16="http://schemas.microsoft.com/office/drawing/2014/main" id="{8F7B8C2E-08A6-4964-8206-814CC155AD72}"/>
              </a:ext>
            </a:extLst>
          </p:cNvPr>
          <p:cNvSpPr>
            <a:spLocks xmlns:a="http://schemas.openxmlformats.org/drawingml/2006/main" noGrp="1"/>
          </p:cNvSpPr>
          <p:nvPr/>
        </p:nvSpPr>
        <p:spPr>
          <a:xfrm xmlns:a="http://schemas.openxmlformats.org/drawingml/2006/main">
            <a:off x="737311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251" name="dp44-comparison / n199">
            <a:extLst xmlns:a="http://schemas.openxmlformats.org/drawingml/2006/main">
              <a:ext uri="{FF2B5EF4-FFF2-40B4-BE49-F238E27FC236}">
                <a16:creationId xmlns:a16="http://schemas.microsoft.com/office/drawing/2014/main" id="{B627EC18-8057-46FB-97F7-A00281B61F75}"/>
              </a:ext>
            </a:extLst>
          </p:cNvPr>
          <p:cNvSpPr>
            <a:spLocks xmlns:a="http://schemas.openxmlformats.org/drawingml/2006/main" noGrp="1"/>
          </p:cNvSpPr>
          <p:nvPr/>
        </p:nvSpPr>
        <p:spPr>
          <a:xfrm xmlns:a="http://schemas.openxmlformats.org/drawingml/2006/main">
            <a:off x="686895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2" name="dp44-comparison / n200 / text 1">
            <a:extLst xmlns:a="http://schemas.openxmlformats.org/drawingml/2006/main">
              <a:ext uri="{FF2B5EF4-FFF2-40B4-BE49-F238E27FC236}">
                <a16:creationId xmlns:a16="http://schemas.microsoft.com/office/drawing/2014/main" id="{964F28AD-28C1-4774-9492-3C39BEDDBA36}"/>
              </a:ext>
            </a:extLst>
          </p:cNvPr>
          <p:cNvSpPr>
            <a:spLocks xmlns:a="http://schemas.openxmlformats.org/drawingml/2006/main" noGrp="1"/>
          </p:cNvSpPr>
          <p:nvPr/>
        </p:nvSpPr>
        <p:spPr>
          <a:xfrm xmlns:a="http://schemas.openxmlformats.org/drawingml/2006/main">
            <a:off x="688171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253" name="dp44-comparison / n201">
            <a:extLst xmlns:a="http://schemas.openxmlformats.org/drawingml/2006/main">
              <a:ext uri="{FF2B5EF4-FFF2-40B4-BE49-F238E27FC236}">
                <a16:creationId xmlns:a16="http://schemas.microsoft.com/office/drawing/2014/main" id="{171BFA14-B8F6-4993-8617-0BFBC790F4CD}"/>
              </a:ext>
            </a:extLst>
          </p:cNvPr>
          <p:cNvSpPr>
            <a:spLocks xmlns:a="http://schemas.openxmlformats.org/drawingml/2006/main" noGrp="1"/>
          </p:cNvSpPr>
          <p:nvPr/>
        </p:nvSpPr>
        <p:spPr>
          <a:xfrm xmlns:a="http://schemas.openxmlformats.org/drawingml/2006/main">
            <a:off x="408012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4" name="dp44-comparison / n202 / text 1">
            <a:extLst xmlns:a="http://schemas.openxmlformats.org/drawingml/2006/main">
              <a:ext uri="{FF2B5EF4-FFF2-40B4-BE49-F238E27FC236}">
                <a16:creationId xmlns:a16="http://schemas.microsoft.com/office/drawing/2014/main" id="{0E7617F8-ED80-481A-A956-FC294CF95EC1}"/>
              </a:ext>
            </a:extLst>
          </p:cNvPr>
          <p:cNvSpPr>
            <a:spLocks xmlns:a="http://schemas.openxmlformats.org/drawingml/2006/main" noGrp="1"/>
          </p:cNvSpPr>
          <p:nvPr/>
        </p:nvSpPr>
        <p:spPr>
          <a:xfrm xmlns:a="http://schemas.openxmlformats.org/drawingml/2006/main">
            <a:off x="409289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255" name="dp44-comparison / n203">
            <a:extLst xmlns:a="http://schemas.openxmlformats.org/drawingml/2006/main">
              <a:ext uri="{FF2B5EF4-FFF2-40B4-BE49-F238E27FC236}">
                <a16:creationId xmlns:a16="http://schemas.microsoft.com/office/drawing/2014/main" id="{B6280BDC-5E96-43CB-B8DC-7053AB9EC085}"/>
              </a:ext>
            </a:extLst>
          </p:cNvPr>
          <p:cNvSpPr>
            <a:spLocks xmlns:a="http://schemas.openxmlformats.org/drawingml/2006/main" noGrp="1"/>
          </p:cNvSpPr>
          <p:nvPr/>
        </p:nvSpPr>
        <p:spPr>
          <a:xfrm xmlns:a="http://schemas.openxmlformats.org/drawingml/2006/main">
            <a:off x="157848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6" name="dp44-comparison / n204 / text 1">
            <a:extLst xmlns:a="http://schemas.openxmlformats.org/drawingml/2006/main">
              <a:ext uri="{FF2B5EF4-FFF2-40B4-BE49-F238E27FC236}">
                <a16:creationId xmlns:a16="http://schemas.microsoft.com/office/drawing/2014/main" id="{BD6DEC15-9CAD-4D6C-A08F-A6FDF6861194}"/>
              </a:ext>
            </a:extLst>
          </p:cNvPr>
          <p:cNvSpPr>
            <a:spLocks xmlns:a="http://schemas.openxmlformats.org/drawingml/2006/main" noGrp="1"/>
          </p:cNvSpPr>
          <p:nvPr/>
        </p:nvSpPr>
        <p:spPr>
          <a:xfrm xmlns:a="http://schemas.openxmlformats.org/drawingml/2006/main">
            <a:off x="159124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257" name="dp44-comparison / n205">
            <a:extLst xmlns:a="http://schemas.openxmlformats.org/drawingml/2006/main">
              <a:ext uri="{FF2B5EF4-FFF2-40B4-BE49-F238E27FC236}">
                <a16:creationId xmlns:a16="http://schemas.microsoft.com/office/drawing/2014/main" id="{3CDCA12A-267E-4BD5-A00F-0219B41413F4}"/>
              </a:ext>
            </a:extLst>
          </p:cNvPr>
          <p:cNvSpPr>
            <a:spLocks xmlns:a="http://schemas.openxmlformats.org/drawingml/2006/main" noGrp="1"/>
          </p:cNvSpPr>
          <p:nvPr/>
        </p:nvSpPr>
        <p:spPr>
          <a:xfrm xmlns:a="http://schemas.openxmlformats.org/drawingml/2006/main">
            <a:off x="563089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8" name="dp44-comparison / n206 / text 1">
            <a:extLst xmlns:a="http://schemas.openxmlformats.org/drawingml/2006/main">
              <a:ext uri="{FF2B5EF4-FFF2-40B4-BE49-F238E27FC236}">
                <a16:creationId xmlns:a16="http://schemas.microsoft.com/office/drawing/2014/main" id="{12AC7433-889E-4AE8-A1B8-3B1BD3CCC9FC}"/>
              </a:ext>
            </a:extLst>
          </p:cNvPr>
          <p:cNvSpPr>
            <a:spLocks xmlns:a="http://schemas.openxmlformats.org/drawingml/2006/main" noGrp="1"/>
          </p:cNvSpPr>
          <p:nvPr/>
        </p:nvSpPr>
        <p:spPr>
          <a:xfrm xmlns:a="http://schemas.openxmlformats.org/drawingml/2006/main">
            <a:off x="564365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259" name="dp44-comparison / n207">
            <a:extLst xmlns:a="http://schemas.openxmlformats.org/drawingml/2006/main">
              <a:ext uri="{FF2B5EF4-FFF2-40B4-BE49-F238E27FC236}">
                <a16:creationId xmlns:a16="http://schemas.microsoft.com/office/drawing/2014/main" id="{E70BF3ED-AD64-4D1F-AD6D-53FAB7628ACF}"/>
              </a:ext>
            </a:extLst>
          </p:cNvPr>
          <p:cNvSpPr>
            <a:spLocks xmlns:a="http://schemas.openxmlformats.org/drawingml/2006/main" noGrp="1"/>
          </p:cNvSpPr>
          <p:nvPr/>
        </p:nvSpPr>
        <p:spPr>
          <a:xfrm xmlns:a="http://schemas.openxmlformats.org/drawingml/2006/main">
            <a:off x="434178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0" name="dp44-comparison / n208 / text 1">
            <a:extLst xmlns:a="http://schemas.openxmlformats.org/drawingml/2006/main">
              <a:ext uri="{FF2B5EF4-FFF2-40B4-BE49-F238E27FC236}">
                <a16:creationId xmlns:a16="http://schemas.microsoft.com/office/drawing/2014/main" id="{0FE58FDA-1C6F-4C84-8B9D-E4842036C062}"/>
              </a:ext>
            </a:extLst>
          </p:cNvPr>
          <p:cNvSpPr>
            <a:spLocks xmlns:a="http://schemas.openxmlformats.org/drawingml/2006/main" noGrp="1"/>
          </p:cNvSpPr>
          <p:nvPr/>
        </p:nvSpPr>
        <p:spPr>
          <a:xfrm xmlns:a="http://schemas.openxmlformats.org/drawingml/2006/main">
            <a:off x="435454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261" name="dp44-comparison / n209">
            <a:extLst xmlns:a="http://schemas.openxmlformats.org/drawingml/2006/main">
              <a:ext uri="{FF2B5EF4-FFF2-40B4-BE49-F238E27FC236}">
                <a16:creationId xmlns:a16="http://schemas.microsoft.com/office/drawing/2014/main" id="{A3DB64D5-B328-4820-9FF6-6A957AF60536}"/>
              </a:ext>
            </a:extLst>
          </p:cNvPr>
          <p:cNvSpPr>
            <a:spLocks xmlns:a="http://schemas.openxmlformats.org/drawingml/2006/main" noGrp="1"/>
          </p:cNvSpPr>
          <p:nvPr/>
        </p:nvSpPr>
        <p:spPr>
          <a:xfrm xmlns:a="http://schemas.openxmlformats.org/drawingml/2006/main">
            <a:off x="6377559" y="3656362"/>
            <a:ext cx="159211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2" name="dp44-comparison / n210 / text 1">
            <a:extLst xmlns:a="http://schemas.openxmlformats.org/drawingml/2006/main">
              <a:ext uri="{FF2B5EF4-FFF2-40B4-BE49-F238E27FC236}">
                <a16:creationId xmlns:a16="http://schemas.microsoft.com/office/drawing/2014/main" id="{B0A62E7E-683B-4E67-93DE-2A399C2FFC34}"/>
              </a:ext>
            </a:extLst>
          </p:cNvPr>
          <p:cNvSpPr>
            <a:spLocks xmlns:a="http://schemas.openxmlformats.org/drawingml/2006/main" noGrp="1"/>
          </p:cNvSpPr>
          <p:nvPr/>
        </p:nvSpPr>
        <p:spPr>
          <a:xfrm xmlns:a="http://schemas.openxmlformats.org/drawingml/2006/main">
            <a:off x="6390323" y="3662744"/>
            <a:ext cx="23293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job / revision / 대기 참조</a:t>
            </a:r>
          </a:p>
        </p:txBody>
      </p:sp>
      <p:sp>
        <p:nvSpPr>
          <p:cNvPr id="263" name="dp44-comparison / n211">
            <a:extLst xmlns:a="http://schemas.openxmlformats.org/drawingml/2006/main">
              <a:ext uri="{FF2B5EF4-FFF2-40B4-BE49-F238E27FC236}">
                <a16:creationId xmlns:a16="http://schemas.microsoft.com/office/drawing/2014/main" id="{F6D364E6-CC59-4A01-B8FB-24C60817680F}"/>
              </a:ext>
            </a:extLst>
          </p:cNvPr>
          <p:cNvSpPr>
            <a:spLocks xmlns:a="http://schemas.openxmlformats.org/drawingml/2006/main" noGrp="1"/>
          </p:cNvSpPr>
          <p:nvPr/>
        </p:nvSpPr>
        <p:spPr>
          <a:xfrm xmlns:a="http://schemas.openxmlformats.org/drawingml/2006/main">
            <a:off x="4322636" y="4683824"/>
            <a:ext cx="19002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4" name="dp44-comparison / n212 / text 1">
            <a:extLst xmlns:a="http://schemas.openxmlformats.org/drawingml/2006/main">
              <a:ext uri="{FF2B5EF4-FFF2-40B4-BE49-F238E27FC236}">
                <a16:creationId xmlns:a16="http://schemas.microsoft.com/office/drawing/2014/main" id="{04F42F0D-8AE2-4C30-A396-BB2E5BF86651}"/>
              </a:ext>
            </a:extLst>
          </p:cNvPr>
          <p:cNvSpPr>
            <a:spLocks xmlns:a="http://schemas.openxmlformats.org/drawingml/2006/main" noGrp="1"/>
          </p:cNvSpPr>
          <p:nvPr/>
        </p:nvSpPr>
        <p:spPr>
          <a:xfrm xmlns:a="http://schemas.openxmlformats.org/drawingml/2006/main">
            <a:off x="433539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사실 / job ID</a:t>
            </a:r>
          </a:p>
        </p:txBody>
      </p:sp>
      <p:sp>
        <p:nvSpPr>
          <p:cNvPr id="265" name="dp44-comparison / n213">
            <a:extLst xmlns:a="http://schemas.openxmlformats.org/drawingml/2006/main">
              <a:ext uri="{FF2B5EF4-FFF2-40B4-BE49-F238E27FC236}">
                <a16:creationId xmlns:a16="http://schemas.microsoft.com/office/drawing/2014/main" id="{9555688D-4EBF-4690-B938-1446F6F30250}"/>
              </a:ext>
            </a:extLst>
          </p:cNvPr>
          <p:cNvSpPr>
            <a:spLocks xmlns:a="http://schemas.openxmlformats.org/drawingml/2006/main" noGrp="1"/>
          </p:cNvSpPr>
          <p:nvPr/>
        </p:nvSpPr>
        <p:spPr>
          <a:xfrm xmlns:a="http://schemas.openxmlformats.org/drawingml/2006/main">
            <a:off x="4309872" y="5768721"/>
            <a:ext cx="1494478"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4-comparison / n214 / text 1">
            <a:extLst xmlns:a="http://schemas.openxmlformats.org/drawingml/2006/main">
              <a:ext uri="{FF2B5EF4-FFF2-40B4-BE49-F238E27FC236}">
                <a16:creationId xmlns:a16="http://schemas.microsoft.com/office/drawing/2014/main" id="{77D9C91E-58CC-4EF0-A190-9B25AB5F53E3}"/>
              </a:ext>
            </a:extLst>
          </p:cNvPr>
          <p:cNvSpPr>
            <a:spLocks xmlns:a="http://schemas.openxmlformats.org/drawingml/2006/main" noGrp="1"/>
          </p:cNvSpPr>
          <p:nvPr/>
        </p:nvSpPr>
        <p:spPr>
          <a:xfrm xmlns:a="http://schemas.openxmlformats.org/drawingml/2006/main">
            <a:off x="4322636" y="5775103"/>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반환 / 시작 revision</a:t>
            </a:r>
          </a:p>
        </p:txBody>
      </p:sp>
      <p:sp>
        <p:nvSpPr>
          <p:cNvPr id="267" name="dp44-comparison / n215">
            <a:extLst xmlns:a="http://schemas.openxmlformats.org/drawingml/2006/main">
              <a:ext uri="{FF2B5EF4-FFF2-40B4-BE49-F238E27FC236}">
                <a16:creationId xmlns:a16="http://schemas.microsoft.com/office/drawing/2014/main" id="{492A1DC4-68D9-4EB2-9FFC-22D33927033B}"/>
              </a:ext>
            </a:extLst>
          </p:cNvPr>
          <p:cNvSpPr>
            <a:spLocks xmlns:a="http://schemas.openxmlformats.org/drawingml/2006/main" noGrp="1"/>
          </p:cNvSpPr>
          <p:nvPr/>
        </p:nvSpPr>
        <p:spPr>
          <a:xfrm xmlns:a="http://schemas.openxmlformats.org/drawingml/2006/main">
            <a:off x="4316254" y="6043136"/>
            <a:ext cx="133391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4-comparison / n216 / text 1">
            <a:extLst xmlns:a="http://schemas.openxmlformats.org/drawingml/2006/main">
              <a:ext uri="{FF2B5EF4-FFF2-40B4-BE49-F238E27FC236}">
                <a16:creationId xmlns:a16="http://schemas.microsoft.com/office/drawing/2014/main" id="{F0CC1F5B-9D84-46D4-9EB5-2B07BDFAE4B9}"/>
              </a:ext>
            </a:extLst>
          </p:cNvPr>
          <p:cNvSpPr>
            <a:spLocks xmlns:a="http://schemas.openxmlformats.org/drawingml/2006/main" noGrp="1"/>
          </p:cNvSpPr>
          <p:nvPr/>
        </p:nvSpPr>
        <p:spPr>
          <a:xfrm xmlns:a="http://schemas.openxmlformats.org/drawingml/2006/main">
            <a:off x="4329017" y="6049518"/>
            <a:ext cx="211874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유효 후보 → 게시 요청</a:t>
            </a:r>
          </a:p>
        </p:txBody>
      </p:sp>
      <p:sp>
        <p:nvSpPr>
          <p:cNvPr id="269" name="dp44-comparison / n217">
            <a:extLst xmlns:a="http://schemas.openxmlformats.org/drawingml/2006/main">
              <a:ext uri="{FF2B5EF4-FFF2-40B4-BE49-F238E27FC236}">
                <a16:creationId xmlns:a16="http://schemas.microsoft.com/office/drawing/2014/main" id="{1E4297F8-8265-48EA-A082-D7C89E33407B}"/>
              </a:ext>
            </a:extLst>
          </p:cNvPr>
          <p:cNvSpPr>
            <a:spLocks xmlns:a="http://schemas.openxmlformats.org/drawingml/2006/main" noGrp="1"/>
          </p:cNvSpPr>
          <p:nvPr/>
        </p:nvSpPr>
        <p:spPr>
          <a:xfrm xmlns:a="http://schemas.openxmlformats.org/drawingml/2006/main">
            <a:off x="989076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270" name="dp44-comparison / n218 / text 1">
            <a:extLst xmlns:a="http://schemas.openxmlformats.org/drawingml/2006/main">
              <a:ext uri="{FF2B5EF4-FFF2-40B4-BE49-F238E27FC236}">
                <a16:creationId xmlns:a16="http://schemas.microsoft.com/office/drawing/2014/main" id="{98891078-79EE-4117-9E8C-19E0765AF3E4}"/>
              </a:ext>
            </a:extLst>
          </p:cNvPr>
          <p:cNvSpPr>
            <a:spLocks xmlns:a="http://schemas.openxmlformats.org/drawingml/2006/main" noGrp="1"/>
          </p:cNvSpPr>
          <p:nvPr/>
        </p:nvSpPr>
        <p:spPr>
          <a:xfrm xmlns:a="http://schemas.openxmlformats.org/drawingml/2006/main">
            <a:off x="993543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271" name="dp44-comparison / n219">
            <a:extLst xmlns:a="http://schemas.openxmlformats.org/drawingml/2006/main">
              <a:ext uri="{FF2B5EF4-FFF2-40B4-BE49-F238E27FC236}">
                <a16:creationId xmlns:a16="http://schemas.microsoft.com/office/drawing/2014/main" id="{BCD09636-1F11-4CF2-8DA6-D69137595C1E}"/>
              </a:ext>
            </a:extLst>
          </p:cNvPr>
          <p:cNvSpPr>
            <a:spLocks xmlns:a="http://schemas.openxmlformats.org/drawingml/2006/main" noGrp="1"/>
          </p:cNvSpPr>
          <p:nvPr/>
        </p:nvSpPr>
        <p:spPr>
          <a:xfrm xmlns:a="http://schemas.openxmlformats.org/drawingml/2006/main">
            <a:off x="989076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72" name="dp44-comparison / n220 / text 1">
            <a:extLst xmlns:a="http://schemas.openxmlformats.org/drawingml/2006/main">
              <a:ext uri="{FF2B5EF4-FFF2-40B4-BE49-F238E27FC236}">
                <a16:creationId xmlns:a16="http://schemas.microsoft.com/office/drawing/2014/main" id="{182E2FB5-5834-45FF-8905-B9DB4F408D58}"/>
              </a:ext>
            </a:extLst>
          </p:cNvPr>
          <p:cNvSpPr>
            <a:spLocks xmlns:a="http://schemas.openxmlformats.org/drawingml/2006/main" noGrp="1"/>
          </p:cNvSpPr>
          <p:nvPr/>
        </p:nvSpPr>
        <p:spPr>
          <a:xfrm xmlns:a="http://schemas.openxmlformats.org/drawingml/2006/main">
            <a:off x="996734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273" name="dp44-comparison / n221">
            <a:extLst xmlns:a="http://schemas.openxmlformats.org/drawingml/2006/main">
              <a:ext uri="{FF2B5EF4-FFF2-40B4-BE49-F238E27FC236}">
                <a16:creationId xmlns:a16="http://schemas.microsoft.com/office/drawing/2014/main" id="{891569F0-1C8A-49D0-9A2C-492B3A744EED}"/>
              </a:ext>
            </a:extLst>
          </p:cNvPr>
          <p:cNvSpPr>
            <a:spLocks xmlns:a="http://schemas.openxmlformats.org/drawingml/2006/main" noGrp="1"/>
          </p:cNvSpPr>
          <p:nvPr/>
        </p:nvSpPr>
        <p:spPr>
          <a:xfrm xmlns:a="http://schemas.openxmlformats.org/drawingml/2006/main">
            <a:off x="998648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4" name="dp44-comparison / n222 / text 1">
            <a:extLst xmlns:a="http://schemas.openxmlformats.org/drawingml/2006/main">
              <a:ext uri="{FF2B5EF4-FFF2-40B4-BE49-F238E27FC236}">
                <a16:creationId xmlns:a16="http://schemas.microsoft.com/office/drawing/2014/main" id="{94B465F1-40BE-4793-8491-5B420E65337D}"/>
              </a:ext>
            </a:extLst>
          </p:cNvPr>
          <p:cNvSpPr>
            <a:spLocks xmlns:a="http://schemas.openxmlformats.org/drawingml/2006/main" noGrp="1"/>
          </p:cNvSpPr>
          <p:nvPr/>
        </p:nvSpPr>
        <p:spPr>
          <a:xfrm xmlns:a="http://schemas.openxmlformats.org/drawingml/2006/main">
            <a:off x="10031159"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275" name="dp44-comparison / n223">
            <a:extLst xmlns:a="http://schemas.openxmlformats.org/drawingml/2006/main">
              <a:ext uri="{FF2B5EF4-FFF2-40B4-BE49-F238E27FC236}">
                <a16:creationId xmlns:a16="http://schemas.microsoft.com/office/drawing/2014/main" id="{D8D8F736-9292-4386-9614-FF7BA768AF76}"/>
              </a:ext>
            </a:extLst>
          </p:cNvPr>
          <p:cNvSpPr>
            <a:spLocks xmlns:a="http://schemas.openxmlformats.org/drawingml/2006/main" noGrp="1"/>
          </p:cNvSpPr>
          <p:nvPr/>
        </p:nvSpPr>
        <p:spPr>
          <a:xfrm xmlns:a="http://schemas.openxmlformats.org/drawingml/2006/main">
            <a:off x="11026712"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6" name="dp44-comparison / n224 / text 1">
            <a:extLst xmlns:a="http://schemas.openxmlformats.org/drawingml/2006/main">
              <a:ext uri="{FF2B5EF4-FFF2-40B4-BE49-F238E27FC236}">
                <a16:creationId xmlns:a16="http://schemas.microsoft.com/office/drawing/2014/main" id="{D47FF807-8314-4A2E-9AFC-C1FC66C6F4AF}"/>
              </a:ext>
            </a:extLst>
          </p:cNvPr>
          <p:cNvSpPr>
            <a:spLocks xmlns:a="http://schemas.openxmlformats.org/drawingml/2006/main" noGrp="1"/>
          </p:cNvSpPr>
          <p:nvPr/>
        </p:nvSpPr>
        <p:spPr>
          <a:xfrm xmlns:a="http://schemas.openxmlformats.org/drawingml/2006/main">
            <a:off x="1107138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277" name="dp44-comparison / n224 / text 2">
            <a:extLst xmlns:a="http://schemas.openxmlformats.org/drawingml/2006/main">
              <a:ext uri="{FF2B5EF4-FFF2-40B4-BE49-F238E27FC236}">
                <a16:creationId xmlns:a16="http://schemas.microsoft.com/office/drawing/2014/main" id="{AECC6993-2124-4BBA-B7E1-4B9C57578F8F}"/>
              </a:ext>
            </a:extLst>
          </p:cNvPr>
          <p:cNvSpPr>
            <a:spLocks xmlns:a="http://schemas.openxmlformats.org/drawingml/2006/main" noGrp="1"/>
          </p:cNvSpPr>
          <p:nvPr/>
        </p:nvSpPr>
        <p:spPr>
          <a:xfrm xmlns:a="http://schemas.openxmlformats.org/drawingml/2006/main">
            <a:off x="1107138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278" name="dp44-comparison / n225">
            <a:extLst xmlns:a="http://schemas.openxmlformats.org/drawingml/2006/main">
              <a:ext uri="{FF2B5EF4-FFF2-40B4-BE49-F238E27FC236}">
                <a16:creationId xmlns:a16="http://schemas.microsoft.com/office/drawing/2014/main" id="{ED1F2D1C-8C34-4933-AC91-66E590AB1F7E}"/>
              </a:ext>
            </a:extLst>
          </p:cNvPr>
          <p:cNvSpPr>
            <a:spLocks xmlns:a="http://schemas.openxmlformats.org/drawingml/2006/main" noGrp="1"/>
          </p:cNvSpPr>
          <p:nvPr/>
        </p:nvSpPr>
        <p:spPr>
          <a:xfrm xmlns:a="http://schemas.openxmlformats.org/drawingml/2006/main">
            <a:off x="998648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79" name="dp44-comparison / n226 / text 1">
            <a:extLst xmlns:a="http://schemas.openxmlformats.org/drawingml/2006/main">
              <a:ext uri="{FF2B5EF4-FFF2-40B4-BE49-F238E27FC236}">
                <a16:creationId xmlns:a16="http://schemas.microsoft.com/office/drawing/2014/main" id="{D762CB6F-96B9-458B-8C1E-C0EE770F89DF}"/>
              </a:ext>
            </a:extLst>
          </p:cNvPr>
          <p:cNvSpPr>
            <a:spLocks xmlns:a="http://schemas.openxmlformats.org/drawingml/2006/main" noGrp="1"/>
          </p:cNvSpPr>
          <p:nvPr/>
        </p:nvSpPr>
        <p:spPr>
          <a:xfrm xmlns:a="http://schemas.openxmlformats.org/drawingml/2006/main">
            <a:off x="10031159"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280" name="dp44-comparison / n226 / text 2">
            <a:extLst xmlns:a="http://schemas.openxmlformats.org/drawingml/2006/main">
              <a:ext uri="{FF2B5EF4-FFF2-40B4-BE49-F238E27FC236}">
                <a16:creationId xmlns:a16="http://schemas.microsoft.com/office/drawing/2014/main" id="{DFC3CBBA-72BC-410E-A638-94EE33ECCFE0}"/>
              </a:ext>
            </a:extLst>
          </p:cNvPr>
          <p:cNvSpPr>
            <a:spLocks xmlns:a="http://schemas.openxmlformats.org/drawingml/2006/main" noGrp="1"/>
          </p:cNvSpPr>
          <p:nvPr/>
        </p:nvSpPr>
        <p:spPr>
          <a:xfrm xmlns:a="http://schemas.openxmlformats.org/drawingml/2006/main">
            <a:off x="10031159"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281" name="dp44-comparison / n227">
            <a:extLst xmlns:a="http://schemas.openxmlformats.org/drawingml/2006/main">
              <a:ext uri="{FF2B5EF4-FFF2-40B4-BE49-F238E27FC236}">
                <a16:creationId xmlns:a16="http://schemas.microsoft.com/office/drawing/2014/main" id="{6FCEEA4C-1415-42ED-A72F-DBF531DE9D68}"/>
              </a:ext>
            </a:extLst>
          </p:cNvPr>
          <p:cNvSpPr>
            <a:spLocks xmlns:a="http://schemas.openxmlformats.org/drawingml/2006/main" noGrp="1"/>
          </p:cNvSpPr>
          <p:nvPr/>
        </p:nvSpPr>
        <p:spPr>
          <a:xfrm xmlns:a="http://schemas.openxmlformats.org/drawingml/2006/main">
            <a:off x="11026712"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82" name="dp44-comparison / n228 / text 1">
            <a:extLst xmlns:a="http://schemas.openxmlformats.org/drawingml/2006/main">
              <a:ext uri="{FF2B5EF4-FFF2-40B4-BE49-F238E27FC236}">
                <a16:creationId xmlns:a16="http://schemas.microsoft.com/office/drawing/2014/main" id="{50885E73-1C85-41BB-8479-57C9833AD8A6}"/>
              </a:ext>
            </a:extLst>
          </p:cNvPr>
          <p:cNvSpPr>
            <a:spLocks xmlns:a="http://schemas.openxmlformats.org/drawingml/2006/main" noGrp="1"/>
          </p:cNvSpPr>
          <p:nvPr/>
        </p:nvSpPr>
        <p:spPr>
          <a:xfrm xmlns:a="http://schemas.openxmlformats.org/drawingml/2006/main">
            <a:off x="1107138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283" name="dp44-comparison / n228 / text 2">
            <a:extLst xmlns:a="http://schemas.openxmlformats.org/drawingml/2006/main">
              <a:ext uri="{FF2B5EF4-FFF2-40B4-BE49-F238E27FC236}">
                <a16:creationId xmlns:a16="http://schemas.microsoft.com/office/drawing/2014/main" id="{C3E46A69-F920-4D60-B1CE-F152E37B2FD5}"/>
              </a:ext>
            </a:extLst>
          </p:cNvPr>
          <p:cNvSpPr>
            <a:spLocks xmlns:a="http://schemas.openxmlformats.org/drawingml/2006/main" noGrp="1"/>
          </p:cNvSpPr>
          <p:nvPr/>
        </p:nvSpPr>
        <p:spPr>
          <a:xfrm xmlns:a="http://schemas.openxmlformats.org/drawingml/2006/main">
            <a:off x="1107138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284" name="dp44-comparison / n229">
            <a:extLst xmlns:a="http://schemas.openxmlformats.org/drawingml/2006/main">
              <a:ext uri="{FF2B5EF4-FFF2-40B4-BE49-F238E27FC236}">
                <a16:creationId xmlns:a16="http://schemas.microsoft.com/office/drawing/2014/main" id="{DCE4FDCD-6424-4260-9C1F-E03B0D917C42}"/>
              </a:ext>
            </a:extLst>
          </p:cNvPr>
          <p:cNvSpPr>
            <a:spLocks xmlns:a="http://schemas.openxmlformats.org/drawingml/2006/main" noGrp="1"/>
          </p:cNvSpPr>
          <p:nvPr/>
        </p:nvSpPr>
        <p:spPr>
          <a:xfrm xmlns:a="http://schemas.openxmlformats.org/drawingml/2006/main">
            <a:off x="1043320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285" name="dp44-comparison / n230 / text 1">
            <a:extLst xmlns:a="http://schemas.openxmlformats.org/drawingml/2006/main">
              <a:ext uri="{FF2B5EF4-FFF2-40B4-BE49-F238E27FC236}">
                <a16:creationId xmlns:a16="http://schemas.microsoft.com/office/drawing/2014/main" id="{02906183-2895-46BB-87C3-4DC8A69A7965}"/>
              </a:ext>
            </a:extLst>
          </p:cNvPr>
          <p:cNvSpPr>
            <a:spLocks xmlns:a="http://schemas.openxmlformats.org/drawingml/2006/main" noGrp="1"/>
          </p:cNvSpPr>
          <p:nvPr/>
        </p:nvSpPr>
        <p:spPr>
          <a:xfrm xmlns:a="http://schemas.openxmlformats.org/drawingml/2006/main">
            <a:off x="1047788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286" name="dp44-comparison / n231">
            <a:extLst xmlns:a="http://schemas.openxmlformats.org/drawingml/2006/main">
              <a:ext uri="{FF2B5EF4-FFF2-40B4-BE49-F238E27FC236}">
                <a16:creationId xmlns:a16="http://schemas.microsoft.com/office/drawing/2014/main" id="{E8ECAF68-05A3-43F2-8035-DBF86BBB69F0}"/>
              </a:ext>
            </a:extLst>
          </p:cNvPr>
          <p:cNvSpPr>
            <a:spLocks xmlns:a="http://schemas.openxmlformats.org/drawingml/2006/main" noGrp="1"/>
          </p:cNvSpPr>
          <p:nvPr/>
        </p:nvSpPr>
        <p:spPr>
          <a:xfrm xmlns:a="http://schemas.openxmlformats.org/drawingml/2006/main">
            <a:off x="1263491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87" name="dp44-comparison / n232 / text 1">
            <a:extLst xmlns:a="http://schemas.openxmlformats.org/drawingml/2006/main">
              <a:ext uri="{FF2B5EF4-FFF2-40B4-BE49-F238E27FC236}">
                <a16:creationId xmlns:a16="http://schemas.microsoft.com/office/drawing/2014/main" id="{002D7F6A-9424-47A8-B6A9-A3923F2CE6A8}"/>
              </a:ext>
            </a:extLst>
          </p:cNvPr>
          <p:cNvSpPr>
            <a:spLocks xmlns:a="http://schemas.openxmlformats.org/drawingml/2006/main" noGrp="1"/>
          </p:cNvSpPr>
          <p:nvPr/>
        </p:nvSpPr>
        <p:spPr>
          <a:xfrm xmlns:a="http://schemas.openxmlformats.org/drawingml/2006/main">
            <a:off x="1271149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288" name="dp44-comparison / n233">
            <a:extLst xmlns:a="http://schemas.openxmlformats.org/drawingml/2006/main">
              <a:ext uri="{FF2B5EF4-FFF2-40B4-BE49-F238E27FC236}">
                <a16:creationId xmlns:a16="http://schemas.microsoft.com/office/drawing/2014/main" id="{6D426D9A-1796-46D6-8FF6-7D9BF49ABC97}"/>
              </a:ext>
            </a:extLst>
          </p:cNvPr>
          <p:cNvSpPr>
            <a:spLocks xmlns:a="http://schemas.openxmlformats.org/drawingml/2006/main" noGrp="1"/>
          </p:cNvSpPr>
          <p:nvPr/>
        </p:nvSpPr>
        <p:spPr>
          <a:xfrm xmlns:a="http://schemas.openxmlformats.org/drawingml/2006/main">
            <a:off x="12762548" y="3152204"/>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89" name="dp44-comparison / n234 / text 1">
            <a:extLst xmlns:a="http://schemas.openxmlformats.org/drawingml/2006/main">
              <a:ext uri="{FF2B5EF4-FFF2-40B4-BE49-F238E27FC236}">
                <a16:creationId xmlns:a16="http://schemas.microsoft.com/office/drawing/2014/main" id="{75919E95-AE67-4297-9896-9072E1A98DB8}"/>
              </a:ext>
            </a:extLst>
          </p:cNvPr>
          <p:cNvSpPr>
            <a:spLocks xmlns:a="http://schemas.openxmlformats.org/drawingml/2006/main" noGrp="1"/>
          </p:cNvSpPr>
          <p:nvPr/>
        </p:nvSpPr>
        <p:spPr>
          <a:xfrm xmlns:a="http://schemas.openxmlformats.org/drawingml/2006/main">
            <a:off x="12807220" y="3246111"/>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Input Resolution Stage</a:t>
            </a:r>
          </a:p>
        </p:txBody>
      </p:sp>
      <p:sp>
        <p:nvSpPr>
          <p:cNvPr id="290" name="dp44-comparison / n235">
            <a:extLst xmlns:a="http://schemas.openxmlformats.org/drawingml/2006/main">
              <a:ext uri="{FF2B5EF4-FFF2-40B4-BE49-F238E27FC236}">
                <a16:creationId xmlns:a16="http://schemas.microsoft.com/office/drawing/2014/main" id="{0200DAC1-BBD9-40F2-8EDE-32C3C9FC33D2}"/>
              </a:ext>
            </a:extLst>
          </p:cNvPr>
          <p:cNvSpPr>
            <a:spLocks xmlns:a="http://schemas.openxmlformats.org/drawingml/2006/main" noGrp="1"/>
          </p:cNvSpPr>
          <p:nvPr/>
        </p:nvSpPr>
        <p:spPr>
          <a:xfrm xmlns:a="http://schemas.openxmlformats.org/drawingml/2006/main">
            <a:off x="14932343" y="3152204"/>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1" name="dp44-comparison / n236 / text 1">
            <a:extLst xmlns:a="http://schemas.openxmlformats.org/drawingml/2006/main">
              <a:ext uri="{FF2B5EF4-FFF2-40B4-BE49-F238E27FC236}">
                <a16:creationId xmlns:a16="http://schemas.microsoft.com/office/drawing/2014/main" id="{F1E78986-164E-4532-960F-73D77982886D}"/>
              </a:ext>
            </a:extLst>
          </p:cNvPr>
          <p:cNvSpPr>
            <a:spLocks xmlns:a="http://schemas.openxmlformats.org/drawingml/2006/main" noGrp="1"/>
          </p:cNvSpPr>
          <p:nvPr/>
        </p:nvSpPr>
        <p:spPr>
          <a:xfrm xmlns:a="http://schemas.openxmlformats.org/drawingml/2006/main">
            <a:off x="14977015" y="3294517"/>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Input Window</a:t>
            </a:r>
          </a:p>
        </p:txBody>
      </p:sp>
      <p:sp>
        <p:nvSpPr>
          <p:cNvPr id="292" name="dp44-comparison / n237">
            <a:extLst xmlns:a="http://schemas.openxmlformats.org/drawingml/2006/main">
              <a:ext uri="{FF2B5EF4-FFF2-40B4-BE49-F238E27FC236}">
                <a16:creationId xmlns:a16="http://schemas.microsoft.com/office/drawing/2014/main" id="{E1D1D52E-93AB-4DF9-8985-55F1584AAF4F}"/>
              </a:ext>
            </a:extLst>
          </p:cNvPr>
          <p:cNvSpPr>
            <a:spLocks xmlns:a="http://schemas.openxmlformats.org/drawingml/2006/main" noGrp="1"/>
          </p:cNvSpPr>
          <p:nvPr/>
        </p:nvSpPr>
        <p:spPr>
          <a:xfrm xmlns:a="http://schemas.openxmlformats.org/drawingml/2006/main">
            <a:off x="12762548" y="3886105"/>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93" name="dp44-comparison / n238 / text 1">
            <a:extLst xmlns:a="http://schemas.openxmlformats.org/drawingml/2006/main">
              <a:ext uri="{FF2B5EF4-FFF2-40B4-BE49-F238E27FC236}">
                <a16:creationId xmlns:a16="http://schemas.microsoft.com/office/drawing/2014/main" id="{F408F7C3-5850-4AC5-B28F-11641A15E6B6}"/>
              </a:ext>
            </a:extLst>
          </p:cNvPr>
          <p:cNvSpPr>
            <a:spLocks xmlns:a="http://schemas.openxmlformats.org/drawingml/2006/main" noGrp="1"/>
          </p:cNvSpPr>
          <p:nvPr/>
        </p:nvSpPr>
        <p:spPr>
          <a:xfrm xmlns:a="http://schemas.openxmlformats.org/drawingml/2006/main">
            <a:off x="12807220" y="3980012"/>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Task Notice Stage</a:t>
            </a:r>
          </a:p>
        </p:txBody>
      </p:sp>
      <p:sp>
        <p:nvSpPr>
          <p:cNvPr id="294" name="dp44-comparison / n239">
            <a:extLst xmlns:a="http://schemas.openxmlformats.org/drawingml/2006/main">
              <a:ext uri="{FF2B5EF4-FFF2-40B4-BE49-F238E27FC236}">
                <a16:creationId xmlns:a16="http://schemas.microsoft.com/office/drawing/2014/main" id="{3D63151C-5C55-4862-81CC-CAF56CDA24E2}"/>
              </a:ext>
            </a:extLst>
          </p:cNvPr>
          <p:cNvSpPr>
            <a:spLocks xmlns:a="http://schemas.openxmlformats.org/drawingml/2006/main" noGrp="1"/>
          </p:cNvSpPr>
          <p:nvPr/>
        </p:nvSpPr>
        <p:spPr>
          <a:xfrm xmlns:a="http://schemas.openxmlformats.org/drawingml/2006/main">
            <a:off x="14932343" y="3886105"/>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5" name="dp44-comparison / n240 / text 1">
            <a:extLst xmlns:a="http://schemas.openxmlformats.org/drawingml/2006/main">
              <a:ext uri="{FF2B5EF4-FFF2-40B4-BE49-F238E27FC236}">
                <a16:creationId xmlns:a16="http://schemas.microsoft.com/office/drawing/2014/main" id="{B50E65ED-2097-4545-A1B5-112C8DFF5843}"/>
              </a:ext>
            </a:extLst>
          </p:cNvPr>
          <p:cNvSpPr>
            <a:spLocks xmlns:a="http://schemas.openxmlformats.org/drawingml/2006/main" noGrp="1"/>
          </p:cNvSpPr>
          <p:nvPr/>
        </p:nvSpPr>
        <p:spPr>
          <a:xfrm xmlns:a="http://schemas.openxmlformats.org/drawingml/2006/main">
            <a:off x="14977015" y="4028418"/>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Notice Window</a:t>
            </a:r>
          </a:p>
        </p:txBody>
      </p:sp>
      <p:sp>
        <p:nvSpPr>
          <p:cNvPr id="296" name="dp44-comparison / n241">
            <a:extLst xmlns:a="http://schemas.openxmlformats.org/drawingml/2006/main">
              <a:ext uri="{FF2B5EF4-FFF2-40B4-BE49-F238E27FC236}">
                <a16:creationId xmlns:a16="http://schemas.microsoft.com/office/drawing/2014/main" id="{B053011E-4710-4695-B8EE-C27D2AB6EC7A}"/>
              </a:ext>
            </a:extLst>
          </p:cNvPr>
          <p:cNvSpPr>
            <a:spLocks xmlns:a="http://schemas.openxmlformats.org/drawingml/2006/main" noGrp="1"/>
          </p:cNvSpPr>
          <p:nvPr/>
        </p:nvSpPr>
        <p:spPr>
          <a:xfrm xmlns:a="http://schemas.openxmlformats.org/drawingml/2006/main">
            <a:off x="989076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7" name="dp44-comparison / n242 / text 1">
            <a:extLst xmlns:a="http://schemas.openxmlformats.org/drawingml/2006/main">
              <a:ext uri="{FF2B5EF4-FFF2-40B4-BE49-F238E27FC236}">
                <a16:creationId xmlns:a16="http://schemas.microsoft.com/office/drawing/2014/main" id="{F98BBF45-E142-4C35-BA5A-92BEA7881497}"/>
              </a:ext>
            </a:extLst>
          </p:cNvPr>
          <p:cNvSpPr>
            <a:spLocks xmlns:a="http://schemas.openxmlformats.org/drawingml/2006/main" noGrp="1"/>
          </p:cNvSpPr>
          <p:nvPr/>
        </p:nvSpPr>
        <p:spPr>
          <a:xfrm xmlns:a="http://schemas.openxmlformats.org/drawingml/2006/main">
            <a:off x="993543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298" name="dp44-comparison / n243">
            <a:extLst xmlns:a="http://schemas.openxmlformats.org/drawingml/2006/main">
              <a:ext uri="{FF2B5EF4-FFF2-40B4-BE49-F238E27FC236}">
                <a16:creationId xmlns:a16="http://schemas.microsoft.com/office/drawing/2014/main" id="{0718EA94-42B6-4B9F-AF3D-706980317305}"/>
              </a:ext>
            </a:extLst>
          </p:cNvPr>
          <p:cNvSpPr>
            <a:spLocks xmlns:a="http://schemas.openxmlformats.org/drawingml/2006/main" noGrp="1"/>
          </p:cNvSpPr>
          <p:nvPr/>
        </p:nvSpPr>
        <p:spPr>
          <a:xfrm xmlns:a="http://schemas.openxmlformats.org/drawingml/2006/main">
            <a:off x="989076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9" name="dp44-comparison / n244 / text 1">
            <a:extLst xmlns:a="http://schemas.openxmlformats.org/drawingml/2006/main">
              <a:ext uri="{FF2B5EF4-FFF2-40B4-BE49-F238E27FC236}">
                <a16:creationId xmlns:a16="http://schemas.microsoft.com/office/drawing/2014/main" id="{2C9D71B4-9060-45DE-ACC5-DF2E0AC06C90}"/>
              </a:ext>
            </a:extLst>
          </p:cNvPr>
          <p:cNvSpPr>
            <a:spLocks xmlns:a="http://schemas.openxmlformats.org/drawingml/2006/main" noGrp="1"/>
          </p:cNvSpPr>
          <p:nvPr/>
        </p:nvSpPr>
        <p:spPr>
          <a:xfrm xmlns:a="http://schemas.openxmlformats.org/drawingml/2006/main">
            <a:off x="993543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300" name="dp44-comparison / n245">
            <a:extLst xmlns:a="http://schemas.openxmlformats.org/drawingml/2006/main">
              <a:ext uri="{FF2B5EF4-FFF2-40B4-BE49-F238E27FC236}">
                <a16:creationId xmlns:a16="http://schemas.microsoft.com/office/drawing/2014/main" id="{AF9CF0F3-A223-4F88-85FF-3B13984FBF27}"/>
              </a:ext>
            </a:extLst>
          </p:cNvPr>
          <p:cNvSpPr>
            <a:spLocks xmlns:a="http://schemas.openxmlformats.org/drawingml/2006/main" noGrp="1"/>
          </p:cNvSpPr>
          <p:nvPr/>
        </p:nvSpPr>
        <p:spPr>
          <a:xfrm xmlns:a="http://schemas.openxmlformats.org/drawingml/2006/main">
            <a:off x="1250727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01" name="dp44-comparison / n246 / text 1">
            <a:extLst xmlns:a="http://schemas.openxmlformats.org/drawingml/2006/main">
              <a:ext uri="{FF2B5EF4-FFF2-40B4-BE49-F238E27FC236}">
                <a16:creationId xmlns:a16="http://schemas.microsoft.com/office/drawing/2014/main" id="{F77906BE-CC33-454A-80AF-43C9BC1D78FE}"/>
              </a:ext>
            </a:extLst>
          </p:cNvPr>
          <p:cNvSpPr>
            <a:spLocks xmlns:a="http://schemas.openxmlformats.org/drawingml/2006/main" noGrp="1"/>
          </p:cNvSpPr>
          <p:nvPr/>
        </p:nvSpPr>
        <p:spPr>
          <a:xfrm xmlns:a="http://schemas.openxmlformats.org/drawingml/2006/main">
            <a:off x="1258385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302" name="dp44-comparison / n247">
            <a:extLst xmlns:a="http://schemas.openxmlformats.org/drawingml/2006/main">
              <a:ext uri="{FF2B5EF4-FFF2-40B4-BE49-F238E27FC236}">
                <a16:creationId xmlns:a16="http://schemas.microsoft.com/office/drawing/2014/main" id="{DFE3E4AC-9D7A-4E00-8EF5-F404B4A1DD76}"/>
              </a:ext>
            </a:extLst>
          </p:cNvPr>
          <p:cNvSpPr>
            <a:spLocks xmlns:a="http://schemas.openxmlformats.org/drawingml/2006/main" noGrp="1"/>
          </p:cNvSpPr>
          <p:nvPr/>
        </p:nvSpPr>
        <p:spPr>
          <a:xfrm xmlns:a="http://schemas.openxmlformats.org/drawingml/2006/main">
            <a:off x="1260300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303" name="dp44-comparison / n248 / text 1">
            <a:extLst xmlns:a="http://schemas.openxmlformats.org/drawingml/2006/main">
              <a:ext uri="{FF2B5EF4-FFF2-40B4-BE49-F238E27FC236}">
                <a16:creationId xmlns:a16="http://schemas.microsoft.com/office/drawing/2014/main" id="{F3782408-96F3-4BA2-9A05-3EDA885B1C94}"/>
              </a:ext>
            </a:extLst>
          </p:cNvPr>
          <p:cNvSpPr>
            <a:spLocks xmlns:a="http://schemas.openxmlformats.org/drawingml/2006/main" noGrp="1"/>
          </p:cNvSpPr>
          <p:nvPr/>
        </p:nvSpPr>
        <p:spPr>
          <a:xfrm xmlns:a="http://schemas.openxmlformats.org/drawingml/2006/main">
            <a:off x="1264767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304" name="dp44-comparison / n248 / text 2">
            <a:extLst xmlns:a="http://schemas.openxmlformats.org/drawingml/2006/main">
              <a:ext uri="{FF2B5EF4-FFF2-40B4-BE49-F238E27FC236}">
                <a16:creationId xmlns:a16="http://schemas.microsoft.com/office/drawing/2014/main" id="{74BF26D7-30C4-4129-83A7-898B5CE4BECE}"/>
              </a:ext>
            </a:extLst>
          </p:cNvPr>
          <p:cNvSpPr>
            <a:spLocks xmlns:a="http://schemas.openxmlformats.org/drawingml/2006/main" noGrp="1"/>
          </p:cNvSpPr>
          <p:nvPr/>
        </p:nvSpPr>
        <p:spPr>
          <a:xfrm xmlns:a="http://schemas.openxmlformats.org/drawingml/2006/main">
            <a:off x="1264767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305" name="dp44-comparison / n249">
            <a:extLst xmlns:a="http://schemas.openxmlformats.org/drawingml/2006/main">
              <a:ext uri="{FF2B5EF4-FFF2-40B4-BE49-F238E27FC236}">
                <a16:creationId xmlns:a16="http://schemas.microsoft.com/office/drawing/2014/main" id="{8F9B2716-4A37-4F61-8323-B9EF8B7B9D58}"/>
              </a:ext>
            </a:extLst>
          </p:cNvPr>
          <p:cNvSpPr>
            <a:spLocks xmlns:a="http://schemas.openxmlformats.org/drawingml/2006/main" noGrp="1"/>
          </p:cNvSpPr>
          <p:nvPr/>
        </p:nvSpPr>
        <p:spPr>
          <a:xfrm xmlns:a="http://schemas.openxmlformats.org/drawingml/2006/main">
            <a:off x="14070806" y="5373053"/>
            <a:ext cx="1212533" cy="350996"/>
          </a:xfrm>
          <a:prstGeom xmlns:a="http://schemas.openxmlformats.org/drawingml/2006/main" prst="roundRect">
            <a:avLst>
              <a:gd name="adj" fmla="val 21710"/>
            </a:avLst>
          </a:prstGeom>
          <a:solidFill xmlns:a="http://schemas.openxmlformats.org/drawingml/2006/main">
            <a:srgbClr val="FFF0DD"/>
          </a:solidFill>
          <a:ln xmlns:a="http://schemas.openxmlformats.org/drawingml/2006/main" w="11487">
            <a:solidFill>
              <a:srgbClr val="B8753F"/>
            </a:solidFill>
            <a:prstDash val="solid"/>
          </a:ln>
        </p:spPr>
      </p:sp>
      <p:sp>
        <p:nvSpPr>
          <p:cNvPr id="306" name="dp44-comparison / n250 / text 1">
            <a:extLst xmlns:a="http://schemas.openxmlformats.org/drawingml/2006/main">
              <a:ext uri="{FF2B5EF4-FFF2-40B4-BE49-F238E27FC236}">
                <a16:creationId xmlns:a16="http://schemas.microsoft.com/office/drawing/2014/main" id="{E83AA578-739C-4858-B2D9-D089D2E66216}"/>
              </a:ext>
            </a:extLst>
          </p:cNvPr>
          <p:cNvSpPr>
            <a:spLocks xmlns:a="http://schemas.openxmlformats.org/drawingml/2006/main" noGrp="1"/>
          </p:cNvSpPr>
          <p:nvPr/>
        </p:nvSpPr>
        <p:spPr>
          <a:xfrm xmlns:a="http://schemas.openxmlformats.org/drawingml/2006/main">
            <a:off x="14115479" y="547761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Publication Join</a:t>
            </a:r>
          </a:p>
        </p:txBody>
      </p:sp>
      <p:sp>
        <p:nvSpPr>
          <p:cNvPr id="307" name="dp44-comparison / n251">
            <a:extLst xmlns:a="http://schemas.openxmlformats.org/drawingml/2006/main">
              <a:ext uri="{FF2B5EF4-FFF2-40B4-BE49-F238E27FC236}">
                <a16:creationId xmlns:a16="http://schemas.microsoft.com/office/drawing/2014/main" id="{4179F0FB-FDF6-4649-8D7E-A4C492FFA6E7}"/>
              </a:ext>
            </a:extLst>
          </p:cNvPr>
          <p:cNvSpPr>
            <a:spLocks xmlns:a="http://schemas.openxmlformats.org/drawingml/2006/main" noGrp="1"/>
          </p:cNvSpPr>
          <p:nvPr/>
        </p:nvSpPr>
        <p:spPr>
          <a:xfrm xmlns:a="http://schemas.openxmlformats.org/drawingml/2006/main">
            <a:off x="14070806" y="5826157"/>
            <a:ext cx="1212533" cy="34461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308" name="dp44-comparison / n252 / text 1">
            <a:extLst xmlns:a="http://schemas.openxmlformats.org/drawingml/2006/main">
              <a:ext uri="{FF2B5EF4-FFF2-40B4-BE49-F238E27FC236}">
                <a16:creationId xmlns:a16="http://schemas.microsoft.com/office/drawing/2014/main" id="{A873C0F3-8424-488F-83C1-873553146FC6}"/>
              </a:ext>
            </a:extLst>
          </p:cNvPr>
          <p:cNvSpPr>
            <a:spLocks xmlns:a="http://schemas.openxmlformats.org/drawingml/2006/main" noGrp="1"/>
          </p:cNvSpPr>
          <p:nvPr/>
        </p:nvSpPr>
        <p:spPr>
          <a:xfrm xmlns:a="http://schemas.openxmlformats.org/drawingml/2006/main">
            <a:off x="14115479" y="5964258"/>
            <a:ext cx="1123188"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04" b="1">
                <a:solidFill>
                  <a:srgbClr val="000000"/>
                </a:solidFill>
                <a:latin typeface="Apple SD Gothic Neo"/>
                <a:ea typeface="Apple SD Gothic Neo"/>
                <a:cs typeface="Apple SD Gothic Neo"/>
              </a:defRPr>
            </a:pPr>
            <a:r>
              <a:rPr sz="804" b="1">
                <a:solidFill>
                  <a:srgbClr val="000000"/>
                </a:solidFill>
                <a:latin typeface="Apple SD Gothic Neo"/>
                <a:ea typeface="Apple SD Gothic Neo"/>
                <a:cs typeface="Apple SD Gothic Neo"/>
              </a:rPr>
              <a:t>Publication Window</a:t>
            </a:r>
          </a:p>
        </p:txBody>
      </p:sp>
      <p:sp>
        <p:nvSpPr>
          <p:cNvPr id="309" name="dp44-comparison / n253">
            <a:extLst xmlns:a="http://schemas.openxmlformats.org/drawingml/2006/main">
              <a:ext uri="{FF2B5EF4-FFF2-40B4-BE49-F238E27FC236}">
                <a16:creationId xmlns:a16="http://schemas.microsoft.com/office/drawing/2014/main" id="{1359403C-1098-4ADA-8006-51C108BB2BA5}"/>
              </a:ext>
            </a:extLst>
          </p:cNvPr>
          <p:cNvSpPr>
            <a:spLocks xmlns:a="http://schemas.openxmlformats.org/drawingml/2006/main" noGrp="1"/>
          </p:cNvSpPr>
          <p:nvPr/>
        </p:nvSpPr>
        <p:spPr>
          <a:xfrm xmlns:a="http://schemas.openxmlformats.org/drawingml/2006/main">
            <a:off x="1260300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310" name="dp44-comparison / n254 / text 1">
            <a:extLst xmlns:a="http://schemas.openxmlformats.org/drawingml/2006/main">
              <a:ext uri="{FF2B5EF4-FFF2-40B4-BE49-F238E27FC236}">
                <a16:creationId xmlns:a16="http://schemas.microsoft.com/office/drawing/2014/main" id="{D27AD5EC-34BA-4BBA-838D-AEA88C41EC96}"/>
              </a:ext>
            </a:extLst>
          </p:cNvPr>
          <p:cNvSpPr>
            <a:spLocks xmlns:a="http://schemas.openxmlformats.org/drawingml/2006/main" noGrp="1"/>
          </p:cNvSpPr>
          <p:nvPr/>
        </p:nvSpPr>
        <p:spPr>
          <a:xfrm xmlns:a="http://schemas.openxmlformats.org/drawingml/2006/main">
            <a:off x="1264767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311" name="dp44-comparison / n254 / text 2">
            <a:extLst xmlns:a="http://schemas.openxmlformats.org/drawingml/2006/main">
              <a:ext uri="{FF2B5EF4-FFF2-40B4-BE49-F238E27FC236}">
                <a16:creationId xmlns:a16="http://schemas.microsoft.com/office/drawing/2014/main" id="{2330FA8D-2D73-4FE9-A164-56F8092B6FE7}"/>
              </a:ext>
            </a:extLst>
          </p:cNvPr>
          <p:cNvSpPr>
            <a:spLocks xmlns:a="http://schemas.openxmlformats.org/drawingml/2006/main" noGrp="1"/>
          </p:cNvSpPr>
          <p:nvPr/>
        </p:nvSpPr>
        <p:spPr>
          <a:xfrm xmlns:a="http://schemas.openxmlformats.org/drawingml/2006/main">
            <a:off x="1264767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312" name="dp44-comparison / n255">
            <a:extLst xmlns:a="http://schemas.openxmlformats.org/drawingml/2006/main">
              <a:ext uri="{FF2B5EF4-FFF2-40B4-BE49-F238E27FC236}">
                <a16:creationId xmlns:a16="http://schemas.microsoft.com/office/drawing/2014/main" id="{97B54DD7-8B04-49DB-8FB8-2D392A87A450}"/>
              </a:ext>
            </a:extLst>
          </p:cNvPr>
          <p:cNvSpPr>
            <a:spLocks xmlns:a="http://schemas.openxmlformats.org/drawingml/2006/main" noGrp="1"/>
          </p:cNvSpPr>
          <p:nvPr/>
        </p:nvSpPr>
        <p:spPr>
          <a:xfrm xmlns:a="http://schemas.openxmlformats.org/drawingml/2006/main">
            <a:off x="1407080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313" name="dp44-comparison / n256 / text 1">
            <a:extLst xmlns:a="http://schemas.openxmlformats.org/drawingml/2006/main">
              <a:ext uri="{FF2B5EF4-FFF2-40B4-BE49-F238E27FC236}">
                <a16:creationId xmlns:a16="http://schemas.microsoft.com/office/drawing/2014/main" id="{8467E486-9A17-4CD8-B3A9-41FBF19216C2}"/>
              </a:ext>
            </a:extLst>
          </p:cNvPr>
          <p:cNvSpPr>
            <a:spLocks xmlns:a="http://schemas.openxmlformats.org/drawingml/2006/main" noGrp="1"/>
          </p:cNvSpPr>
          <p:nvPr/>
        </p:nvSpPr>
        <p:spPr>
          <a:xfrm xmlns:a="http://schemas.openxmlformats.org/drawingml/2006/main">
            <a:off x="14115479"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314" name="dp44-comparison / n257">
            <a:extLst xmlns:a="http://schemas.openxmlformats.org/drawingml/2006/main">
              <a:ext uri="{FF2B5EF4-FFF2-40B4-BE49-F238E27FC236}">
                <a16:creationId xmlns:a16="http://schemas.microsoft.com/office/drawing/2014/main" id="{29D9EA34-58A5-42FD-B81E-D1475A7D63D1}"/>
              </a:ext>
            </a:extLst>
          </p:cNvPr>
          <p:cNvSpPr>
            <a:spLocks xmlns:a="http://schemas.openxmlformats.org/drawingml/2006/main" noGrp="1"/>
          </p:cNvSpPr>
          <p:nvPr/>
        </p:nvSpPr>
        <p:spPr>
          <a:xfrm xmlns:a="http://schemas.openxmlformats.org/drawingml/2006/main">
            <a:off x="1582578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5" name="dp44-comparison / n258 / text 1">
            <a:extLst xmlns:a="http://schemas.openxmlformats.org/drawingml/2006/main">
              <a:ext uri="{FF2B5EF4-FFF2-40B4-BE49-F238E27FC236}">
                <a16:creationId xmlns:a16="http://schemas.microsoft.com/office/drawing/2014/main" id="{45DB394D-E84D-495D-A68B-CB50D05AAFE9}"/>
              </a:ext>
            </a:extLst>
          </p:cNvPr>
          <p:cNvSpPr>
            <a:spLocks xmlns:a="http://schemas.openxmlformats.org/drawingml/2006/main" noGrp="1"/>
          </p:cNvSpPr>
          <p:nvPr/>
        </p:nvSpPr>
        <p:spPr>
          <a:xfrm xmlns:a="http://schemas.openxmlformats.org/drawingml/2006/main">
            <a:off x="1587046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316" name="dp44-comparison / n259">
            <a:extLst xmlns:a="http://schemas.openxmlformats.org/drawingml/2006/main">
              <a:ext uri="{FF2B5EF4-FFF2-40B4-BE49-F238E27FC236}">
                <a16:creationId xmlns:a16="http://schemas.microsoft.com/office/drawing/2014/main" id="{9958AB8D-C287-4142-A7C9-C65CEB0EECF4}"/>
              </a:ext>
            </a:extLst>
          </p:cNvPr>
          <p:cNvSpPr>
            <a:spLocks xmlns:a="http://schemas.openxmlformats.org/drawingml/2006/main" noGrp="1"/>
          </p:cNvSpPr>
          <p:nvPr/>
        </p:nvSpPr>
        <p:spPr>
          <a:xfrm xmlns:a="http://schemas.openxmlformats.org/drawingml/2006/main">
            <a:off x="1582578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7" name="dp44-comparison / n260 / text 1">
            <a:extLst xmlns:a="http://schemas.openxmlformats.org/drawingml/2006/main">
              <a:ext uri="{FF2B5EF4-FFF2-40B4-BE49-F238E27FC236}">
                <a16:creationId xmlns:a16="http://schemas.microsoft.com/office/drawing/2014/main" id="{FA05E872-5606-49D7-901C-A6314A699E71}"/>
              </a:ext>
            </a:extLst>
          </p:cNvPr>
          <p:cNvSpPr>
            <a:spLocks xmlns:a="http://schemas.openxmlformats.org/drawingml/2006/main" noGrp="1"/>
          </p:cNvSpPr>
          <p:nvPr/>
        </p:nvSpPr>
        <p:spPr>
          <a:xfrm xmlns:a="http://schemas.openxmlformats.org/drawingml/2006/main">
            <a:off x="1587046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318" name="dp44-comparison / n261">
            <a:extLst xmlns:a="http://schemas.openxmlformats.org/drawingml/2006/main">
              <a:ext uri="{FF2B5EF4-FFF2-40B4-BE49-F238E27FC236}">
                <a16:creationId xmlns:a16="http://schemas.microsoft.com/office/drawing/2014/main" id="{5C5E6B03-0AD5-4F89-8562-91FA3A40697D}"/>
              </a:ext>
            </a:extLst>
          </p:cNvPr>
          <p:cNvSpPr>
            <a:spLocks xmlns:a="http://schemas.openxmlformats.org/drawingml/2006/main" noGrp="1"/>
          </p:cNvSpPr>
          <p:nvPr/>
        </p:nvSpPr>
        <p:spPr>
          <a:xfrm xmlns:a="http://schemas.openxmlformats.org/drawingml/2006/main">
            <a:off x="1582578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19" name="dp44-comparison / n262 / text 1">
            <a:extLst xmlns:a="http://schemas.openxmlformats.org/drawingml/2006/main">
              <a:ext uri="{FF2B5EF4-FFF2-40B4-BE49-F238E27FC236}">
                <a16:creationId xmlns:a16="http://schemas.microsoft.com/office/drawing/2014/main" id="{E6C6C07F-A419-48AA-86AB-78A7DB6F4CE1}"/>
              </a:ext>
            </a:extLst>
          </p:cNvPr>
          <p:cNvSpPr>
            <a:spLocks xmlns:a="http://schemas.openxmlformats.org/drawingml/2006/main" noGrp="1"/>
          </p:cNvSpPr>
          <p:nvPr/>
        </p:nvSpPr>
        <p:spPr>
          <a:xfrm xmlns:a="http://schemas.openxmlformats.org/drawingml/2006/main">
            <a:off x="1587046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320" name="dp44-comparison / n263">
            <a:extLst xmlns:a="http://schemas.openxmlformats.org/drawingml/2006/main">
              <a:ext uri="{FF2B5EF4-FFF2-40B4-BE49-F238E27FC236}">
                <a16:creationId xmlns:a16="http://schemas.microsoft.com/office/drawing/2014/main" id="{442BAA00-6E74-4554-89F9-2EA0D9E7596A}"/>
              </a:ext>
            </a:extLst>
          </p:cNvPr>
          <p:cNvSpPr>
            <a:spLocks xmlns:a="http://schemas.openxmlformats.org/drawingml/2006/main" noGrp="1"/>
          </p:cNvSpPr>
          <p:nvPr/>
        </p:nvSpPr>
        <p:spPr>
          <a:xfrm xmlns:a="http://schemas.openxmlformats.org/drawingml/2006/main">
            <a:off x="989076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1" name="dp44-comparison / n264 / text 1">
            <a:extLst xmlns:a="http://schemas.openxmlformats.org/drawingml/2006/main">
              <a:ext uri="{FF2B5EF4-FFF2-40B4-BE49-F238E27FC236}">
                <a16:creationId xmlns:a16="http://schemas.microsoft.com/office/drawing/2014/main" id="{44574A8B-0837-46C7-83D8-A3EF4F2A32C2}"/>
              </a:ext>
            </a:extLst>
          </p:cNvPr>
          <p:cNvSpPr>
            <a:spLocks xmlns:a="http://schemas.openxmlformats.org/drawingml/2006/main" noGrp="1"/>
          </p:cNvSpPr>
          <p:nvPr/>
        </p:nvSpPr>
        <p:spPr>
          <a:xfrm xmlns:a="http://schemas.openxmlformats.org/drawingml/2006/main">
            <a:off x="993543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322" name="dp44-comparison / n265">
            <a:extLst xmlns:a="http://schemas.openxmlformats.org/drawingml/2006/main">
              <a:ext uri="{FF2B5EF4-FFF2-40B4-BE49-F238E27FC236}">
                <a16:creationId xmlns:a16="http://schemas.microsoft.com/office/drawing/2014/main" id="{77EE6970-DF6A-44DA-B1F5-EA69B53C17AA}"/>
              </a:ext>
            </a:extLst>
          </p:cNvPr>
          <p:cNvSpPr>
            <a:spLocks xmlns:a="http://schemas.openxmlformats.org/drawingml/2006/main" noGrp="1"/>
          </p:cNvSpPr>
          <p:nvPr/>
        </p:nvSpPr>
        <p:spPr>
          <a:xfrm xmlns:a="http://schemas.openxmlformats.org/drawingml/2006/main">
            <a:off x="989076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3" name="dp44-comparison / n266 / text 1">
            <a:extLst xmlns:a="http://schemas.openxmlformats.org/drawingml/2006/main">
              <a:ext uri="{FF2B5EF4-FFF2-40B4-BE49-F238E27FC236}">
                <a16:creationId xmlns:a16="http://schemas.microsoft.com/office/drawing/2014/main" id="{081C12A2-6C6E-42A4-9A71-C476CF69935E}"/>
              </a:ext>
            </a:extLst>
          </p:cNvPr>
          <p:cNvSpPr>
            <a:spLocks xmlns:a="http://schemas.openxmlformats.org/drawingml/2006/main" noGrp="1"/>
          </p:cNvSpPr>
          <p:nvPr/>
        </p:nvSpPr>
        <p:spPr>
          <a:xfrm xmlns:a="http://schemas.openxmlformats.org/drawingml/2006/main">
            <a:off x="993543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324" name="dp44-comparison / n267">
            <a:extLst xmlns:a="http://schemas.openxmlformats.org/drawingml/2006/main">
              <a:ext uri="{FF2B5EF4-FFF2-40B4-BE49-F238E27FC236}">
                <a16:creationId xmlns:a16="http://schemas.microsoft.com/office/drawing/2014/main" id="{1202522A-E2DA-40D8-BECB-5EE3EA8FD6BD}"/>
              </a:ext>
            </a:extLst>
          </p:cNvPr>
          <p:cNvSpPr>
            <a:spLocks xmlns:a="http://schemas.openxmlformats.org/drawingml/2006/main" noGrp="1"/>
          </p:cNvSpPr>
          <p:nvPr/>
        </p:nvSpPr>
        <p:spPr>
          <a:xfrm xmlns:a="http://schemas.openxmlformats.org/drawingml/2006/main">
            <a:off x="1582578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5" name="dp44-comparison / n268 / text 1">
            <a:extLst xmlns:a="http://schemas.openxmlformats.org/drawingml/2006/main">
              <a:ext uri="{FF2B5EF4-FFF2-40B4-BE49-F238E27FC236}">
                <a16:creationId xmlns:a16="http://schemas.microsoft.com/office/drawing/2014/main" id="{8929312F-FC8A-44DC-96B0-5BAC31C91549}"/>
              </a:ext>
            </a:extLst>
          </p:cNvPr>
          <p:cNvSpPr>
            <a:spLocks xmlns:a="http://schemas.openxmlformats.org/drawingml/2006/main" noGrp="1"/>
          </p:cNvSpPr>
          <p:nvPr/>
        </p:nvSpPr>
        <p:spPr>
          <a:xfrm xmlns:a="http://schemas.openxmlformats.org/drawingml/2006/main">
            <a:off x="1587046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326" name="dp44-comparison / n269">
            <a:extLst xmlns:a="http://schemas.openxmlformats.org/drawingml/2006/main">
              <a:ext uri="{FF2B5EF4-FFF2-40B4-BE49-F238E27FC236}">
                <a16:creationId xmlns:a16="http://schemas.microsoft.com/office/drawing/2014/main" id="{306C8A03-9CA4-481B-BB00-BCB0A71DF5CE}"/>
              </a:ext>
            </a:extLst>
          </p:cNvPr>
          <p:cNvSpPr>
            <a:spLocks xmlns:a="http://schemas.openxmlformats.org/drawingml/2006/main" noGrp="1"/>
          </p:cNvSpPr>
          <p:nvPr/>
        </p:nvSpPr>
        <p:spPr>
          <a:xfrm xmlns:a="http://schemas.openxmlformats.org/drawingml/2006/main">
            <a:off x="1582578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27" name="dp44-comparison / n270 / text 1">
            <a:extLst xmlns:a="http://schemas.openxmlformats.org/drawingml/2006/main">
              <a:ext uri="{FF2B5EF4-FFF2-40B4-BE49-F238E27FC236}">
                <a16:creationId xmlns:a16="http://schemas.microsoft.com/office/drawing/2014/main" id="{DB2B74B2-1603-47C3-B9DF-8CD3CBF0607D}"/>
              </a:ext>
            </a:extLst>
          </p:cNvPr>
          <p:cNvSpPr>
            <a:spLocks xmlns:a="http://schemas.openxmlformats.org/drawingml/2006/main" noGrp="1"/>
          </p:cNvSpPr>
          <p:nvPr/>
        </p:nvSpPr>
        <p:spPr>
          <a:xfrm xmlns:a="http://schemas.openxmlformats.org/drawingml/2006/main">
            <a:off x="1587046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328" name="dp44-comparison / n271 / path">
            <a:extLst xmlns:a="http://schemas.openxmlformats.org/drawingml/2006/main">
              <a:ext uri="{FF2B5EF4-FFF2-40B4-BE49-F238E27FC236}">
                <a16:creationId xmlns:a16="http://schemas.microsoft.com/office/drawing/2014/main" id="{D055BEF1-3828-4477-9479-277B2FFD7CB5}"/>
              </a:ext>
            </a:extLst>
          </p:cNvPr>
          <p:cNvSpPr>
            <a:spLocks xmlns:a="http://schemas.openxmlformats.org/drawingml/2006/main" noGrp="1"/>
          </p:cNvSpPr>
          <p:nvPr/>
        </p:nvSpPr>
        <p:spPr>
          <a:xfrm xmlns:a="http://schemas.openxmlformats.org/drawingml/2006/main">
            <a:off x="983332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329" name="dp44-comparison / n271 / arrow">
            <a:extLst xmlns:a="http://schemas.openxmlformats.org/drawingml/2006/main">
              <a:ext uri="{FF2B5EF4-FFF2-40B4-BE49-F238E27FC236}">
                <a16:creationId xmlns:a16="http://schemas.microsoft.com/office/drawing/2014/main" id="{2D576533-3DC5-43F9-95B7-29D830DBF92C}"/>
              </a:ext>
            </a:extLst>
          </p:cNvPr>
          <p:cNvSpPr>
            <a:spLocks xmlns:a="http://schemas.openxmlformats.org/drawingml/2006/main" noGrp="1"/>
          </p:cNvSpPr>
          <p:nvPr/>
        </p:nvSpPr>
        <p:spPr>
          <a:xfrm xmlns:a="http://schemas.openxmlformats.org/drawingml/2006/main">
            <a:off x="1040423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0" name="dp44-comparison / n272 / path">
            <a:extLst xmlns:a="http://schemas.openxmlformats.org/drawingml/2006/main">
              <a:ext uri="{FF2B5EF4-FFF2-40B4-BE49-F238E27FC236}">
                <a16:creationId xmlns:a16="http://schemas.microsoft.com/office/drawing/2014/main" id="{8E627A32-E4ED-42D4-9758-2FFDDD5E0594}"/>
              </a:ext>
            </a:extLst>
          </p:cNvPr>
          <p:cNvSpPr>
            <a:spLocks xmlns:a="http://schemas.openxmlformats.org/drawingml/2006/main" noGrp="1"/>
          </p:cNvSpPr>
          <p:nvPr/>
        </p:nvSpPr>
        <p:spPr>
          <a:xfrm xmlns:a="http://schemas.openxmlformats.org/drawingml/2006/main">
            <a:off x="10911840" y="3260693"/>
            <a:ext cx="114872" cy="953"/>
          </a:xfrm>
          <a:custGeom xmlns:a="http://schemas.openxmlformats.org/drawingml/2006/main">
            <a:pathLst>
              <a:path w="114872" h="953">
                <a:moveTo>
                  <a:pt x="114872" y="0"/>
                </a:moveTo>
                <a:lnTo>
                  <a:pt x="0" y="0"/>
                </a:lnTo>
              </a:path>
            </a:pathLst>
          </a:custGeom>
          <a:noFill xmlns:a="http://schemas.openxmlformats.org/drawingml/2006/main"/>
          <a:ln xmlns:a="http://schemas.openxmlformats.org/drawingml/2006/main" w="7020">
            <a:solidFill>
              <a:srgbClr val="000000"/>
            </a:solidFill>
            <a:prstDash val="solid"/>
          </a:ln>
        </p:spPr>
      </p:sp>
      <p:sp>
        <p:nvSpPr>
          <p:cNvPr id="331" name="dp44-comparison / n272 / arrow">
            <a:extLst xmlns:a="http://schemas.openxmlformats.org/drawingml/2006/main">
              <a:ext uri="{FF2B5EF4-FFF2-40B4-BE49-F238E27FC236}">
                <a16:creationId xmlns:a16="http://schemas.microsoft.com/office/drawing/2014/main" id="{22AA6D31-3A59-4759-B3E4-5AA8806730BC}"/>
              </a:ext>
            </a:extLst>
          </p:cNvPr>
          <p:cNvSpPr>
            <a:spLocks xmlns:a="http://schemas.openxmlformats.org/drawingml/2006/main" noGrp="1"/>
          </p:cNvSpPr>
          <p:nvPr/>
        </p:nvSpPr>
        <p:spPr>
          <a:xfrm xmlns:a="http://schemas.openxmlformats.org/drawingml/2006/main">
            <a:off x="1091184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32" name="dp44-comparison / n273">
            <a:extLst xmlns:a="http://schemas.openxmlformats.org/drawingml/2006/main">
              <a:ext uri="{FF2B5EF4-FFF2-40B4-BE49-F238E27FC236}">
                <a16:creationId xmlns:a16="http://schemas.microsoft.com/office/drawing/2014/main" id="{AACD288F-63FC-4A9B-A591-3548701AE310}"/>
              </a:ext>
            </a:extLst>
          </p:cNvPr>
          <p:cNvSpPr>
            <a:spLocks xmlns:a="http://schemas.openxmlformats.org/drawingml/2006/main" noGrp="1"/>
          </p:cNvSpPr>
          <p:nvPr/>
        </p:nvSpPr>
        <p:spPr>
          <a:xfrm xmlns:a="http://schemas.openxmlformats.org/drawingml/2006/main">
            <a:off x="998010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4-comparison / n274 / text 1">
            <a:extLst xmlns:a="http://schemas.openxmlformats.org/drawingml/2006/main">
              <a:ext uri="{FF2B5EF4-FFF2-40B4-BE49-F238E27FC236}">
                <a16:creationId xmlns:a16="http://schemas.microsoft.com/office/drawing/2014/main" id="{FBD6D32D-EC38-418F-B09D-B3B09C7DBA8C}"/>
              </a:ext>
            </a:extLst>
          </p:cNvPr>
          <p:cNvSpPr>
            <a:spLocks xmlns:a="http://schemas.openxmlformats.org/drawingml/2006/main" noGrp="1"/>
          </p:cNvSpPr>
          <p:nvPr/>
        </p:nvSpPr>
        <p:spPr>
          <a:xfrm xmlns:a="http://schemas.openxmlformats.org/drawingml/2006/main">
            <a:off x="999286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334" name="dp44-comparison / n275 / path">
            <a:extLst xmlns:a="http://schemas.openxmlformats.org/drawingml/2006/main">
              <a:ext uri="{FF2B5EF4-FFF2-40B4-BE49-F238E27FC236}">
                <a16:creationId xmlns:a16="http://schemas.microsoft.com/office/drawing/2014/main" id="{523CFFC4-6C89-42D6-B553-9F2B9FCB21A1}"/>
              </a:ext>
            </a:extLst>
          </p:cNvPr>
          <p:cNvSpPr>
            <a:spLocks xmlns:a="http://schemas.openxmlformats.org/drawingml/2006/main" noGrp="1"/>
          </p:cNvSpPr>
          <p:nvPr/>
        </p:nvSpPr>
        <p:spPr>
          <a:xfrm xmlns:a="http://schemas.openxmlformats.org/drawingml/2006/main">
            <a:off x="10911840" y="3790379"/>
            <a:ext cx="114872" cy="953"/>
          </a:xfrm>
          <a:custGeom xmlns:a="http://schemas.openxmlformats.org/drawingml/2006/main">
            <a:pathLst>
              <a:path w="114872" h="953">
                <a:moveTo>
                  <a:pt x="0" y="0"/>
                </a:moveTo>
                <a:lnTo>
                  <a:pt x="114872" y="0"/>
                </a:lnTo>
              </a:path>
            </a:pathLst>
          </a:custGeom>
          <a:noFill xmlns:a="http://schemas.openxmlformats.org/drawingml/2006/main"/>
          <a:ln xmlns:a="http://schemas.openxmlformats.org/drawingml/2006/main" w="7020">
            <a:solidFill>
              <a:srgbClr val="000000"/>
            </a:solidFill>
            <a:prstDash val="solid"/>
          </a:ln>
        </p:spPr>
      </p:sp>
      <p:sp>
        <p:nvSpPr>
          <p:cNvPr id="335" name="dp44-comparison / n275 / arrow">
            <a:extLst xmlns:a="http://schemas.openxmlformats.org/drawingml/2006/main">
              <a:ext uri="{FF2B5EF4-FFF2-40B4-BE49-F238E27FC236}">
                <a16:creationId xmlns:a16="http://schemas.microsoft.com/office/drawing/2014/main" id="{1CCC7F17-552B-4C0B-984C-D35EC6718830}"/>
              </a:ext>
            </a:extLst>
          </p:cNvPr>
          <p:cNvSpPr>
            <a:spLocks xmlns:a="http://schemas.openxmlformats.org/drawingml/2006/main" noGrp="1"/>
          </p:cNvSpPr>
          <p:nvPr/>
        </p:nvSpPr>
        <p:spPr>
          <a:xfrm xmlns:a="http://schemas.openxmlformats.org/drawingml/2006/main">
            <a:off x="1098178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6" name="dp44-comparison / n276">
            <a:extLst xmlns:a="http://schemas.openxmlformats.org/drawingml/2006/main">
              <a:ext uri="{FF2B5EF4-FFF2-40B4-BE49-F238E27FC236}">
                <a16:creationId xmlns:a16="http://schemas.microsoft.com/office/drawing/2014/main" id="{5EA04187-3957-4069-9936-A126E0A6F9D9}"/>
              </a:ext>
            </a:extLst>
          </p:cNvPr>
          <p:cNvSpPr>
            <a:spLocks xmlns:a="http://schemas.openxmlformats.org/drawingml/2006/main" noGrp="1"/>
          </p:cNvSpPr>
          <p:nvPr/>
        </p:nvSpPr>
        <p:spPr>
          <a:xfrm xmlns:a="http://schemas.openxmlformats.org/drawingml/2006/main">
            <a:off x="997372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7" name="dp44-comparison / n277 / text 1">
            <a:extLst xmlns:a="http://schemas.openxmlformats.org/drawingml/2006/main">
              <a:ext uri="{FF2B5EF4-FFF2-40B4-BE49-F238E27FC236}">
                <a16:creationId xmlns:a16="http://schemas.microsoft.com/office/drawing/2014/main" id="{32067CE1-F8B0-450F-9D87-374818086DA0}"/>
              </a:ext>
            </a:extLst>
          </p:cNvPr>
          <p:cNvSpPr>
            <a:spLocks xmlns:a="http://schemas.openxmlformats.org/drawingml/2006/main" noGrp="1"/>
          </p:cNvSpPr>
          <p:nvPr/>
        </p:nvSpPr>
        <p:spPr>
          <a:xfrm xmlns:a="http://schemas.openxmlformats.org/drawingml/2006/main">
            <a:off x="998648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338" name="dp44-comparison / n278 / path">
            <a:extLst xmlns:a="http://schemas.openxmlformats.org/drawingml/2006/main">
              <a:ext uri="{FF2B5EF4-FFF2-40B4-BE49-F238E27FC236}">
                <a16:creationId xmlns:a16="http://schemas.microsoft.com/office/drawing/2014/main" id="{22C44B62-1B17-444A-AB1C-638D710F56BC}"/>
              </a:ext>
            </a:extLst>
          </p:cNvPr>
          <p:cNvSpPr>
            <a:spLocks xmlns:a="http://schemas.openxmlformats.org/drawingml/2006/main" noGrp="1"/>
          </p:cNvSpPr>
          <p:nvPr/>
        </p:nvSpPr>
        <p:spPr>
          <a:xfrm xmlns:a="http://schemas.openxmlformats.org/drawingml/2006/main">
            <a:off x="1044916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339" name="dp44-comparison / n278 / arrow">
            <a:extLst xmlns:a="http://schemas.openxmlformats.org/drawingml/2006/main">
              <a:ext uri="{FF2B5EF4-FFF2-40B4-BE49-F238E27FC236}">
                <a16:creationId xmlns:a16="http://schemas.microsoft.com/office/drawing/2014/main" id="{9DCE4598-C09D-4241-A12E-9E1D63F75A3B}"/>
              </a:ext>
            </a:extLst>
          </p:cNvPr>
          <p:cNvSpPr>
            <a:spLocks xmlns:a="http://schemas.openxmlformats.org/drawingml/2006/main" noGrp="1"/>
          </p:cNvSpPr>
          <p:nvPr/>
        </p:nvSpPr>
        <p:spPr>
          <a:xfrm xmlns:a="http://schemas.openxmlformats.org/drawingml/2006/main">
            <a:off x="1096914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0" name="dp44-comparison / n279 / path">
            <a:extLst xmlns:a="http://schemas.openxmlformats.org/drawingml/2006/main">
              <a:ext uri="{FF2B5EF4-FFF2-40B4-BE49-F238E27FC236}">
                <a16:creationId xmlns:a16="http://schemas.microsoft.com/office/drawing/2014/main" id="{A4770E58-09A9-42B1-A3E4-B0FB3BEECB45}"/>
              </a:ext>
            </a:extLst>
          </p:cNvPr>
          <p:cNvSpPr>
            <a:spLocks xmlns:a="http://schemas.openxmlformats.org/drawingml/2006/main" noGrp="1"/>
          </p:cNvSpPr>
          <p:nvPr/>
        </p:nvSpPr>
        <p:spPr>
          <a:xfrm xmlns:a="http://schemas.openxmlformats.org/drawingml/2006/main">
            <a:off x="11952065" y="3324511"/>
            <a:ext cx="810482" cy="465868"/>
          </a:xfrm>
          <a:custGeom xmlns:a="http://schemas.openxmlformats.org/drawingml/2006/main">
            <a:pathLst>
              <a:path w="810482" h="465868">
                <a:moveTo>
                  <a:pt x="0" y="465868"/>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341" name="dp44-comparison / n279 / arrow">
            <a:extLst xmlns:a="http://schemas.openxmlformats.org/drawingml/2006/main">
              <a:ext uri="{FF2B5EF4-FFF2-40B4-BE49-F238E27FC236}">
                <a16:creationId xmlns:a16="http://schemas.microsoft.com/office/drawing/2014/main" id="{0C087AD4-E174-45D0-AC5F-653FFC0F57C5}"/>
              </a:ext>
            </a:extLst>
          </p:cNvPr>
          <p:cNvSpPr>
            <a:spLocks xmlns:a="http://schemas.openxmlformats.org/drawingml/2006/main" noGrp="1"/>
          </p:cNvSpPr>
          <p:nvPr/>
        </p:nvSpPr>
        <p:spPr>
          <a:xfrm xmlns:a="http://schemas.openxmlformats.org/drawingml/2006/main">
            <a:off x="12717620" y="330204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2" name="dp44-comparison / n280 / path">
            <a:extLst xmlns:a="http://schemas.openxmlformats.org/drawingml/2006/main">
              <a:ext uri="{FF2B5EF4-FFF2-40B4-BE49-F238E27FC236}">
                <a16:creationId xmlns:a16="http://schemas.microsoft.com/office/drawing/2014/main" id="{56020A4A-11F0-4815-BF1C-E658786A0B2B}"/>
              </a:ext>
            </a:extLst>
          </p:cNvPr>
          <p:cNvSpPr>
            <a:spLocks xmlns:a="http://schemas.openxmlformats.org/drawingml/2006/main" noGrp="1"/>
          </p:cNvSpPr>
          <p:nvPr/>
        </p:nvSpPr>
        <p:spPr>
          <a:xfrm xmlns:a="http://schemas.openxmlformats.org/drawingml/2006/main">
            <a:off x="10911840" y="3094768"/>
            <a:ext cx="1850708" cy="153162"/>
          </a:xfrm>
          <a:custGeom xmlns:a="http://schemas.openxmlformats.org/drawingml/2006/main">
            <a:pathLst>
              <a:path w="1850708" h="153162">
                <a:moveTo>
                  <a:pt x="0" y="121253"/>
                </a:moveTo>
                <a:lnTo>
                  <a:pt x="0" y="0"/>
                </a:lnTo>
                <a:lnTo>
                  <a:pt x="1850708" y="0"/>
                </a:lnTo>
                <a:lnTo>
                  <a:pt x="1850708" y="153162"/>
                </a:lnTo>
              </a:path>
            </a:pathLst>
          </a:custGeom>
          <a:noFill xmlns:a="http://schemas.openxmlformats.org/drawingml/2006/main"/>
          <a:ln xmlns:a="http://schemas.openxmlformats.org/drawingml/2006/main" w="7020">
            <a:solidFill>
              <a:srgbClr val="000000"/>
            </a:solidFill>
            <a:prstDash val="solid"/>
          </a:ln>
        </p:spPr>
      </p:sp>
      <p:sp>
        <p:nvSpPr>
          <p:cNvPr id="343" name="dp44-comparison / n280 / arrow">
            <a:extLst xmlns:a="http://schemas.openxmlformats.org/drawingml/2006/main">
              <a:ext uri="{FF2B5EF4-FFF2-40B4-BE49-F238E27FC236}">
                <a16:creationId xmlns:a16="http://schemas.microsoft.com/office/drawing/2014/main" id="{AA43AE16-B5F9-4E08-8205-B49E626AFE30}"/>
              </a:ext>
            </a:extLst>
          </p:cNvPr>
          <p:cNvSpPr>
            <a:spLocks xmlns:a="http://schemas.openxmlformats.org/drawingml/2006/main" noGrp="1"/>
          </p:cNvSpPr>
          <p:nvPr/>
        </p:nvSpPr>
        <p:spPr>
          <a:xfrm xmlns:a="http://schemas.openxmlformats.org/drawingml/2006/main">
            <a:off x="12740084" y="320300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4" name="dp44-comparison / n281 / path">
            <a:extLst xmlns:a="http://schemas.openxmlformats.org/drawingml/2006/main">
              <a:ext uri="{FF2B5EF4-FFF2-40B4-BE49-F238E27FC236}">
                <a16:creationId xmlns:a16="http://schemas.microsoft.com/office/drawing/2014/main" id="{C0C1EA1A-5CEA-4516-BA3E-025598544E4D}"/>
              </a:ext>
            </a:extLst>
          </p:cNvPr>
          <p:cNvSpPr>
            <a:spLocks xmlns:a="http://schemas.openxmlformats.org/drawingml/2006/main" noGrp="1"/>
          </p:cNvSpPr>
          <p:nvPr/>
        </p:nvSpPr>
        <p:spPr>
          <a:xfrm xmlns:a="http://schemas.openxmlformats.org/drawingml/2006/main">
            <a:off x="12060555" y="3369183"/>
            <a:ext cx="701993" cy="274415"/>
          </a:xfrm>
          <a:custGeom xmlns:a="http://schemas.openxmlformats.org/drawingml/2006/main">
            <a:pathLst>
              <a:path w="701993" h="274415">
                <a:moveTo>
                  <a:pt x="0" y="274415"/>
                </a:moveTo>
                <a:lnTo>
                  <a:pt x="0" y="0"/>
                </a:lnTo>
                <a:lnTo>
                  <a:pt x="701993" y="0"/>
                </a:lnTo>
              </a:path>
            </a:pathLst>
          </a:custGeom>
          <a:noFill xmlns:a="http://schemas.openxmlformats.org/drawingml/2006/main"/>
          <a:ln xmlns:a="http://schemas.openxmlformats.org/drawingml/2006/main" w="7020">
            <a:solidFill>
              <a:srgbClr val="000000"/>
            </a:solidFill>
            <a:prstDash val="solid"/>
          </a:ln>
        </p:spPr>
      </p:sp>
      <p:sp>
        <p:nvSpPr>
          <p:cNvPr id="345" name="dp44-comparison / n281 / arrow">
            <a:extLst xmlns:a="http://schemas.openxmlformats.org/drawingml/2006/main">
              <a:ext uri="{FF2B5EF4-FFF2-40B4-BE49-F238E27FC236}">
                <a16:creationId xmlns:a16="http://schemas.microsoft.com/office/drawing/2014/main" id="{F1C0E725-5188-4734-8CDF-50BDF33256CE}"/>
              </a:ext>
            </a:extLst>
          </p:cNvPr>
          <p:cNvSpPr>
            <a:spLocks xmlns:a="http://schemas.openxmlformats.org/drawingml/2006/main" noGrp="1"/>
          </p:cNvSpPr>
          <p:nvPr/>
        </p:nvSpPr>
        <p:spPr>
          <a:xfrm xmlns:a="http://schemas.openxmlformats.org/drawingml/2006/main">
            <a:off x="12717620" y="334671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6" name="dp44-comparison / n282 / path">
            <a:extLst xmlns:a="http://schemas.openxmlformats.org/drawingml/2006/main">
              <a:ext uri="{FF2B5EF4-FFF2-40B4-BE49-F238E27FC236}">
                <a16:creationId xmlns:a16="http://schemas.microsoft.com/office/drawing/2014/main" id="{7A070AA6-D890-4B71-9893-E95DA1FD75AB}"/>
              </a:ext>
            </a:extLst>
          </p:cNvPr>
          <p:cNvSpPr>
            <a:spLocks xmlns:a="http://schemas.openxmlformats.org/drawingml/2006/main" noGrp="1"/>
          </p:cNvSpPr>
          <p:nvPr/>
        </p:nvSpPr>
        <p:spPr>
          <a:xfrm xmlns:a="http://schemas.openxmlformats.org/drawingml/2006/main">
            <a:off x="10720388" y="3401092"/>
            <a:ext cx="2042160" cy="1620965"/>
          </a:xfrm>
          <a:custGeom xmlns:a="http://schemas.openxmlformats.org/drawingml/2006/main">
            <a:pathLst>
              <a:path w="2042160" h="1620965">
                <a:moveTo>
                  <a:pt x="2042160" y="0"/>
                </a:moveTo>
                <a:lnTo>
                  <a:pt x="2042160" y="1620965"/>
                </a:lnTo>
                <a:lnTo>
                  <a:pt x="0" y="1620965"/>
                </a:lnTo>
              </a:path>
            </a:pathLst>
          </a:custGeom>
          <a:noFill xmlns:a="http://schemas.openxmlformats.org/drawingml/2006/main"/>
          <a:ln xmlns:a="http://schemas.openxmlformats.org/drawingml/2006/main" w="7020">
            <a:solidFill>
              <a:srgbClr val="000000"/>
            </a:solidFill>
            <a:prstDash val="solid"/>
          </a:ln>
        </p:spPr>
      </p:sp>
      <p:sp>
        <p:nvSpPr>
          <p:cNvPr id="347" name="dp44-comparison / n282 / arrow">
            <a:extLst xmlns:a="http://schemas.openxmlformats.org/drawingml/2006/main">
              <a:ext uri="{FF2B5EF4-FFF2-40B4-BE49-F238E27FC236}">
                <a16:creationId xmlns:a16="http://schemas.microsoft.com/office/drawing/2014/main" id="{B77C54C9-81EB-4015-8B3D-6C7C38AAF66A}"/>
              </a:ext>
            </a:extLst>
          </p:cNvPr>
          <p:cNvSpPr>
            <a:spLocks xmlns:a="http://schemas.openxmlformats.org/drawingml/2006/main" noGrp="1"/>
          </p:cNvSpPr>
          <p:nvPr/>
        </p:nvSpPr>
        <p:spPr>
          <a:xfrm xmlns:a="http://schemas.openxmlformats.org/drawingml/2006/main">
            <a:off x="1072038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48" name="dp44-comparison / n283 / path">
            <a:extLst xmlns:a="http://schemas.openxmlformats.org/drawingml/2006/main">
              <a:ext uri="{FF2B5EF4-FFF2-40B4-BE49-F238E27FC236}">
                <a16:creationId xmlns:a16="http://schemas.microsoft.com/office/drawing/2014/main" id="{E1A3393A-5DA8-43A5-A24A-87DC8C3FE306}"/>
              </a:ext>
            </a:extLst>
          </p:cNvPr>
          <p:cNvSpPr>
            <a:spLocks xmlns:a="http://schemas.openxmlformats.org/drawingml/2006/main" noGrp="1"/>
          </p:cNvSpPr>
          <p:nvPr/>
        </p:nvSpPr>
        <p:spPr>
          <a:xfrm xmlns:a="http://schemas.openxmlformats.org/drawingml/2006/main">
            <a:off x="11550015" y="3439382"/>
            <a:ext cx="1212533" cy="1754981"/>
          </a:xfrm>
          <a:custGeom xmlns:a="http://schemas.openxmlformats.org/drawingml/2006/main">
            <a:pathLst>
              <a:path w="1212533" h="1754981">
                <a:moveTo>
                  <a:pt x="0" y="1754981"/>
                </a:moveTo>
                <a:lnTo>
                  <a:pt x="899827" y="1754981"/>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49" name="dp44-comparison / n283 / arrow">
            <a:extLst xmlns:a="http://schemas.openxmlformats.org/drawingml/2006/main">
              <a:ext uri="{FF2B5EF4-FFF2-40B4-BE49-F238E27FC236}">
                <a16:creationId xmlns:a16="http://schemas.microsoft.com/office/drawing/2014/main" id="{54BE06CB-1FD5-48EA-A604-C38DD25DF383}"/>
              </a:ext>
            </a:extLst>
          </p:cNvPr>
          <p:cNvSpPr>
            <a:spLocks xmlns:a="http://schemas.openxmlformats.org/drawingml/2006/main" noGrp="1"/>
          </p:cNvSpPr>
          <p:nvPr/>
        </p:nvSpPr>
        <p:spPr>
          <a:xfrm xmlns:a="http://schemas.openxmlformats.org/drawingml/2006/main">
            <a:off x="12717620" y="3416918"/>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0" name="dp44-comparison / n284 / path">
            <a:extLst xmlns:a="http://schemas.openxmlformats.org/drawingml/2006/main">
              <a:ext uri="{FF2B5EF4-FFF2-40B4-BE49-F238E27FC236}">
                <a16:creationId xmlns:a16="http://schemas.microsoft.com/office/drawing/2014/main" id="{489F1972-191B-4D99-BBD9-E1DC60686D2F}"/>
              </a:ext>
            </a:extLst>
          </p:cNvPr>
          <p:cNvSpPr>
            <a:spLocks xmlns:a="http://schemas.openxmlformats.org/drawingml/2006/main" noGrp="1"/>
          </p:cNvSpPr>
          <p:nvPr/>
        </p:nvSpPr>
        <p:spPr>
          <a:xfrm xmlns:a="http://schemas.openxmlformats.org/drawingml/2006/main">
            <a:off x="10720388" y="3471291"/>
            <a:ext cx="2042160" cy="2112359"/>
          </a:xfrm>
          <a:custGeom xmlns:a="http://schemas.openxmlformats.org/drawingml/2006/main">
            <a:pathLst>
              <a:path w="2042160" h="2112359">
                <a:moveTo>
                  <a:pt x="2042160" y="0"/>
                </a:moveTo>
                <a:lnTo>
                  <a:pt x="1397603" y="0"/>
                </a:lnTo>
                <a:lnTo>
                  <a:pt x="1397603" y="2112359"/>
                </a:lnTo>
                <a:lnTo>
                  <a:pt x="0" y="2112359"/>
                </a:lnTo>
              </a:path>
            </a:pathLst>
          </a:custGeom>
          <a:noFill xmlns:a="http://schemas.openxmlformats.org/drawingml/2006/main"/>
          <a:ln xmlns:a="http://schemas.openxmlformats.org/drawingml/2006/main" w="7020">
            <a:solidFill>
              <a:srgbClr val="000000"/>
            </a:solidFill>
            <a:prstDash val="solid"/>
          </a:ln>
        </p:spPr>
      </p:sp>
      <p:sp>
        <p:nvSpPr>
          <p:cNvPr id="351" name="dp44-comparison / n284 / arrow">
            <a:extLst xmlns:a="http://schemas.openxmlformats.org/drawingml/2006/main">
              <a:ext uri="{FF2B5EF4-FFF2-40B4-BE49-F238E27FC236}">
                <a16:creationId xmlns:a16="http://schemas.microsoft.com/office/drawing/2014/main" id="{D4FBB85E-3359-4A0B-9DAF-01EF2FC3E76B}"/>
              </a:ext>
            </a:extLst>
          </p:cNvPr>
          <p:cNvSpPr>
            <a:spLocks xmlns:a="http://schemas.openxmlformats.org/drawingml/2006/main" noGrp="1"/>
          </p:cNvSpPr>
          <p:nvPr/>
        </p:nvSpPr>
        <p:spPr>
          <a:xfrm xmlns:a="http://schemas.openxmlformats.org/drawingml/2006/main">
            <a:off x="1072038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2" name="dp44-comparison / n285 / path">
            <a:extLst xmlns:a="http://schemas.openxmlformats.org/drawingml/2006/main">
              <a:ext uri="{FF2B5EF4-FFF2-40B4-BE49-F238E27FC236}">
                <a16:creationId xmlns:a16="http://schemas.microsoft.com/office/drawing/2014/main" id="{BFEEC0EF-9851-4AB1-8BAF-CEBE2F9AF72D}"/>
              </a:ext>
            </a:extLst>
          </p:cNvPr>
          <p:cNvSpPr>
            <a:spLocks xmlns:a="http://schemas.openxmlformats.org/drawingml/2006/main" noGrp="1"/>
          </p:cNvSpPr>
          <p:nvPr/>
        </p:nvSpPr>
        <p:spPr>
          <a:xfrm xmlns:a="http://schemas.openxmlformats.org/drawingml/2006/main">
            <a:off x="11550015" y="3477673"/>
            <a:ext cx="1212533" cy="2278285"/>
          </a:xfrm>
          <a:custGeom xmlns:a="http://schemas.openxmlformats.org/drawingml/2006/main">
            <a:pathLst>
              <a:path w="1212533" h="2278285">
                <a:moveTo>
                  <a:pt x="0" y="2278285"/>
                </a:moveTo>
                <a:lnTo>
                  <a:pt x="899827" y="2278285"/>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53" name="dp44-comparison / n285 / arrow">
            <a:extLst xmlns:a="http://schemas.openxmlformats.org/drawingml/2006/main">
              <a:ext uri="{FF2B5EF4-FFF2-40B4-BE49-F238E27FC236}">
                <a16:creationId xmlns:a16="http://schemas.microsoft.com/office/drawing/2014/main" id="{B53AC91D-9DF5-4522-B61A-2E44D6534156}"/>
              </a:ext>
            </a:extLst>
          </p:cNvPr>
          <p:cNvSpPr>
            <a:spLocks xmlns:a="http://schemas.openxmlformats.org/drawingml/2006/main" noGrp="1"/>
          </p:cNvSpPr>
          <p:nvPr/>
        </p:nvSpPr>
        <p:spPr>
          <a:xfrm xmlns:a="http://schemas.openxmlformats.org/drawingml/2006/main">
            <a:off x="12717620" y="34552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4" name="dp44-comparison / n286 / path">
            <a:extLst xmlns:a="http://schemas.openxmlformats.org/drawingml/2006/main">
              <a:ext uri="{FF2B5EF4-FFF2-40B4-BE49-F238E27FC236}">
                <a16:creationId xmlns:a16="http://schemas.microsoft.com/office/drawing/2014/main" id="{386CC784-43BB-4BA7-B811-F75E6097FAFC}"/>
              </a:ext>
            </a:extLst>
          </p:cNvPr>
          <p:cNvSpPr>
            <a:spLocks xmlns:a="http://schemas.openxmlformats.org/drawingml/2006/main" noGrp="1"/>
          </p:cNvSpPr>
          <p:nvPr/>
        </p:nvSpPr>
        <p:spPr>
          <a:xfrm xmlns:a="http://schemas.openxmlformats.org/drawingml/2006/main">
            <a:off x="1643205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355" name="dp44-comparison / n286 / arrow">
            <a:extLst xmlns:a="http://schemas.openxmlformats.org/drawingml/2006/main">
              <a:ext uri="{FF2B5EF4-FFF2-40B4-BE49-F238E27FC236}">
                <a16:creationId xmlns:a16="http://schemas.microsoft.com/office/drawing/2014/main" id="{DC914277-6ADF-43C4-9BFD-564743041370}"/>
              </a:ext>
            </a:extLst>
          </p:cNvPr>
          <p:cNvSpPr>
            <a:spLocks xmlns:a="http://schemas.openxmlformats.org/drawingml/2006/main" noGrp="1"/>
          </p:cNvSpPr>
          <p:nvPr/>
        </p:nvSpPr>
        <p:spPr>
          <a:xfrm xmlns:a="http://schemas.openxmlformats.org/drawingml/2006/main">
            <a:off x="1643205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6" name="dp44-comparison / n287 / path">
            <a:extLst xmlns:a="http://schemas.openxmlformats.org/drawingml/2006/main">
              <a:ext uri="{FF2B5EF4-FFF2-40B4-BE49-F238E27FC236}">
                <a16:creationId xmlns:a16="http://schemas.microsoft.com/office/drawing/2014/main" id="{265E9295-AE02-48CA-84ED-481AD20583C3}"/>
              </a:ext>
            </a:extLst>
          </p:cNvPr>
          <p:cNvSpPr>
            <a:spLocks xmlns:a="http://schemas.openxmlformats.org/drawingml/2006/main" noGrp="1"/>
          </p:cNvSpPr>
          <p:nvPr/>
        </p:nvSpPr>
        <p:spPr>
          <a:xfrm xmlns:a="http://schemas.openxmlformats.org/drawingml/2006/main">
            <a:off x="1643205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357" name="dp44-comparison / n287 / arrow">
            <a:extLst xmlns:a="http://schemas.openxmlformats.org/drawingml/2006/main">
              <a:ext uri="{FF2B5EF4-FFF2-40B4-BE49-F238E27FC236}">
                <a16:creationId xmlns:a16="http://schemas.microsoft.com/office/drawing/2014/main" id="{E79772FA-292B-424D-B305-B718F963F34D}"/>
              </a:ext>
            </a:extLst>
          </p:cNvPr>
          <p:cNvSpPr>
            <a:spLocks xmlns:a="http://schemas.openxmlformats.org/drawingml/2006/main" noGrp="1"/>
          </p:cNvSpPr>
          <p:nvPr/>
        </p:nvSpPr>
        <p:spPr>
          <a:xfrm xmlns:a="http://schemas.openxmlformats.org/drawingml/2006/main">
            <a:off x="1640959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58" name="dp44-comparison / n288 / path">
            <a:extLst xmlns:a="http://schemas.openxmlformats.org/drawingml/2006/main">
              <a:ext uri="{FF2B5EF4-FFF2-40B4-BE49-F238E27FC236}">
                <a16:creationId xmlns:a16="http://schemas.microsoft.com/office/drawing/2014/main" id="{2B9D16B8-A1A3-42DC-9922-BE4CF14C6118}"/>
              </a:ext>
            </a:extLst>
          </p:cNvPr>
          <p:cNvSpPr>
            <a:spLocks xmlns:a="http://schemas.openxmlformats.org/drawingml/2006/main" noGrp="1"/>
          </p:cNvSpPr>
          <p:nvPr/>
        </p:nvSpPr>
        <p:spPr>
          <a:xfrm xmlns:a="http://schemas.openxmlformats.org/drawingml/2006/main">
            <a:off x="1643205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359" name="dp44-comparison / n288 / arrow">
            <a:extLst xmlns:a="http://schemas.openxmlformats.org/drawingml/2006/main">
              <a:ext uri="{FF2B5EF4-FFF2-40B4-BE49-F238E27FC236}">
                <a16:creationId xmlns:a16="http://schemas.microsoft.com/office/drawing/2014/main" id="{125CB376-B925-4F61-9F0D-DD85BF6B1744}"/>
              </a:ext>
            </a:extLst>
          </p:cNvPr>
          <p:cNvSpPr>
            <a:spLocks xmlns:a="http://schemas.openxmlformats.org/drawingml/2006/main" noGrp="1"/>
          </p:cNvSpPr>
          <p:nvPr/>
        </p:nvSpPr>
        <p:spPr>
          <a:xfrm xmlns:a="http://schemas.openxmlformats.org/drawingml/2006/main">
            <a:off x="1640959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60" name="dp44-comparison / n289 / path">
            <a:extLst xmlns:a="http://schemas.openxmlformats.org/drawingml/2006/main">
              <a:ext uri="{FF2B5EF4-FFF2-40B4-BE49-F238E27FC236}">
                <a16:creationId xmlns:a16="http://schemas.microsoft.com/office/drawing/2014/main" id="{DF8004DD-36FC-4AC6-A9CA-FCB47EC1ADC0}"/>
              </a:ext>
            </a:extLst>
          </p:cNvPr>
          <p:cNvSpPr>
            <a:spLocks xmlns:a="http://schemas.openxmlformats.org/drawingml/2006/main" noGrp="1"/>
          </p:cNvSpPr>
          <p:nvPr/>
        </p:nvSpPr>
        <p:spPr>
          <a:xfrm xmlns:a="http://schemas.openxmlformats.org/drawingml/2006/main">
            <a:off x="1668732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361" name="dp44-comparison / n289 / arrow">
            <a:extLst xmlns:a="http://schemas.openxmlformats.org/drawingml/2006/main">
              <a:ext uri="{FF2B5EF4-FFF2-40B4-BE49-F238E27FC236}">
                <a16:creationId xmlns:a16="http://schemas.microsoft.com/office/drawing/2014/main" id="{DABE2E5B-7CBE-4731-BD10-78E372152D71}"/>
              </a:ext>
            </a:extLst>
          </p:cNvPr>
          <p:cNvSpPr>
            <a:spLocks xmlns:a="http://schemas.openxmlformats.org/drawingml/2006/main" noGrp="1"/>
          </p:cNvSpPr>
          <p:nvPr/>
        </p:nvSpPr>
        <p:spPr>
          <a:xfrm xmlns:a="http://schemas.openxmlformats.org/drawingml/2006/main">
            <a:off x="1666486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2" name="dp44-comparison / n290 / path">
            <a:extLst xmlns:a="http://schemas.openxmlformats.org/drawingml/2006/main">
              <a:ext uri="{FF2B5EF4-FFF2-40B4-BE49-F238E27FC236}">
                <a16:creationId xmlns:a16="http://schemas.microsoft.com/office/drawing/2014/main" id="{FCF1B149-0269-4628-A669-327885E151C4}"/>
              </a:ext>
            </a:extLst>
          </p:cNvPr>
          <p:cNvSpPr>
            <a:spLocks xmlns:a="http://schemas.openxmlformats.org/drawingml/2006/main" noGrp="1"/>
          </p:cNvSpPr>
          <p:nvPr/>
        </p:nvSpPr>
        <p:spPr>
          <a:xfrm xmlns:a="http://schemas.openxmlformats.org/drawingml/2006/main">
            <a:off x="1668732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363" name="dp44-comparison / n290 / arrow">
            <a:extLst xmlns:a="http://schemas.openxmlformats.org/drawingml/2006/main">
              <a:ext uri="{FF2B5EF4-FFF2-40B4-BE49-F238E27FC236}">
                <a16:creationId xmlns:a16="http://schemas.microsoft.com/office/drawing/2014/main" id="{017AC706-F04E-4AB8-9A73-E414571E9655}"/>
              </a:ext>
            </a:extLst>
          </p:cNvPr>
          <p:cNvSpPr>
            <a:spLocks xmlns:a="http://schemas.openxmlformats.org/drawingml/2006/main" noGrp="1"/>
          </p:cNvSpPr>
          <p:nvPr/>
        </p:nvSpPr>
        <p:spPr>
          <a:xfrm xmlns:a="http://schemas.openxmlformats.org/drawingml/2006/main">
            <a:off x="1666486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4" name="dp44-comparison / n291 / path">
            <a:extLst xmlns:a="http://schemas.openxmlformats.org/drawingml/2006/main">
              <a:ext uri="{FF2B5EF4-FFF2-40B4-BE49-F238E27FC236}">
                <a16:creationId xmlns:a16="http://schemas.microsoft.com/office/drawing/2014/main" id="{CD3D470F-2060-42C4-ACFE-6A2CC01D49F6}"/>
              </a:ext>
            </a:extLst>
          </p:cNvPr>
          <p:cNvSpPr>
            <a:spLocks xmlns:a="http://schemas.openxmlformats.org/drawingml/2006/main" noGrp="1"/>
          </p:cNvSpPr>
          <p:nvPr/>
        </p:nvSpPr>
        <p:spPr>
          <a:xfrm xmlns:a="http://schemas.openxmlformats.org/drawingml/2006/main">
            <a:off x="14549438" y="4154138"/>
            <a:ext cx="1276350" cy="1040225"/>
          </a:xfrm>
          <a:custGeom xmlns:a="http://schemas.openxmlformats.org/drawingml/2006/main">
            <a:pathLst>
              <a:path w="1276350" h="1040225">
                <a:moveTo>
                  <a:pt x="1276350" y="1040225"/>
                </a:moveTo>
                <a:lnTo>
                  <a:pt x="1276350" y="134017"/>
                </a:lnTo>
                <a:lnTo>
                  <a:pt x="0" y="134017"/>
                </a:lnTo>
                <a:lnTo>
                  <a:pt x="0" y="0"/>
                </a:lnTo>
              </a:path>
            </a:pathLst>
          </a:custGeom>
          <a:noFill xmlns:a="http://schemas.openxmlformats.org/drawingml/2006/main"/>
          <a:ln xmlns:a="http://schemas.openxmlformats.org/drawingml/2006/main" w="7020">
            <a:solidFill>
              <a:srgbClr val="000000"/>
            </a:solidFill>
            <a:prstDash val="dash"/>
          </a:ln>
        </p:spPr>
      </p:sp>
      <p:sp>
        <p:nvSpPr>
          <p:cNvPr id="365" name="dp44-comparison / n291 / arrow">
            <a:extLst xmlns:a="http://schemas.openxmlformats.org/drawingml/2006/main">
              <a:ext uri="{FF2B5EF4-FFF2-40B4-BE49-F238E27FC236}">
                <a16:creationId xmlns:a16="http://schemas.microsoft.com/office/drawing/2014/main" id="{147C3F94-4A24-484F-8253-C73D45923893}"/>
              </a:ext>
            </a:extLst>
          </p:cNvPr>
          <p:cNvSpPr>
            <a:spLocks xmlns:a="http://schemas.openxmlformats.org/drawingml/2006/main" noGrp="1"/>
          </p:cNvSpPr>
          <p:nvPr/>
        </p:nvSpPr>
        <p:spPr>
          <a:xfrm xmlns:a="http://schemas.openxmlformats.org/drawingml/2006/main">
            <a:off x="14526974" y="415413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6" name="dp44-comparison / n292 / path">
            <a:extLst xmlns:a="http://schemas.openxmlformats.org/drawingml/2006/main">
              <a:ext uri="{FF2B5EF4-FFF2-40B4-BE49-F238E27FC236}">
                <a16:creationId xmlns:a16="http://schemas.microsoft.com/office/drawing/2014/main" id="{DB7F89EA-CAB9-4DF9-B541-DED7AF1676A2}"/>
              </a:ext>
            </a:extLst>
          </p:cNvPr>
          <p:cNvSpPr>
            <a:spLocks xmlns:a="http://schemas.openxmlformats.org/drawingml/2006/main" noGrp="1"/>
          </p:cNvSpPr>
          <p:nvPr/>
        </p:nvSpPr>
        <p:spPr>
          <a:xfrm xmlns:a="http://schemas.openxmlformats.org/drawingml/2006/main">
            <a:off x="1148938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367" name="dp44-comparison / n292 / arrow">
            <a:extLst xmlns:a="http://schemas.openxmlformats.org/drawingml/2006/main">
              <a:ext uri="{FF2B5EF4-FFF2-40B4-BE49-F238E27FC236}">
                <a16:creationId xmlns:a16="http://schemas.microsoft.com/office/drawing/2014/main" id="{61655A1B-0513-422B-843D-5CC02255261A}"/>
              </a:ext>
            </a:extLst>
          </p:cNvPr>
          <p:cNvSpPr>
            <a:spLocks xmlns:a="http://schemas.openxmlformats.org/drawingml/2006/main" noGrp="1"/>
          </p:cNvSpPr>
          <p:nvPr/>
        </p:nvSpPr>
        <p:spPr>
          <a:xfrm xmlns:a="http://schemas.openxmlformats.org/drawingml/2006/main">
            <a:off x="1148938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68" name="dp44-comparison / n293 / path">
            <a:extLst xmlns:a="http://schemas.openxmlformats.org/drawingml/2006/main">
              <a:ext uri="{FF2B5EF4-FFF2-40B4-BE49-F238E27FC236}">
                <a16:creationId xmlns:a16="http://schemas.microsoft.com/office/drawing/2014/main" id="{2C043A62-89C9-45E3-A695-EAA3F2C82E47}"/>
              </a:ext>
            </a:extLst>
          </p:cNvPr>
          <p:cNvSpPr>
            <a:spLocks xmlns:a="http://schemas.openxmlformats.org/drawingml/2006/main" noGrp="1"/>
          </p:cNvSpPr>
          <p:nvPr/>
        </p:nvSpPr>
        <p:spPr>
          <a:xfrm xmlns:a="http://schemas.openxmlformats.org/drawingml/2006/main">
            <a:off x="9986486" y="3260693"/>
            <a:ext cx="2616518" cy="3222784"/>
          </a:xfrm>
          <a:custGeom xmlns:a="http://schemas.openxmlformats.org/drawingml/2006/main">
            <a:pathLst>
              <a:path w="2616518" h="3222784">
                <a:moveTo>
                  <a:pt x="0" y="0"/>
                </a:moveTo>
                <a:lnTo>
                  <a:pt x="0" y="1703927"/>
                </a:lnTo>
                <a:lnTo>
                  <a:pt x="2463355" y="1703927"/>
                </a:lnTo>
                <a:lnTo>
                  <a:pt x="2463355"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369" name="dp44-comparison / n293 / arrow">
            <a:extLst xmlns:a="http://schemas.openxmlformats.org/drawingml/2006/main">
              <a:ext uri="{FF2B5EF4-FFF2-40B4-BE49-F238E27FC236}">
                <a16:creationId xmlns:a16="http://schemas.microsoft.com/office/drawing/2014/main" id="{4939EC1E-2251-4570-B0A3-4BE251CFC07D}"/>
              </a:ext>
            </a:extLst>
          </p:cNvPr>
          <p:cNvSpPr>
            <a:spLocks xmlns:a="http://schemas.openxmlformats.org/drawingml/2006/main" noGrp="1"/>
          </p:cNvSpPr>
          <p:nvPr/>
        </p:nvSpPr>
        <p:spPr>
          <a:xfrm xmlns:a="http://schemas.openxmlformats.org/drawingml/2006/main">
            <a:off x="1255807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0" name="dp44-comparison / n294 / path">
            <a:extLst xmlns:a="http://schemas.openxmlformats.org/drawingml/2006/main">
              <a:ext uri="{FF2B5EF4-FFF2-40B4-BE49-F238E27FC236}">
                <a16:creationId xmlns:a16="http://schemas.microsoft.com/office/drawing/2014/main" id="{7C0DE0F3-CBA0-44E2-A07A-ADE424C2E098}"/>
              </a:ext>
            </a:extLst>
          </p:cNvPr>
          <p:cNvSpPr>
            <a:spLocks xmlns:a="http://schemas.openxmlformats.org/drawingml/2006/main" noGrp="1"/>
          </p:cNvSpPr>
          <p:nvPr/>
        </p:nvSpPr>
        <p:spPr>
          <a:xfrm xmlns:a="http://schemas.openxmlformats.org/drawingml/2006/main">
            <a:off x="1381553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71" name="dp44-comparison / n294 / arrow">
            <a:extLst xmlns:a="http://schemas.openxmlformats.org/drawingml/2006/main">
              <a:ext uri="{FF2B5EF4-FFF2-40B4-BE49-F238E27FC236}">
                <a16:creationId xmlns:a16="http://schemas.microsoft.com/office/drawing/2014/main" id="{7F18B34C-2B99-45E4-9969-50BAD1BC2027}"/>
              </a:ext>
            </a:extLst>
          </p:cNvPr>
          <p:cNvSpPr>
            <a:spLocks xmlns:a="http://schemas.openxmlformats.org/drawingml/2006/main" noGrp="1"/>
          </p:cNvSpPr>
          <p:nvPr/>
        </p:nvSpPr>
        <p:spPr>
          <a:xfrm xmlns:a="http://schemas.openxmlformats.org/drawingml/2006/main">
            <a:off x="1402587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2" name="dp44-comparison / n295 / path">
            <a:extLst xmlns:a="http://schemas.openxmlformats.org/drawingml/2006/main">
              <a:ext uri="{FF2B5EF4-FFF2-40B4-BE49-F238E27FC236}">
                <a16:creationId xmlns:a16="http://schemas.microsoft.com/office/drawing/2014/main" id="{C344220A-FFF3-4766-A7A8-CA5E42A4D345}"/>
              </a:ext>
            </a:extLst>
          </p:cNvPr>
          <p:cNvSpPr>
            <a:spLocks xmlns:a="http://schemas.openxmlformats.org/drawingml/2006/main" noGrp="1"/>
          </p:cNvSpPr>
          <p:nvPr/>
        </p:nvSpPr>
        <p:spPr>
          <a:xfrm xmlns:a="http://schemas.openxmlformats.org/drawingml/2006/main">
            <a:off x="1502806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373" name="dp44-comparison / n295 / arrow">
            <a:extLst xmlns:a="http://schemas.openxmlformats.org/drawingml/2006/main">
              <a:ext uri="{FF2B5EF4-FFF2-40B4-BE49-F238E27FC236}">
                <a16:creationId xmlns:a16="http://schemas.microsoft.com/office/drawing/2014/main" id="{10FDA055-EE29-487E-892E-4903F3B588BB}"/>
              </a:ext>
            </a:extLst>
          </p:cNvPr>
          <p:cNvSpPr>
            <a:spLocks xmlns:a="http://schemas.openxmlformats.org/drawingml/2006/main" noGrp="1"/>
          </p:cNvSpPr>
          <p:nvPr/>
        </p:nvSpPr>
        <p:spPr>
          <a:xfrm xmlns:a="http://schemas.openxmlformats.org/drawingml/2006/main">
            <a:off x="1502806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4" name="dp44-comparison / n296 / path">
            <a:extLst xmlns:a="http://schemas.openxmlformats.org/drawingml/2006/main">
              <a:ext uri="{FF2B5EF4-FFF2-40B4-BE49-F238E27FC236}">
                <a16:creationId xmlns:a16="http://schemas.microsoft.com/office/drawing/2014/main" id="{07F56A9A-A9DE-45C4-8EEC-A1624F94540E}"/>
              </a:ext>
            </a:extLst>
          </p:cNvPr>
          <p:cNvSpPr>
            <a:spLocks xmlns:a="http://schemas.openxmlformats.org/drawingml/2006/main" noGrp="1"/>
          </p:cNvSpPr>
          <p:nvPr/>
        </p:nvSpPr>
        <p:spPr>
          <a:xfrm xmlns:a="http://schemas.openxmlformats.org/drawingml/2006/main">
            <a:off x="14549438" y="3324511"/>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5" name="dp44-comparison / n296 / arrow">
            <a:extLst xmlns:a="http://schemas.openxmlformats.org/drawingml/2006/main">
              <a:ext uri="{FF2B5EF4-FFF2-40B4-BE49-F238E27FC236}">
                <a16:creationId xmlns:a16="http://schemas.microsoft.com/office/drawing/2014/main" id="{5E319A17-F72A-4D49-8792-75F24FFBBDEE}"/>
              </a:ext>
            </a:extLst>
          </p:cNvPr>
          <p:cNvSpPr>
            <a:spLocks xmlns:a="http://schemas.openxmlformats.org/drawingml/2006/main" noGrp="1"/>
          </p:cNvSpPr>
          <p:nvPr/>
        </p:nvSpPr>
        <p:spPr>
          <a:xfrm xmlns:a="http://schemas.openxmlformats.org/drawingml/2006/main">
            <a:off x="14887415"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6" name="dp44-comparison / n297 / path">
            <a:extLst xmlns:a="http://schemas.openxmlformats.org/drawingml/2006/main">
              <a:ext uri="{FF2B5EF4-FFF2-40B4-BE49-F238E27FC236}">
                <a16:creationId xmlns:a16="http://schemas.microsoft.com/office/drawing/2014/main" id="{9095108E-8FBB-484F-A1B3-AD3C584CCD0C}"/>
              </a:ext>
            </a:extLst>
          </p:cNvPr>
          <p:cNvSpPr>
            <a:spLocks xmlns:a="http://schemas.openxmlformats.org/drawingml/2006/main" noGrp="1"/>
          </p:cNvSpPr>
          <p:nvPr/>
        </p:nvSpPr>
        <p:spPr>
          <a:xfrm xmlns:a="http://schemas.openxmlformats.org/drawingml/2006/main">
            <a:off x="14549438" y="3407474"/>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77" name="dp44-comparison / n297 / arrow">
            <a:extLst xmlns:a="http://schemas.openxmlformats.org/drawingml/2006/main">
              <a:ext uri="{FF2B5EF4-FFF2-40B4-BE49-F238E27FC236}">
                <a16:creationId xmlns:a16="http://schemas.microsoft.com/office/drawing/2014/main" id="{03F3ACDC-C131-49E1-82FB-51A1864D538A}"/>
              </a:ext>
            </a:extLst>
          </p:cNvPr>
          <p:cNvSpPr>
            <a:spLocks xmlns:a="http://schemas.openxmlformats.org/drawingml/2006/main" noGrp="1"/>
          </p:cNvSpPr>
          <p:nvPr/>
        </p:nvSpPr>
        <p:spPr>
          <a:xfrm xmlns:a="http://schemas.openxmlformats.org/drawingml/2006/main">
            <a:off x="14549438" y="338501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8" name="dp44-comparison / n298 / path">
            <a:extLst xmlns:a="http://schemas.openxmlformats.org/drawingml/2006/main">
              <a:ext uri="{FF2B5EF4-FFF2-40B4-BE49-F238E27FC236}">
                <a16:creationId xmlns:a16="http://schemas.microsoft.com/office/drawing/2014/main" id="{365198DC-1756-47BD-AA68-B2E9339FC7AC}"/>
              </a:ext>
            </a:extLst>
          </p:cNvPr>
          <p:cNvSpPr>
            <a:spLocks xmlns:a="http://schemas.openxmlformats.org/drawingml/2006/main" noGrp="1"/>
          </p:cNvSpPr>
          <p:nvPr/>
        </p:nvSpPr>
        <p:spPr>
          <a:xfrm xmlns:a="http://schemas.openxmlformats.org/drawingml/2006/main">
            <a:off x="14549438" y="4058412"/>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9" name="dp44-comparison / n298 / arrow">
            <a:extLst xmlns:a="http://schemas.openxmlformats.org/drawingml/2006/main">
              <a:ext uri="{FF2B5EF4-FFF2-40B4-BE49-F238E27FC236}">
                <a16:creationId xmlns:a16="http://schemas.microsoft.com/office/drawing/2014/main" id="{99D020CA-A160-4BAF-9265-3F7A365C358C}"/>
              </a:ext>
            </a:extLst>
          </p:cNvPr>
          <p:cNvSpPr>
            <a:spLocks xmlns:a="http://schemas.openxmlformats.org/drawingml/2006/main" noGrp="1"/>
          </p:cNvSpPr>
          <p:nvPr/>
        </p:nvSpPr>
        <p:spPr>
          <a:xfrm xmlns:a="http://schemas.openxmlformats.org/drawingml/2006/main">
            <a:off x="14887415" y="405509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0" name="dp44-comparison / n299 / path">
            <a:extLst xmlns:a="http://schemas.openxmlformats.org/drawingml/2006/main">
              <a:ext uri="{FF2B5EF4-FFF2-40B4-BE49-F238E27FC236}">
                <a16:creationId xmlns:a16="http://schemas.microsoft.com/office/drawing/2014/main" id="{E87F31BE-03DA-4F3D-8041-5E6CCFDB30F4}"/>
              </a:ext>
            </a:extLst>
          </p:cNvPr>
          <p:cNvSpPr>
            <a:spLocks xmlns:a="http://schemas.openxmlformats.org/drawingml/2006/main" noGrp="1"/>
          </p:cNvSpPr>
          <p:nvPr/>
        </p:nvSpPr>
        <p:spPr>
          <a:xfrm xmlns:a="http://schemas.openxmlformats.org/drawingml/2006/main">
            <a:off x="14549438" y="4141375"/>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81" name="dp44-comparison / n299 / arrow">
            <a:extLst xmlns:a="http://schemas.openxmlformats.org/drawingml/2006/main">
              <a:ext uri="{FF2B5EF4-FFF2-40B4-BE49-F238E27FC236}">
                <a16:creationId xmlns:a16="http://schemas.microsoft.com/office/drawing/2014/main" id="{4255DD16-EFD2-4FFE-B394-3382523E052F}"/>
              </a:ext>
            </a:extLst>
          </p:cNvPr>
          <p:cNvSpPr>
            <a:spLocks xmlns:a="http://schemas.openxmlformats.org/drawingml/2006/main" noGrp="1"/>
          </p:cNvSpPr>
          <p:nvPr/>
        </p:nvSpPr>
        <p:spPr>
          <a:xfrm xmlns:a="http://schemas.openxmlformats.org/drawingml/2006/main">
            <a:off x="14549438" y="411891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82" name="dp44-comparison / n300 / path">
            <a:extLst xmlns:a="http://schemas.openxmlformats.org/drawingml/2006/main">
              <a:ext uri="{FF2B5EF4-FFF2-40B4-BE49-F238E27FC236}">
                <a16:creationId xmlns:a16="http://schemas.microsoft.com/office/drawing/2014/main" id="{346A26F9-1E75-4468-AFFF-E63187EE9D26}"/>
              </a:ext>
            </a:extLst>
          </p:cNvPr>
          <p:cNvSpPr>
            <a:spLocks xmlns:a="http://schemas.openxmlformats.org/drawingml/2006/main" noGrp="1"/>
          </p:cNvSpPr>
          <p:nvPr/>
        </p:nvSpPr>
        <p:spPr>
          <a:xfrm xmlns:a="http://schemas.openxmlformats.org/drawingml/2006/main">
            <a:off x="12449842" y="3496818"/>
            <a:ext cx="1206151" cy="1876235"/>
          </a:xfrm>
          <a:custGeom xmlns:a="http://schemas.openxmlformats.org/drawingml/2006/main">
            <a:pathLst>
              <a:path w="1206151" h="1876235">
                <a:moveTo>
                  <a:pt x="1206151" y="0"/>
                </a:moveTo>
                <a:lnTo>
                  <a:pt x="0" y="0"/>
                </a:lnTo>
                <a:lnTo>
                  <a:pt x="0" y="1876235"/>
                </a:lnTo>
                <a:lnTo>
                  <a:pt x="759428" y="1876235"/>
                </a:lnTo>
              </a:path>
            </a:pathLst>
          </a:custGeom>
          <a:noFill xmlns:a="http://schemas.openxmlformats.org/drawingml/2006/main"/>
          <a:ln xmlns:a="http://schemas.openxmlformats.org/drawingml/2006/main" w="7020">
            <a:solidFill>
              <a:srgbClr val="000000"/>
            </a:solidFill>
            <a:prstDash val="solid"/>
          </a:ln>
        </p:spPr>
      </p:sp>
      <p:sp>
        <p:nvSpPr>
          <p:cNvPr id="383" name="dp44-comparison / n300 / arrow">
            <a:extLst xmlns:a="http://schemas.openxmlformats.org/drawingml/2006/main">
              <a:ext uri="{FF2B5EF4-FFF2-40B4-BE49-F238E27FC236}">
                <a16:creationId xmlns:a16="http://schemas.microsoft.com/office/drawing/2014/main" id="{0E9A8F97-2E5C-4AD6-BFB5-45A590EDB83A}"/>
              </a:ext>
            </a:extLst>
          </p:cNvPr>
          <p:cNvSpPr>
            <a:spLocks xmlns:a="http://schemas.openxmlformats.org/drawingml/2006/main" noGrp="1"/>
          </p:cNvSpPr>
          <p:nvPr/>
        </p:nvSpPr>
        <p:spPr>
          <a:xfrm xmlns:a="http://schemas.openxmlformats.org/drawingml/2006/main">
            <a:off x="1316434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4" name="dp44-comparison / n301 / path">
            <a:extLst xmlns:a="http://schemas.openxmlformats.org/drawingml/2006/main">
              <a:ext uri="{FF2B5EF4-FFF2-40B4-BE49-F238E27FC236}">
                <a16:creationId xmlns:a16="http://schemas.microsoft.com/office/drawing/2014/main" id="{22C8089D-FCC6-4699-B4B5-1EB259AD6760}"/>
              </a:ext>
            </a:extLst>
          </p:cNvPr>
          <p:cNvSpPr>
            <a:spLocks xmlns:a="http://schemas.openxmlformats.org/drawingml/2006/main" noGrp="1"/>
          </p:cNvSpPr>
          <p:nvPr/>
        </p:nvSpPr>
        <p:spPr>
          <a:xfrm xmlns:a="http://schemas.openxmlformats.org/drawingml/2006/main">
            <a:off x="12449842" y="4230719"/>
            <a:ext cx="1652873" cy="1142333"/>
          </a:xfrm>
          <a:custGeom xmlns:a="http://schemas.openxmlformats.org/drawingml/2006/main">
            <a:pathLst>
              <a:path w="1652873" h="1142333">
                <a:moveTo>
                  <a:pt x="1652873" y="0"/>
                </a:moveTo>
                <a:lnTo>
                  <a:pt x="0" y="0"/>
                </a:lnTo>
                <a:lnTo>
                  <a:pt x="0" y="1142333"/>
                </a:lnTo>
                <a:lnTo>
                  <a:pt x="1046607" y="1142333"/>
                </a:lnTo>
              </a:path>
            </a:pathLst>
          </a:custGeom>
          <a:noFill xmlns:a="http://schemas.openxmlformats.org/drawingml/2006/main"/>
          <a:ln xmlns:a="http://schemas.openxmlformats.org/drawingml/2006/main" w="7020">
            <a:solidFill>
              <a:srgbClr val="000000"/>
            </a:solidFill>
            <a:prstDash val="solid"/>
          </a:ln>
        </p:spPr>
      </p:sp>
      <p:sp>
        <p:nvSpPr>
          <p:cNvPr id="385" name="dp44-comparison / n301 / arrow">
            <a:extLst xmlns:a="http://schemas.openxmlformats.org/drawingml/2006/main">
              <a:ext uri="{FF2B5EF4-FFF2-40B4-BE49-F238E27FC236}">
                <a16:creationId xmlns:a16="http://schemas.microsoft.com/office/drawing/2014/main" id="{342D78ED-9347-47F3-9706-11A2BF3D9132}"/>
              </a:ext>
            </a:extLst>
          </p:cNvPr>
          <p:cNvSpPr>
            <a:spLocks xmlns:a="http://schemas.openxmlformats.org/drawingml/2006/main" noGrp="1"/>
          </p:cNvSpPr>
          <p:nvPr/>
        </p:nvSpPr>
        <p:spPr>
          <a:xfrm xmlns:a="http://schemas.openxmlformats.org/drawingml/2006/main">
            <a:off x="13451521"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6" name="dp44-comparison / n302 / path">
            <a:extLst xmlns:a="http://schemas.openxmlformats.org/drawingml/2006/main">
              <a:ext uri="{FF2B5EF4-FFF2-40B4-BE49-F238E27FC236}">
                <a16:creationId xmlns:a16="http://schemas.microsoft.com/office/drawing/2014/main" id="{FCFF6AE1-4D39-419F-A421-F23555165257}"/>
              </a:ext>
            </a:extLst>
          </p:cNvPr>
          <p:cNvSpPr>
            <a:spLocks xmlns:a="http://schemas.openxmlformats.org/drawingml/2006/main" noGrp="1"/>
          </p:cNvSpPr>
          <p:nvPr/>
        </p:nvSpPr>
        <p:spPr>
          <a:xfrm xmlns:a="http://schemas.openxmlformats.org/drawingml/2006/main">
            <a:off x="13815536" y="55485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87" name="dp44-comparison / n302 / arrow">
            <a:extLst xmlns:a="http://schemas.openxmlformats.org/drawingml/2006/main">
              <a:ext uri="{FF2B5EF4-FFF2-40B4-BE49-F238E27FC236}">
                <a16:creationId xmlns:a16="http://schemas.microsoft.com/office/drawing/2014/main" id="{52FB9A48-6CF7-4887-ACC9-56071639B774}"/>
              </a:ext>
            </a:extLst>
          </p:cNvPr>
          <p:cNvSpPr>
            <a:spLocks xmlns:a="http://schemas.openxmlformats.org/drawingml/2006/main" noGrp="1"/>
          </p:cNvSpPr>
          <p:nvPr/>
        </p:nvSpPr>
        <p:spPr>
          <a:xfrm xmlns:a="http://schemas.openxmlformats.org/drawingml/2006/main">
            <a:off x="14025879" y="55260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8" name="dp44-comparison / n303 / path">
            <a:extLst xmlns:a="http://schemas.openxmlformats.org/drawingml/2006/main">
              <a:ext uri="{FF2B5EF4-FFF2-40B4-BE49-F238E27FC236}">
                <a16:creationId xmlns:a16="http://schemas.microsoft.com/office/drawing/2014/main" id="{C3B31D07-4BF1-4EED-AFEC-17F42D492C29}"/>
              </a:ext>
            </a:extLst>
          </p:cNvPr>
          <p:cNvSpPr>
            <a:spLocks xmlns:a="http://schemas.openxmlformats.org/drawingml/2006/main" noGrp="1"/>
          </p:cNvSpPr>
          <p:nvPr/>
        </p:nvSpPr>
        <p:spPr>
          <a:xfrm xmlns:a="http://schemas.openxmlformats.org/drawingml/2006/main">
            <a:off x="14677073" y="5724049"/>
            <a:ext cx="953" cy="102108"/>
          </a:xfrm>
          <a:custGeom xmlns:a="http://schemas.openxmlformats.org/drawingml/2006/main">
            <a:pathLst>
              <a:path w="953" h="102108">
                <a:moveTo>
                  <a:pt x="0" y="0"/>
                </a:moveTo>
                <a:lnTo>
                  <a:pt x="0" y="102108"/>
                </a:lnTo>
              </a:path>
            </a:pathLst>
          </a:custGeom>
          <a:noFill xmlns:a="http://schemas.openxmlformats.org/drawingml/2006/main"/>
          <a:ln xmlns:a="http://schemas.openxmlformats.org/drawingml/2006/main" w="7020">
            <a:solidFill>
              <a:srgbClr val="000000"/>
            </a:solidFill>
            <a:prstDash val="solid"/>
          </a:ln>
        </p:spPr>
      </p:sp>
      <p:sp>
        <p:nvSpPr>
          <p:cNvPr id="389" name="dp44-comparison / n303 / arrow">
            <a:extLst xmlns:a="http://schemas.openxmlformats.org/drawingml/2006/main">
              <a:ext uri="{FF2B5EF4-FFF2-40B4-BE49-F238E27FC236}">
                <a16:creationId xmlns:a16="http://schemas.microsoft.com/office/drawing/2014/main" id="{D2D2B373-E8D7-41CC-AEB5-008333866D8D}"/>
              </a:ext>
            </a:extLst>
          </p:cNvPr>
          <p:cNvSpPr>
            <a:spLocks xmlns:a="http://schemas.openxmlformats.org/drawingml/2006/main" noGrp="1"/>
          </p:cNvSpPr>
          <p:nvPr/>
        </p:nvSpPr>
        <p:spPr>
          <a:xfrm xmlns:a="http://schemas.openxmlformats.org/drawingml/2006/main">
            <a:off x="14654609" y="578122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90" name="dp44-comparison / n304 / path">
            <a:extLst xmlns:a="http://schemas.openxmlformats.org/drawingml/2006/main">
              <a:ext uri="{FF2B5EF4-FFF2-40B4-BE49-F238E27FC236}">
                <a16:creationId xmlns:a16="http://schemas.microsoft.com/office/drawing/2014/main" id="{07315437-2D14-47BB-BE55-D976CB01AF3C}"/>
              </a:ext>
            </a:extLst>
          </p:cNvPr>
          <p:cNvSpPr>
            <a:spLocks xmlns:a="http://schemas.openxmlformats.org/drawingml/2006/main" noGrp="1"/>
          </p:cNvSpPr>
          <p:nvPr/>
        </p:nvSpPr>
        <p:spPr>
          <a:xfrm xmlns:a="http://schemas.openxmlformats.org/drawingml/2006/main">
            <a:off x="14932343" y="5724049"/>
            <a:ext cx="953" cy="102108"/>
          </a:xfrm>
          <a:custGeom xmlns:a="http://schemas.openxmlformats.org/drawingml/2006/main">
            <a:pathLst>
              <a:path w="953" h="102108">
                <a:moveTo>
                  <a:pt x="0" y="102108"/>
                </a:moveTo>
                <a:lnTo>
                  <a:pt x="0" y="0"/>
                </a:lnTo>
              </a:path>
            </a:pathLst>
          </a:custGeom>
          <a:noFill xmlns:a="http://schemas.openxmlformats.org/drawingml/2006/main"/>
          <a:ln xmlns:a="http://schemas.openxmlformats.org/drawingml/2006/main" w="7020">
            <a:solidFill>
              <a:srgbClr val="000000"/>
            </a:solidFill>
            <a:prstDash val="dash"/>
          </a:ln>
        </p:spPr>
      </p:sp>
      <p:sp>
        <p:nvSpPr>
          <p:cNvPr id="391" name="dp44-comparison / n304 / arrow">
            <a:extLst xmlns:a="http://schemas.openxmlformats.org/drawingml/2006/main">
              <a:ext uri="{FF2B5EF4-FFF2-40B4-BE49-F238E27FC236}">
                <a16:creationId xmlns:a16="http://schemas.microsoft.com/office/drawing/2014/main" id="{004740E9-F5CF-4656-ABFF-65395842022C}"/>
              </a:ext>
            </a:extLst>
          </p:cNvPr>
          <p:cNvSpPr>
            <a:spLocks xmlns:a="http://schemas.openxmlformats.org/drawingml/2006/main" noGrp="1"/>
          </p:cNvSpPr>
          <p:nvPr/>
        </p:nvSpPr>
        <p:spPr>
          <a:xfrm xmlns:a="http://schemas.openxmlformats.org/drawingml/2006/main">
            <a:off x="14909879" y="572404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2" name="dp44-comparison / n305 / path">
            <a:extLst xmlns:a="http://schemas.openxmlformats.org/drawingml/2006/main">
              <a:ext uri="{FF2B5EF4-FFF2-40B4-BE49-F238E27FC236}">
                <a16:creationId xmlns:a16="http://schemas.microsoft.com/office/drawing/2014/main" id="{4298F8FE-9877-4A2F-B3DA-FC1302F1FBB7}"/>
              </a:ext>
            </a:extLst>
          </p:cNvPr>
          <p:cNvSpPr>
            <a:spLocks xmlns:a="http://schemas.openxmlformats.org/drawingml/2006/main" noGrp="1"/>
          </p:cNvSpPr>
          <p:nvPr/>
        </p:nvSpPr>
        <p:spPr>
          <a:xfrm xmlns:a="http://schemas.openxmlformats.org/drawingml/2006/main">
            <a:off x="13209270" y="5548551"/>
            <a:ext cx="861536" cy="666893"/>
          </a:xfrm>
          <a:custGeom xmlns:a="http://schemas.openxmlformats.org/drawingml/2006/main">
            <a:pathLst>
              <a:path w="861536" h="666893">
                <a:moveTo>
                  <a:pt x="861536" y="0"/>
                </a:moveTo>
                <a:lnTo>
                  <a:pt x="861536" y="666893"/>
                </a:lnTo>
                <a:lnTo>
                  <a:pt x="0" y="666893"/>
                </a:lnTo>
              </a:path>
            </a:pathLst>
          </a:custGeom>
          <a:noFill xmlns:a="http://schemas.openxmlformats.org/drawingml/2006/main"/>
          <a:ln xmlns:a="http://schemas.openxmlformats.org/drawingml/2006/main" w="7020">
            <a:solidFill>
              <a:srgbClr val="000000"/>
            </a:solidFill>
            <a:prstDash val="solid"/>
          </a:ln>
        </p:spPr>
      </p:sp>
      <p:sp>
        <p:nvSpPr>
          <p:cNvPr id="393" name="dp44-comparison / n305 / arrow">
            <a:extLst xmlns:a="http://schemas.openxmlformats.org/drawingml/2006/main">
              <a:ext uri="{FF2B5EF4-FFF2-40B4-BE49-F238E27FC236}">
                <a16:creationId xmlns:a16="http://schemas.microsoft.com/office/drawing/2014/main" id="{05160D93-3EA4-4D1B-A02F-FECE31274D5F}"/>
              </a:ext>
            </a:extLst>
          </p:cNvPr>
          <p:cNvSpPr>
            <a:spLocks xmlns:a="http://schemas.openxmlformats.org/drawingml/2006/main" noGrp="1"/>
          </p:cNvSpPr>
          <p:nvPr/>
        </p:nvSpPr>
        <p:spPr>
          <a:xfrm xmlns:a="http://schemas.openxmlformats.org/drawingml/2006/main">
            <a:off x="13209270" y="619298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4" name="dp44-comparison / n306 / path">
            <a:extLst xmlns:a="http://schemas.openxmlformats.org/drawingml/2006/main">
              <a:ext uri="{FF2B5EF4-FFF2-40B4-BE49-F238E27FC236}">
                <a16:creationId xmlns:a16="http://schemas.microsoft.com/office/drawing/2014/main" id="{A8AF5E8A-2D60-4765-BD95-B1F85C141458}"/>
              </a:ext>
            </a:extLst>
          </p:cNvPr>
          <p:cNvSpPr>
            <a:spLocks xmlns:a="http://schemas.openxmlformats.org/drawingml/2006/main" noGrp="1"/>
          </p:cNvSpPr>
          <p:nvPr/>
        </p:nvSpPr>
        <p:spPr>
          <a:xfrm xmlns:a="http://schemas.openxmlformats.org/drawingml/2006/main">
            <a:off x="14836616" y="4543425"/>
            <a:ext cx="599885" cy="829628"/>
          </a:xfrm>
          <a:custGeom xmlns:a="http://schemas.openxmlformats.org/drawingml/2006/main">
            <a:pathLst>
              <a:path w="599885" h="829628">
                <a:moveTo>
                  <a:pt x="0" y="0"/>
                </a:moveTo>
                <a:lnTo>
                  <a:pt x="599885" y="0"/>
                </a:lnTo>
                <a:lnTo>
                  <a:pt x="599885" y="829628"/>
                </a:lnTo>
                <a:lnTo>
                  <a:pt x="223361" y="829628"/>
                </a:lnTo>
              </a:path>
            </a:pathLst>
          </a:custGeom>
          <a:noFill xmlns:a="http://schemas.openxmlformats.org/drawingml/2006/main"/>
          <a:ln xmlns:a="http://schemas.openxmlformats.org/drawingml/2006/main" w="7020">
            <a:solidFill>
              <a:srgbClr val="000000"/>
            </a:solidFill>
            <a:prstDash val="solid"/>
          </a:ln>
        </p:spPr>
      </p:sp>
      <p:sp>
        <p:nvSpPr>
          <p:cNvPr id="395" name="dp44-comparison / n306 / arrow">
            <a:extLst xmlns:a="http://schemas.openxmlformats.org/drawingml/2006/main">
              <a:ext uri="{FF2B5EF4-FFF2-40B4-BE49-F238E27FC236}">
                <a16:creationId xmlns:a16="http://schemas.microsoft.com/office/drawing/2014/main" id="{2EC6FF62-A909-4C3A-BE1F-50576689C82A}"/>
              </a:ext>
            </a:extLst>
          </p:cNvPr>
          <p:cNvSpPr>
            <a:spLocks xmlns:a="http://schemas.openxmlformats.org/drawingml/2006/main" noGrp="1"/>
          </p:cNvSpPr>
          <p:nvPr/>
        </p:nvSpPr>
        <p:spPr>
          <a:xfrm xmlns:a="http://schemas.openxmlformats.org/drawingml/2006/main">
            <a:off x="15059978" y="535058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6" name="dp44-comparison / n307 / path">
            <a:extLst xmlns:a="http://schemas.openxmlformats.org/drawingml/2006/main">
              <a:ext uri="{FF2B5EF4-FFF2-40B4-BE49-F238E27FC236}">
                <a16:creationId xmlns:a16="http://schemas.microsoft.com/office/drawing/2014/main" id="{33489044-9398-4CA8-9687-DB6050566E8F}"/>
              </a:ext>
            </a:extLst>
          </p:cNvPr>
          <p:cNvSpPr>
            <a:spLocks xmlns:a="http://schemas.openxmlformats.org/drawingml/2006/main" noGrp="1"/>
          </p:cNvSpPr>
          <p:nvPr/>
        </p:nvSpPr>
        <p:spPr>
          <a:xfrm xmlns:a="http://schemas.openxmlformats.org/drawingml/2006/main">
            <a:off x="15283339" y="5548551"/>
            <a:ext cx="953" cy="839200"/>
          </a:xfrm>
          <a:custGeom xmlns:a="http://schemas.openxmlformats.org/drawingml/2006/main">
            <a:pathLst>
              <a:path w="953" h="839200">
                <a:moveTo>
                  <a:pt x="0" y="839200"/>
                </a:moveTo>
                <a:lnTo>
                  <a:pt x="0" y="0"/>
                </a:lnTo>
              </a:path>
            </a:pathLst>
          </a:custGeom>
          <a:noFill xmlns:a="http://schemas.openxmlformats.org/drawingml/2006/main"/>
          <a:ln xmlns:a="http://schemas.openxmlformats.org/drawingml/2006/main" w="7020">
            <a:solidFill>
              <a:srgbClr val="000000"/>
            </a:solidFill>
            <a:prstDash val="dash"/>
          </a:ln>
        </p:spPr>
      </p:sp>
      <p:sp>
        <p:nvSpPr>
          <p:cNvPr id="397" name="dp44-comparison / n307 / arrow">
            <a:extLst xmlns:a="http://schemas.openxmlformats.org/drawingml/2006/main">
              <a:ext uri="{FF2B5EF4-FFF2-40B4-BE49-F238E27FC236}">
                <a16:creationId xmlns:a16="http://schemas.microsoft.com/office/drawing/2014/main" id="{B085C3A2-10F1-4CF9-8CCE-E7978C2082C9}"/>
              </a:ext>
            </a:extLst>
          </p:cNvPr>
          <p:cNvSpPr>
            <a:spLocks xmlns:a="http://schemas.openxmlformats.org/drawingml/2006/main" noGrp="1"/>
          </p:cNvSpPr>
          <p:nvPr/>
        </p:nvSpPr>
        <p:spPr>
          <a:xfrm xmlns:a="http://schemas.openxmlformats.org/drawingml/2006/main">
            <a:off x="15260875" y="554855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8" name="dp44-comparison / n308 / path">
            <a:extLst xmlns:a="http://schemas.openxmlformats.org/drawingml/2006/main">
              <a:ext uri="{FF2B5EF4-FFF2-40B4-BE49-F238E27FC236}">
                <a16:creationId xmlns:a16="http://schemas.microsoft.com/office/drawing/2014/main" id="{B061C88E-93D0-4513-9458-BA2ECB680267}"/>
              </a:ext>
            </a:extLst>
          </p:cNvPr>
          <p:cNvSpPr>
            <a:spLocks xmlns:a="http://schemas.openxmlformats.org/drawingml/2006/main" noGrp="1"/>
          </p:cNvSpPr>
          <p:nvPr/>
        </p:nvSpPr>
        <p:spPr>
          <a:xfrm xmlns:a="http://schemas.openxmlformats.org/drawingml/2006/main">
            <a:off x="13815536" y="5657040"/>
            <a:ext cx="255270" cy="953"/>
          </a:xfrm>
          <a:custGeom xmlns:a="http://schemas.openxmlformats.org/drawingml/2006/main">
            <a:pathLst>
              <a:path w="255270" h="953">
                <a:moveTo>
                  <a:pt x="255270" y="0"/>
                </a:moveTo>
                <a:lnTo>
                  <a:pt x="0" y="0"/>
                </a:lnTo>
              </a:path>
            </a:pathLst>
          </a:custGeom>
          <a:noFill xmlns:a="http://schemas.openxmlformats.org/drawingml/2006/main"/>
          <a:ln xmlns:a="http://schemas.openxmlformats.org/drawingml/2006/main" w="7020">
            <a:solidFill>
              <a:srgbClr val="000000"/>
            </a:solidFill>
            <a:prstDash val="dash"/>
          </a:ln>
        </p:spPr>
      </p:sp>
      <p:sp>
        <p:nvSpPr>
          <p:cNvPr id="399" name="dp44-comparison / n308 / arrow">
            <a:extLst xmlns:a="http://schemas.openxmlformats.org/drawingml/2006/main">
              <a:ext uri="{FF2B5EF4-FFF2-40B4-BE49-F238E27FC236}">
                <a16:creationId xmlns:a16="http://schemas.microsoft.com/office/drawing/2014/main" id="{27CC6054-60A7-44D8-897C-3A9B67E524C8}"/>
              </a:ext>
            </a:extLst>
          </p:cNvPr>
          <p:cNvSpPr>
            <a:spLocks xmlns:a="http://schemas.openxmlformats.org/drawingml/2006/main" noGrp="1"/>
          </p:cNvSpPr>
          <p:nvPr/>
        </p:nvSpPr>
        <p:spPr>
          <a:xfrm xmlns:a="http://schemas.openxmlformats.org/drawingml/2006/main">
            <a:off x="13815536" y="5634577"/>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0" name="dp44-comparison / n309 / path">
            <a:extLst xmlns:a="http://schemas.openxmlformats.org/drawingml/2006/main">
              <a:ext uri="{FF2B5EF4-FFF2-40B4-BE49-F238E27FC236}">
                <a16:creationId xmlns:a16="http://schemas.microsoft.com/office/drawing/2014/main" id="{5F2CA121-6855-4533-9B65-816A5A29069E}"/>
              </a:ext>
            </a:extLst>
          </p:cNvPr>
          <p:cNvSpPr>
            <a:spLocks xmlns:a="http://schemas.openxmlformats.org/drawingml/2006/main" noGrp="1"/>
          </p:cNvSpPr>
          <p:nvPr/>
        </p:nvSpPr>
        <p:spPr>
          <a:xfrm xmlns:a="http://schemas.openxmlformats.org/drawingml/2006/main">
            <a:off x="14549438" y="3324511"/>
            <a:ext cx="887063" cy="2048542"/>
          </a:xfrm>
          <a:custGeom xmlns:a="http://schemas.openxmlformats.org/drawingml/2006/main">
            <a:pathLst>
              <a:path w="887063" h="2048542">
                <a:moveTo>
                  <a:pt x="319088" y="2048542"/>
                </a:moveTo>
                <a:lnTo>
                  <a:pt x="887063" y="2048542"/>
                </a:lnTo>
                <a:lnTo>
                  <a:pt x="887063" y="963644"/>
                </a:lnTo>
                <a:lnTo>
                  <a:pt x="0" y="963644"/>
                </a:lnTo>
                <a:lnTo>
                  <a:pt x="0" y="0"/>
                </a:lnTo>
              </a:path>
            </a:pathLst>
          </a:custGeom>
          <a:noFill xmlns:a="http://schemas.openxmlformats.org/drawingml/2006/main"/>
          <a:ln xmlns:a="http://schemas.openxmlformats.org/drawingml/2006/main" w="7020">
            <a:solidFill>
              <a:srgbClr val="000000"/>
            </a:solidFill>
            <a:prstDash val="dash"/>
          </a:ln>
        </p:spPr>
      </p:sp>
      <p:sp>
        <p:nvSpPr>
          <p:cNvPr id="401" name="dp44-comparison / n309 / arrow">
            <a:extLst xmlns:a="http://schemas.openxmlformats.org/drawingml/2006/main">
              <a:ext uri="{FF2B5EF4-FFF2-40B4-BE49-F238E27FC236}">
                <a16:creationId xmlns:a16="http://schemas.microsoft.com/office/drawing/2014/main" id="{3A693570-D5F0-4B34-B7F2-9465A726161E}"/>
              </a:ext>
            </a:extLst>
          </p:cNvPr>
          <p:cNvSpPr>
            <a:spLocks xmlns:a="http://schemas.openxmlformats.org/drawingml/2006/main" noGrp="1"/>
          </p:cNvSpPr>
          <p:nvPr/>
        </p:nvSpPr>
        <p:spPr>
          <a:xfrm xmlns:a="http://schemas.openxmlformats.org/drawingml/2006/main">
            <a:off x="14526974" y="332451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2" name="dp44-comparison / n310 / path">
            <a:extLst xmlns:a="http://schemas.openxmlformats.org/drawingml/2006/main">
              <a:ext uri="{FF2B5EF4-FFF2-40B4-BE49-F238E27FC236}">
                <a16:creationId xmlns:a16="http://schemas.microsoft.com/office/drawing/2014/main" id="{8C54527F-3EE3-4AB4-9DD9-33EBCD25A346}"/>
              </a:ext>
            </a:extLst>
          </p:cNvPr>
          <p:cNvSpPr>
            <a:spLocks xmlns:a="http://schemas.openxmlformats.org/drawingml/2006/main" noGrp="1"/>
          </p:cNvSpPr>
          <p:nvPr/>
        </p:nvSpPr>
        <p:spPr>
          <a:xfrm xmlns:a="http://schemas.openxmlformats.org/drawingml/2006/main">
            <a:off x="13847445" y="4230719"/>
            <a:ext cx="1589056" cy="1142333"/>
          </a:xfrm>
          <a:custGeom xmlns:a="http://schemas.openxmlformats.org/drawingml/2006/main">
            <a:pathLst>
              <a:path w="1589056" h="1142333">
                <a:moveTo>
                  <a:pt x="638175" y="1142333"/>
                </a:moveTo>
                <a:lnTo>
                  <a:pt x="1589056" y="1142333"/>
                </a:lnTo>
                <a:lnTo>
                  <a:pt x="1589056" y="57436"/>
                </a:lnTo>
                <a:lnTo>
                  <a:pt x="0" y="57436"/>
                </a:lnTo>
                <a:lnTo>
                  <a:pt x="0" y="0"/>
                </a:lnTo>
              </a:path>
            </a:pathLst>
          </a:custGeom>
          <a:noFill xmlns:a="http://schemas.openxmlformats.org/drawingml/2006/main"/>
          <a:ln xmlns:a="http://schemas.openxmlformats.org/drawingml/2006/main" w="7020">
            <a:solidFill>
              <a:srgbClr val="000000"/>
            </a:solidFill>
            <a:prstDash val="dash"/>
          </a:ln>
        </p:spPr>
      </p:sp>
      <p:sp>
        <p:nvSpPr>
          <p:cNvPr id="403" name="dp44-comparison / n310 / arrow">
            <a:extLst xmlns:a="http://schemas.openxmlformats.org/drawingml/2006/main">
              <a:ext uri="{FF2B5EF4-FFF2-40B4-BE49-F238E27FC236}">
                <a16:creationId xmlns:a16="http://schemas.microsoft.com/office/drawing/2014/main" id="{BADF3627-3020-40F7-8978-1321B7084A3C}"/>
              </a:ext>
            </a:extLst>
          </p:cNvPr>
          <p:cNvSpPr>
            <a:spLocks xmlns:a="http://schemas.openxmlformats.org/drawingml/2006/main" noGrp="1"/>
          </p:cNvSpPr>
          <p:nvPr/>
        </p:nvSpPr>
        <p:spPr>
          <a:xfrm xmlns:a="http://schemas.openxmlformats.org/drawingml/2006/main">
            <a:off x="13824981" y="423071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4" name="dp44-comparison / n311 / path">
            <a:extLst xmlns:a="http://schemas.openxmlformats.org/drawingml/2006/main">
              <a:ext uri="{FF2B5EF4-FFF2-40B4-BE49-F238E27FC236}">
                <a16:creationId xmlns:a16="http://schemas.microsoft.com/office/drawing/2014/main" id="{53ECA292-9EE4-409A-A6AA-5A165967F086}"/>
              </a:ext>
            </a:extLst>
          </p:cNvPr>
          <p:cNvSpPr>
            <a:spLocks xmlns:a="http://schemas.openxmlformats.org/drawingml/2006/main" noGrp="1"/>
          </p:cNvSpPr>
          <p:nvPr/>
        </p:nvSpPr>
        <p:spPr>
          <a:xfrm xmlns:a="http://schemas.openxmlformats.org/drawingml/2006/main">
            <a:off x="13017818" y="5724049"/>
            <a:ext cx="1467802" cy="491395"/>
          </a:xfrm>
          <a:custGeom xmlns:a="http://schemas.openxmlformats.org/drawingml/2006/main">
            <a:pathLst>
              <a:path w="1467802" h="491395">
                <a:moveTo>
                  <a:pt x="0" y="491395"/>
                </a:moveTo>
                <a:lnTo>
                  <a:pt x="0" y="0"/>
                </a:lnTo>
                <a:lnTo>
                  <a:pt x="1467802" y="0"/>
                </a:lnTo>
              </a:path>
            </a:pathLst>
          </a:custGeom>
          <a:noFill xmlns:a="http://schemas.openxmlformats.org/drawingml/2006/main"/>
          <a:ln xmlns:a="http://schemas.openxmlformats.org/drawingml/2006/main" w="7020">
            <a:solidFill>
              <a:srgbClr val="000000"/>
            </a:solidFill>
            <a:prstDash val="dash"/>
          </a:ln>
        </p:spPr>
      </p:sp>
      <p:sp>
        <p:nvSpPr>
          <p:cNvPr id="405" name="dp44-comparison / n311 / arrow">
            <a:extLst xmlns:a="http://schemas.openxmlformats.org/drawingml/2006/main">
              <a:ext uri="{FF2B5EF4-FFF2-40B4-BE49-F238E27FC236}">
                <a16:creationId xmlns:a16="http://schemas.microsoft.com/office/drawing/2014/main" id="{5D67FC3F-4D68-4C4F-BCEF-9E3BF11293FF}"/>
              </a:ext>
            </a:extLst>
          </p:cNvPr>
          <p:cNvSpPr>
            <a:spLocks xmlns:a="http://schemas.openxmlformats.org/drawingml/2006/main" noGrp="1"/>
          </p:cNvSpPr>
          <p:nvPr/>
        </p:nvSpPr>
        <p:spPr>
          <a:xfrm xmlns:a="http://schemas.openxmlformats.org/drawingml/2006/main">
            <a:off x="14440692" y="570158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06" name="dp44-comparison / n312 / path">
            <a:extLst xmlns:a="http://schemas.openxmlformats.org/drawingml/2006/main">
              <a:ext uri="{FF2B5EF4-FFF2-40B4-BE49-F238E27FC236}">
                <a16:creationId xmlns:a16="http://schemas.microsoft.com/office/drawing/2014/main" id="{765FDC6E-FB0B-42A9-A1E5-C57CD66C52FE}"/>
              </a:ext>
            </a:extLst>
          </p:cNvPr>
          <p:cNvSpPr>
            <a:spLocks xmlns:a="http://schemas.openxmlformats.org/drawingml/2006/main" noGrp="1"/>
          </p:cNvSpPr>
          <p:nvPr/>
        </p:nvSpPr>
        <p:spPr>
          <a:xfrm xmlns:a="http://schemas.openxmlformats.org/drawingml/2006/main">
            <a:off x="13815536" y="4543425"/>
            <a:ext cx="1620965" cy="1767745"/>
          </a:xfrm>
          <a:custGeom xmlns:a="http://schemas.openxmlformats.org/drawingml/2006/main">
            <a:pathLst>
              <a:path w="1620965" h="1767745">
                <a:moveTo>
                  <a:pt x="0" y="1767745"/>
                </a:moveTo>
                <a:lnTo>
                  <a:pt x="0" y="1225296"/>
                </a:lnTo>
                <a:lnTo>
                  <a:pt x="1620965" y="1225296"/>
                </a:lnTo>
                <a:lnTo>
                  <a:pt x="1620965" y="0"/>
                </a:lnTo>
                <a:lnTo>
                  <a:pt x="829628" y="0"/>
                </a:lnTo>
              </a:path>
            </a:pathLst>
          </a:custGeom>
          <a:noFill xmlns:a="http://schemas.openxmlformats.org/drawingml/2006/main"/>
          <a:ln xmlns:a="http://schemas.openxmlformats.org/drawingml/2006/main" w="7020">
            <a:solidFill>
              <a:srgbClr val="000000"/>
            </a:solidFill>
            <a:prstDash val="solid"/>
          </a:ln>
        </p:spPr>
      </p:sp>
      <p:sp>
        <p:nvSpPr>
          <p:cNvPr id="407" name="dp44-comparison / n312 / arrow">
            <a:extLst xmlns:a="http://schemas.openxmlformats.org/drawingml/2006/main">
              <a:ext uri="{FF2B5EF4-FFF2-40B4-BE49-F238E27FC236}">
                <a16:creationId xmlns:a16="http://schemas.microsoft.com/office/drawing/2014/main" id="{A59B67CB-8A58-481D-B308-C535B1DFF348}"/>
              </a:ext>
            </a:extLst>
          </p:cNvPr>
          <p:cNvSpPr>
            <a:spLocks xmlns:a="http://schemas.openxmlformats.org/drawingml/2006/main" noGrp="1"/>
          </p:cNvSpPr>
          <p:nvPr/>
        </p:nvSpPr>
        <p:spPr>
          <a:xfrm xmlns:a="http://schemas.openxmlformats.org/drawingml/2006/main">
            <a:off x="1464516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8" name="dp44-comparison / n313 / path">
            <a:extLst xmlns:a="http://schemas.openxmlformats.org/drawingml/2006/main">
              <a:ext uri="{FF2B5EF4-FFF2-40B4-BE49-F238E27FC236}">
                <a16:creationId xmlns:a16="http://schemas.microsoft.com/office/drawing/2014/main" id="{F4C52BA0-AB6B-4BDA-B948-44BA03A4EB48}"/>
              </a:ext>
            </a:extLst>
          </p:cNvPr>
          <p:cNvSpPr>
            <a:spLocks xmlns:a="http://schemas.openxmlformats.org/drawingml/2006/main" noGrp="1"/>
          </p:cNvSpPr>
          <p:nvPr/>
        </p:nvSpPr>
        <p:spPr>
          <a:xfrm xmlns:a="http://schemas.openxmlformats.org/drawingml/2006/main">
            <a:off x="13815536" y="4543425"/>
            <a:ext cx="1620965" cy="1716691"/>
          </a:xfrm>
          <a:custGeom xmlns:a="http://schemas.openxmlformats.org/drawingml/2006/main">
            <a:pathLst>
              <a:path w="1620965" h="1716691">
                <a:moveTo>
                  <a:pt x="957263" y="0"/>
                </a:moveTo>
                <a:lnTo>
                  <a:pt x="1620965" y="0"/>
                </a:lnTo>
                <a:lnTo>
                  <a:pt x="1620965" y="1238060"/>
                </a:lnTo>
                <a:lnTo>
                  <a:pt x="0" y="1238060"/>
                </a:lnTo>
                <a:lnTo>
                  <a:pt x="0" y="1716691"/>
                </a:lnTo>
              </a:path>
            </a:pathLst>
          </a:custGeom>
          <a:noFill xmlns:a="http://schemas.openxmlformats.org/drawingml/2006/main"/>
          <a:ln xmlns:a="http://schemas.openxmlformats.org/drawingml/2006/main" w="7020">
            <a:solidFill>
              <a:srgbClr val="000000"/>
            </a:solidFill>
            <a:prstDash val="dash"/>
          </a:ln>
        </p:spPr>
      </p:sp>
      <p:sp>
        <p:nvSpPr>
          <p:cNvPr id="409" name="dp44-comparison / n313 / arrow">
            <a:extLst xmlns:a="http://schemas.openxmlformats.org/drawingml/2006/main">
              <a:ext uri="{FF2B5EF4-FFF2-40B4-BE49-F238E27FC236}">
                <a16:creationId xmlns:a16="http://schemas.microsoft.com/office/drawing/2014/main" id="{54F21FB2-A31C-4611-8DC2-5D296FA07221}"/>
              </a:ext>
            </a:extLst>
          </p:cNvPr>
          <p:cNvSpPr>
            <a:spLocks xmlns:a="http://schemas.openxmlformats.org/drawingml/2006/main" noGrp="1"/>
          </p:cNvSpPr>
          <p:nvPr/>
        </p:nvSpPr>
        <p:spPr>
          <a:xfrm xmlns:a="http://schemas.openxmlformats.org/drawingml/2006/main">
            <a:off x="1379307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0" name="dp44-comparison / n314 / path">
            <a:extLst xmlns:a="http://schemas.openxmlformats.org/drawingml/2006/main">
              <a:ext uri="{FF2B5EF4-FFF2-40B4-BE49-F238E27FC236}">
                <a16:creationId xmlns:a16="http://schemas.microsoft.com/office/drawing/2014/main" id="{EF5BEDAB-9A09-4929-AE9B-C1A9682615C8}"/>
              </a:ext>
            </a:extLst>
          </p:cNvPr>
          <p:cNvSpPr>
            <a:spLocks xmlns:a="http://schemas.openxmlformats.org/drawingml/2006/main" noGrp="1"/>
          </p:cNvSpPr>
          <p:nvPr/>
        </p:nvSpPr>
        <p:spPr>
          <a:xfrm xmlns:a="http://schemas.openxmlformats.org/drawingml/2006/main">
            <a:off x="13815536" y="5194364"/>
            <a:ext cx="2010251" cy="1257205"/>
          </a:xfrm>
          <a:custGeom xmlns:a="http://schemas.openxmlformats.org/drawingml/2006/main">
            <a:pathLst>
              <a:path w="2010251" h="1257205">
                <a:moveTo>
                  <a:pt x="0" y="1257205"/>
                </a:moveTo>
                <a:lnTo>
                  <a:pt x="0" y="574358"/>
                </a:lnTo>
                <a:lnTo>
                  <a:pt x="2010251" y="574358"/>
                </a:lnTo>
                <a:lnTo>
                  <a:pt x="2010251" y="0"/>
                </a:lnTo>
              </a:path>
            </a:pathLst>
          </a:custGeom>
          <a:noFill xmlns:a="http://schemas.openxmlformats.org/drawingml/2006/main"/>
          <a:ln xmlns:a="http://schemas.openxmlformats.org/drawingml/2006/main" w="7020">
            <a:solidFill>
              <a:srgbClr val="000000"/>
            </a:solidFill>
            <a:prstDash val="solid"/>
          </a:ln>
        </p:spPr>
      </p:sp>
      <p:sp>
        <p:nvSpPr>
          <p:cNvPr id="411" name="dp44-comparison / n314 / arrow">
            <a:extLst xmlns:a="http://schemas.openxmlformats.org/drawingml/2006/main">
              <a:ext uri="{FF2B5EF4-FFF2-40B4-BE49-F238E27FC236}">
                <a16:creationId xmlns:a16="http://schemas.microsoft.com/office/drawing/2014/main" id="{D468DAF7-A45D-4AD7-9727-E47512DABEAF}"/>
              </a:ext>
            </a:extLst>
          </p:cNvPr>
          <p:cNvSpPr>
            <a:spLocks xmlns:a="http://schemas.openxmlformats.org/drawingml/2006/main" noGrp="1"/>
          </p:cNvSpPr>
          <p:nvPr/>
        </p:nvSpPr>
        <p:spPr>
          <a:xfrm xmlns:a="http://schemas.openxmlformats.org/drawingml/2006/main">
            <a:off x="1580332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12" name="dp44-comparison / n315 / path">
            <a:extLst xmlns:a="http://schemas.openxmlformats.org/drawingml/2006/main">
              <a:ext uri="{FF2B5EF4-FFF2-40B4-BE49-F238E27FC236}">
                <a16:creationId xmlns:a16="http://schemas.microsoft.com/office/drawing/2014/main" id="{ADAABBCC-FE10-4CE1-ACB7-BB79C11DA2DA}"/>
              </a:ext>
            </a:extLst>
          </p:cNvPr>
          <p:cNvSpPr>
            <a:spLocks xmlns:a="http://schemas.openxmlformats.org/drawingml/2006/main" noGrp="1"/>
          </p:cNvSpPr>
          <p:nvPr/>
        </p:nvSpPr>
        <p:spPr>
          <a:xfrm xmlns:a="http://schemas.openxmlformats.org/drawingml/2006/main">
            <a:off x="13815536" y="5258181"/>
            <a:ext cx="2010251" cy="1225296"/>
          </a:xfrm>
          <a:custGeom xmlns:a="http://schemas.openxmlformats.org/drawingml/2006/main">
            <a:pathLst>
              <a:path w="2010251" h="1225296">
                <a:moveTo>
                  <a:pt x="2010251" y="0"/>
                </a:moveTo>
                <a:lnTo>
                  <a:pt x="2010251" y="523304"/>
                </a:lnTo>
                <a:lnTo>
                  <a:pt x="0" y="523304"/>
                </a:lnTo>
                <a:lnTo>
                  <a:pt x="0" y="1225296"/>
                </a:lnTo>
              </a:path>
            </a:pathLst>
          </a:custGeom>
          <a:noFill xmlns:a="http://schemas.openxmlformats.org/drawingml/2006/main"/>
          <a:ln xmlns:a="http://schemas.openxmlformats.org/drawingml/2006/main" w="7020">
            <a:solidFill>
              <a:srgbClr val="000000"/>
            </a:solidFill>
            <a:prstDash val="dash"/>
          </a:ln>
        </p:spPr>
      </p:sp>
      <p:sp>
        <p:nvSpPr>
          <p:cNvPr id="413" name="dp44-comparison / n315 / arrow">
            <a:extLst xmlns:a="http://schemas.openxmlformats.org/drawingml/2006/main">
              <a:ext uri="{FF2B5EF4-FFF2-40B4-BE49-F238E27FC236}">
                <a16:creationId xmlns:a16="http://schemas.microsoft.com/office/drawing/2014/main" id="{1756B6ED-9E30-428B-8B14-A55BA746658D}"/>
              </a:ext>
            </a:extLst>
          </p:cNvPr>
          <p:cNvSpPr>
            <a:spLocks xmlns:a="http://schemas.openxmlformats.org/drawingml/2006/main" noGrp="1"/>
          </p:cNvSpPr>
          <p:nvPr/>
        </p:nvSpPr>
        <p:spPr>
          <a:xfrm xmlns:a="http://schemas.openxmlformats.org/drawingml/2006/main">
            <a:off x="1379307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4" name="dp44-comparison / n316 / path">
            <a:extLst xmlns:a="http://schemas.openxmlformats.org/drawingml/2006/main">
              <a:ext uri="{FF2B5EF4-FFF2-40B4-BE49-F238E27FC236}">
                <a16:creationId xmlns:a16="http://schemas.microsoft.com/office/drawing/2014/main" id="{4959D2F1-3699-419B-BEED-DA5C78F50151}"/>
              </a:ext>
            </a:extLst>
          </p:cNvPr>
          <p:cNvSpPr>
            <a:spLocks xmlns:a="http://schemas.openxmlformats.org/drawingml/2006/main" noGrp="1"/>
          </p:cNvSpPr>
          <p:nvPr/>
        </p:nvSpPr>
        <p:spPr>
          <a:xfrm xmlns:a="http://schemas.openxmlformats.org/drawingml/2006/main">
            <a:off x="1155001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415" name="dp44-comparison / n316 / arrow">
            <a:extLst xmlns:a="http://schemas.openxmlformats.org/drawingml/2006/main">
              <a:ext uri="{FF2B5EF4-FFF2-40B4-BE49-F238E27FC236}">
                <a16:creationId xmlns:a16="http://schemas.microsoft.com/office/drawing/2014/main" id="{2F9F1FC5-27F4-4A5A-BC75-A8F92DD8AD6A}"/>
              </a:ext>
            </a:extLst>
          </p:cNvPr>
          <p:cNvSpPr>
            <a:spLocks xmlns:a="http://schemas.openxmlformats.org/drawingml/2006/main" noGrp="1"/>
          </p:cNvSpPr>
          <p:nvPr/>
        </p:nvSpPr>
        <p:spPr>
          <a:xfrm xmlns:a="http://schemas.openxmlformats.org/drawingml/2006/main">
            <a:off x="1155001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6" name="dp44-comparison / n317 / path">
            <a:extLst xmlns:a="http://schemas.openxmlformats.org/drawingml/2006/main">
              <a:ext uri="{FF2B5EF4-FFF2-40B4-BE49-F238E27FC236}">
                <a16:creationId xmlns:a16="http://schemas.microsoft.com/office/drawing/2014/main" id="{DC8024B3-DC4D-4CD6-970E-049180C3EDB5}"/>
              </a:ext>
            </a:extLst>
          </p:cNvPr>
          <p:cNvSpPr>
            <a:spLocks xmlns:a="http://schemas.openxmlformats.org/drawingml/2006/main" noGrp="1"/>
          </p:cNvSpPr>
          <p:nvPr/>
        </p:nvSpPr>
        <p:spPr>
          <a:xfrm xmlns:a="http://schemas.openxmlformats.org/drawingml/2006/main">
            <a:off x="11550015" y="4288155"/>
            <a:ext cx="1084898" cy="2227231"/>
          </a:xfrm>
          <a:custGeom xmlns:a="http://schemas.openxmlformats.org/drawingml/2006/main">
            <a:pathLst>
              <a:path w="1084898" h="2227231">
                <a:moveTo>
                  <a:pt x="1084898"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417" name="dp44-comparison / n317 / arrow">
            <a:extLst xmlns:a="http://schemas.openxmlformats.org/drawingml/2006/main">
              <a:ext uri="{FF2B5EF4-FFF2-40B4-BE49-F238E27FC236}">
                <a16:creationId xmlns:a16="http://schemas.microsoft.com/office/drawing/2014/main" id="{A9ECC72A-129A-4F27-88C8-8E54D0F3A2EC}"/>
              </a:ext>
            </a:extLst>
          </p:cNvPr>
          <p:cNvSpPr>
            <a:spLocks xmlns:a="http://schemas.openxmlformats.org/drawingml/2006/main" noGrp="1"/>
          </p:cNvSpPr>
          <p:nvPr/>
        </p:nvSpPr>
        <p:spPr>
          <a:xfrm xmlns:a="http://schemas.openxmlformats.org/drawingml/2006/main">
            <a:off x="1155001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8" name="dp44-comparison / n318 / path">
            <a:extLst xmlns:a="http://schemas.openxmlformats.org/drawingml/2006/main">
              <a:ext uri="{FF2B5EF4-FFF2-40B4-BE49-F238E27FC236}">
                <a16:creationId xmlns:a16="http://schemas.microsoft.com/office/drawing/2014/main" id="{5FFF7A25-533E-4F2D-ADE8-BC6AF56D402F}"/>
              </a:ext>
            </a:extLst>
          </p:cNvPr>
          <p:cNvSpPr>
            <a:spLocks xmlns:a="http://schemas.openxmlformats.org/drawingml/2006/main" noGrp="1"/>
          </p:cNvSpPr>
          <p:nvPr/>
        </p:nvSpPr>
        <p:spPr>
          <a:xfrm xmlns:a="http://schemas.openxmlformats.org/drawingml/2006/main">
            <a:off x="11550015" y="4351973"/>
            <a:ext cx="1084898" cy="2259140"/>
          </a:xfrm>
          <a:custGeom xmlns:a="http://schemas.openxmlformats.org/drawingml/2006/main">
            <a:pathLst>
              <a:path w="1084898" h="2259140">
                <a:moveTo>
                  <a:pt x="0" y="2259140"/>
                </a:moveTo>
                <a:lnTo>
                  <a:pt x="899827" y="2259140"/>
                </a:lnTo>
                <a:lnTo>
                  <a:pt x="899827" y="0"/>
                </a:lnTo>
                <a:lnTo>
                  <a:pt x="1084898" y="0"/>
                </a:lnTo>
              </a:path>
            </a:pathLst>
          </a:custGeom>
          <a:noFill xmlns:a="http://schemas.openxmlformats.org/drawingml/2006/main"/>
          <a:ln xmlns:a="http://schemas.openxmlformats.org/drawingml/2006/main" w="7020">
            <a:solidFill>
              <a:srgbClr val="000000"/>
            </a:solidFill>
            <a:prstDash val="dash"/>
          </a:ln>
        </p:spPr>
      </p:sp>
      <p:sp>
        <p:nvSpPr>
          <p:cNvPr id="419" name="dp44-comparison / n318 / arrow">
            <a:extLst xmlns:a="http://schemas.openxmlformats.org/drawingml/2006/main">
              <a:ext uri="{FF2B5EF4-FFF2-40B4-BE49-F238E27FC236}">
                <a16:creationId xmlns:a16="http://schemas.microsoft.com/office/drawing/2014/main" id="{D9698FD5-6844-47A9-8595-053A9486CF5E}"/>
              </a:ext>
            </a:extLst>
          </p:cNvPr>
          <p:cNvSpPr>
            <a:spLocks xmlns:a="http://schemas.openxmlformats.org/drawingml/2006/main" noGrp="1"/>
          </p:cNvSpPr>
          <p:nvPr/>
        </p:nvSpPr>
        <p:spPr>
          <a:xfrm xmlns:a="http://schemas.openxmlformats.org/drawingml/2006/main">
            <a:off x="1258998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0" name="dp44-comparison / n319 / path">
            <a:extLst xmlns:a="http://schemas.openxmlformats.org/drawingml/2006/main">
              <a:ext uri="{FF2B5EF4-FFF2-40B4-BE49-F238E27FC236}">
                <a16:creationId xmlns:a16="http://schemas.microsoft.com/office/drawing/2014/main" id="{4D477973-1A03-450B-A852-5AC333EDFE95}"/>
              </a:ext>
            </a:extLst>
          </p:cNvPr>
          <p:cNvSpPr>
            <a:spLocks xmlns:a="http://schemas.openxmlformats.org/drawingml/2006/main" noGrp="1"/>
          </p:cNvSpPr>
          <p:nvPr/>
        </p:nvSpPr>
        <p:spPr>
          <a:xfrm xmlns:a="http://schemas.openxmlformats.org/drawingml/2006/main">
            <a:off x="11550015" y="6560058"/>
            <a:ext cx="3127058" cy="561594"/>
          </a:xfrm>
          <a:custGeom xmlns:a="http://schemas.openxmlformats.org/drawingml/2006/main">
            <a:pathLst>
              <a:path w="3127058" h="561594">
                <a:moveTo>
                  <a:pt x="3127058" y="0"/>
                </a:moveTo>
                <a:lnTo>
                  <a:pt x="3127058"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421" name="dp44-comparison / n319 / arrow">
            <a:extLst xmlns:a="http://schemas.openxmlformats.org/drawingml/2006/main">
              <a:ext uri="{FF2B5EF4-FFF2-40B4-BE49-F238E27FC236}">
                <a16:creationId xmlns:a16="http://schemas.microsoft.com/office/drawing/2014/main" id="{2C3D74A5-EFEB-4849-85A0-CD55C8945C14}"/>
              </a:ext>
            </a:extLst>
          </p:cNvPr>
          <p:cNvSpPr>
            <a:spLocks xmlns:a="http://schemas.openxmlformats.org/drawingml/2006/main" noGrp="1"/>
          </p:cNvSpPr>
          <p:nvPr/>
        </p:nvSpPr>
        <p:spPr>
          <a:xfrm xmlns:a="http://schemas.openxmlformats.org/drawingml/2006/main">
            <a:off x="1155001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22" name="dp44-comparison / n320 / path">
            <a:extLst xmlns:a="http://schemas.openxmlformats.org/drawingml/2006/main">
              <a:ext uri="{FF2B5EF4-FFF2-40B4-BE49-F238E27FC236}">
                <a16:creationId xmlns:a16="http://schemas.microsoft.com/office/drawing/2014/main" id="{51CB17B7-0922-4068-BEAF-AFBBEECF2437}"/>
              </a:ext>
            </a:extLst>
          </p:cNvPr>
          <p:cNvSpPr>
            <a:spLocks xmlns:a="http://schemas.openxmlformats.org/drawingml/2006/main" noGrp="1"/>
          </p:cNvSpPr>
          <p:nvPr/>
        </p:nvSpPr>
        <p:spPr>
          <a:xfrm xmlns:a="http://schemas.openxmlformats.org/drawingml/2006/main">
            <a:off x="1155001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423" name="dp44-comparison / n320 / arrow">
            <a:extLst xmlns:a="http://schemas.openxmlformats.org/drawingml/2006/main">
              <a:ext uri="{FF2B5EF4-FFF2-40B4-BE49-F238E27FC236}">
                <a16:creationId xmlns:a16="http://schemas.microsoft.com/office/drawing/2014/main" id="{B0C23686-B4C7-453F-89A1-D0AE0BE54EC4}"/>
              </a:ext>
            </a:extLst>
          </p:cNvPr>
          <p:cNvSpPr>
            <a:spLocks xmlns:a="http://schemas.openxmlformats.org/drawingml/2006/main" noGrp="1"/>
          </p:cNvSpPr>
          <p:nvPr/>
        </p:nvSpPr>
        <p:spPr>
          <a:xfrm xmlns:a="http://schemas.openxmlformats.org/drawingml/2006/main">
            <a:off x="1482359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4" name="dp44-comparison / n321 / path">
            <a:extLst xmlns:a="http://schemas.openxmlformats.org/drawingml/2006/main">
              <a:ext uri="{FF2B5EF4-FFF2-40B4-BE49-F238E27FC236}">
                <a16:creationId xmlns:a16="http://schemas.microsoft.com/office/drawing/2014/main" id="{42271481-911F-44D7-891C-061AD4D30B28}"/>
              </a:ext>
            </a:extLst>
          </p:cNvPr>
          <p:cNvSpPr>
            <a:spLocks xmlns:a="http://schemas.openxmlformats.org/drawingml/2006/main" noGrp="1"/>
          </p:cNvSpPr>
          <p:nvPr/>
        </p:nvSpPr>
        <p:spPr>
          <a:xfrm xmlns:a="http://schemas.openxmlformats.org/drawingml/2006/main">
            <a:off x="1072038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425" name="dp44-comparison / n321 / arrow">
            <a:extLst xmlns:a="http://schemas.openxmlformats.org/drawingml/2006/main">
              <a:ext uri="{FF2B5EF4-FFF2-40B4-BE49-F238E27FC236}">
                <a16:creationId xmlns:a16="http://schemas.microsoft.com/office/drawing/2014/main" id="{468A6134-7862-47CB-9B2B-E35D06B900E3}"/>
              </a:ext>
            </a:extLst>
          </p:cNvPr>
          <p:cNvSpPr>
            <a:spLocks xmlns:a="http://schemas.openxmlformats.org/drawingml/2006/main" noGrp="1"/>
          </p:cNvSpPr>
          <p:nvPr/>
        </p:nvSpPr>
        <p:spPr>
          <a:xfrm xmlns:a="http://schemas.openxmlformats.org/drawingml/2006/main">
            <a:off x="1578086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6" name="dp44-comparison / n322 / path">
            <a:extLst xmlns:a="http://schemas.openxmlformats.org/drawingml/2006/main">
              <a:ext uri="{FF2B5EF4-FFF2-40B4-BE49-F238E27FC236}">
                <a16:creationId xmlns:a16="http://schemas.microsoft.com/office/drawing/2014/main" id="{962B7F6A-E41F-4C2C-AC21-C28EE90346B9}"/>
              </a:ext>
            </a:extLst>
          </p:cNvPr>
          <p:cNvSpPr>
            <a:spLocks xmlns:a="http://schemas.openxmlformats.org/drawingml/2006/main" noGrp="1"/>
          </p:cNvSpPr>
          <p:nvPr/>
        </p:nvSpPr>
        <p:spPr>
          <a:xfrm xmlns:a="http://schemas.openxmlformats.org/drawingml/2006/main">
            <a:off x="1301781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427" name="dp44-comparison / n322 / arrow">
            <a:extLst xmlns:a="http://schemas.openxmlformats.org/drawingml/2006/main">
              <a:ext uri="{FF2B5EF4-FFF2-40B4-BE49-F238E27FC236}">
                <a16:creationId xmlns:a16="http://schemas.microsoft.com/office/drawing/2014/main" id="{A659C1C5-8DDC-4539-B425-F44E12B76B0E}"/>
              </a:ext>
            </a:extLst>
          </p:cNvPr>
          <p:cNvSpPr>
            <a:spLocks xmlns:a="http://schemas.openxmlformats.org/drawingml/2006/main" noGrp="1"/>
          </p:cNvSpPr>
          <p:nvPr/>
        </p:nvSpPr>
        <p:spPr>
          <a:xfrm xmlns:a="http://schemas.openxmlformats.org/drawingml/2006/main">
            <a:off x="1580332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28" name="dp44-comparison / n323 / path">
            <a:extLst xmlns:a="http://schemas.openxmlformats.org/drawingml/2006/main">
              <a:ext uri="{FF2B5EF4-FFF2-40B4-BE49-F238E27FC236}">
                <a16:creationId xmlns:a16="http://schemas.microsoft.com/office/drawing/2014/main" id="{E6EFB471-C6FE-4CA8-BA70-D361202D9B01}"/>
              </a:ext>
            </a:extLst>
          </p:cNvPr>
          <p:cNvSpPr>
            <a:spLocks xmlns:a="http://schemas.openxmlformats.org/drawingml/2006/main" noGrp="1"/>
          </p:cNvSpPr>
          <p:nvPr/>
        </p:nvSpPr>
        <p:spPr>
          <a:xfrm xmlns:a="http://schemas.openxmlformats.org/drawingml/2006/main">
            <a:off x="1206055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429" name="dp44-comparison / n323 / arrow">
            <a:extLst xmlns:a="http://schemas.openxmlformats.org/drawingml/2006/main">
              <a:ext uri="{FF2B5EF4-FFF2-40B4-BE49-F238E27FC236}">
                <a16:creationId xmlns:a16="http://schemas.microsoft.com/office/drawing/2014/main" id="{3E753BB2-E2A9-4C78-8B94-587A4F33F0D9}"/>
              </a:ext>
            </a:extLst>
          </p:cNvPr>
          <p:cNvSpPr>
            <a:spLocks xmlns:a="http://schemas.openxmlformats.org/drawingml/2006/main" noGrp="1"/>
          </p:cNvSpPr>
          <p:nvPr/>
        </p:nvSpPr>
        <p:spPr>
          <a:xfrm xmlns:a="http://schemas.openxmlformats.org/drawingml/2006/main">
            <a:off x="1578086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30" name="dp44-comparison / n324 / path">
            <a:extLst xmlns:a="http://schemas.openxmlformats.org/drawingml/2006/main">
              <a:ext uri="{FF2B5EF4-FFF2-40B4-BE49-F238E27FC236}">
                <a16:creationId xmlns:a16="http://schemas.microsoft.com/office/drawing/2014/main" id="{B4E1681D-AE9D-428E-91DA-81AECF6F5423}"/>
              </a:ext>
            </a:extLst>
          </p:cNvPr>
          <p:cNvSpPr>
            <a:spLocks xmlns:a="http://schemas.openxmlformats.org/drawingml/2006/main" noGrp="1"/>
          </p:cNvSpPr>
          <p:nvPr/>
        </p:nvSpPr>
        <p:spPr>
          <a:xfrm xmlns:a="http://schemas.openxmlformats.org/drawingml/2006/main">
            <a:off x="1091184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431" name="dp44-comparison / n324 / arrow">
            <a:extLst xmlns:a="http://schemas.openxmlformats.org/drawingml/2006/main">
              <a:ext uri="{FF2B5EF4-FFF2-40B4-BE49-F238E27FC236}">
                <a16:creationId xmlns:a16="http://schemas.microsoft.com/office/drawing/2014/main" id="{6CE64DDA-271F-404B-98C7-DC5FECD11A54}"/>
              </a:ext>
            </a:extLst>
          </p:cNvPr>
          <p:cNvSpPr>
            <a:spLocks xmlns:a="http://schemas.openxmlformats.org/drawingml/2006/main" noGrp="1"/>
          </p:cNvSpPr>
          <p:nvPr/>
        </p:nvSpPr>
        <p:spPr>
          <a:xfrm xmlns:a="http://schemas.openxmlformats.org/drawingml/2006/main">
            <a:off x="1091184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2" name="dp44-comparison / n325 / path">
            <a:extLst xmlns:a="http://schemas.openxmlformats.org/drawingml/2006/main">
              <a:ext uri="{FF2B5EF4-FFF2-40B4-BE49-F238E27FC236}">
                <a16:creationId xmlns:a16="http://schemas.microsoft.com/office/drawing/2014/main" id="{47E894AD-237F-45A6-B009-F34C345B44FB}"/>
              </a:ext>
            </a:extLst>
          </p:cNvPr>
          <p:cNvSpPr>
            <a:spLocks xmlns:a="http://schemas.openxmlformats.org/drawingml/2006/main" noGrp="1"/>
          </p:cNvSpPr>
          <p:nvPr/>
        </p:nvSpPr>
        <p:spPr>
          <a:xfrm xmlns:a="http://schemas.openxmlformats.org/drawingml/2006/main">
            <a:off x="1340072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433" name="dp44-comparison / n325 / arrow">
            <a:extLst xmlns:a="http://schemas.openxmlformats.org/drawingml/2006/main">
              <a:ext uri="{FF2B5EF4-FFF2-40B4-BE49-F238E27FC236}">
                <a16:creationId xmlns:a16="http://schemas.microsoft.com/office/drawing/2014/main" id="{1546348D-AD81-40C0-8798-456CBDD5BFCE}"/>
              </a:ext>
            </a:extLst>
          </p:cNvPr>
          <p:cNvSpPr>
            <a:spLocks xmlns:a="http://schemas.openxmlformats.org/drawingml/2006/main" noGrp="1"/>
          </p:cNvSpPr>
          <p:nvPr/>
        </p:nvSpPr>
        <p:spPr>
          <a:xfrm xmlns:a="http://schemas.openxmlformats.org/drawingml/2006/main">
            <a:off x="1340072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4" name="dp44-comparison / n326 / path">
            <a:extLst xmlns:a="http://schemas.openxmlformats.org/drawingml/2006/main">
              <a:ext uri="{FF2B5EF4-FFF2-40B4-BE49-F238E27FC236}">
                <a16:creationId xmlns:a16="http://schemas.microsoft.com/office/drawing/2014/main" id="{36475F49-CD83-4724-B90B-59C8147C7972}"/>
              </a:ext>
            </a:extLst>
          </p:cNvPr>
          <p:cNvSpPr>
            <a:spLocks xmlns:a="http://schemas.openxmlformats.org/drawingml/2006/main" noGrp="1"/>
          </p:cNvSpPr>
          <p:nvPr/>
        </p:nvSpPr>
        <p:spPr>
          <a:xfrm xmlns:a="http://schemas.openxmlformats.org/drawingml/2006/main">
            <a:off x="1206055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435" name="dp44-comparison / n326 / arrow">
            <a:extLst xmlns:a="http://schemas.openxmlformats.org/drawingml/2006/main">
              <a:ext uri="{FF2B5EF4-FFF2-40B4-BE49-F238E27FC236}">
                <a16:creationId xmlns:a16="http://schemas.microsoft.com/office/drawing/2014/main" id="{D81EDB72-7D2E-4ED5-B8ED-4C638D8BB4AA}"/>
              </a:ext>
            </a:extLst>
          </p:cNvPr>
          <p:cNvSpPr>
            <a:spLocks xmlns:a="http://schemas.openxmlformats.org/drawingml/2006/main" noGrp="1"/>
          </p:cNvSpPr>
          <p:nvPr/>
        </p:nvSpPr>
        <p:spPr>
          <a:xfrm xmlns:a="http://schemas.openxmlformats.org/drawingml/2006/main">
            <a:off x="1203809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36" name="dp44-comparison / n327 / path">
            <a:extLst xmlns:a="http://schemas.openxmlformats.org/drawingml/2006/main">
              <a:ext uri="{FF2B5EF4-FFF2-40B4-BE49-F238E27FC236}">
                <a16:creationId xmlns:a16="http://schemas.microsoft.com/office/drawing/2014/main" id="{8E3530DD-579E-4B4A-A4D1-C3A58625C05A}"/>
              </a:ext>
            </a:extLst>
          </p:cNvPr>
          <p:cNvSpPr>
            <a:spLocks xmlns:a="http://schemas.openxmlformats.org/drawingml/2006/main" noGrp="1"/>
          </p:cNvSpPr>
          <p:nvPr/>
        </p:nvSpPr>
        <p:spPr>
          <a:xfrm xmlns:a="http://schemas.openxmlformats.org/drawingml/2006/main">
            <a:off x="1643205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437" name="dp44-comparison / n327 / arrow">
            <a:extLst xmlns:a="http://schemas.openxmlformats.org/drawingml/2006/main">
              <a:ext uri="{FF2B5EF4-FFF2-40B4-BE49-F238E27FC236}">
                <a16:creationId xmlns:a16="http://schemas.microsoft.com/office/drawing/2014/main" id="{25B715F6-5C40-45B1-8BB6-CB0A9F73CD28}"/>
              </a:ext>
            </a:extLst>
          </p:cNvPr>
          <p:cNvSpPr>
            <a:spLocks xmlns:a="http://schemas.openxmlformats.org/drawingml/2006/main" noGrp="1"/>
          </p:cNvSpPr>
          <p:nvPr/>
        </p:nvSpPr>
        <p:spPr>
          <a:xfrm xmlns:a="http://schemas.openxmlformats.org/drawingml/2006/main">
            <a:off x="1640959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38" name="dp44-comparison / n328 / path">
            <a:extLst xmlns:a="http://schemas.openxmlformats.org/drawingml/2006/main">
              <a:ext uri="{FF2B5EF4-FFF2-40B4-BE49-F238E27FC236}">
                <a16:creationId xmlns:a16="http://schemas.microsoft.com/office/drawing/2014/main" id="{A58970D1-B629-47B1-ABE9-15C38207D751}"/>
              </a:ext>
            </a:extLst>
          </p:cNvPr>
          <p:cNvSpPr>
            <a:spLocks xmlns:a="http://schemas.openxmlformats.org/drawingml/2006/main" noGrp="1"/>
          </p:cNvSpPr>
          <p:nvPr/>
        </p:nvSpPr>
        <p:spPr>
          <a:xfrm xmlns:a="http://schemas.openxmlformats.org/drawingml/2006/main">
            <a:off x="1671923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439" name="dp44-comparison / n328 / arrow">
            <a:extLst xmlns:a="http://schemas.openxmlformats.org/drawingml/2006/main">
              <a:ext uri="{FF2B5EF4-FFF2-40B4-BE49-F238E27FC236}">
                <a16:creationId xmlns:a16="http://schemas.microsoft.com/office/drawing/2014/main" id="{FD134BFF-370D-48D2-A805-B0FA66C0F4F5}"/>
              </a:ext>
            </a:extLst>
          </p:cNvPr>
          <p:cNvSpPr>
            <a:spLocks xmlns:a="http://schemas.openxmlformats.org/drawingml/2006/main" noGrp="1"/>
          </p:cNvSpPr>
          <p:nvPr/>
        </p:nvSpPr>
        <p:spPr>
          <a:xfrm xmlns:a="http://schemas.openxmlformats.org/drawingml/2006/main">
            <a:off x="1669676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40" name="dp44-comparison / n329">
            <a:extLst xmlns:a="http://schemas.openxmlformats.org/drawingml/2006/main">
              <a:ext uri="{FF2B5EF4-FFF2-40B4-BE49-F238E27FC236}">
                <a16:creationId xmlns:a16="http://schemas.microsoft.com/office/drawing/2014/main" id="{4F21C3BA-D120-45B0-9A16-D83B819027E6}"/>
              </a:ext>
            </a:extLst>
          </p:cNvPr>
          <p:cNvSpPr>
            <a:spLocks xmlns:a="http://schemas.openxmlformats.org/drawingml/2006/main" noGrp="1"/>
          </p:cNvSpPr>
          <p:nvPr/>
        </p:nvSpPr>
        <p:spPr>
          <a:xfrm xmlns:a="http://schemas.openxmlformats.org/drawingml/2006/main">
            <a:off x="997372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1" name="dp44-comparison / n330 / text 1">
            <a:extLst xmlns:a="http://schemas.openxmlformats.org/drawingml/2006/main">
              <a:ext uri="{FF2B5EF4-FFF2-40B4-BE49-F238E27FC236}">
                <a16:creationId xmlns:a16="http://schemas.microsoft.com/office/drawing/2014/main" id="{501F7423-5682-4DC9-9528-6B1DEB4D27F9}"/>
              </a:ext>
            </a:extLst>
          </p:cNvPr>
          <p:cNvSpPr>
            <a:spLocks xmlns:a="http://schemas.openxmlformats.org/drawingml/2006/main" noGrp="1"/>
          </p:cNvSpPr>
          <p:nvPr/>
        </p:nvSpPr>
        <p:spPr>
          <a:xfrm xmlns:a="http://schemas.openxmlformats.org/drawingml/2006/main">
            <a:off x="998648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442" name="dp44-comparison / n331">
            <a:extLst xmlns:a="http://schemas.openxmlformats.org/drawingml/2006/main">
              <a:ext uri="{FF2B5EF4-FFF2-40B4-BE49-F238E27FC236}">
                <a16:creationId xmlns:a16="http://schemas.microsoft.com/office/drawing/2014/main" id="{328405EA-B23E-49E4-9A9F-05DBD66E7CF1}"/>
              </a:ext>
            </a:extLst>
          </p:cNvPr>
          <p:cNvSpPr>
            <a:spLocks xmlns:a="http://schemas.openxmlformats.org/drawingml/2006/main" noGrp="1"/>
          </p:cNvSpPr>
          <p:nvPr/>
        </p:nvSpPr>
        <p:spPr>
          <a:xfrm xmlns:a="http://schemas.openxmlformats.org/drawingml/2006/main">
            <a:off x="1207970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3" name="dp44-comparison / n332 / text 1">
            <a:extLst xmlns:a="http://schemas.openxmlformats.org/drawingml/2006/main">
              <a:ext uri="{FF2B5EF4-FFF2-40B4-BE49-F238E27FC236}">
                <a16:creationId xmlns:a16="http://schemas.microsoft.com/office/drawing/2014/main" id="{814E5BB7-3202-4CE7-ADB2-81A4D321BBB5}"/>
              </a:ext>
            </a:extLst>
          </p:cNvPr>
          <p:cNvSpPr>
            <a:spLocks xmlns:a="http://schemas.openxmlformats.org/drawingml/2006/main" noGrp="1"/>
          </p:cNvSpPr>
          <p:nvPr/>
        </p:nvSpPr>
        <p:spPr>
          <a:xfrm xmlns:a="http://schemas.openxmlformats.org/drawingml/2006/main">
            <a:off x="1209246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444" name="dp44-comparison / n333">
            <a:extLst xmlns:a="http://schemas.openxmlformats.org/drawingml/2006/main">
              <a:ext uri="{FF2B5EF4-FFF2-40B4-BE49-F238E27FC236}">
                <a16:creationId xmlns:a16="http://schemas.microsoft.com/office/drawing/2014/main" id="{49499456-A5DF-469C-90E5-E96C87E3358D}"/>
              </a:ext>
            </a:extLst>
          </p:cNvPr>
          <p:cNvSpPr>
            <a:spLocks xmlns:a="http://schemas.openxmlformats.org/drawingml/2006/main" noGrp="1"/>
          </p:cNvSpPr>
          <p:nvPr/>
        </p:nvSpPr>
        <p:spPr>
          <a:xfrm xmlns:a="http://schemas.openxmlformats.org/drawingml/2006/main">
            <a:off x="1208608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5" name="dp44-comparison / n334 / text 1">
            <a:extLst xmlns:a="http://schemas.openxmlformats.org/drawingml/2006/main">
              <a:ext uri="{FF2B5EF4-FFF2-40B4-BE49-F238E27FC236}">
                <a16:creationId xmlns:a16="http://schemas.microsoft.com/office/drawing/2014/main" id="{343721F8-4F7D-4D14-A554-0200D777EDD2}"/>
              </a:ext>
            </a:extLst>
          </p:cNvPr>
          <p:cNvSpPr>
            <a:spLocks xmlns:a="http://schemas.openxmlformats.org/drawingml/2006/main" noGrp="1"/>
          </p:cNvSpPr>
          <p:nvPr/>
        </p:nvSpPr>
        <p:spPr>
          <a:xfrm xmlns:a="http://schemas.openxmlformats.org/drawingml/2006/main">
            <a:off x="1209884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446" name="dp44-comparison / n335">
            <a:extLst xmlns:a="http://schemas.openxmlformats.org/drawingml/2006/main">
              <a:ext uri="{FF2B5EF4-FFF2-40B4-BE49-F238E27FC236}">
                <a16:creationId xmlns:a16="http://schemas.microsoft.com/office/drawing/2014/main" id="{F67AD130-95C7-4443-B7F0-E9F5FEA9A56B}"/>
              </a:ext>
            </a:extLst>
          </p:cNvPr>
          <p:cNvSpPr>
            <a:spLocks xmlns:a="http://schemas.openxmlformats.org/drawingml/2006/main" noGrp="1"/>
          </p:cNvSpPr>
          <p:nvPr/>
        </p:nvSpPr>
        <p:spPr>
          <a:xfrm xmlns:a="http://schemas.openxmlformats.org/drawingml/2006/main">
            <a:off x="989076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7" name="dp44-comparison / n336 / text 1">
            <a:extLst xmlns:a="http://schemas.openxmlformats.org/drawingml/2006/main">
              <a:ext uri="{FF2B5EF4-FFF2-40B4-BE49-F238E27FC236}">
                <a16:creationId xmlns:a16="http://schemas.microsoft.com/office/drawing/2014/main" id="{F737AAB2-BC24-4A52-B5D1-AA9206640ED5}"/>
              </a:ext>
            </a:extLst>
          </p:cNvPr>
          <p:cNvSpPr>
            <a:spLocks xmlns:a="http://schemas.openxmlformats.org/drawingml/2006/main" noGrp="1"/>
          </p:cNvSpPr>
          <p:nvPr/>
        </p:nvSpPr>
        <p:spPr>
          <a:xfrm xmlns:a="http://schemas.openxmlformats.org/drawingml/2006/main">
            <a:off x="990352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448" name="dp44-comparison / n337">
            <a:extLst xmlns:a="http://schemas.openxmlformats.org/drawingml/2006/main">
              <a:ext uri="{FF2B5EF4-FFF2-40B4-BE49-F238E27FC236}">
                <a16:creationId xmlns:a16="http://schemas.microsoft.com/office/drawing/2014/main" id="{BD19F594-8371-4DEA-BE1E-2E6D247CC15B}"/>
              </a:ext>
            </a:extLst>
          </p:cNvPr>
          <p:cNvSpPr>
            <a:spLocks xmlns:a="http://schemas.openxmlformats.org/drawingml/2006/main" noGrp="1"/>
          </p:cNvSpPr>
          <p:nvPr/>
        </p:nvSpPr>
        <p:spPr>
          <a:xfrm xmlns:a="http://schemas.openxmlformats.org/drawingml/2006/main">
            <a:off x="989076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9" name="dp44-comparison / n338 / text 1">
            <a:extLst xmlns:a="http://schemas.openxmlformats.org/drawingml/2006/main">
              <a:ext uri="{FF2B5EF4-FFF2-40B4-BE49-F238E27FC236}">
                <a16:creationId xmlns:a16="http://schemas.microsoft.com/office/drawing/2014/main" id="{BEC85378-A413-4219-BD43-D83C67AD67CD}"/>
              </a:ext>
            </a:extLst>
          </p:cNvPr>
          <p:cNvSpPr>
            <a:spLocks xmlns:a="http://schemas.openxmlformats.org/drawingml/2006/main" noGrp="1"/>
          </p:cNvSpPr>
          <p:nvPr/>
        </p:nvSpPr>
        <p:spPr>
          <a:xfrm xmlns:a="http://schemas.openxmlformats.org/drawingml/2006/main">
            <a:off x="990352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450" name="dp44-comparison / n339">
            <a:extLst xmlns:a="http://schemas.openxmlformats.org/drawingml/2006/main">
              <a:ext uri="{FF2B5EF4-FFF2-40B4-BE49-F238E27FC236}">
                <a16:creationId xmlns:a16="http://schemas.microsoft.com/office/drawing/2014/main" id="{5BAEF850-7265-4C57-905E-528FE0FCF9C7}"/>
              </a:ext>
            </a:extLst>
          </p:cNvPr>
          <p:cNvSpPr>
            <a:spLocks xmlns:a="http://schemas.openxmlformats.org/drawingml/2006/main" noGrp="1"/>
          </p:cNvSpPr>
          <p:nvPr/>
        </p:nvSpPr>
        <p:spPr>
          <a:xfrm xmlns:a="http://schemas.openxmlformats.org/drawingml/2006/main">
            <a:off x="989076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1" name="dp44-comparison / n340 / text 1">
            <a:extLst xmlns:a="http://schemas.openxmlformats.org/drawingml/2006/main">
              <a:ext uri="{FF2B5EF4-FFF2-40B4-BE49-F238E27FC236}">
                <a16:creationId xmlns:a16="http://schemas.microsoft.com/office/drawing/2014/main" id="{F92A87AF-2B35-486C-8B1E-F951095A4EF6}"/>
              </a:ext>
            </a:extLst>
          </p:cNvPr>
          <p:cNvSpPr>
            <a:spLocks xmlns:a="http://schemas.openxmlformats.org/drawingml/2006/main" noGrp="1"/>
          </p:cNvSpPr>
          <p:nvPr/>
        </p:nvSpPr>
        <p:spPr>
          <a:xfrm xmlns:a="http://schemas.openxmlformats.org/drawingml/2006/main">
            <a:off x="990352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452" name="dp44-comparison / n341">
            <a:extLst xmlns:a="http://schemas.openxmlformats.org/drawingml/2006/main">
              <a:ext uri="{FF2B5EF4-FFF2-40B4-BE49-F238E27FC236}">
                <a16:creationId xmlns:a16="http://schemas.microsoft.com/office/drawing/2014/main" id="{8E0F7D89-5958-42F4-86BF-C07825D91232}"/>
              </a:ext>
            </a:extLst>
          </p:cNvPr>
          <p:cNvSpPr>
            <a:spLocks xmlns:a="http://schemas.openxmlformats.org/drawingml/2006/main" noGrp="1"/>
          </p:cNvSpPr>
          <p:nvPr/>
        </p:nvSpPr>
        <p:spPr>
          <a:xfrm xmlns:a="http://schemas.openxmlformats.org/drawingml/2006/main">
            <a:off x="1496425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3" name="dp44-comparison / n342 / text 1">
            <a:extLst xmlns:a="http://schemas.openxmlformats.org/drawingml/2006/main">
              <a:ext uri="{FF2B5EF4-FFF2-40B4-BE49-F238E27FC236}">
                <a16:creationId xmlns:a16="http://schemas.microsoft.com/office/drawing/2014/main" id="{D727414E-5160-40F1-9CBE-67C348E5F894}"/>
              </a:ext>
            </a:extLst>
          </p:cNvPr>
          <p:cNvSpPr>
            <a:spLocks xmlns:a="http://schemas.openxmlformats.org/drawingml/2006/main" noGrp="1"/>
          </p:cNvSpPr>
          <p:nvPr/>
        </p:nvSpPr>
        <p:spPr>
          <a:xfrm xmlns:a="http://schemas.openxmlformats.org/drawingml/2006/main">
            <a:off x="1497701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454" name="dp44-comparison / n343">
            <a:extLst xmlns:a="http://schemas.openxmlformats.org/drawingml/2006/main">
              <a:ext uri="{FF2B5EF4-FFF2-40B4-BE49-F238E27FC236}">
                <a16:creationId xmlns:a16="http://schemas.microsoft.com/office/drawing/2014/main" id="{B93A5565-1548-4701-9EFE-7AC1CFD5A438}"/>
              </a:ext>
            </a:extLst>
          </p:cNvPr>
          <p:cNvSpPr>
            <a:spLocks xmlns:a="http://schemas.openxmlformats.org/drawingml/2006/main" noGrp="1"/>
          </p:cNvSpPr>
          <p:nvPr/>
        </p:nvSpPr>
        <p:spPr>
          <a:xfrm xmlns:a="http://schemas.openxmlformats.org/drawingml/2006/main">
            <a:off x="1559604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5" name="dp44-comparison / n344 / text 1">
            <a:extLst xmlns:a="http://schemas.openxmlformats.org/drawingml/2006/main">
              <a:ext uri="{FF2B5EF4-FFF2-40B4-BE49-F238E27FC236}">
                <a16:creationId xmlns:a16="http://schemas.microsoft.com/office/drawing/2014/main" id="{77072AED-0A88-4343-B77D-E765F66891D7}"/>
              </a:ext>
            </a:extLst>
          </p:cNvPr>
          <p:cNvSpPr>
            <a:spLocks xmlns:a="http://schemas.openxmlformats.org/drawingml/2006/main" noGrp="1"/>
          </p:cNvSpPr>
          <p:nvPr/>
        </p:nvSpPr>
        <p:spPr>
          <a:xfrm xmlns:a="http://schemas.openxmlformats.org/drawingml/2006/main">
            <a:off x="1560880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456" name="dp44-comparison / n345">
            <a:extLst xmlns:a="http://schemas.openxmlformats.org/drawingml/2006/main">
              <a:ext uri="{FF2B5EF4-FFF2-40B4-BE49-F238E27FC236}">
                <a16:creationId xmlns:a16="http://schemas.microsoft.com/office/drawing/2014/main" id="{1A21CCD0-ECFB-4430-AFFE-39C7893D81C4}"/>
              </a:ext>
            </a:extLst>
          </p:cNvPr>
          <p:cNvSpPr>
            <a:spLocks xmlns:a="http://schemas.openxmlformats.org/drawingml/2006/main" noGrp="1"/>
          </p:cNvSpPr>
          <p:nvPr/>
        </p:nvSpPr>
        <p:spPr>
          <a:xfrm xmlns:a="http://schemas.openxmlformats.org/drawingml/2006/main">
            <a:off x="1564709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7" name="dp44-comparison / n346 / text 1">
            <a:extLst xmlns:a="http://schemas.openxmlformats.org/drawingml/2006/main">
              <a:ext uri="{FF2B5EF4-FFF2-40B4-BE49-F238E27FC236}">
                <a16:creationId xmlns:a16="http://schemas.microsoft.com/office/drawing/2014/main" id="{25C8B944-0834-485B-BE87-985F806ED00C}"/>
              </a:ext>
            </a:extLst>
          </p:cNvPr>
          <p:cNvSpPr>
            <a:spLocks xmlns:a="http://schemas.openxmlformats.org/drawingml/2006/main" noGrp="1"/>
          </p:cNvSpPr>
          <p:nvPr/>
        </p:nvSpPr>
        <p:spPr>
          <a:xfrm xmlns:a="http://schemas.openxmlformats.org/drawingml/2006/main">
            <a:off x="1565986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458" name="dp44-comparison / n347">
            <a:extLst xmlns:a="http://schemas.openxmlformats.org/drawingml/2006/main">
              <a:ext uri="{FF2B5EF4-FFF2-40B4-BE49-F238E27FC236}">
                <a16:creationId xmlns:a16="http://schemas.microsoft.com/office/drawing/2014/main" id="{F69568A9-1837-48C7-BE2F-8FF441D9DBA1}"/>
              </a:ext>
            </a:extLst>
          </p:cNvPr>
          <p:cNvSpPr>
            <a:spLocks xmlns:a="http://schemas.openxmlformats.org/drawingml/2006/main" noGrp="1"/>
          </p:cNvSpPr>
          <p:nvPr/>
        </p:nvSpPr>
        <p:spPr>
          <a:xfrm xmlns:a="http://schemas.openxmlformats.org/drawingml/2006/main">
            <a:off x="1515570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9" name="dp44-comparison / n348 / text 1">
            <a:extLst xmlns:a="http://schemas.openxmlformats.org/drawingml/2006/main">
              <a:ext uri="{FF2B5EF4-FFF2-40B4-BE49-F238E27FC236}">
                <a16:creationId xmlns:a16="http://schemas.microsoft.com/office/drawing/2014/main" id="{735C68F4-B803-423F-B2F2-28C37A9843FB}"/>
              </a:ext>
            </a:extLst>
          </p:cNvPr>
          <p:cNvSpPr>
            <a:spLocks xmlns:a="http://schemas.openxmlformats.org/drawingml/2006/main" noGrp="1"/>
          </p:cNvSpPr>
          <p:nvPr/>
        </p:nvSpPr>
        <p:spPr>
          <a:xfrm xmlns:a="http://schemas.openxmlformats.org/drawingml/2006/main">
            <a:off x="1516846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460" name="dp44-comparison / n349">
            <a:extLst xmlns:a="http://schemas.openxmlformats.org/drawingml/2006/main">
              <a:ext uri="{FF2B5EF4-FFF2-40B4-BE49-F238E27FC236}">
                <a16:creationId xmlns:a16="http://schemas.microsoft.com/office/drawing/2014/main" id="{721B53FC-3B3D-4292-872F-E82110E7B143}"/>
              </a:ext>
            </a:extLst>
          </p:cNvPr>
          <p:cNvSpPr>
            <a:spLocks xmlns:a="http://schemas.openxmlformats.org/drawingml/2006/main" noGrp="1"/>
          </p:cNvSpPr>
          <p:nvPr/>
        </p:nvSpPr>
        <p:spPr>
          <a:xfrm xmlns:a="http://schemas.openxmlformats.org/drawingml/2006/main">
            <a:off x="1236687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1" name="dp44-comparison / n350 / text 1">
            <a:extLst xmlns:a="http://schemas.openxmlformats.org/drawingml/2006/main">
              <a:ext uri="{FF2B5EF4-FFF2-40B4-BE49-F238E27FC236}">
                <a16:creationId xmlns:a16="http://schemas.microsoft.com/office/drawing/2014/main" id="{637BE695-EF31-4220-84B0-C28C0B7120E2}"/>
              </a:ext>
            </a:extLst>
          </p:cNvPr>
          <p:cNvSpPr>
            <a:spLocks xmlns:a="http://schemas.openxmlformats.org/drawingml/2006/main" noGrp="1"/>
          </p:cNvSpPr>
          <p:nvPr/>
        </p:nvSpPr>
        <p:spPr>
          <a:xfrm xmlns:a="http://schemas.openxmlformats.org/drawingml/2006/main">
            <a:off x="1237964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462" name="dp44-comparison / n351">
            <a:extLst xmlns:a="http://schemas.openxmlformats.org/drawingml/2006/main">
              <a:ext uri="{FF2B5EF4-FFF2-40B4-BE49-F238E27FC236}">
                <a16:creationId xmlns:a16="http://schemas.microsoft.com/office/drawing/2014/main" id="{F5D267D0-E58C-4989-B575-D5413B0DE9E6}"/>
              </a:ext>
            </a:extLst>
          </p:cNvPr>
          <p:cNvSpPr>
            <a:spLocks xmlns:a="http://schemas.openxmlformats.org/drawingml/2006/main" noGrp="1"/>
          </p:cNvSpPr>
          <p:nvPr/>
        </p:nvSpPr>
        <p:spPr>
          <a:xfrm xmlns:a="http://schemas.openxmlformats.org/drawingml/2006/main">
            <a:off x="986523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3" name="dp44-comparison / n352 / text 1">
            <a:extLst xmlns:a="http://schemas.openxmlformats.org/drawingml/2006/main">
              <a:ext uri="{FF2B5EF4-FFF2-40B4-BE49-F238E27FC236}">
                <a16:creationId xmlns:a16="http://schemas.microsoft.com/office/drawing/2014/main" id="{4F437E0F-749A-45B0-A6BC-10BC821DD9AE}"/>
              </a:ext>
            </a:extLst>
          </p:cNvPr>
          <p:cNvSpPr>
            <a:spLocks xmlns:a="http://schemas.openxmlformats.org/drawingml/2006/main" noGrp="1"/>
          </p:cNvSpPr>
          <p:nvPr/>
        </p:nvSpPr>
        <p:spPr>
          <a:xfrm xmlns:a="http://schemas.openxmlformats.org/drawingml/2006/main">
            <a:off x="987799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464" name="dp44-comparison / n353">
            <a:extLst xmlns:a="http://schemas.openxmlformats.org/drawingml/2006/main">
              <a:ext uri="{FF2B5EF4-FFF2-40B4-BE49-F238E27FC236}">
                <a16:creationId xmlns:a16="http://schemas.microsoft.com/office/drawing/2014/main" id="{03F5BD62-9880-451F-826F-E44114A952DA}"/>
              </a:ext>
            </a:extLst>
          </p:cNvPr>
          <p:cNvSpPr>
            <a:spLocks xmlns:a="http://schemas.openxmlformats.org/drawingml/2006/main" noGrp="1"/>
          </p:cNvSpPr>
          <p:nvPr/>
        </p:nvSpPr>
        <p:spPr>
          <a:xfrm xmlns:a="http://schemas.openxmlformats.org/drawingml/2006/main">
            <a:off x="1391764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5" name="dp44-comparison / n354 / text 1">
            <a:extLst xmlns:a="http://schemas.openxmlformats.org/drawingml/2006/main">
              <a:ext uri="{FF2B5EF4-FFF2-40B4-BE49-F238E27FC236}">
                <a16:creationId xmlns:a16="http://schemas.microsoft.com/office/drawing/2014/main" id="{66CB558A-FFC7-4C86-AF90-9BEBDBD1BCE7}"/>
              </a:ext>
            </a:extLst>
          </p:cNvPr>
          <p:cNvSpPr>
            <a:spLocks xmlns:a="http://schemas.openxmlformats.org/drawingml/2006/main" noGrp="1"/>
          </p:cNvSpPr>
          <p:nvPr/>
        </p:nvSpPr>
        <p:spPr>
          <a:xfrm xmlns:a="http://schemas.openxmlformats.org/drawingml/2006/main">
            <a:off x="1393040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466" name="dp44-comparison / n355">
            <a:extLst xmlns:a="http://schemas.openxmlformats.org/drawingml/2006/main">
              <a:ext uri="{FF2B5EF4-FFF2-40B4-BE49-F238E27FC236}">
                <a16:creationId xmlns:a16="http://schemas.microsoft.com/office/drawing/2014/main" id="{90A1261B-AB96-48F6-A2BA-FB13A0B009FB}"/>
              </a:ext>
            </a:extLst>
          </p:cNvPr>
          <p:cNvSpPr>
            <a:spLocks xmlns:a="http://schemas.openxmlformats.org/drawingml/2006/main" noGrp="1"/>
          </p:cNvSpPr>
          <p:nvPr/>
        </p:nvSpPr>
        <p:spPr>
          <a:xfrm xmlns:a="http://schemas.openxmlformats.org/drawingml/2006/main">
            <a:off x="1262853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7" name="dp44-comparison / n356 / text 1">
            <a:extLst xmlns:a="http://schemas.openxmlformats.org/drawingml/2006/main">
              <a:ext uri="{FF2B5EF4-FFF2-40B4-BE49-F238E27FC236}">
                <a16:creationId xmlns:a16="http://schemas.microsoft.com/office/drawing/2014/main" id="{62DE4FFC-63C5-43C6-B3D2-F4A4D893C92B}"/>
              </a:ext>
            </a:extLst>
          </p:cNvPr>
          <p:cNvSpPr>
            <a:spLocks xmlns:a="http://schemas.openxmlformats.org/drawingml/2006/main" noGrp="1"/>
          </p:cNvSpPr>
          <p:nvPr/>
        </p:nvSpPr>
        <p:spPr>
          <a:xfrm xmlns:a="http://schemas.openxmlformats.org/drawingml/2006/main">
            <a:off x="1264129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468" name="dp44-comparison / n357">
            <a:extLst xmlns:a="http://schemas.openxmlformats.org/drawingml/2006/main">
              <a:ext uri="{FF2B5EF4-FFF2-40B4-BE49-F238E27FC236}">
                <a16:creationId xmlns:a16="http://schemas.microsoft.com/office/drawing/2014/main" id="{0B08365A-6DE3-4BD7-B116-9D948A0DBDE2}"/>
              </a:ext>
            </a:extLst>
          </p:cNvPr>
          <p:cNvSpPr>
            <a:spLocks xmlns:a="http://schemas.openxmlformats.org/drawingml/2006/main" noGrp="1"/>
          </p:cNvSpPr>
          <p:nvPr/>
        </p:nvSpPr>
        <p:spPr>
          <a:xfrm xmlns:a="http://schemas.openxmlformats.org/drawingml/2006/main">
            <a:off x="14970633" y="3586163"/>
            <a:ext cx="13122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9" name="dp44-comparison / n358 / text 1">
            <a:extLst xmlns:a="http://schemas.openxmlformats.org/drawingml/2006/main">
              <a:ext uri="{FF2B5EF4-FFF2-40B4-BE49-F238E27FC236}">
                <a16:creationId xmlns:a16="http://schemas.microsoft.com/office/drawing/2014/main" id="{06E99494-D170-4828-886D-9DF3DB7612AA}"/>
              </a:ext>
            </a:extLst>
          </p:cNvPr>
          <p:cNvSpPr>
            <a:spLocks xmlns:a="http://schemas.openxmlformats.org/drawingml/2006/main" noGrp="1"/>
          </p:cNvSpPr>
          <p:nvPr/>
        </p:nvSpPr>
        <p:spPr>
          <a:xfrm xmlns:a="http://schemas.openxmlformats.org/drawingml/2006/main">
            <a:off x="14983397" y="3592544"/>
            <a:ext cx="197834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입력 / job / revision</a:t>
            </a:r>
          </a:p>
        </p:txBody>
      </p:sp>
      <p:sp>
        <p:nvSpPr>
          <p:cNvPr id="470" name="dp44-comparison / n359">
            <a:extLst xmlns:a="http://schemas.openxmlformats.org/drawingml/2006/main">
              <a:ext uri="{FF2B5EF4-FFF2-40B4-BE49-F238E27FC236}">
                <a16:creationId xmlns:a16="http://schemas.microsoft.com/office/drawing/2014/main" id="{A3C26F94-2199-48E8-9E42-F0FD9AE720E6}"/>
              </a:ext>
            </a:extLst>
          </p:cNvPr>
          <p:cNvSpPr>
            <a:spLocks xmlns:a="http://schemas.openxmlformats.org/drawingml/2006/main" noGrp="1"/>
          </p:cNvSpPr>
          <p:nvPr/>
        </p:nvSpPr>
        <p:spPr>
          <a:xfrm xmlns:a="http://schemas.openxmlformats.org/drawingml/2006/main">
            <a:off x="14970633" y="4288155"/>
            <a:ext cx="12427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1" name="dp44-comparison / n360 / text 1">
            <a:extLst xmlns:a="http://schemas.openxmlformats.org/drawingml/2006/main">
              <a:ext uri="{FF2B5EF4-FFF2-40B4-BE49-F238E27FC236}">
                <a16:creationId xmlns:a16="http://schemas.microsoft.com/office/drawing/2014/main" id="{DE3AE2DF-AA8C-47BB-8416-19C77610528B}"/>
              </a:ext>
            </a:extLst>
          </p:cNvPr>
          <p:cNvSpPr>
            <a:spLocks xmlns:a="http://schemas.openxmlformats.org/drawingml/2006/main" noGrp="1"/>
          </p:cNvSpPr>
          <p:nvPr/>
        </p:nvSpPr>
        <p:spPr>
          <a:xfrm xmlns:a="http://schemas.openxmlformats.org/drawingml/2006/main">
            <a:off x="14983397" y="4294537"/>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참조 / 준비 / 대기</a:t>
            </a:r>
          </a:p>
        </p:txBody>
      </p:sp>
      <p:sp>
        <p:nvSpPr>
          <p:cNvPr id="472" name="dp44-comparison / n361">
            <a:extLst xmlns:a="http://schemas.openxmlformats.org/drawingml/2006/main">
              <a:ext uri="{FF2B5EF4-FFF2-40B4-BE49-F238E27FC236}">
                <a16:creationId xmlns:a16="http://schemas.microsoft.com/office/drawing/2014/main" id="{B46B70D5-C633-47D5-88A9-4E24978D4C1C}"/>
              </a:ext>
            </a:extLst>
          </p:cNvPr>
          <p:cNvSpPr>
            <a:spLocks xmlns:a="http://schemas.openxmlformats.org/drawingml/2006/main" noGrp="1"/>
          </p:cNvSpPr>
          <p:nvPr/>
        </p:nvSpPr>
        <p:spPr>
          <a:xfrm xmlns:a="http://schemas.openxmlformats.org/drawingml/2006/main">
            <a:off x="12609386" y="4683824"/>
            <a:ext cx="17743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3" name="dp44-comparison / n362 / text 1">
            <a:extLst xmlns:a="http://schemas.openxmlformats.org/drawingml/2006/main">
              <a:ext uri="{FF2B5EF4-FFF2-40B4-BE49-F238E27FC236}">
                <a16:creationId xmlns:a16="http://schemas.microsoft.com/office/drawing/2014/main" id="{1DF4618F-9B62-43A2-9A51-DBE4A830737A}"/>
              </a:ext>
            </a:extLst>
          </p:cNvPr>
          <p:cNvSpPr>
            <a:spLocks xmlns:a="http://schemas.openxmlformats.org/drawingml/2006/main" noGrp="1"/>
          </p:cNvSpPr>
          <p:nvPr/>
        </p:nvSpPr>
        <p:spPr>
          <a:xfrm xmlns:a="http://schemas.openxmlformats.org/drawingml/2006/main">
            <a:off x="1262214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Notice 소비</a:t>
            </a:r>
          </a:p>
        </p:txBody>
      </p:sp>
      <p:sp>
        <p:nvSpPr>
          <p:cNvPr id="474" name="dp44-comparison / n363">
            <a:extLst xmlns:a="http://schemas.openxmlformats.org/drawingml/2006/main">
              <a:ext uri="{FF2B5EF4-FFF2-40B4-BE49-F238E27FC236}">
                <a16:creationId xmlns:a16="http://schemas.microsoft.com/office/drawing/2014/main" id="{DF40DEB3-8B2A-4ACA-9572-7C595189FAEB}"/>
              </a:ext>
            </a:extLst>
          </p:cNvPr>
          <p:cNvSpPr>
            <a:spLocks xmlns:a="http://schemas.openxmlformats.org/drawingml/2006/main" noGrp="1"/>
          </p:cNvSpPr>
          <p:nvPr/>
        </p:nvSpPr>
        <p:spPr>
          <a:xfrm xmlns:a="http://schemas.openxmlformats.org/drawingml/2006/main">
            <a:off x="13962317" y="5226272"/>
            <a:ext cx="8088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5" name="dp44-comparison / n364 / text 1">
            <a:extLst xmlns:a="http://schemas.openxmlformats.org/drawingml/2006/main">
              <a:ext uri="{FF2B5EF4-FFF2-40B4-BE49-F238E27FC236}">
                <a16:creationId xmlns:a16="http://schemas.microsoft.com/office/drawing/2014/main" id="{3206069A-3B6B-46E1-8069-59A87B97B7FD}"/>
              </a:ext>
            </a:extLst>
          </p:cNvPr>
          <p:cNvSpPr>
            <a:spLocks xmlns:a="http://schemas.openxmlformats.org/drawingml/2006/main" noGrp="1"/>
          </p:cNvSpPr>
          <p:nvPr/>
        </p:nvSpPr>
        <p:spPr>
          <a:xfrm xmlns:a="http://schemas.openxmlformats.org/drawingml/2006/main">
            <a:off x="13975080" y="5232654"/>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 Direct</a:t>
            </a:r>
          </a:p>
        </p:txBody>
      </p:sp>
      <p:sp>
        <p:nvSpPr>
          <p:cNvPr id="476" name="dp44-comparison / n365">
            <a:extLst xmlns:a="http://schemas.openxmlformats.org/drawingml/2006/main">
              <a:ext uri="{FF2B5EF4-FFF2-40B4-BE49-F238E27FC236}">
                <a16:creationId xmlns:a16="http://schemas.microsoft.com/office/drawing/2014/main" id="{5B362C7B-1CFF-46A7-8869-B5030695690B}"/>
              </a:ext>
            </a:extLst>
          </p:cNvPr>
          <p:cNvSpPr>
            <a:spLocks xmlns:a="http://schemas.openxmlformats.org/drawingml/2006/main" noGrp="1"/>
          </p:cNvSpPr>
          <p:nvPr/>
        </p:nvSpPr>
        <p:spPr>
          <a:xfrm xmlns:a="http://schemas.openxmlformats.org/drawingml/2006/main">
            <a:off x="12590240" y="6023991"/>
            <a:ext cx="143589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7" name="dp44-comparison / n366 / text 1">
            <a:extLst xmlns:a="http://schemas.openxmlformats.org/drawingml/2006/main">
              <a:ext uri="{FF2B5EF4-FFF2-40B4-BE49-F238E27FC236}">
                <a16:creationId xmlns:a16="http://schemas.microsoft.com/office/drawing/2014/main" id="{0A4E0618-CDA5-4174-B393-B11AFD6B15CE}"/>
              </a:ext>
            </a:extLst>
          </p:cNvPr>
          <p:cNvSpPr>
            <a:spLocks xmlns:a="http://schemas.openxmlformats.org/drawingml/2006/main" noGrp="1"/>
          </p:cNvSpPr>
          <p:nvPr/>
        </p:nvSpPr>
        <p:spPr>
          <a:xfrm xmlns:a="http://schemas.openxmlformats.org/drawingml/2006/main">
            <a:off x="12603004" y="6030373"/>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조건 충족 / 대기 / 폐기</a:t>
            </a:r>
          </a:p>
        </p:txBody>
      </p:sp>
      <p:sp>
        <p:nvSpPr>
          <p:cNvPr id="478" name="dp44-comparison / n367">
            <a:extLst xmlns:a="http://schemas.openxmlformats.org/drawingml/2006/main">
              <a:ext uri="{FF2B5EF4-FFF2-40B4-BE49-F238E27FC236}">
                <a16:creationId xmlns:a16="http://schemas.microsoft.com/office/drawing/2014/main" id="{A1F1985C-6277-4A70-8655-EDC09E05F234}"/>
              </a:ext>
            </a:extLst>
          </p:cNvPr>
          <p:cNvSpPr>
            <a:spLocks xmlns:a="http://schemas.openxmlformats.org/drawingml/2006/main" noGrp="1"/>
          </p:cNvSpPr>
          <p:nvPr/>
        </p:nvSpPr>
        <p:spPr>
          <a:xfrm xmlns:a="http://schemas.openxmlformats.org/drawingml/2006/main">
            <a:off x="14549438" y="4454081"/>
            <a:ext cx="170060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9" name="dp44-comparison / n368 / text 1">
            <a:extLst xmlns:a="http://schemas.openxmlformats.org/drawingml/2006/main">
              <a:ext uri="{FF2B5EF4-FFF2-40B4-BE49-F238E27FC236}">
                <a16:creationId xmlns:a16="http://schemas.microsoft.com/office/drawing/2014/main" id="{CB39D699-C3CE-4B70-9C04-982B5F67290F}"/>
              </a:ext>
            </a:extLst>
          </p:cNvPr>
          <p:cNvSpPr>
            <a:spLocks xmlns:a="http://schemas.openxmlformats.org/drawingml/2006/main" noGrp="1"/>
          </p:cNvSpPr>
          <p:nvPr/>
        </p:nvSpPr>
        <p:spPr>
          <a:xfrm xmlns:a="http://schemas.openxmlformats.org/drawingml/2006/main">
            <a:off x="14562201" y="4460462"/>
            <a:ext cx="248888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credit / cancel: 처리량 조절</a:t>
            </a:r>
          </a:p>
        </p:txBody>
      </p:sp>
    </p:spTree>
    <p:extLst>
      <p:ext uri="{BB962C8B-B14F-4D97-AF65-F5344CB8AC3E}">
        <p14:creationId xmlns:p14="http://schemas.microsoft.com/office/powerpoint/2010/main" val="4288606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5-background / n1">
            <a:extLst xmlns:a="http://schemas.openxmlformats.org/drawingml/2006/main">
              <a:ext uri="{FF2B5EF4-FFF2-40B4-BE49-F238E27FC236}">
                <a16:creationId xmlns:a16="http://schemas.microsoft.com/office/drawing/2014/main" id="{7A772645-6BFE-484A-9FCA-FE99186AC49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background / n2 / text 1">
            <a:extLst xmlns:a="http://schemas.openxmlformats.org/drawingml/2006/main">
              <a:ext uri="{FF2B5EF4-FFF2-40B4-BE49-F238E27FC236}">
                <a16:creationId xmlns:a16="http://schemas.microsoft.com/office/drawing/2014/main" id="{FE67F6E9-2622-40E6-A51C-4FF194408EB6}"/>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5-background / n3 / text 1">
            <a:extLst xmlns:a="http://schemas.openxmlformats.org/drawingml/2006/main">
              <a:ext uri="{FF2B5EF4-FFF2-40B4-BE49-F238E27FC236}">
                <a16:creationId xmlns:a16="http://schemas.microsoft.com/office/drawing/2014/main" id="{703445BB-570F-462B-BC62-D0D55A078729}"/>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04-45</a:t>
            </a:r>
          </a:p>
        </p:txBody>
      </p:sp>
      <p:sp>
        <p:nvSpPr>
          <p:cNvPr id="4" name="dp45-background / n4 / text 1">
            <a:extLst xmlns:a="http://schemas.openxmlformats.org/drawingml/2006/main">
              <a:ext uri="{FF2B5EF4-FFF2-40B4-BE49-F238E27FC236}">
                <a16:creationId xmlns:a16="http://schemas.microsoft.com/office/drawing/2014/main" id="{C03AC5E3-C196-4FB0-ADDF-3869546EABF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04-45. 기능 정확성을 위한 VIA 기억과 Context 제공 설계</a:t>
            </a:r>
          </a:p>
        </p:txBody>
      </p:sp>
      <p:sp>
        <p:nvSpPr>
          <p:cNvPr id="5" name="dp45-background / n5 / path">
            <a:extLst xmlns:a="http://schemas.openxmlformats.org/drawingml/2006/main">
              <a:ext uri="{FF2B5EF4-FFF2-40B4-BE49-F238E27FC236}">
                <a16:creationId xmlns:a16="http://schemas.microsoft.com/office/drawing/2014/main" id="{1EB6DE68-C3C8-498A-B235-559246EB532C}"/>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5-background / n6">
            <a:extLst xmlns:a="http://schemas.openxmlformats.org/drawingml/2006/main">
              <a:ext uri="{FF2B5EF4-FFF2-40B4-BE49-F238E27FC236}">
                <a16:creationId xmlns:a16="http://schemas.microsoft.com/office/drawing/2014/main" id="{6C10F472-5381-4CFA-B377-4051D70B5BD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5-background / n7 / text 1">
            <a:extLst xmlns:a="http://schemas.openxmlformats.org/drawingml/2006/main">
              <a:ext uri="{FF2B5EF4-FFF2-40B4-BE49-F238E27FC236}">
                <a16:creationId xmlns:a16="http://schemas.microsoft.com/office/drawing/2014/main" id="{7B474045-A716-4E06-B4E6-3449B515392E}"/>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여러 활동의 과거 근거 누락과 실제 전달 내용의 오연결 위험</a:t>
            </a:r>
          </a:p>
        </p:txBody>
      </p:sp>
      <p:sp>
        <p:nvSpPr>
          <p:cNvPr id="8" name="dp45-background / n8 / path">
            <a:extLst xmlns:a="http://schemas.openxmlformats.org/drawingml/2006/main">
              <a:ext uri="{FF2B5EF4-FFF2-40B4-BE49-F238E27FC236}">
                <a16:creationId xmlns:a16="http://schemas.microsoft.com/office/drawing/2014/main" id="{EEDBD477-4898-4F52-8596-2738A17AD23F}"/>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5-background / n9 / text 1">
            <a:extLst xmlns:a="http://schemas.openxmlformats.org/drawingml/2006/main">
              <a:ext uri="{FF2B5EF4-FFF2-40B4-BE49-F238E27FC236}">
                <a16:creationId xmlns:a16="http://schemas.microsoft.com/office/drawing/2014/main" id="{49BC1BB1-C311-4DBE-A6C3-2C8461DA21A0}"/>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5-background / n10 / path">
            <a:extLst xmlns:a="http://schemas.openxmlformats.org/drawingml/2006/main">
              <a:ext uri="{FF2B5EF4-FFF2-40B4-BE49-F238E27FC236}">
                <a16:creationId xmlns:a16="http://schemas.microsoft.com/office/drawing/2014/main" id="{BD70A6D5-19E3-447B-A95A-705E082E0523}"/>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5-background / n11 / text 1">
            <a:extLst xmlns:a="http://schemas.openxmlformats.org/drawingml/2006/main">
              <a:ext uri="{FF2B5EF4-FFF2-40B4-BE49-F238E27FC236}">
                <a16:creationId xmlns:a16="http://schemas.microsoft.com/office/drawing/2014/main" id="{83733F0E-D48E-4A89-AACA-EAA61C8DA33C}"/>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5-background / n12 / text 1">
            <a:extLst xmlns:a="http://schemas.openxmlformats.org/drawingml/2006/main">
              <a:ext uri="{FF2B5EF4-FFF2-40B4-BE49-F238E27FC236}">
                <a16:creationId xmlns:a16="http://schemas.microsoft.com/office/drawing/2014/main" id="{291507DE-3544-466A-A7C3-34B732815B95}"/>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과거 근거를 연결하는 Context의 생산, 조회와 갱신 책임 설계</a:t>
            </a:r>
          </a:p>
        </p:txBody>
      </p:sp>
      <p:sp>
        <p:nvSpPr>
          <p:cNvPr id="13" name="dp45-background / n13 / text 1">
            <a:extLst xmlns:a="http://schemas.openxmlformats.org/drawingml/2006/main">
              <a:ext uri="{FF2B5EF4-FFF2-40B4-BE49-F238E27FC236}">
                <a16:creationId xmlns:a16="http://schemas.microsoft.com/office/drawing/2014/main" id="{180B0AE8-A394-46E2-8937-3C3A29F988FC}"/>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VIA는 허용 근거를 연결 / 업무 판단과 제안서 작성은 Downstream Agent</a:t>
            </a:r>
          </a:p>
        </p:txBody>
      </p:sp>
      <p:sp>
        <p:nvSpPr>
          <p:cNvPr id="14" name="dp45-background / n14 / text 1">
            <a:extLst xmlns:a="http://schemas.openxmlformats.org/drawingml/2006/main">
              <a:ext uri="{FF2B5EF4-FFF2-40B4-BE49-F238E27FC236}">
                <a16:creationId xmlns:a16="http://schemas.microsoft.com/office/drawing/2014/main" id="{9AE7E139-5AA9-4A8C-963D-A51C1E61F04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반응성 / 자원 활용성</a:t>
            </a:r>
          </a:p>
        </p:txBody>
      </p:sp>
      <p:sp>
        <p:nvSpPr>
          <p:cNvPr id="15" name="dp45-background / n15 / text 1">
            <a:extLst xmlns:a="http://schemas.openxmlformats.org/drawingml/2006/main">
              <a:ext uri="{FF2B5EF4-FFF2-40B4-BE49-F238E27FC236}">
                <a16:creationId xmlns:a16="http://schemas.microsoft.com/office/drawing/2014/main" id="{686AC35B-01F1-4AE2-B349-D44C2BBFC0A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5-background / n16 / text 1">
            <a:extLst xmlns:a="http://schemas.openxmlformats.org/drawingml/2006/main">
              <a:ext uri="{FF2B5EF4-FFF2-40B4-BE49-F238E27FC236}">
                <a16:creationId xmlns:a16="http://schemas.microsoft.com/office/drawing/2014/main" id="{F004D699-0A42-4707-AD86-36D8E71A699C}"/>
              </a:ext>
            </a:extLst>
          </p:cNvPr>
          <p:cNvSpPr>
            <a:spLocks xmlns:a="http://schemas.openxmlformats.org/drawingml/2006/main" noGrp="1"/>
          </p:cNvSpPr>
          <p:nvPr/>
        </p:nvSpPr>
        <p:spPr>
          <a:xfrm xmlns:a="http://schemas.openxmlformats.org/drawingml/2006/main">
            <a:off x="609600" y="25050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과거 활동의 시간 흐름 / VIA가 받은 기록과 허용된 참조</a:t>
            </a:r>
          </a:p>
        </p:txBody>
      </p:sp>
      <p:sp>
        <p:nvSpPr>
          <p:cNvPr id="17" name="dp45-background / n17">
            <a:extLst xmlns:a="http://schemas.openxmlformats.org/drawingml/2006/main">
              <a:ext uri="{FF2B5EF4-FFF2-40B4-BE49-F238E27FC236}">
                <a16:creationId xmlns:a16="http://schemas.microsoft.com/office/drawing/2014/main" id="{40018322-1B73-4056-BEF2-DBC3C050643F}"/>
              </a:ext>
            </a:extLst>
          </p:cNvPr>
          <p:cNvSpPr>
            <a:spLocks xmlns:a="http://schemas.openxmlformats.org/drawingml/2006/main" noGrp="1"/>
          </p:cNvSpPr>
          <p:nvPr/>
        </p:nvSpPr>
        <p:spPr>
          <a:xfrm xmlns:a="http://schemas.openxmlformats.org/drawingml/2006/main">
            <a:off x="609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18" name="dp45-background / n17 / fold">
            <a:extLst xmlns:a="http://schemas.openxmlformats.org/drawingml/2006/main">
              <a:ext uri="{FF2B5EF4-FFF2-40B4-BE49-F238E27FC236}">
                <a16:creationId xmlns:a16="http://schemas.microsoft.com/office/drawing/2014/main" id="{534AAE77-B601-466C-AACE-49363C32E56D}"/>
              </a:ext>
            </a:extLst>
          </p:cNvPr>
          <p:cNvSpPr>
            <a:spLocks xmlns:a="http://schemas.openxmlformats.org/drawingml/2006/main" noGrp="1"/>
          </p:cNvSpPr>
          <p:nvPr/>
        </p:nvSpPr>
        <p:spPr>
          <a:xfrm xmlns:a="http://schemas.openxmlformats.org/drawingml/2006/main">
            <a:off x="3771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19" name="dp45-background / n18">
            <a:extLst xmlns:a="http://schemas.openxmlformats.org/drawingml/2006/main">
              <a:ext uri="{FF2B5EF4-FFF2-40B4-BE49-F238E27FC236}">
                <a16:creationId xmlns:a16="http://schemas.microsoft.com/office/drawing/2014/main" id="{2715C1C8-18C3-43DC-AC06-2FB5AD5B003E}"/>
              </a:ext>
            </a:extLst>
          </p:cNvPr>
          <p:cNvSpPr>
            <a:spLocks xmlns:a="http://schemas.openxmlformats.org/drawingml/2006/main" noGrp="1"/>
          </p:cNvSpPr>
          <p:nvPr/>
        </p:nvSpPr>
        <p:spPr>
          <a:xfrm xmlns:a="http://schemas.openxmlformats.org/drawingml/2006/main">
            <a:off x="42291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0" name="dp45-background / n18 / fold">
            <a:extLst xmlns:a="http://schemas.openxmlformats.org/drawingml/2006/main">
              <a:ext uri="{FF2B5EF4-FFF2-40B4-BE49-F238E27FC236}">
                <a16:creationId xmlns:a16="http://schemas.microsoft.com/office/drawing/2014/main" id="{B7CA18B6-9C63-4CD7-91C3-10A31062A762}"/>
              </a:ext>
            </a:extLst>
          </p:cNvPr>
          <p:cNvSpPr>
            <a:spLocks xmlns:a="http://schemas.openxmlformats.org/drawingml/2006/main" noGrp="1"/>
          </p:cNvSpPr>
          <p:nvPr/>
        </p:nvSpPr>
        <p:spPr>
          <a:xfrm xmlns:a="http://schemas.openxmlformats.org/drawingml/2006/main">
            <a:off x="73914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1" name="dp45-background / n19">
            <a:extLst xmlns:a="http://schemas.openxmlformats.org/drawingml/2006/main">
              <a:ext uri="{FF2B5EF4-FFF2-40B4-BE49-F238E27FC236}">
                <a16:creationId xmlns:a16="http://schemas.microsoft.com/office/drawing/2014/main" id="{6BB19DFC-AEB3-42E4-AB19-23C0B4A33AA3}"/>
              </a:ext>
            </a:extLst>
          </p:cNvPr>
          <p:cNvSpPr>
            <a:spLocks xmlns:a="http://schemas.openxmlformats.org/drawingml/2006/main" noGrp="1"/>
          </p:cNvSpPr>
          <p:nvPr/>
        </p:nvSpPr>
        <p:spPr>
          <a:xfrm xmlns:a="http://schemas.openxmlformats.org/drawingml/2006/main">
            <a:off x="7848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2" name="dp45-background / n19 / fold">
            <a:extLst xmlns:a="http://schemas.openxmlformats.org/drawingml/2006/main">
              <a:ext uri="{FF2B5EF4-FFF2-40B4-BE49-F238E27FC236}">
                <a16:creationId xmlns:a16="http://schemas.microsoft.com/office/drawing/2014/main" id="{83C90A47-DDD7-455A-B4F8-BFA7E56476E8}"/>
              </a:ext>
            </a:extLst>
          </p:cNvPr>
          <p:cNvSpPr>
            <a:spLocks xmlns:a="http://schemas.openxmlformats.org/drawingml/2006/main" noGrp="1"/>
          </p:cNvSpPr>
          <p:nvPr/>
        </p:nvSpPr>
        <p:spPr>
          <a:xfrm xmlns:a="http://schemas.openxmlformats.org/drawingml/2006/main">
            <a:off x="11010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3" name="dp45-background / n20 / text 1">
            <a:extLst xmlns:a="http://schemas.openxmlformats.org/drawingml/2006/main">
              <a:ext uri="{FF2B5EF4-FFF2-40B4-BE49-F238E27FC236}">
                <a16:creationId xmlns:a16="http://schemas.microsoft.com/office/drawing/2014/main" id="{61CED0F1-6C2E-43AB-ACC6-49DF312139E5}"/>
              </a:ext>
            </a:extLst>
          </p:cNvPr>
          <p:cNvSpPr>
            <a:spLocks xmlns:a="http://schemas.openxmlformats.org/drawingml/2006/main" noGrp="1"/>
          </p:cNvSpPr>
          <p:nvPr/>
        </p:nvSpPr>
        <p:spPr>
          <a:xfrm xmlns:a="http://schemas.openxmlformats.org/drawingml/2006/main">
            <a:off x="800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앞선 대화 C20</a:t>
            </a:r>
          </a:p>
        </p:txBody>
      </p:sp>
      <p:sp>
        <p:nvSpPr>
          <p:cNvPr id="24" name="dp45-background / n21 / text 1">
            <a:extLst xmlns:a="http://schemas.openxmlformats.org/drawingml/2006/main">
              <a:ext uri="{FF2B5EF4-FFF2-40B4-BE49-F238E27FC236}">
                <a16:creationId xmlns:a16="http://schemas.microsoft.com/office/drawing/2014/main" id="{3989A51A-2AC6-4035-AD7D-5999849B34C4}"/>
              </a:ext>
            </a:extLst>
          </p:cNvPr>
          <p:cNvSpPr>
            <a:spLocks xmlns:a="http://schemas.openxmlformats.org/drawingml/2006/main" noGrp="1"/>
          </p:cNvSpPr>
          <p:nvPr/>
        </p:nvSpPr>
        <p:spPr>
          <a:xfrm xmlns:a="http://schemas.openxmlformats.org/drawingml/2006/main">
            <a:off x="800100" y="38290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VIA의 직접 설명 E20</a:t>
            </a:r>
          </a:p>
        </p:txBody>
      </p:sp>
      <p:sp>
        <p:nvSpPr>
          <p:cNvPr id="25" name="dp45-background / n21 / text 2">
            <a:extLst xmlns:a="http://schemas.openxmlformats.org/drawingml/2006/main">
              <a:ext uri="{FF2B5EF4-FFF2-40B4-BE49-F238E27FC236}">
                <a16:creationId xmlns:a16="http://schemas.microsoft.com/office/drawing/2014/main" id="{D6EA698A-B565-4344-B9B1-A7E5B9760FAE}"/>
              </a:ext>
            </a:extLst>
          </p:cNvPr>
          <p:cNvSpPr>
            <a:spLocks xmlns:a="http://schemas.openxmlformats.org/drawingml/2006/main" noGrp="1"/>
          </p:cNvSpPr>
          <p:nvPr/>
        </p:nvSpPr>
        <p:spPr>
          <a:xfrm xmlns:a="http://schemas.openxmlformats.org/drawingml/2006/main">
            <a:off x="800100" y="4181475"/>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평가 기준</a:t>
            </a:r>
          </a:p>
        </p:txBody>
      </p:sp>
      <p:sp>
        <p:nvSpPr>
          <p:cNvPr id="26" name="dp45-background / n22 / text 1">
            <a:extLst xmlns:a="http://schemas.openxmlformats.org/drawingml/2006/main">
              <a:ext uri="{FF2B5EF4-FFF2-40B4-BE49-F238E27FC236}">
                <a16:creationId xmlns:a16="http://schemas.microsoft.com/office/drawing/2014/main" id="{4A21350E-AF9E-4AF6-B3EA-B445DC5AE15B}"/>
              </a:ext>
            </a:extLst>
          </p:cNvPr>
          <p:cNvSpPr>
            <a:spLocks xmlns:a="http://schemas.openxmlformats.org/drawingml/2006/main" noGrp="1"/>
          </p:cNvSpPr>
          <p:nvPr/>
        </p:nvSpPr>
        <p:spPr>
          <a:xfrm xmlns:a="http://schemas.openxmlformats.org/drawingml/2006/main">
            <a:off x="800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실제 전달 P20의</a:t>
            </a:r>
          </a:p>
        </p:txBody>
      </p:sp>
      <p:sp>
        <p:nvSpPr>
          <p:cNvPr id="27" name="dp45-background / n22 / text 2">
            <a:extLst xmlns:a="http://schemas.openxmlformats.org/drawingml/2006/main">
              <a:ext uri="{FF2B5EF4-FFF2-40B4-BE49-F238E27FC236}">
                <a16:creationId xmlns:a16="http://schemas.microsoft.com/office/drawing/2014/main" id="{F2D52654-6F67-4129-8ED9-F4E824519586}"/>
              </a:ext>
            </a:extLst>
          </p:cNvPr>
          <p:cNvSpPr>
            <a:spLocks xmlns:a="http://schemas.openxmlformats.org/drawingml/2006/main" noGrp="1"/>
          </p:cNvSpPr>
          <p:nvPr/>
        </p:nvSpPr>
        <p:spPr>
          <a:xfrm xmlns:a="http://schemas.openxmlformats.org/drawingml/2006/main">
            <a:off x="800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설명 내용과 범위</a:t>
            </a:r>
          </a:p>
        </p:txBody>
      </p:sp>
      <p:sp>
        <p:nvSpPr>
          <p:cNvPr id="28" name="dp45-background / n23 / text 1">
            <a:extLst xmlns:a="http://schemas.openxmlformats.org/drawingml/2006/main">
              <a:ext uri="{FF2B5EF4-FFF2-40B4-BE49-F238E27FC236}">
                <a16:creationId xmlns:a16="http://schemas.microsoft.com/office/drawing/2014/main" id="{360EE4B3-0EEC-414A-91D9-F36CADFBCBC6}"/>
              </a:ext>
            </a:extLst>
          </p:cNvPr>
          <p:cNvSpPr>
            <a:spLocks xmlns:a="http://schemas.openxmlformats.org/drawingml/2006/main" noGrp="1"/>
          </p:cNvSpPr>
          <p:nvPr/>
        </p:nvSpPr>
        <p:spPr>
          <a:xfrm xmlns:a="http://schemas.openxmlformats.org/drawingml/2006/main">
            <a:off x="800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생성과 실제 전달 구별</a:t>
            </a:r>
          </a:p>
        </p:txBody>
      </p:sp>
      <p:sp>
        <p:nvSpPr>
          <p:cNvPr id="29" name="dp45-background / n24 / text 1">
            <a:extLst xmlns:a="http://schemas.openxmlformats.org/drawingml/2006/main">
              <a:ext uri="{FF2B5EF4-FFF2-40B4-BE49-F238E27FC236}">
                <a16:creationId xmlns:a16="http://schemas.microsoft.com/office/drawing/2014/main" id="{4740CE16-7F4E-4976-9489-A8E6E45B1844}"/>
              </a:ext>
            </a:extLst>
          </p:cNvPr>
          <p:cNvSpPr>
            <a:spLocks xmlns:a="http://schemas.openxmlformats.org/drawingml/2006/main" noGrp="1"/>
          </p:cNvSpPr>
          <p:nvPr/>
        </p:nvSpPr>
        <p:spPr>
          <a:xfrm xmlns:a="http://schemas.openxmlformats.org/drawingml/2006/main">
            <a:off x="44196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제품 조사 T21</a:t>
            </a:r>
          </a:p>
        </p:txBody>
      </p:sp>
      <p:sp>
        <p:nvSpPr>
          <p:cNvPr id="30" name="dp45-background / n25 / text 1">
            <a:extLst xmlns:a="http://schemas.openxmlformats.org/drawingml/2006/main">
              <a:ext uri="{FF2B5EF4-FFF2-40B4-BE49-F238E27FC236}">
                <a16:creationId xmlns:a16="http://schemas.microsoft.com/office/drawing/2014/main" id="{24E5F3B5-1385-4465-B51D-B9D77FA1BF00}"/>
              </a:ext>
            </a:extLst>
          </p:cNvPr>
          <p:cNvSpPr>
            <a:spLocks xmlns:a="http://schemas.openxmlformats.org/drawingml/2006/main" noGrp="1"/>
          </p:cNvSpPr>
          <p:nvPr/>
        </p:nvSpPr>
        <p:spPr>
          <a:xfrm xmlns:a="http://schemas.openxmlformats.org/drawingml/2006/main">
            <a:off x="44196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한 Downstream Agent</a:t>
            </a:r>
          </a:p>
        </p:txBody>
      </p:sp>
      <p:sp>
        <p:nvSpPr>
          <p:cNvPr id="31" name="dp45-background / n25 / text 2">
            <a:extLst xmlns:a="http://schemas.openxmlformats.org/drawingml/2006/main">
              <a:ext uri="{FF2B5EF4-FFF2-40B4-BE49-F238E27FC236}">
                <a16:creationId xmlns:a16="http://schemas.microsoft.com/office/drawing/2014/main" id="{89A65DF9-CBE5-4C9D-ABE2-F6531B12BB81}"/>
              </a:ext>
            </a:extLst>
          </p:cNvPr>
          <p:cNvSpPr>
            <a:spLocks xmlns:a="http://schemas.openxmlformats.org/drawingml/2006/main" noGrp="1"/>
          </p:cNvSpPr>
          <p:nvPr/>
        </p:nvSpPr>
        <p:spPr>
          <a:xfrm xmlns:a="http://schemas.openxmlformats.org/drawingml/2006/main">
            <a:off x="44196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수행</a:t>
            </a:r>
          </a:p>
        </p:txBody>
      </p:sp>
      <p:sp>
        <p:nvSpPr>
          <p:cNvPr id="32" name="dp45-background / n26 / text 1">
            <a:extLst xmlns:a="http://schemas.openxmlformats.org/drawingml/2006/main">
              <a:ext uri="{FF2B5EF4-FFF2-40B4-BE49-F238E27FC236}">
                <a16:creationId xmlns:a16="http://schemas.microsoft.com/office/drawing/2014/main" id="{53A1D9D8-C13B-4CD6-B9D5-F64A55C777FC}"/>
              </a:ext>
            </a:extLst>
          </p:cNvPr>
          <p:cNvSpPr>
            <a:spLocks xmlns:a="http://schemas.openxmlformats.org/drawingml/2006/main" noGrp="1"/>
          </p:cNvSpPr>
          <p:nvPr/>
        </p:nvSpPr>
        <p:spPr>
          <a:xfrm xmlns:a="http://schemas.openxmlformats.org/drawingml/2006/main">
            <a:off x="44196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3" name="dp45-background / n26 / text 2">
            <a:extLst xmlns:a="http://schemas.openxmlformats.org/drawingml/2006/main">
              <a:ext uri="{FF2B5EF4-FFF2-40B4-BE49-F238E27FC236}">
                <a16:creationId xmlns:a16="http://schemas.microsoft.com/office/drawing/2014/main" id="{83F79A77-D2DC-41F2-BA3E-968A9ABDF749}"/>
              </a:ext>
            </a:extLst>
          </p:cNvPr>
          <p:cNvSpPr>
            <a:spLocks xmlns:a="http://schemas.openxmlformats.org/drawingml/2006/main" noGrp="1"/>
          </p:cNvSpPr>
          <p:nvPr/>
        </p:nvSpPr>
        <p:spPr>
          <a:xfrm xmlns:a="http://schemas.openxmlformats.org/drawingml/2006/main">
            <a:off x="44196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D21@v2</a:t>
            </a:r>
          </a:p>
        </p:txBody>
      </p:sp>
      <p:sp>
        <p:nvSpPr>
          <p:cNvPr id="34" name="dp45-background / n27 / text 1">
            <a:extLst xmlns:a="http://schemas.openxmlformats.org/drawingml/2006/main">
              <a:ext uri="{FF2B5EF4-FFF2-40B4-BE49-F238E27FC236}">
                <a16:creationId xmlns:a16="http://schemas.microsoft.com/office/drawing/2014/main" id="{028DA93E-9251-42ED-9987-805627BBDD15}"/>
              </a:ext>
            </a:extLst>
          </p:cNvPr>
          <p:cNvSpPr>
            <a:spLocks xmlns:a="http://schemas.openxmlformats.org/drawingml/2006/main" noGrp="1"/>
          </p:cNvSpPr>
          <p:nvPr/>
        </p:nvSpPr>
        <p:spPr>
          <a:xfrm xmlns:a="http://schemas.openxmlformats.org/drawingml/2006/main">
            <a:off x="44196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C21 대화에 연결</a:t>
            </a:r>
          </a:p>
        </p:txBody>
      </p:sp>
      <p:sp>
        <p:nvSpPr>
          <p:cNvPr id="35" name="dp45-background / n28 / text 1">
            <a:extLst xmlns:a="http://schemas.openxmlformats.org/drawingml/2006/main">
              <a:ext uri="{FF2B5EF4-FFF2-40B4-BE49-F238E27FC236}">
                <a16:creationId xmlns:a16="http://schemas.microsoft.com/office/drawing/2014/main" id="{E9E1AC5E-B80C-456B-A08C-89E497D02492}"/>
              </a:ext>
            </a:extLst>
          </p:cNvPr>
          <p:cNvSpPr>
            <a:spLocks xmlns:a="http://schemas.openxmlformats.org/drawingml/2006/main" noGrp="1"/>
          </p:cNvSpPr>
          <p:nvPr/>
        </p:nvSpPr>
        <p:spPr>
          <a:xfrm xmlns:a="http://schemas.openxmlformats.org/drawingml/2006/main">
            <a:off x="8039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견적 업무 T22</a:t>
            </a:r>
          </a:p>
        </p:txBody>
      </p:sp>
      <p:sp>
        <p:nvSpPr>
          <p:cNvPr id="36" name="dp45-background / n29 / text 1">
            <a:extLst xmlns:a="http://schemas.openxmlformats.org/drawingml/2006/main">
              <a:ext uri="{FF2B5EF4-FFF2-40B4-BE49-F238E27FC236}">
                <a16:creationId xmlns:a16="http://schemas.microsoft.com/office/drawing/2014/main" id="{CFC51EB2-4E9D-4236-8C2D-EBDB295D6F76}"/>
              </a:ext>
            </a:extLst>
          </p:cNvPr>
          <p:cNvSpPr>
            <a:spLocks xmlns:a="http://schemas.openxmlformats.org/drawingml/2006/main" noGrp="1"/>
          </p:cNvSpPr>
          <p:nvPr/>
        </p:nvSpPr>
        <p:spPr>
          <a:xfrm xmlns:a="http://schemas.openxmlformats.org/drawingml/2006/main">
            <a:off x="80391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다른 Downstream Agent</a:t>
            </a:r>
          </a:p>
        </p:txBody>
      </p:sp>
      <p:sp>
        <p:nvSpPr>
          <p:cNvPr id="37" name="dp45-background / n29 / text 2">
            <a:extLst xmlns:a="http://schemas.openxmlformats.org/drawingml/2006/main">
              <a:ext uri="{FF2B5EF4-FFF2-40B4-BE49-F238E27FC236}">
                <a16:creationId xmlns:a16="http://schemas.microsoft.com/office/drawing/2014/main" id="{ED33CDC7-7AE0-4C8B-854C-8BF314DC1BA0}"/>
              </a:ext>
            </a:extLst>
          </p:cNvPr>
          <p:cNvSpPr>
            <a:spLocks xmlns:a="http://schemas.openxmlformats.org/drawingml/2006/main" noGrp="1"/>
          </p:cNvSpPr>
          <p:nvPr/>
        </p:nvSpPr>
        <p:spPr>
          <a:xfrm xmlns:a="http://schemas.openxmlformats.org/drawingml/2006/main">
            <a:off x="80391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견적 업무 수행</a:t>
            </a:r>
          </a:p>
        </p:txBody>
      </p:sp>
      <p:sp>
        <p:nvSpPr>
          <p:cNvPr id="38" name="dp45-background / n30 / text 1">
            <a:extLst xmlns:a="http://schemas.openxmlformats.org/drawingml/2006/main">
              <a:ext uri="{FF2B5EF4-FFF2-40B4-BE49-F238E27FC236}">
                <a16:creationId xmlns:a16="http://schemas.microsoft.com/office/drawing/2014/main" id="{F75C4CC2-0C94-4416-BFCC-5DFB674C8989}"/>
              </a:ext>
            </a:extLst>
          </p:cNvPr>
          <p:cNvSpPr>
            <a:spLocks xmlns:a="http://schemas.openxmlformats.org/drawingml/2006/main" noGrp="1"/>
          </p:cNvSpPr>
          <p:nvPr/>
        </p:nvSpPr>
        <p:spPr>
          <a:xfrm xmlns:a="http://schemas.openxmlformats.org/drawingml/2006/main">
            <a:off x="8039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9" name="dp45-background / n30 / text 2">
            <a:extLst xmlns:a="http://schemas.openxmlformats.org/drawingml/2006/main">
              <a:ext uri="{FF2B5EF4-FFF2-40B4-BE49-F238E27FC236}">
                <a16:creationId xmlns:a16="http://schemas.microsoft.com/office/drawing/2014/main" id="{C373B61F-5275-47FD-B218-0A4458A223EC}"/>
              </a:ext>
            </a:extLst>
          </p:cNvPr>
          <p:cNvSpPr>
            <a:spLocks xmlns:a="http://schemas.openxmlformats.org/drawingml/2006/main" noGrp="1"/>
          </p:cNvSpPr>
          <p:nvPr/>
        </p:nvSpPr>
        <p:spPr>
          <a:xfrm xmlns:a="http://schemas.openxmlformats.org/drawingml/2006/main">
            <a:off x="8039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D22@v1</a:t>
            </a:r>
          </a:p>
        </p:txBody>
      </p:sp>
      <p:sp>
        <p:nvSpPr>
          <p:cNvPr id="40" name="dp45-background / n31 / text 1">
            <a:extLst xmlns:a="http://schemas.openxmlformats.org/drawingml/2006/main">
              <a:ext uri="{FF2B5EF4-FFF2-40B4-BE49-F238E27FC236}">
                <a16:creationId xmlns:a16="http://schemas.microsoft.com/office/drawing/2014/main" id="{95463C63-0F9F-4411-9CE5-C87EEC8F88B8}"/>
              </a:ext>
            </a:extLst>
          </p:cNvPr>
          <p:cNvSpPr>
            <a:spLocks xmlns:a="http://schemas.openxmlformats.org/drawingml/2006/main" noGrp="1"/>
          </p:cNvSpPr>
          <p:nvPr/>
        </p:nvSpPr>
        <p:spPr>
          <a:xfrm xmlns:a="http://schemas.openxmlformats.org/drawingml/2006/main">
            <a:off x="8039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C22 대화에 연결</a:t>
            </a:r>
          </a:p>
        </p:txBody>
      </p:sp>
      <p:sp>
        <p:nvSpPr>
          <p:cNvPr id="41" name="dp45-background / n32 / path">
            <a:extLst xmlns:a="http://schemas.openxmlformats.org/drawingml/2006/main">
              <a:ext uri="{FF2B5EF4-FFF2-40B4-BE49-F238E27FC236}">
                <a16:creationId xmlns:a16="http://schemas.microsoft.com/office/drawing/2014/main" id="{54A9F10F-151E-47DC-BA80-1FFF0639A9CC}"/>
              </a:ext>
            </a:extLst>
          </p:cNvPr>
          <p:cNvSpPr>
            <a:spLocks xmlns:a="http://schemas.openxmlformats.org/drawingml/2006/main" noGrp="1"/>
          </p:cNvSpPr>
          <p:nvPr/>
        </p:nvSpPr>
        <p:spPr>
          <a:xfrm xmlns:a="http://schemas.openxmlformats.org/drawingml/2006/main">
            <a:off x="39624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2" name="dp45-background / n32 / arrow">
            <a:extLst xmlns:a="http://schemas.openxmlformats.org/drawingml/2006/main">
              <a:ext uri="{FF2B5EF4-FFF2-40B4-BE49-F238E27FC236}">
                <a16:creationId xmlns:a16="http://schemas.microsoft.com/office/drawing/2014/main" id="{2C689E77-6242-4AAF-AF28-00AFB5107437}"/>
              </a:ext>
            </a:extLst>
          </p:cNvPr>
          <p:cNvSpPr>
            <a:spLocks xmlns:a="http://schemas.openxmlformats.org/drawingml/2006/main" noGrp="1"/>
          </p:cNvSpPr>
          <p:nvPr/>
        </p:nvSpPr>
        <p:spPr>
          <a:xfrm xmlns:a="http://schemas.openxmlformats.org/drawingml/2006/main">
            <a:off x="40881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3" name="dp45-background / n33 / path">
            <a:extLst xmlns:a="http://schemas.openxmlformats.org/drawingml/2006/main">
              <a:ext uri="{FF2B5EF4-FFF2-40B4-BE49-F238E27FC236}">
                <a16:creationId xmlns:a16="http://schemas.microsoft.com/office/drawing/2014/main" id="{554482BF-2332-416E-9817-761B704C258D}"/>
              </a:ext>
            </a:extLst>
          </p:cNvPr>
          <p:cNvSpPr>
            <a:spLocks xmlns:a="http://schemas.openxmlformats.org/drawingml/2006/main" noGrp="1"/>
          </p:cNvSpPr>
          <p:nvPr/>
        </p:nvSpPr>
        <p:spPr>
          <a:xfrm xmlns:a="http://schemas.openxmlformats.org/drawingml/2006/main">
            <a:off x="75819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4" name="dp45-background / n33 / arrow">
            <a:extLst xmlns:a="http://schemas.openxmlformats.org/drawingml/2006/main">
              <a:ext uri="{FF2B5EF4-FFF2-40B4-BE49-F238E27FC236}">
                <a16:creationId xmlns:a16="http://schemas.microsoft.com/office/drawing/2014/main" id="{31B16916-4212-429E-9E50-95A20E1C29AC}"/>
              </a:ext>
            </a:extLst>
          </p:cNvPr>
          <p:cNvSpPr>
            <a:spLocks xmlns:a="http://schemas.openxmlformats.org/drawingml/2006/main" noGrp="1"/>
          </p:cNvSpPr>
          <p:nvPr/>
        </p:nvSpPr>
        <p:spPr>
          <a:xfrm xmlns:a="http://schemas.openxmlformats.org/drawingml/2006/main">
            <a:off x="77076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5" name="dp45-background / n34 / path">
            <a:extLst xmlns:a="http://schemas.openxmlformats.org/drawingml/2006/main">
              <a:ext uri="{FF2B5EF4-FFF2-40B4-BE49-F238E27FC236}">
                <a16:creationId xmlns:a16="http://schemas.microsoft.com/office/drawing/2014/main" id="{F24F78B5-7895-4C11-89E7-F9C7CC084BF0}"/>
              </a:ext>
            </a:extLst>
          </p:cNvPr>
          <p:cNvSpPr>
            <a:spLocks xmlns:a="http://schemas.openxmlformats.org/drawingml/2006/main" noGrp="1"/>
          </p:cNvSpPr>
          <p:nvPr/>
        </p:nvSpPr>
        <p:spPr>
          <a:xfrm xmlns:a="http://schemas.openxmlformats.org/drawingml/2006/main">
            <a:off x="2276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6" name="dp45-background / n35 / path">
            <a:extLst xmlns:a="http://schemas.openxmlformats.org/drawingml/2006/main">
              <a:ext uri="{FF2B5EF4-FFF2-40B4-BE49-F238E27FC236}">
                <a16:creationId xmlns:a16="http://schemas.microsoft.com/office/drawing/2014/main" id="{52872266-91EC-43F3-BD46-E0E189E9B850}"/>
              </a:ext>
            </a:extLst>
          </p:cNvPr>
          <p:cNvSpPr>
            <a:spLocks xmlns:a="http://schemas.openxmlformats.org/drawingml/2006/main" noGrp="1"/>
          </p:cNvSpPr>
          <p:nvPr/>
        </p:nvSpPr>
        <p:spPr>
          <a:xfrm xmlns:a="http://schemas.openxmlformats.org/drawingml/2006/main">
            <a:off x="58959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7" name="dp45-background / n36 / path">
            <a:extLst xmlns:a="http://schemas.openxmlformats.org/drawingml/2006/main">
              <a:ext uri="{FF2B5EF4-FFF2-40B4-BE49-F238E27FC236}">
                <a16:creationId xmlns:a16="http://schemas.microsoft.com/office/drawing/2014/main" id="{DCB05BB5-4948-4171-BCC4-323B8330A62E}"/>
              </a:ext>
            </a:extLst>
          </p:cNvPr>
          <p:cNvSpPr>
            <a:spLocks xmlns:a="http://schemas.openxmlformats.org/drawingml/2006/main" noGrp="1"/>
          </p:cNvSpPr>
          <p:nvPr/>
        </p:nvSpPr>
        <p:spPr>
          <a:xfrm xmlns:a="http://schemas.openxmlformats.org/drawingml/2006/main">
            <a:off x="9515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8" name="dp45-background / n37 / path">
            <a:extLst xmlns:a="http://schemas.openxmlformats.org/drawingml/2006/main">
              <a:ext uri="{FF2B5EF4-FFF2-40B4-BE49-F238E27FC236}">
                <a16:creationId xmlns:a16="http://schemas.microsoft.com/office/drawing/2014/main" id="{97DB88DC-61AE-4DAB-898F-0B8BE81AA6ED}"/>
              </a:ext>
            </a:extLst>
          </p:cNvPr>
          <p:cNvSpPr>
            <a:spLocks xmlns:a="http://schemas.openxmlformats.org/drawingml/2006/main" noGrp="1"/>
          </p:cNvSpPr>
          <p:nvPr/>
        </p:nvSpPr>
        <p:spPr>
          <a:xfrm xmlns:a="http://schemas.openxmlformats.org/drawingml/2006/main">
            <a:off x="2276475" y="6143625"/>
            <a:ext cx="9077325" cy="1866900"/>
          </a:xfrm>
          <a:custGeom xmlns:a="http://schemas.openxmlformats.org/drawingml/2006/main">
            <a:pathLst>
              <a:path w="9077325" h="1866900">
                <a:moveTo>
                  <a:pt x="0" y="0"/>
                </a:moveTo>
                <a:lnTo>
                  <a:pt x="9077325" y="0"/>
                </a:lnTo>
                <a:lnTo>
                  <a:pt x="9077325" y="1866900"/>
                </a:lnTo>
                <a:lnTo>
                  <a:pt x="8905875" y="1866900"/>
                </a:lnTo>
              </a:path>
            </a:pathLst>
          </a:custGeom>
          <a:noFill xmlns:a="http://schemas.openxmlformats.org/drawingml/2006/main"/>
          <a:ln xmlns:a="http://schemas.openxmlformats.org/drawingml/2006/main" w="19050">
            <a:solidFill>
              <a:srgbClr val="087E8B"/>
            </a:solidFill>
            <a:prstDash val="dash"/>
          </a:ln>
        </p:spPr>
      </p:sp>
      <p:sp>
        <p:nvSpPr>
          <p:cNvPr id="49" name="dp45-background / n37 / arrow">
            <a:extLst xmlns:a="http://schemas.openxmlformats.org/drawingml/2006/main">
              <a:ext uri="{FF2B5EF4-FFF2-40B4-BE49-F238E27FC236}">
                <a16:creationId xmlns:a16="http://schemas.microsoft.com/office/drawing/2014/main" id="{73AFD600-4385-4372-B311-B9615CD77E86}"/>
              </a:ext>
            </a:extLst>
          </p:cNvPr>
          <p:cNvSpPr>
            <a:spLocks xmlns:a="http://schemas.openxmlformats.org/drawingml/2006/main" noGrp="1"/>
          </p:cNvSpPr>
          <p:nvPr/>
        </p:nvSpPr>
        <p:spPr>
          <a:xfrm xmlns:a="http://schemas.openxmlformats.org/drawingml/2006/main">
            <a:off x="11182350" y="7949565"/>
            <a:ext cx="121920" cy="121920"/>
          </a:xfrm>
          <a:custGeom xmlns:a="http://schemas.openxmlformats.org/drawingml/2006/main">
            <a:pathLst>
              <a:path w="121920" h="121920">
                <a:moveTo>
                  <a:pt x="121920" y="0"/>
                </a:moveTo>
                <a:lnTo>
                  <a:pt x="0" y="60960"/>
                </a:lnTo>
                <a:lnTo>
                  <a:pt x="121920" y="121920"/>
                </a:lnTo>
              </a:path>
            </a:pathLst>
          </a:custGeom>
          <a:noFill xmlns:a="http://schemas.openxmlformats.org/drawingml/2006/main"/>
          <a:ln xmlns:a="http://schemas.openxmlformats.org/drawingml/2006/main" w="24384">
            <a:solidFill>
              <a:srgbClr val="087E8B"/>
            </a:solidFill>
            <a:prstDash val="solid"/>
          </a:ln>
        </p:spPr>
      </p:sp>
      <p:sp>
        <p:nvSpPr>
          <p:cNvPr id="50" name="dp45-background / n38 / text 1">
            <a:extLst xmlns:a="http://schemas.openxmlformats.org/drawingml/2006/main">
              <a:ext uri="{FF2B5EF4-FFF2-40B4-BE49-F238E27FC236}">
                <a16:creationId xmlns:a16="http://schemas.microsoft.com/office/drawing/2014/main" id="{16C9A6EC-8BB0-478D-82C0-96E0114007AB}"/>
              </a:ext>
            </a:extLst>
          </p:cNvPr>
          <p:cNvSpPr>
            <a:spLocks xmlns:a="http://schemas.openxmlformats.org/drawingml/2006/main" noGrp="1"/>
          </p:cNvSpPr>
          <p:nvPr/>
        </p:nvSpPr>
        <p:spPr>
          <a:xfrm xmlns:a="http://schemas.openxmlformats.org/drawingml/2006/main">
            <a:off x="609600" y="630555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이번 C23 / R23: 여러 활동을 참조하는 새 제안서 요청</a:t>
            </a:r>
          </a:p>
        </p:txBody>
      </p:sp>
      <p:sp>
        <p:nvSpPr>
          <p:cNvPr id="51" name="dp45-background / n39">
            <a:extLst xmlns:a="http://schemas.openxmlformats.org/drawingml/2006/main">
              <a:ext uri="{FF2B5EF4-FFF2-40B4-BE49-F238E27FC236}">
                <a16:creationId xmlns:a16="http://schemas.microsoft.com/office/drawing/2014/main" id="{A1D793DE-12AE-4D4D-A7EB-35F75AB51B3C}"/>
              </a:ext>
            </a:extLst>
          </p:cNvPr>
          <p:cNvSpPr>
            <a:spLocks xmlns:a="http://schemas.openxmlformats.org/drawingml/2006/main" noGrp="1"/>
          </p:cNvSpPr>
          <p:nvPr/>
        </p:nvSpPr>
        <p:spPr>
          <a:xfrm xmlns:a="http://schemas.openxmlformats.org/drawingml/2006/main">
            <a:off x="609600" y="6686550"/>
            <a:ext cx="10572750" cy="981075"/>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52" name="dp45-background / n40 / text 1">
            <a:extLst xmlns:a="http://schemas.openxmlformats.org/drawingml/2006/main">
              <a:ext uri="{FF2B5EF4-FFF2-40B4-BE49-F238E27FC236}">
                <a16:creationId xmlns:a16="http://schemas.microsoft.com/office/drawing/2014/main" id="{0C81048F-4771-4D7A-952B-8ADD8B8A3B91}"/>
              </a:ext>
            </a:extLst>
          </p:cNvPr>
          <p:cNvSpPr>
            <a:spLocks xmlns:a="http://schemas.openxmlformats.org/drawingml/2006/main" noGrp="1"/>
          </p:cNvSpPr>
          <p:nvPr/>
        </p:nvSpPr>
        <p:spPr>
          <a:xfrm xmlns:a="http://schemas.openxmlformats.org/drawingml/2006/main">
            <a:off x="800100" y="6829425"/>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“지난번 네가 설명한 평가 기준에 맞춰, 앞서 조사한 제품 비교 결과와</a:t>
            </a:r>
          </a:p>
        </p:txBody>
      </p:sp>
      <p:sp>
        <p:nvSpPr>
          <p:cNvPr id="53" name="dp45-background / n40 / text 2">
            <a:extLst xmlns:a="http://schemas.openxmlformats.org/drawingml/2006/main">
              <a:ext uri="{FF2B5EF4-FFF2-40B4-BE49-F238E27FC236}">
                <a16:creationId xmlns:a16="http://schemas.microsoft.com/office/drawing/2014/main" id="{1AF641A5-C977-4102-889D-8BEA99286F36}"/>
              </a:ext>
            </a:extLst>
          </p:cNvPr>
          <p:cNvSpPr>
            <a:spLocks xmlns:a="http://schemas.openxmlformats.org/drawingml/2006/main" noGrp="1"/>
          </p:cNvSpPr>
          <p:nvPr/>
        </p:nvSpPr>
        <p:spPr>
          <a:xfrm xmlns:a="http://schemas.openxmlformats.org/drawingml/2006/main">
            <a:off x="800100" y="7181850"/>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받아둔 견적을 이번 제안서에 반영해줘.”</a:t>
            </a:r>
          </a:p>
        </p:txBody>
      </p:sp>
      <p:sp>
        <p:nvSpPr>
          <p:cNvPr id="54" name="dp45-background / n41">
            <a:extLst xmlns:a="http://schemas.openxmlformats.org/drawingml/2006/main">
              <a:ext uri="{FF2B5EF4-FFF2-40B4-BE49-F238E27FC236}">
                <a16:creationId xmlns:a16="http://schemas.microsoft.com/office/drawing/2014/main" id="{2EAD342C-8C78-49B5-91EB-71B21CFC6597}"/>
              </a:ext>
            </a:extLst>
          </p:cNvPr>
          <p:cNvSpPr>
            <a:spLocks xmlns:a="http://schemas.openxmlformats.org/drawingml/2006/main" noGrp="1"/>
          </p:cNvSpPr>
          <p:nvPr/>
        </p:nvSpPr>
        <p:spPr>
          <a:xfrm xmlns:a="http://schemas.openxmlformats.org/drawingml/2006/main">
            <a:off x="609600" y="7820025"/>
            <a:ext cx="10572750" cy="438150"/>
          </a:xfrm>
          <a:prstGeom xmlns:a="http://schemas.openxmlformats.org/drawingml/2006/main" prst="rect">
            <a:avLst/>
          </a:prstGeom>
          <a:solidFill xmlns:a="http://schemas.openxmlformats.org/drawingml/2006/main">
            <a:srgbClr val="F0F8F7"/>
          </a:solidFill>
          <a:ln xmlns:a="http://schemas.openxmlformats.org/drawingml/2006/main" w="0">
            <a:noFill/>
            <a:prstDash val="solid"/>
          </a:ln>
        </p:spPr>
      </p:sp>
      <p:sp>
        <p:nvSpPr>
          <p:cNvPr id="55" name="dp45-background / n42 / text 1">
            <a:extLst xmlns:a="http://schemas.openxmlformats.org/drawingml/2006/main">
              <a:ext uri="{FF2B5EF4-FFF2-40B4-BE49-F238E27FC236}">
                <a16:creationId xmlns:a16="http://schemas.microsoft.com/office/drawing/2014/main" id="{A237500E-5EA3-4838-A7D1-2419201DAAE0}"/>
              </a:ext>
            </a:extLst>
          </p:cNvPr>
          <p:cNvSpPr>
            <a:spLocks xmlns:a="http://schemas.openxmlformats.org/drawingml/2006/main" noGrp="1"/>
          </p:cNvSpPr>
          <p:nvPr/>
        </p:nvSpPr>
        <p:spPr>
          <a:xfrm xmlns:a="http://schemas.openxmlformats.org/drawingml/2006/main">
            <a:off x="800100" y="7915275"/>
            <a:ext cx="10191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VIA: P20 전달 범위와 D21/D22 발췌 또는 참조를 이번 Context에 연결</a:t>
            </a:r>
          </a:p>
        </p:txBody>
      </p:sp>
      <p:sp>
        <p:nvSpPr>
          <p:cNvPr id="56" name="dp45-background / n43 / text 1">
            <a:extLst xmlns:a="http://schemas.openxmlformats.org/drawingml/2006/main">
              <a:ext uri="{FF2B5EF4-FFF2-40B4-BE49-F238E27FC236}">
                <a16:creationId xmlns:a16="http://schemas.microsoft.com/office/drawing/2014/main" id="{727FF82E-7B86-480B-A685-EBE97CBBBF4C}"/>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여러 활동의 근거 연결</a:t>
            </a:r>
          </a:p>
        </p:txBody>
      </p:sp>
      <p:sp>
        <p:nvSpPr>
          <p:cNvPr id="57" name="dp45-background / n44 / text 1">
            <a:extLst xmlns:a="http://schemas.openxmlformats.org/drawingml/2006/main">
              <a:ext uri="{FF2B5EF4-FFF2-40B4-BE49-F238E27FC236}">
                <a16:creationId xmlns:a16="http://schemas.microsoft.com/office/drawing/2014/main" id="{9F09DC99-3BF4-4171-AFE0-A7075A8BD598}"/>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직접 설명과 두 업무 결과의 후보 및 버전 확인</a:t>
            </a:r>
          </a:p>
        </p:txBody>
      </p:sp>
      <p:sp>
        <p:nvSpPr>
          <p:cNvPr id="58" name="dp45-background / n45 / text 1">
            <a:extLst xmlns:a="http://schemas.openxmlformats.org/drawingml/2006/main">
              <a:ext uri="{FF2B5EF4-FFF2-40B4-BE49-F238E27FC236}">
                <a16:creationId xmlns:a16="http://schemas.microsoft.com/office/drawing/2014/main" id="{B62044D0-2A9A-4685-8535-2AFB3C3FAFAE}"/>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실제 전달과 자료 범위</a:t>
            </a:r>
          </a:p>
        </p:txBody>
      </p:sp>
      <p:sp>
        <p:nvSpPr>
          <p:cNvPr id="59" name="dp45-background / n46 / text 1">
            <a:extLst xmlns:a="http://schemas.openxmlformats.org/drawingml/2006/main">
              <a:ext uri="{FF2B5EF4-FFF2-40B4-BE49-F238E27FC236}">
                <a16:creationId xmlns:a16="http://schemas.microsoft.com/office/drawing/2014/main" id="{2BB015FE-7296-4EE5-8B1F-8C865B00463B}"/>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설명 원문과 실제 표시/재생 범위 구별</a:t>
            </a:r>
          </a:p>
        </p:txBody>
      </p:sp>
      <p:sp>
        <p:nvSpPr>
          <p:cNvPr id="60" name="dp45-background / n46 / text 2">
            <a:extLst xmlns:a="http://schemas.openxmlformats.org/drawingml/2006/main">
              <a:ext uri="{FF2B5EF4-FFF2-40B4-BE49-F238E27FC236}">
                <a16:creationId xmlns:a16="http://schemas.microsoft.com/office/drawing/2014/main" id="{91E7A74B-6F88-42ED-B4BA-D9E4D19F8F9B}"/>
              </a:ext>
            </a:extLst>
          </p:cNvPr>
          <p:cNvSpPr>
            <a:spLocks xmlns:a="http://schemas.openxmlformats.org/drawingml/2006/main" noGrp="1"/>
          </p:cNvSpPr>
          <p:nvPr/>
        </p:nvSpPr>
        <p:spPr>
          <a:xfrm xmlns:a="http://schemas.openxmlformats.org/drawingml/2006/main">
            <a:off x="12001500" y="5619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결과 본문과 허용된 참조 구별</a:t>
            </a:r>
          </a:p>
        </p:txBody>
      </p:sp>
      <p:sp>
        <p:nvSpPr>
          <p:cNvPr id="61" name="dp45-background / n47 / text 1">
            <a:extLst xmlns:a="http://schemas.openxmlformats.org/drawingml/2006/main">
              <a:ext uri="{FF2B5EF4-FFF2-40B4-BE49-F238E27FC236}">
                <a16:creationId xmlns:a16="http://schemas.microsoft.com/office/drawing/2014/main" id="{D4F5749C-0736-43ED-8A04-E828FFEC78CB}"/>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제공 방식과 비용</a:t>
            </a:r>
          </a:p>
        </p:txBody>
      </p:sp>
      <p:sp>
        <p:nvSpPr>
          <p:cNvPr id="62" name="dp45-background / n48 / text 1">
            <a:extLst xmlns:a="http://schemas.openxmlformats.org/drawingml/2006/main">
              <a:ext uri="{FF2B5EF4-FFF2-40B4-BE49-F238E27FC236}">
                <a16:creationId xmlns:a16="http://schemas.microsoft.com/office/drawing/2014/main" id="{2B195F3E-9FD3-4FA5-B4FA-6B44E10C81BE}"/>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단순 실행 맥락이나 index/cache로 충분한지</a:t>
            </a:r>
          </a:p>
        </p:txBody>
      </p:sp>
      <p:sp>
        <p:nvSpPr>
          <p:cNvPr id="63" name="dp45-background / n48 / text 2">
            <a:extLst xmlns:a="http://schemas.openxmlformats.org/drawingml/2006/main">
              <a:ext uri="{FF2B5EF4-FFF2-40B4-BE49-F238E27FC236}">
                <a16:creationId xmlns:a16="http://schemas.microsoft.com/office/drawing/2014/main" id="{CC1B92C0-6D7F-4FA0-B9CC-01BC6993FDC8}"/>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공통 파생 관계의 유지가 필요한지 검토</a:t>
            </a:r>
          </a:p>
        </p:txBody>
      </p:sp>
    </p:spTree>
    <p:extLst>
      <p:ext uri="{BB962C8B-B14F-4D97-AF65-F5344CB8AC3E}">
        <p14:creationId xmlns:p14="http://schemas.microsoft.com/office/powerpoint/2010/main" val="697274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1234F3AE-1315-4BF4-8068-6C220E60F34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DAF0686A-0419-44AB-B955-29C6ACE995CB}"/>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4589B18C-9453-4909-858C-858F21ADC714}"/>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6FFAC009-2188-491B-95ED-8D60B6BC6D8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BDA4BF2E-33A8-4617-8A75-FAE1E9DF33F8}"/>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15E980D3-C69D-4553-A79F-11B314E064B9}"/>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71B82403-876F-41DB-A482-28601DF3463B}"/>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37399942-F6A3-4D2C-840F-62494B494FF1}"/>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B80309B8-A85C-4365-BE8E-C68B7F4E7050}"/>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84871A9F-626B-4D7B-ABCE-4203EBF3A82F}"/>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F23F338D-29CA-4095-9974-DD193728989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68FF5201-6E77-4CE0-9FA1-F2B25053C36A}"/>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2DC90AC7-E529-4005-9E75-8D275AC19746}"/>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D9614892-2E31-4B28-A39D-C9A47A102F52}"/>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C760A609-9244-4B75-A916-09CBF4C75EC4}"/>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17B295D0-D16C-438C-8154-5A847062EED1}"/>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AC60C3E1-D009-4B09-B103-A3CD88EE2106}"/>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9F3917F3-9375-4322-9AD7-E5A7E92E6266}"/>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6A3FD8D8-48AA-4CC7-94FC-6A4FECCCA44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5450D387-194E-4B45-9F1E-0606426224C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26D145EE-DA91-45E5-A55F-CCEB2FC3C01E}"/>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435C47FA-EE3D-4C0E-BD37-50AF7B37C5B5}"/>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A8B15A92-07AA-409A-86BB-0B6C51292B01}"/>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EAC5B135-9CDE-445C-8CA3-6A37C5D49184}"/>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12225242-FC7A-438B-AE54-8979B94A7731}"/>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EC7003F7-BCEE-4F82-AE37-0FC1971B8FCA}"/>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C544BBE-15A6-4A3E-A114-2AA5815C43B6}"/>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92672E70-C418-41A3-8D2A-406C26AF1511}"/>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F6771870-1D8E-4AD1-B5E8-1EE80F67B9A9}"/>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AEBC683-B792-4F8D-9C90-910C4603F73B}"/>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E7CF21A-B28C-4C03-A038-724495C602C8}"/>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1979BF5D-6FA4-4140-A0DD-D7F205A431F1}"/>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D60337B-9AF3-4BE9-A52D-ED833F81DDF0}"/>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2BBFD3ED-2761-41A0-8191-1A7407DD069A}"/>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7CCA933C-DB03-47BC-880A-F71B686FEC14}"/>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A8996E5B-8FE2-4EA6-9C26-6AEAF7E1145F}"/>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14C68EDB-B2E0-416A-B542-90222B371081}"/>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D936B3E5-5122-49B7-8FFE-3D6BBE79DC64}"/>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F8E73D5F-ACB3-40EF-875F-C4EFC53E7034}"/>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8594997E-657C-4918-820D-52F155C2D11A}"/>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5178FD33-ABE3-41F7-B6A8-41DDBA865B39}"/>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6D841D71-68B3-42E7-9904-95971775F06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AF0669C-72CD-49FE-8695-85E42AB92164}"/>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59051E94-C9CC-4DA7-9100-B3E330339E96}"/>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0270F1B3-EDF0-4FD2-B7F9-3ADEE6F751AB}"/>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561BF827-7AC9-4E1C-BF63-046B926F7E59}"/>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0F464816-836C-4E6D-B71B-EA886AC753F7}"/>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8008C2D8-ED45-476A-BEBF-1DA4B51E00E4}"/>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CB67D471-2123-46AF-A8AC-48D0E45E38AA}"/>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7480B9DE-ED08-4C3B-B03F-10F583A4CB88}"/>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9EFA1FA6-2EA2-473E-B415-7244A549FCC7}"/>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08CDD13B-62C0-4A02-9113-4231B1CF3089}"/>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ED49F2FA-2C8E-4880-9D27-D2921AC945B9}"/>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85ECE955-A865-412A-A99D-160F03E035D8}"/>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B36560AB-948D-4CD5-9271-2DFBCA0AFA25}"/>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6E443A8C-1442-43BB-A15A-D14BF8210B61}"/>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19A07608-CA39-4E07-96DC-AD4FF2EF2FDF}"/>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79E42E14-7524-4330-9740-8A71F101C03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ABBBBEE1-B796-4C28-A7E9-5FDF37C4FF57}"/>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6C9F69F4-BC23-41EA-815A-1F1AB648450D}"/>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2E45603F-30DE-448C-B60F-B0E5BFE8457F}"/>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027B853B-0BB3-4319-A1E6-90A610AAB082}"/>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F7435605-E866-4A6E-A8F2-8890215CAF08}"/>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78381614-D94F-4554-8F09-BA07540D6A4F}"/>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F2A0B2AC-B868-496F-B9A8-CC9C7E339565}"/>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85FBBBA7-6763-4409-854F-191EC453951F}"/>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255B84A2-CBEB-4CB4-A3FA-11BFF8E2ACD1}"/>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3348C2E4-5CB9-446C-925D-5A5CE93AA70A}"/>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A2D84E23-A1FB-46D9-B535-6AC1A0FA0B70}"/>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7F0041CD-53E0-4E14-97F7-4BFDCF61E494}"/>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CD7DB5C5-EEEC-447E-9F4B-0B66A4435751}"/>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95C75D48-2BD9-40A3-A600-E8AD18CE9603}"/>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C51F700C-6CF7-4C10-8981-90B53DBBDDD7}"/>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8D16CD39-5EAC-4799-8D4D-13E2652213B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3F1E4464-F999-4643-AE96-0A094557A7FC}"/>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8B2A397C-BDD5-4362-9109-5E61E26173A0}"/>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F1C4E073-E613-4C15-9056-FBC19A74E8D3}"/>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53DCF274-FDCB-4E37-8AF9-D09B6DC6AD1A}"/>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86BD21AE-0347-402A-B80C-5FDC442696A1}"/>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32015FE7-EB50-436C-A6F8-A8DE7B8A1E1D}"/>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4A20D37F-FC96-4840-970C-B12E32E07ADB}"/>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38EC9151-030A-438A-934F-D0264249E42F}"/>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BADBF9B3-F409-4E5C-B31B-EBBD82EF2A1F}"/>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728B4478-6950-4546-979C-488906C2C321}"/>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9D08094A-51E9-4EA5-A0FC-9617BAF5A96B}"/>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0C8454EF-B201-4A75-A9BF-649D3F52C34C}"/>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7F4A3523-C8EE-482B-BE29-B68F3E65C9DA}"/>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F6CCB1D2-6838-4504-A92F-D84F11FD3177}"/>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40CEB053-5220-4D81-A6E7-DCDEFCD6AA0F}"/>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F2F81108-7776-46C1-98BD-7BA1CC06E389}"/>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0044D023-6B44-44A0-AD0D-155C0F11351E}"/>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67FEED5F-71B2-43D4-A00F-C1728C72A2AD}"/>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D06BDF96-D70A-404F-A545-9608D2F83F14}"/>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C792FABC-07D0-4D12-A34B-CF1AFE7E33F1}"/>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FE9DC326-B374-4054-AA28-2FC4E41E4450}"/>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61719F52-DDEE-48F6-AD95-15B901983E6A}"/>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A86D610C-8BCA-42E7-B415-4DAE455DCD0B}"/>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378685FA-03F3-4F07-BB8B-A1E952C9FA98}"/>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3DCC9897-FAA6-4DF9-9420-82D0F2526806}"/>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916D488-F06C-4E19-AFCE-722A076C361F}"/>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1913B723-724D-42A7-ABFA-0856DA26AA3E}"/>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F7E4A8CD-50D8-4FBC-95E6-7BDD6624B3FE}"/>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ED3F270F-8FA6-41BA-B358-3573F13F9A4F}"/>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EFB21E71-941A-49AF-B545-057EDECDCF67}"/>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4F3C299D-9B3C-49F1-9F1F-05EACD3723C6}"/>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A0B31DCF-A345-4121-B747-3E7A504B643E}"/>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231DD6FC-20BA-4344-8E8C-AB67DA5B9D61}"/>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BE2FD1C7-25B7-436D-A891-3153388EFC48}"/>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76C35040-3AE6-44DA-BA40-EC83B1B45AEA}"/>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4F203FA5-9412-44C5-BA67-2B8A78FC405B}"/>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2E318A6B-BC73-4278-B809-9A3585C3550E}"/>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F8208419-025E-482A-8EC5-05D3D42C5E51}"/>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D048ECD-E156-478A-8424-CF5D51042935}"/>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6780421E-E6F7-4AA8-B4A5-6C5C2DBCEA77}"/>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F6CE8501-6388-416A-93AE-F436DDE912B7}"/>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B34DDFA8-4CCA-413F-AB04-F81C60A87E02}"/>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8EF64041-1146-4EF6-BB4F-E48788D5FA1B}"/>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46652C6A-4929-459A-B7E4-6F6A50BFBB9E}"/>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EAD6339D-A874-4CC3-94E6-F4C384AA818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6D8637DC-2E6C-4514-9CBE-A19C337BBE57}"/>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B44B9835-E584-46C5-AB55-E5E1DC38C588}"/>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3441F8B3-873D-45EB-8A0E-8D0CF1E780E6}"/>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20D1A4CA-202D-4CF2-8548-B960F692F073}"/>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2944B5B7-8353-43BF-9FB3-2B5E3E000E4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C0FF3DAD-E109-4451-9CE4-CB0692D5BC8F}"/>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A7355524-DE52-44A3-95EA-F15CB4EA8027}"/>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8468960B-C033-484F-887A-D1C616B66DC1}"/>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DB1B713F-2663-4CDC-B389-1F8F24C90F5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AACC041C-1A19-4688-B59E-92F215CA818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076A8A3E-C137-455B-9FE5-8211BD62FD6D}"/>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2A078610-2876-4CF5-B5E1-0F8C758EAD16}"/>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66B6F700-5C1B-439D-B0F3-EE14F3D061FE}"/>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3671B8BC-3EBD-4D20-A83B-3CE8391DF345}"/>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EE8D3D2B-A34A-4803-9A83-91B3E79B614D}"/>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8F0D50FB-780C-43D2-8BB6-218EAEF7C16C}"/>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F0FEEADB-11AD-4741-A5AB-0B2509693BB5}"/>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0D8E8805-9247-4C85-8195-4708621CC42D}"/>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2DD70BFD-58EF-435E-9327-D1A27925FAC2}"/>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D537FFA1-57D9-4C32-AB2E-789002511055}"/>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44D12935-E860-41AC-BB22-EB0CA5C4B5EE}"/>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5BF9C12E-07B3-4C25-8DEB-9FF51E045FB8}"/>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AA347A0E-75FD-4204-85AD-74BF9FF62D0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BD8C6AC2-C300-4C8E-BCD5-2DD2827756F2}"/>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10E9D737-0EA9-4675-B918-011FDDFB9214}"/>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46151155-C055-41E5-A8C7-319098FC2271}"/>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9B2D9EE0-4A35-45FB-9412-57D095C97E8C}"/>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A95483E9-B764-494A-99A5-AF69F369BF4C}"/>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B878C013-A655-4B01-B93D-6EBB110801FD}"/>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45DC0084-DCCA-4C61-8454-49141EAD776B}"/>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94DB7CE6-670F-41D8-B116-21FA994A010C}"/>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BC44846-481F-46D7-9598-AFE58EB42DA5}"/>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65ADA26A-5D2F-4AEE-B051-0357252B9C14}"/>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B07DEF59-0BC0-4600-9583-408D7B26090A}"/>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2C9C001F-382D-4B6B-AA1C-7C3404A4942C}"/>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FE49A70B-0504-4D81-8ED9-2665ACB84430}"/>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DF0070E1-6355-4B30-809D-06288E2FC25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A216EFE8-9BCA-4592-9253-FA26DF94930D}"/>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3C7D871F-53F0-4154-B812-B219E6B44049}"/>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4452F09E-4C17-4980-9E84-D6F95D1691FB}"/>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FD04ABA7-1CF7-4E83-AD71-F562330A182A}"/>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93C97AE0-B75C-4170-952C-F00EE5AA2E93}"/>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9C66FF48-D86B-4078-BAB9-071E6B7874FD}"/>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7A6C1075-63FE-492A-912B-F4ECA3F5D889}"/>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1DBD9C8B-A188-4D3A-B9F1-5AE126C51771}"/>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1C30EDE8-2C1C-42CA-A849-7CB692BBF73C}"/>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987E5E2A-B579-4BF9-9C1B-582E244F19E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9C906504-8C5C-442C-9886-DB466C001E0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63DCD861-80B5-4E21-865F-C5D8D2BE6654}"/>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23874395-AA40-4D34-AA0D-71C5D858E83B}"/>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3BECF7B2-7E69-4FDF-9ACA-DAB12AD47245}"/>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2ADD2CF5-6D1C-4879-AC8E-FF6C99C72281}"/>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9DFA379D-2830-4BA1-809A-2A16746A1C3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75282257-BB05-46E9-A374-DC055339E9EE}"/>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DDC1D78A-2331-457A-9E37-8E09D8FC3C78}"/>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ED5F04AD-AC9F-4028-9CEA-882F47514C1D}"/>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58CC94E7-0110-4344-AB7F-5D1221630FB4}"/>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78CBA434-E1B2-40A7-A3C1-0DC0C4BD8360}"/>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730C9861-965B-4308-83D3-8FF405F2784F}"/>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4783419F-CC36-47B3-88C7-CDF49CA03CCF}"/>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5360C57B-BDF4-49F0-B92E-5E2259D30A8C}"/>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9AC79673-3078-40F0-ACB8-5B3285AA11E3}"/>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4FFB973E-3A76-45C3-9D2D-047309C11685}"/>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16A2BC26-BD94-4DC0-8D2D-5AFF1C312623}"/>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22BEBC24-96A7-4622-88F1-DEDDE7C12151}"/>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CB5EC3A9-E083-4729-AF07-D2A433D82851}"/>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0E42DB73-F6E3-4CAD-B976-10FA8AC6D1CB}"/>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83C43FF7-2C19-4F1C-88A6-086D57F1EFC6}"/>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9BE6A9EE-6BF5-4776-B0C3-A022C2D1743E}"/>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26D56422-4F89-45ED-AAE0-5639A11460C1}"/>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C91D847F-70DA-485E-8B34-17E530373675}"/>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042F13A4-B022-455C-84F5-5083CF5CF95C}"/>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3D4ABED5-79A5-445F-8195-6E850FECD84E}"/>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1EAC2F86-4264-49F3-A359-0D66704B8CD0}"/>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38B1ADCD-77E8-4188-9ED9-66BB0CC83E20}"/>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C5ADE268-F86C-440D-B3B1-62B19EA4F0BD}"/>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5CC51B21-E0FA-42F5-BCB9-B43D05344970}"/>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A531A119-79A9-4239-9967-6A53B990E56C}"/>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E7C40315-2843-474D-B320-AFE82E70DAFB}"/>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25022DAB-D94F-47B8-941C-196C63F0FC51}"/>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F67BC1E1-C3C8-4066-8F1A-90651093B15E}"/>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440A0099-B7C5-4BC2-AAF0-88EAF1B20CDC}"/>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44185320-B1F3-4564-8034-E9701A3E4534}"/>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FED0F48B-5C7C-437F-9B30-A968F797C8C2}"/>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E9696BDD-5DF8-4567-AD99-0DD765744328}"/>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7AA0935C-3056-4126-92CF-DDDCDA3DEAA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05D16F1C-FCC8-4C89-86E5-0B00D68BCE51}"/>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A563CBEB-C338-49BB-B6E6-E012DB5B6FCD}"/>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DBFE4DC0-4BCC-4C6F-B8F9-5262C9C7DC0B}"/>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C5EEF003-8CE4-476A-A9C1-F0B129543C27}"/>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DC861AC0-9272-4032-A8D7-2ADB73663B1D}"/>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2EA43B7B-B4BA-49F1-84E0-EE84242CAD1C}"/>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2AB4EC9D-2BDB-4F6A-A22B-8C205F82B622}"/>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812F543D-EB46-4C65-9C3C-3EB9A23797DE}"/>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E4E0E794-F4F8-4FF0-A2E3-2C1B67CDB8B1}"/>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B17FF4E0-9573-4BD8-9D6D-ECD20DFABDF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0F1FBAB1-B3EE-467B-930A-880129B75251}"/>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B0AAFEB0-548D-4F6F-B1C6-76E391905F1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D97AA25A-E9DF-4BA7-9730-49E4D1F0EA08}"/>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80E7FB32-5957-4234-A3DD-A3571E15196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07158C24-D0C4-4D39-936D-4F4008F76FC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1E4E28A4-C3DF-438B-BBBB-F44D9A1B0470}"/>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970A3E9-A689-4F50-87B5-6DE37AB4A077}"/>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DF36A0E6-6C17-4025-B3E6-713F7D96D8B8}"/>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BB4C3172-F903-4265-9E2F-C503AC8D5E3A}"/>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0291E9E4-D32A-4D80-B55A-191F66FD0360}"/>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EAB78572-7132-4F37-B0BF-FDC9CE5732AD}"/>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2DC8F8BB-3AA0-41F2-8767-D87E51F6B3F3}"/>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84240E7D-AC6D-4243-B91B-FCB59142185E}"/>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5A83F296-D35F-443E-844E-3D69D408D165}"/>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96B4DD49-1C98-481C-979B-3FB7568D176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816DD9F-C8BA-4752-9C7A-825CEB440E1B}"/>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D9E5D641-8CAF-433C-9472-CBF470600BE8}"/>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D4AD3295-EF94-40BF-8656-0D50819F06A8}"/>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8FBACE90-632F-4E1E-9105-F0D21BC48ABE}"/>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0F67C284-3E14-4DE8-9314-32EA1031049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041A45A5-2487-45FA-9DAF-6FD4A02BDA72}"/>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F3BA3DBA-A8BF-4DF1-8421-222A39D1B962}"/>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B684097-C03B-4A93-A11F-CE0EA5D76652}"/>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83B50790-BC45-4215-AF43-618A1FDC51DB}"/>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A3966D4-E578-48F5-AF6B-8315BB2C3135}"/>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F98726F8-A096-45F6-B32E-B422A25B06BB}"/>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2127D515-33FF-484F-9FC0-5C37D771D898}"/>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3100A06F-C5D2-4C15-8F29-1390D2AA5170}"/>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003A0375-BFD2-4032-A1B8-4C3F450F26ED}"/>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C46B0CAD-A343-427E-9CC0-A9146E67819D}"/>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2EEBF4A1-4EDC-44BB-A2F1-8BCCD24EC8A7}"/>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0D3F4CC9-4D61-49D3-8CDD-24AF6F5FB3E9}"/>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DB8995CB-BE82-45DB-A564-DB61DC5935E8}"/>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2BEFDD24-BF87-4614-97F9-6A71C6D8F2C5}"/>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F5ADBCE4-449F-4405-9672-967837B6AB8F}"/>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550878F3-F619-4495-BF39-7CF9CBA937BB}"/>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AE9D9D13-AD60-4E64-9488-074AE0B70839}"/>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256DB05A-4D11-4773-BC6A-DBD616BB7566}"/>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6085BC91-FB0C-41D6-BCBC-3BB283EEC9DA}"/>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141EF02-7F9A-485A-BDE0-D7510122927D}"/>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3D1575C5-07C1-470A-9A0F-9E63FDB3C80B}"/>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F9DA0ED0-F2B4-4961-9E4C-194E87AE358B}"/>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B89A0F9-F3DD-4313-9320-AAA9FC838204}"/>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227BB7B0-905D-4555-BAC7-1CF9C209AABB}"/>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4AE5CC47-3533-4D56-854B-B626A62F49B3}"/>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1C1EEF61-10EB-4E99-9071-C9CD3984B1B4}"/>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DCC04AF2-94E8-41B7-A7BE-32920F534244}"/>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B2E1F7A3-1507-4D22-9F65-09BB790DA1C1}"/>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9172A9A3-173F-4302-8ABD-24B0A9C8CB9E}"/>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446335C-1961-49E7-B707-E94D3C5178EC}"/>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3BD785DC-8E36-40F6-A10D-5DF9019E4601}"/>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3DE15D46-6086-4CD2-9A87-1C7AAE738120}"/>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5C175BA1-79CC-4D6C-92C7-13BBAE0BF6C4}"/>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A13D6F06-2137-4234-A02C-ED22358F3FFA}"/>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BA0E588B-1A23-47BE-B820-F5523778245B}"/>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91E4B418-B04B-4DE6-A954-F220AE9C5AB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97F339E3-8980-4AFA-B034-472589B1C79B}"/>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DE629227-3727-4C10-B575-7C51D5D3B652}"/>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84641339-B10D-4521-A8D5-6293B08DC113}"/>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5A12657F-1025-445F-A7B1-956769839E7F}"/>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3A5A492A-3089-44E6-87E2-91CC81AF246F}"/>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C30ABA4B-2AAB-4666-A811-5A4D7A55ED73}"/>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DD19C73A-9F5E-4307-BDDD-E0DB05F9F605}"/>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439AA17D-8463-42E1-B1AA-F48599A06F13}"/>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B2EBFF7F-903C-4787-8E7B-C38F33A34438}"/>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E209175-497D-4082-857C-F88E4D0F8D8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A32BA6F3-65C4-4A46-9B56-C9857915A9D0}"/>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47F5172F-8ECF-4130-A96B-A1A182F535C9}"/>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837E241F-1B8A-4612-BF00-A5EF7FF6AC5F}"/>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9D9D444C-7A7D-44FC-9459-B7CA284C9AAC}"/>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E29A6836-CC4B-4710-A899-EE2FD8AAC2FD}"/>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35AAAB43-C450-412A-AE4E-07C1959F3B8D}"/>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994477E5-B686-4732-B77C-3C4162D2F4B3}"/>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66E6889F-A4B1-42CF-82B7-A5BFF4514830}"/>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D7C76850-1940-4144-A5E4-2EF8C38EC113}"/>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4A034B3F-0861-441D-AC12-C453ABFB14A0}"/>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6EFEE97D-33A9-41D9-9EBF-D5B7B24251D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8AC56379-C8A3-47A7-9539-8A7BD3BC84BA}"/>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E2264F73-816E-4FD4-A2A2-FA07BCEDE03B}"/>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C0782B9B-8C53-40EE-AAE2-8321A68FDE49}"/>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88554556-6F82-4483-AC08-B10F21C0ACDF}"/>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C7C6B8B4-5223-4D79-BD5A-37959ACF055A}"/>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6F16BA0B-BF20-4B87-8787-C8B9A25F36A4}"/>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21F69E85-E890-40E1-B98F-2B5C3A4B02D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E9098FC4-C4C7-4C45-AB72-768AAEBD9F71}"/>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79C255CC-7EFD-4049-AAE7-1C972D68F64C}"/>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6879E14C-51FD-4B43-948A-A98E1439A3C7}"/>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A0C63DB7-B2C9-4ACC-9CF8-672BAB00B076}"/>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093268A2-6507-4F17-9F54-D64743EB4413}"/>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E5CBEE77-76F3-4FA2-BF52-6A7F9C1DC2A3}"/>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2CB7C86A-1B2D-40FD-A77A-685C140D3CB4}"/>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B37CBFEA-F1C9-4571-9DCD-3A7BF65B0ED6}"/>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62F9AAAE-ECD0-4AD9-B4EC-1709A24BCFBC}"/>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1961AF1F-B73A-40BE-B9E1-B09C91E2BE38}"/>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28607274-C386-4747-B7D3-FCD11EC6A8BF}"/>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D11B7B2F-1E32-4BD4-A723-0DA7DAF9664D}"/>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582BEE6C-3540-4B19-97C1-CDFBD7FDADBF}"/>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CD9C14D0-7ADE-46A4-8FFE-9C01CC62A355}"/>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7040048B-FD65-4768-A0B3-F0F16028D29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E204CAEA-06A0-4FB3-A988-FA1B7D8CD585}"/>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E55EF669-DBED-43C4-9A7E-FF5B24CDAE9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90E59035-C10E-497C-8A7B-0FF6A64556A7}"/>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2E31B81B-ED1A-4837-9987-B3D5DEF4444D}"/>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AFBFA00B-97FC-4D0E-B5B8-6519BB69258E}"/>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3D75847A-194F-49EB-AEDC-2F88F13BA440}"/>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D97522E2-4D4E-44DF-8C3B-D161F27F7732}"/>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A845F358-BAC1-4D55-BD18-ACADA53634F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D02B19BC-416C-4FE1-AD1F-90DC149EAB9E}"/>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F255A8FF-7C5D-4093-896A-9E5B0655AB0D}"/>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6DB00E15-F1A2-4DB7-B5AF-040BA1701485}"/>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2A366439-3C06-46B3-9BA9-C45F7247A339}"/>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7EA7071-67F2-4997-AD6B-CDC8E6EEEAAE}"/>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6FDE5618-F5BD-4BA0-BEDA-9010A25F510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0042F1CF-DE72-476C-8C27-B97DF9319BB9}"/>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74CC7D3A-D017-403C-9AE3-B2AD1A6D8947}"/>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AA4EEF2E-C2B8-400B-9E76-595381AF3B4F}"/>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35992507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4" name="dp-background-overview / n1">
            <a:extLst xmlns:a="http://schemas.openxmlformats.org/drawingml/2006/main">
              <a:ext uri="{FF2B5EF4-FFF2-40B4-BE49-F238E27FC236}">
                <a16:creationId xmlns:a16="http://schemas.microsoft.com/office/drawing/2014/main" id="{BCB252B4-3EF3-48F3-94A9-1BCAE2A418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background-overview / n2 / text 1">
            <a:extLst xmlns:a="http://schemas.openxmlformats.org/drawingml/2006/main">
              <a:ext uri="{FF2B5EF4-FFF2-40B4-BE49-F238E27FC236}">
                <a16:creationId xmlns:a16="http://schemas.microsoft.com/office/drawing/2014/main" id="{373ADABA-EF30-4610-A9F1-0290322FEC59}"/>
              </a:ext>
            </a:extLst>
          </p:cNvPr>
          <p:cNvSpPr>
            <a:spLocks xmlns:a="http://schemas.openxmlformats.org/drawingml/2006/main" noGrp="1"/>
          </p:cNvSpPr>
          <p:nvPr/>
        </p:nvSpPr>
        <p:spPr>
          <a:xfrm xmlns:a="http://schemas.openxmlformats.org/drawingml/2006/main">
            <a:off x="609600" y="266700"/>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5F6B77"/>
                </a:solidFill>
                <a:latin typeface="Apple SD Gothic Neo"/>
                <a:ea typeface="Apple SD Gothic Neo"/>
                <a:cs typeface="Apple SD Gothic Neo"/>
              </a:defRPr>
            </a:pPr>
            <a:r>
              <a:rPr sz="1500" b="1">
                <a:solidFill>
                  <a:srgbClr val="5F6B77"/>
                </a:solidFill>
                <a:latin typeface="Apple SD Gothic Neo"/>
                <a:ea typeface="Apple SD Gothic Neo"/>
                <a:cs typeface="Apple SD Gothic Neo"/>
              </a:rPr>
              <a:t>VIA 사용자 경험</a:t>
            </a:r>
          </a:p>
        </p:txBody>
      </p:sp>
      <p:sp>
        <p:nvSpPr>
          <p:cNvPr id="3" name="dp-background-overview / n3 / text 1">
            <a:extLst xmlns:a="http://schemas.openxmlformats.org/drawingml/2006/main">
              <a:ext uri="{FF2B5EF4-FFF2-40B4-BE49-F238E27FC236}">
                <a16:creationId xmlns:a16="http://schemas.microsoft.com/office/drawing/2014/main" id="{6EFEC89C-6778-4EDB-80E0-0B013F312A54}"/>
              </a:ext>
            </a:extLst>
          </p:cNvPr>
          <p:cNvSpPr>
            <a:spLocks xmlns:a="http://schemas.openxmlformats.org/drawingml/2006/main" noGrp="1"/>
          </p:cNvSpPr>
          <p:nvPr/>
        </p:nvSpPr>
        <p:spPr>
          <a:xfrm xmlns:a="http://schemas.openxmlformats.org/drawingml/2006/main">
            <a:off x="609600" y="647700"/>
            <a:ext cx="17068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사용자가 계속 말하는 동안에도, VIA는 대화와 업무를 이어가야 합니다</a:t>
            </a:r>
          </a:p>
        </p:txBody>
      </p:sp>
      <p:sp>
        <p:nvSpPr>
          <p:cNvPr id="4" name="dp-background-overview / n4 / text 1">
            <a:extLst xmlns:a="http://schemas.openxmlformats.org/drawingml/2006/main">
              <a:ext uri="{FF2B5EF4-FFF2-40B4-BE49-F238E27FC236}">
                <a16:creationId xmlns:a16="http://schemas.microsoft.com/office/drawing/2014/main" id="{C74D0A75-1C75-43F9-9440-0F933C33E837}"/>
              </a:ext>
            </a:extLst>
          </p:cNvPr>
          <p:cNvSpPr>
            <a:spLocks xmlns:a="http://schemas.openxmlformats.org/drawingml/2006/main" noGrp="1"/>
          </p:cNvSpPr>
          <p:nvPr/>
        </p:nvSpPr>
        <p:spPr>
          <a:xfrm xmlns:a="http://schemas.openxmlformats.org/drawingml/2006/main">
            <a:off x="609600" y="1200150"/>
            <a:ext cx="170688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5F6B77"/>
                </a:solidFill>
                <a:latin typeface="Apple SD Gothic Neo"/>
                <a:ea typeface="Apple SD Gothic Neo"/>
                <a:cs typeface="Apple SD Gothic Neo"/>
              </a:defRPr>
            </a:pPr>
            <a:r>
              <a:rPr sz="1950" b="0">
                <a:solidFill>
                  <a:srgbClr val="5F6B77"/>
                </a:solidFill>
                <a:latin typeface="Apple SD Gothic Neo"/>
                <a:ea typeface="Apple SD Gothic Neo"/>
                <a:cs typeface="Apple SD Gothic Neo"/>
              </a:rPr>
              <a:t>한 번의 이해로 끝나지 않습니다. 새 입력, 업무 알림, 과거 정보와 서로 다른 종료 시점이 겹칩니다.</a:t>
            </a:r>
          </a:p>
        </p:txBody>
      </p:sp>
      <p:sp>
        <p:nvSpPr>
          <p:cNvPr id="5" name="dp-background-overview / n5 / path">
            <a:extLst xmlns:a="http://schemas.openxmlformats.org/drawingml/2006/main">
              <a:ext uri="{FF2B5EF4-FFF2-40B4-BE49-F238E27FC236}">
                <a16:creationId xmlns:a16="http://schemas.microsoft.com/office/drawing/2014/main" id="{E6FE4DCF-BD94-405D-A389-834E64A0FC60}"/>
              </a:ext>
            </a:extLst>
          </p:cNvPr>
          <p:cNvSpPr>
            <a:spLocks xmlns:a="http://schemas.openxmlformats.org/drawingml/2006/main" noGrp="1"/>
          </p:cNvSpPr>
          <p:nvPr/>
        </p:nvSpPr>
        <p:spPr>
          <a:xfrm xmlns:a="http://schemas.openxmlformats.org/drawingml/2006/main">
            <a:off x="609600" y="160972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background-overview / n6 / text 1">
            <a:extLst xmlns:a="http://schemas.openxmlformats.org/drawingml/2006/main">
              <a:ext uri="{FF2B5EF4-FFF2-40B4-BE49-F238E27FC236}">
                <a16:creationId xmlns:a16="http://schemas.microsoft.com/office/drawing/2014/main" id="{BFC05570-AEB0-4FD4-BE46-380FAF5E58B9}"/>
              </a:ext>
            </a:extLst>
          </p:cNvPr>
          <p:cNvSpPr>
            <a:spLocks xmlns:a="http://schemas.openxmlformats.org/drawingml/2006/main" noGrp="1"/>
          </p:cNvSpPr>
          <p:nvPr/>
        </p:nvSpPr>
        <p:spPr>
          <a:xfrm xmlns:a="http://schemas.openxmlformats.org/drawingml/2006/main">
            <a:off x="609600" y="1809750"/>
            <a:ext cx="15240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5F6B77"/>
                </a:solidFill>
                <a:latin typeface="Apple SD Gothic Neo"/>
                <a:ea typeface="Apple SD Gothic Neo"/>
                <a:cs typeface="Apple SD Gothic Neo"/>
              </a:defRPr>
            </a:pPr>
            <a:r>
              <a:rPr sz="1800" b="1">
                <a:solidFill>
                  <a:srgbClr val="5F6B77"/>
                </a:solidFill>
                <a:latin typeface="Apple SD Gothic Neo"/>
                <a:ea typeface="Apple SD Gothic Neo"/>
                <a:cs typeface="Apple SD Gothic Neo"/>
              </a:rPr>
              <a:t>이전에</a:t>
            </a:r>
          </a:p>
        </p:txBody>
      </p:sp>
      <p:sp>
        <p:nvSpPr>
          <p:cNvPr id="7" name="dp-background-overview / n7 / text 1">
            <a:extLst xmlns:a="http://schemas.openxmlformats.org/drawingml/2006/main">
              <a:ext uri="{FF2B5EF4-FFF2-40B4-BE49-F238E27FC236}">
                <a16:creationId xmlns:a16="http://schemas.microsoft.com/office/drawing/2014/main" id="{A0B2AF0F-AFBB-41F6-A44F-9EDC5C6011C3}"/>
              </a:ext>
            </a:extLst>
          </p:cNvPr>
          <p:cNvSpPr>
            <a:spLocks xmlns:a="http://schemas.openxmlformats.org/drawingml/2006/main" noGrp="1"/>
          </p:cNvSpPr>
          <p:nvPr/>
        </p:nvSpPr>
        <p:spPr>
          <a:xfrm xmlns:a="http://schemas.openxmlformats.org/drawingml/2006/main">
            <a:off x="22098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VIA의 직접 설명</a:t>
            </a:r>
          </a:p>
        </p:txBody>
      </p:sp>
      <p:sp>
        <p:nvSpPr>
          <p:cNvPr id="8" name="dp-background-overview / n8 / text 1">
            <a:extLst xmlns:a="http://schemas.openxmlformats.org/drawingml/2006/main">
              <a:ext uri="{FF2B5EF4-FFF2-40B4-BE49-F238E27FC236}">
                <a16:creationId xmlns:a16="http://schemas.microsoft.com/office/drawing/2014/main" id="{8EB8A59C-64A9-4289-8CF6-FBA647A89773}"/>
              </a:ext>
            </a:extLst>
          </p:cNvPr>
          <p:cNvSpPr>
            <a:spLocks xmlns:a="http://schemas.openxmlformats.org/drawingml/2006/main" noGrp="1"/>
          </p:cNvSpPr>
          <p:nvPr/>
        </p:nvSpPr>
        <p:spPr>
          <a:xfrm xmlns:a="http://schemas.openxmlformats.org/drawingml/2006/main">
            <a:off x="22098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평가 기준 · 사용자에게 실제 전달</a:t>
            </a:r>
          </a:p>
        </p:txBody>
      </p:sp>
      <p:sp>
        <p:nvSpPr>
          <p:cNvPr id="9" name="dp-background-overview / n9 / text 1">
            <a:extLst xmlns:a="http://schemas.openxmlformats.org/drawingml/2006/main">
              <a:ext uri="{FF2B5EF4-FFF2-40B4-BE49-F238E27FC236}">
                <a16:creationId xmlns:a16="http://schemas.microsoft.com/office/drawing/2014/main" id="{46DF3DD4-A56B-494A-9A3D-26E4510C2F54}"/>
              </a:ext>
            </a:extLst>
          </p:cNvPr>
          <p:cNvSpPr>
            <a:spLocks xmlns:a="http://schemas.openxmlformats.org/drawingml/2006/main" noGrp="1"/>
          </p:cNvSpPr>
          <p:nvPr/>
        </p:nvSpPr>
        <p:spPr>
          <a:xfrm xmlns:a="http://schemas.openxmlformats.org/drawingml/2006/main">
            <a:off x="733425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제품 조사 Agent의 확인된 결과</a:t>
            </a:r>
          </a:p>
        </p:txBody>
      </p:sp>
      <p:sp>
        <p:nvSpPr>
          <p:cNvPr id="10" name="dp-background-overview / n10 / text 1">
            <a:extLst xmlns:a="http://schemas.openxmlformats.org/drawingml/2006/main">
              <a:ext uri="{FF2B5EF4-FFF2-40B4-BE49-F238E27FC236}">
                <a16:creationId xmlns:a16="http://schemas.microsoft.com/office/drawing/2014/main" id="{D7C492D2-C92F-42A2-9B03-649D90A15AF0}"/>
              </a:ext>
            </a:extLst>
          </p:cNvPr>
          <p:cNvSpPr>
            <a:spLocks xmlns:a="http://schemas.openxmlformats.org/drawingml/2006/main" noGrp="1"/>
          </p:cNvSpPr>
          <p:nvPr/>
        </p:nvSpPr>
        <p:spPr>
          <a:xfrm xmlns:a="http://schemas.openxmlformats.org/drawingml/2006/main">
            <a:off x="733425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제품 비교 · 결과 참조 / 필요한 발췌</a:t>
            </a:r>
          </a:p>
        </p:txBody>
      </p:sp>
      <p:sp>
        <p:nvSpPr>
          <p:cNvPr id="11" name="dp-background-overview / n11 / text 1">
            <a:extLst xmlns:a="http://schemas.openxmlformats.org/drawingml/2006/main">
              <a:ext uri="{FF2B5EF4-FFF2-40B4-BE49-F238E27FC236}">
                <a16:creationId xmlns:a16="http://schemas.microsoft.com/office/drawing/2014/main" id="{79766858-0D58-4DE5-B4F3-CD1A8903E6E6}"/>
              </a:ext>
            </a:extLst>
          </p:cNvPr>
          <p:cNvSpPr>
            <a:spLocks xmlns:a="http://schemas.openxmlformats.org/drawingml/2006/main" noGrp="1"/>
          </p:cNvSpPr>
          <p:nvPr/>
        </p:nvSpPr>
        <p:spPr>
          <a:xfrm xmlns:a="http://schemas.openxmlformats.org/drawingml/2006/main">
            <a:off x="127635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견적 Agent의 확인된 결과</a:t>
            </a:r>
          </a:p>
        </p:txBody>
      </p:sp>
      <p:sp>
        <p:nvSpPr>
          <p:cNvPr id="12" name="dp-background-overview / n12 / text 1">
            <a:extLst xmlns:a="http://schemas.openxmlformats.org/drawingml/2006/main">
              <a:ext uri="{FF2B5EF4-FFF2-40B4-BE49-F238E27FC236}">
                <a16:creationId xmlns:a16="http://schemas.microsoft.com/office/drawing/2014/main" id="{BC8D87E0-F1B4-4CC8-92E1-FBF554376D8A}"/>
              </a:ext>
            </a:extLst>
          </p:cNvPr>
          <p:cNvSpPr>
            <a:spLocks xmlns:a="http://schemas.openxmlformats.org/drawingml/2006/main" noGrp="1"/>
          </p:cNvSpPr>
          <p:nvPr/>
        </p:nvSpPr>
        <p:spPr>
          <a:xfrm xmlns:a="http://schemas.openxmlformats.org/drawingml/2006/main">
            <a:off x="127635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견적 · 결과 참조 / 필요한 발췌</a:t>
            </a:r>
          </a:p>
        </p:txBody>
      </p:sp>
      <p:sp>
        <p:nvSpPr>
          <p:cNvPr id="13" name="dp-background-overview / n13 / path">
            <a:extLst xmlns:a="http://schemas.openxmlformats.org/drawingml/2006/main">
              <a:ext uri="{FF2B5EF4-FFF2-40B4-BE49-F238E27FC236}">
                <a16:creationId xmlns:a16="http://schemas.microsoft.com/office/drawing/2014/main" id="{77A8FE1F-F7ED-4E3A-8699-8C304EFC4ECB}"/>
              </a:ext>
            </a:extLst>
          </p:cNvPr>
          <p:cNvSpPr>
            <a:spLocks xmlns:a="http://schemas.openxmlformats.org/drawingml/2006/main" noGrp="1"/>
          </p:cNvSpPr>
          <p:nvPr/>
        </p:nvSpPr>
        <p:spPr>
          <a:xfrm xmlns:a="http://schemas.openxmlformats.org/drawingml/2006/main">
            <a:off x="4143375" y="2447925"/>
            <a:ext cx="8763000" cy="171450"/>
          </a:xfrm>
          <a:custGeom xmlns:a="http://schemas.openxmlformats.org/drawingml/2006/main">
            <a:pathLst>
              <a:path w="8763000" h="171450">
                <a:moveTo>
                  <a:pt x="0" y="0"/>
                </a:moveTo>
                <a:lnTo>
                  <a:pt x="0" y="171450"/>
                </a:lnTo>
                <a:lnTo>
                  <a:pt x="8763000" y="171450"/>
                </a:lnTo>
              </a:path>
            </a:pathLst>
          </a:custGeom>
          <a:noFill xmlns:a="http://schemas.openxmlformats.org/drawingml/2006/main"/>
          <a:ln xmlns:a="http://schemas.openxmlformats.org/drawingml/2006/main" w="16193">
            <a:solidFill>
              <a:srgbClr val="5F6B77"/>
            </a:solidFill>
            <a:prstDash val="dash"/>
          </a:ln>
        </p:spPr>
      </p:sp>
      <p:sp>
        <p:nvSpPr>
          <p:cNvPr id="14" name="dp-background-overview / n14 / path">
            <a:extLst xmlns:a="http://schemas.openxmlformats.org/drawingml/2006/main">
              <a:ext uri="{FF2B5EF4-FFF2-40B4-BE49-F238E27FC236}">
                <a16:creationId xmlns:a16="http://schemas.microsoft.com/office/drawing/2014/main" id="{061D162F-1853-424B-9F6E-704A7CDBB491}"/>
              </a:ext>
            </a:extLst>
          </p:cNvPr>
          <p:cNvSpPr>
            <a:spLocks xmlns:a="http://schemas.openxmlformats.org/drawingml/2006/main" noGrp="1"/>
          </p:cNvSpPr>
          <p:nvPr/>
        </p:nvSpPr>
        <p:spPr>
          <a:xfrm xmlns:a="http://schemas.openxmlformats.org/drawingml/2006/main">
            <a:off x="9382125" y="2447925"/>
            <a:ext cx="3524250" cy="171450"/>
          </a:xfrm>
          <a:custGeom xmlns:a="http://schemas.openxmlformats.org/drawingml/2006/main">
            <a:pathLst>
              <a:path w="3524250" h="171450">
                <a:moveTo>
                  <a:pt x="0" y="0"/>
                </a:moveTo>
                <a:lnTo>
                  <a:pt x="0" y="171450"/>
                </a:lnTo>
                <a:lnTo>
                  <a:pt x="3524250" y="171450"/>
                </a:lnTo>
              </a:path>
            </a:pathLst>
          </a:custGeom>
          <a:noFill xmlns:a="http://schemas.openxmlformats.org/drawingml/2006/main"/>
          <a:ln xmlns:a="http://schemas.openxmlformats.org/drawingml/2006/main" w="16193">
            <a:solidFill>
              <a:srgbClr val="5F6B77"/>
            </a:solidFill>
            <a:prstDash val="dash"/>
          </a:ln>
        </p:spPr>
      </p:sp>
      <p:sp>
        <p:nvSpPr>
          <p:cNvPr id="15" name="dp-background-overview / n15 / path">
            <a:extLst xmlns:a="http://schemas.openxmlformats.org/drawingml/2006/main">
              <a:ext uri="{FF2B5EF4-FFF2-40B4-BE49-F238E27FC236}">
                <a16:creationId xmlns:a16="http://schemas.microsoft.com/office/drawing/2014/main" id="{1F9493FD-0DF4-4447-92E7-4AE8C8D15C1C}"/>
              </a:ext>
            </a:extLst>
          </p:cNvPr>
          <p:cNvSpPr>
            <a:spLocks xmlns:a="http://schemas.openxmlformats.org/drawingml/2006/main" noGrp="1"/>
          </p:cNvSpPr>
          <p:nvPr/>
        </p:nvSpPr>
        <p:spPr>
          <a:xfrm xmlns:a="http://schemas.openxmlformats.org/drawingml/2006/main">
            <a:off x="12906375" y="2447925"/>
            <a:ext cx="1762125" cy="171450"/>
          </a:xfrm>
          <a:custGeom xmlns:a="http://schemas.openxmlformats.org/drawingml/2006/main">
            <a:pathLst>
              <a:path w="1762125" h="171450">
                <a:moveTo>
                  <a:pt x="1762125" y="0"/>
                </a:moveTo>
                <a:lnTo>
                  <a:pt x="1762125" y="171450"/>
                </a:lnTo>
                <a:lnTo>
                  <a:pt x="0" y="171450"/>
                </a:lnTo>
              </a:path>
            </a:pathLst>
          </a:custGeom>
          <a:noFill xmlns:a="http://schemas.openxmlformats.org/drawingml/2006/main"/>
          <a:ln xmlns:a="http://schemas.openxmlformats.org/drawingml/2006/main" w="16193">
            <a:solidFill>
              <a:srgbClr val="5F6B77"/>
            </a:solidFill>
            <a:prstDash val="dash"/>
          </a:ln>
        </p:spPr>
      </p:sp>
      <p:sp>
        <p:nvSpPr>
          <p:cNvPr id="16" name="dp-background-overview / n16 / path">
            <a:extLst xmlns:a="http://schemas.openxmlformats.org/drawingml/2006/main">
              <a:ext uri="{FF2B5EF4-FFF2-40B4-BE49-F238E27FC236}">
                <a16:creationId xmlns:a16="http://schemas.microsoft.com/office/drawing/2014/main" id="{67F5A381-DCC2-4330-AD2D-C6A25A4921A0}"/>
              </a:ext>
            </a:extLst>
          </p:cNvPr>
          <p:cNvSpPr>
            <a:spLocks xmlns:a="http://schemas.openxmlformats.org/drawingml/2006/main" noGrp="1"/>
          </p:cNvSpPr>
          <p:nvPr/>
        </p:nvSpPr>
        <p:spPr>
          <a:xfrm xmlns:a="http://schemas.openxmlformats.org/drawingml/2006/main">
            <a:off x="12573000" y="2619375"/>
            <a:ext cx="1619250" cy="3781425"/>
          </a:xfrm>
          <a:custGeom xmlns:a="http://schemas.openxmlformats.org/drawingml/2006/main">
            <a:pathLst>
              <a:path w="1619250" h="3781425">
                <a:moveTo>
                  <a:pt x="333375" y="0"/>
                </a:moveTo>
                <a:lnTo>
                  <a:pt x="1619250" y="0"/>
                </a:lnTo>
                <a:lnTo>
                  <a:pt x="1619250" y="3781425"/>
                </a:lnTo>
                <a:lnTo>
                  <a:pt x="0" y="3781425"/>
                </a:lnTo>
              </a:path>
            </a:pathLst>
          </a:custGeom>
          <a:noFill xmlns:a="http://schemas.openxmlformats.org/drawingml/2006/main"/>
          <a:ln xmlns:a="http://schemas.openxmlformats.org/drawingml/2006/main" w="16193">
            <a:solidFill>
              <a:srgbClr val="5F6B77"/>
            </a:solidFill>
            <a:prstDash val="dash"/>
          </a:ln>
        </p:spPr>
      </p:sp>
      <p:sp>
        <p:nvSpPr>
          <p:cNvPr id="17" name="dp-background-overview / n16 / arrow">
            <a:extLst xmlns:a="http://schemas.openxmlformats.org/drawingml/2006/main">
              <a:ext uri="{FF2B5EF4-FFF2-40B4-BE49-F238E27FC236}">
                <a16:creationId xmlns:a16="http://schemas.microsoft.com/office/drawing/2014/main" id="{C30BA0C4-B81D-4AAD-86D0-252867D11FD1}"/>
              </a:ext>
            </a:extLst>
          </p:cNvPr>
          <p:cNvSpPr>
            <a:spLocks xmlns:a="http://schemas.openxmlformats.org/drawingml/2006/main" noGrp="1"/>
          </p:cNvSpPr>
          <p:nvPr/>
        </p:nvSpPr>
        <p:spPr>
          <a:xfrm xmlns:a="http://schemas.openxmlformats.org/drawingml/2006/main">
            <a:off x="12573000" y="6348984"/>
            <a:ext cx="103632" cy="103632"/>
          </a:xfrm>
          <a:custGeom xmlns:a="http://schemas.openxmlformats.org/drawingml/2006/main">
            <a:pathLst>
              <a:path w="103632" h="103632">
                <a:moveTo>
                  <a:pt x="103632" y="0"/>
                </a:moveTo>
                <a:lnTo>
                  <a:pt x="0" y="51816"/>
                </a:lnTo>
                <a:lnTo>
                  <a:pt x="103632" y="103632"/>
                </a:lnTo>
              </a:path>
            </a:pathLst>
          </a:custGeom>
          <a:noFill xmlns:a="http://schemas.openxmlformats.org/drawingml/2006/main"/>
          <a:ln xmlns:a="http://schemas.openxmlformats.org/drawingml/2006/main" w="20726">
            <a:solidFill>
              <a:srgbClr val="5F6B77"/>
            </a:solidFill>
            <a:prstDash val="solid"/>
          </a:ln>
        </p:spPr>
      </p:sp>
      <p:sp>
        <p:nvSpPr>
          <p:cNvPr id="18" name="dp-background-overview / n17 / text 1">
            <a:extLst xmlns:a="http://schemas.openxmlformats.org/drawingml/2006/main">
              <a:ext uri="{FF2B5EF4-FFF2-40B4-BE49-F238E27FC236}">
                <a16:creationId xmlns:a16="http://schemas.microsoft.com/office/drawing/2014/main" id="{BD0D1E86-F4B6-4634-8781-C8AC15D0DC57}"/>
              </a:ext>
            </a:extLst>
          </p:cNvPr>
          <p:cNvSpPr>
            <a:spLocks xmlns:a="http://schemas.openxmlformats.org/drawingml/2006/main" noGrp="1"/>
          </p:cNvSpPr>
          <p:nvPr/>
        </p:nvSpPr>
        <p:spPr>
          <a:xfrm xmlns:a="http://schemas.openxmlformats.org/drawingml/2006/main">
            <a:off x="609600" y="2809875"/>
            <a:ext cx="1238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시간 →</a:t>
            </a:r>
          </a:p>
        </p:txBody>
      </p:sp>
      <p:sp>
        <p:nvSpPr>
          <p:cNvPr id="19" name="dp-background-overview / n18 / text 1">
            <a:extLst xmlns:a="http://schemas.openxmlformats.org/drawingml/2006/main">
              <a:ext uri="{FF2B5EF4-FFF2-40B4-BE49-F238E27FC236}">
                <a16:creationId xmlns:a16="http://schemas.microsoft.com/office/drawing/2014/main" id="{31CF3C10-7A35-45C6-9947-F8919B9E8B23}"/>
              </a:ext>
            </a:extLst>
          </p:cNvPr>
          <p:cNvSpPr>
            <a:spLocks xmlns:a="http://schemas.openxmlformats.org/drawingml/2006/main" noGrp="1"/>
          </p:cNvSpPr>
          <p:nvPr/>
        </p:nvSpPr>
        <p:spPr>
          <a:xfrm xmlns:a="http://schemas.openxmlformats.org/drawingml/2006/main">
            <a:off x="2143125" y="2809875"/>
            <a:ext cx="3714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현재 요청</a:t>
            </a:r>
          </a:p>
        </p:txBody>
      </p:sp>
      <p:sp>
        <p:nvSpPr>
          <p:cNvPr id="20" name="dp-background-overview / n19 / text 1">
            <a:extLst xmlns:a="http://schemas.openxmlformats.org/drawingml/2006/main">
              <a:ext uri="{FF2B5EF4-FFF2-40B4-BE49-F238E27FC236}">
                <a16:creationId xmlns:a16="http://schemas.microsoft.com/office/drawing/2014/main" id="{40AB3993-B891-427E-9C16-6E0D2467880F}"/>
              </a:ext>
            </a:extLst>
          </p:cNvPr>
          <p:cNvSpPr>
            <a:spLocks xmlns:a="http://schemas.openxmlformats.org/drawingml/2006/main" noGrp="1"/>
          </p:cNvSpPr>
          <p:nvPr/>
        </p:nvSpPr>
        <p:spPr>
          <a:xfrm xmlns:a="http://schemas.openxmlformats.org/drawingml/2006/main">
            <a:off x="6381750" y="2809875"/>
            <a:ext cx="33813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처리 중 겹치는 사건</a:t>
            </a:r>
          </a:p>
        </p:txBody>
      </p:sp>
      <p:sp>
        <p:nvSpPr>
          <p:cNvPr id="21" name="dp-background-overview / n20 / text 1">
            <a:extLst xmlns:a="http://schemas.openxmlformats.org/drawingml/2006/main">
              <a:ext uri="{FF2B5EF4-FFF2-40B4-BE49-F238E27FC236}">
                <a16:creationId xmlns:a16="http://schemas.microsoft.com/office/drawing/2014/main" id="{623AF0F8-9243-43E9-9B39-FC74E576CD06}"/>
              </a:ext>
            </a:extLst>
          </p:cNvPr>
          <p:cNvSpPr>
            <a:spLocks xmlns:a="http://schemas.openxmlformats.org/drawingml/2006/main" noGrp="1"/>
          </p:cNvSpPr>
          <p:nvPr/>
        </p:nvSpPr>
        <p:spPr>
          <a:xfrm xmlns:a="http://schemas.openxmlformats.org/drawingml/2006/main">
            <a:off x="10287000" y="2809875"/>
            <a:ext cx="3905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이후 과거 정보 재사용</a:t>
            </a:r>
          </a:p>
        </p:txBody>
      </p:sp>
      <p:sp>
        <p:nvSpPr>
          <p:cNvPr id="22" name="dp-background-overview / n21 / text 1">
            <a:extLst xmlns:a="http://schemas.openxmlformats.org/drawingml/2006/main">
              <a:ext uri="{FF2B5EF4-FFF2-40B4-BE49-F238E27FC236}">
                <a16:creationId xmlns:a16="http://schemas.microsoft.com/office/drawing/2014/main" id="{522F06EB-09D3-4575-BFFF-76342EF62140}"/>
              </a:ext>
            </a:extLst>
          </p:cNvPr>
          <p:cNvSpPr>
            <a:spLocks xmlns:a="http://schemas.openxmlformats.org/drawingml/2006/main" noGrp="1"/>
          </p:cNvSpPr>
          <p:nvPr/>
        </p:nvSpPr>
        <p:spPr>
          <a:xfrm xmlns:a="http://schemas.openxmlformats.org/drawingml/2006/main">
            <a:off x="14668500" y="2809875"/>
            <a:ext cx="1524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음성 종료</a:t>
            </a:r>
          </a:p>
        </p:txBody>
      </p:sp>
      <p:sp>
        <p:nvSpPr>
          <p:cNvPr id="23" name="dp-background-overview / n22 / text 1">
            <a:extLst xmlns:a="http://schemas.openxmlformats.org/drawingml/2006/main">
              <a:ext uri="{FF2B5EF4-FFF2-40B4-BE49-F238E27FC236}">
                <a16:creationId xmlns:a16="http://schemas.microsoft.com/office/drawing/2014/main" id="{31136561-D319-480A-B299-053D0845E176}"/>
              </a:ext>
            </a:extLst>
          </p:cNvPr>
          <p:cNvSpPr>
            <a:spLocks xmlns:a="http://schemas.openxmlformats.org/drawingml/2006/main" noGrp="1"/>
          </p:cNvSpPr>
          <p:nvPr/>
        </p:nvSpPr>
        <p:spPr>
          <a:xfrm xmlns:a="http://schemas.openxmlformats.org/drawingml/2006/main">
            <a:off x="16478250" y="2809875"/>
            <a:ext cx="1143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돌아옴</a:t>
            </a:r>
          </a:p>
        </p:txBody>
      </p:sp>
      <p:sp>
        <p:nvSpPr>
          <p:cNvPr id="24" name="dp-background-overview / n23 / path">
            <a:extLst xmlns:a="http://schemas.openxmlformats.org/drawingml/2006/main">
              <a:ext uri="{FF2B5EF4-FFF2-40B4-BE49-F238E27FC236}">
                <a16:creationId xmlns:a16="http://schemas.microsoft.com/office/drawing/2014/main" id="{7A590CAB-7AFA-4D62-A14E-5B5ED6114B75}"/>
              </a:ext>
            </a:extLst>
          </p:cNvPr>
          <p:cNvSpPr>
            <a:spLocks xmlns:a="http://schemas.openxmlformats.org/drawingml/2006/main" noGrp="1"/>
          </p:cNvSpPr>
          <p:nvPr/>
        </p:nvSpPr>
        <p:spPr>
          <a:xfrm xmlns:a="http://schemas.openxmlformats.org/drawingml/2006/main">
            <a:off x="2095500" y="3143250"/>
            <a:ext cx="15525750" cy="953"/>
          </a:xfrm>
          <a:custGeom xmlns:a="http://schemas.openxmlformats.org/drawingml/2006/main">
            <a:pathLst>
              <a:path w="15525750" h="953">
                <a:moveTo>
                  <a:pt x="0" y="0"/>
                </a:moveTo>
                <a:lnTo>
                  <a:pt x="15525750" y="0"/>
                </a:lnTo>
              </a:path>
            </a:pathLst>
          </a:custGeom>
          <a:noFill xmlns:a="http://schemas.openxmlformats.org/drawingml/2006/main"/>
          <a:ln xmlns:a="http://schemas.openxmlformats.org/drawingml/2006/main" w="16193">
            <a:solidFill>
              <a:srgbClr val="CDD6DE"/>
            </a:solidFill>
            <a:prstDash val="solid"/>
          </a:ln>
        </p:spPr>
      </p:sp>
      <p:sp>
        <p:nvSpPr>
          <p:cNvPr id="25" name="dp-background-overview / n23 / arrow">
            <a:extLst xmlns:a="http://schemas.openxmlformats.org/drawingml/2006/main">
              <a:ext uri="{FF2B5EF4-FFF2-40B4-BE49-F238E27FC236}">
                <a16:creationId xmlns:a16="http://schemas.microsoft.com/office/drawing/2014/main" id="{18B4B162-C648-46A5-B331-364E2EB73137}"/>
              </a:ext>
            </a:extLst>
          </p:cNvPr>
          <p:cNvSpPr>
            <a:spLocks xmlns:a="http://schemas.openxmlformats.org/drawingml/2006/main" noGrp="1"/>
          </p:cNvSpPr>
          <p:nvPr/>
        </p:nvSpPr>
        <p:spPr>
          <a:xfrm xmlns:a="http://schemas.openxmlformats.org/drawingml/2006/main">
            <a:off x="17517618" y="3091434"/>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CDD6DE"/>
            </a:solidFill>
            <a:prstDash val="solid"/>
          </a:ln>
        </p:spPr>
      </p:sp>
      <p:sp>
        <p:nvSpPr>
          <p:cNvPr id="26" name="dp-background-overview / n24 / text 1">
            <a:extLst xmlns:a="http://schemas.openxmlformats.org/drawingml/2006/main">
              <a:ext uri="{FF2B5EF4-FFF2-40B4-BE49-F238E27FC236}">
                <a16:creationId xmlns:a16="http://schemas.microsoft.com/office/drawing/2014/main" id="{B0D97FCC-8ED2-41DC-B8F2-C6CEC4A0F4AF}"/>
              </a:ext>
            </a:extLst>
          </p:cNvPr>
          <p:cNvSpPr>
            <a:spLocks xmlns:a="http://schemas.openxmlformats.org/drawingml/2006/main" noGrp="1"/>
          </p:cNvSpPr>
          <p:nvPr/>
        </p:nvSpPr>
        <p:spPr>
          <a:xfrm xmlns:a="http://schemas.openxmlformats.org/drawingml/2006/main">
            <a:off x="609600" y="341947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사용자</a:t>
            </a:r>
          </a:p>
        </p:txBody>
      </p:sp>
      <p:sp>
        <p:nvSpPr>
          <p:cNvPr id="27" name="dp-background-overview / n24 / text 2">
            <a:extLst xmlns:a="http://schemas.openxmlformats.org/drawingml/2006/main">
              <a:ext uri="{FF2B5EF4-FFF2-40B4-BE49-F238E27FC236}">
                <a16:creationId xmlns:a16="http://schemas.microsoft.com/office/drawing/2014/main" id="{F1EA9F21-EF7A-413D-A1E9-77CB5747D39C}"/>
              </a:ext>
            </a:extLst>
          </p:cNvPr>
          <p:cNvSpPr>
            <a:spLocks xmlns:a="http://schemas.openxmlformats.org/drawingml/2006/main" noGrp="1"/>
          </p:cNvSpPr>
          <p:nvPr/>
        </p:nvSpPr>
        <p:spPr>
          <a:xfrm xmlns:a="http://schemas.openxmlformats.org/drawingml/2006/main">
            <a:off x="609600" y="372903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입력·대화</a:t>
            </a:r>
          </a:p>
        </p:txBody>
      </p:sp>
      <p:sp>
        <p:nvSpPr>
          <p:cNvPr id="28" name="dp-background-overview / n25 / text 1">
            <a:extLst xmlns:a="http://schemas.openxmlformats.org/drawingml/2006/main">
              <a:ext uri="{FF2B5EF4-FFF2-40B4-BE49-F238E27FC236}">
                <a16:creationId xmlns:a16="http://schemas.microsoft.com/office/drawing/2014/main" id="{794A201E-D75B-480B-A85F-AE891B79FA75}"/>
              </a:ext>
            </a:extLst>
          </p:cNvPr>
          <p:cNvSpPr>
            <a:spLocks xmlns:a="http://schemas.openxmlformats.org/drawingml/2006/main" noGrp="1"/>
          </p:cNvSpPr>
          <p:nvPr/>
        </p:nvSpPr>
        <p:spPr>
          <a:xfrm xmlns:a="http://schemas.openxmlformats.org/drawingml/2006/main">
            <a:off x="2143125" y="340995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“이 표를 제안서에 넣고,</a:t>
            </a:r>
          </a:p>
        </p:txBody>
      </p:sp>
      <p:sp>
        <p:nvSpPr>
          <p:cNvPr id="29" name="dp-background-overview / n25 / text 2">
            <a:extLst xmlns:a="http://schemas.openxmlformats.org/drawingml/2006/main">
              <a:ext uri="{FF2B5EF4-FFF2-40B4-BE49-F238E27FC236}">
                <a16:creationId xmlns:a16="http://schemas.microsoft.com/office/drawing/2014/main" id="{0BB14092-8123-4C65-ACD1-07FCB4665432}"/>
              </a:ext>
            </a:extLst>
          </p:cNvPr>
          <p:cNvSpPr>
            <a:spLocks xmlns:a="http://schemas.openxmlformats.org/drawingml/2006/main" noGrp="1"/>
          </p:cNvSpPr>
          <p:nvPr/>
        </p:nvSpPr>
        <p:spPr>
          <a:xfrm xmlns:a="http://schemas.openxmlformats.org/drawingml/2006/main">
            <a:off x="2143125" y="3743325"/>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공유 메일은 초안만</a:t>
            </a:r>
          </a:p>
        </p:txBody>
      </p:sp>
      <p:sp>
        <p:nvSpPr>
          <p:cNvPr id="30" name="dp-background-overview / n25 / text 3">
            <a:extLst xmlns:a="http://schemas.openxmlformats.org/drawingml/2006/main">
              <a:ext uri="{FF2B5EF4-FFF2-40B4-BE49-F238E27FC236}">
                <a16:creationId xmlns:a16="http://schemas.microsoft.com/office/drawing/2014/main" id="{BB2CCD2E-49A2-49D6-A534-951924B7368D}"/>
              </a:ext>
            </a:extLst>
          </p:cNvPr>
          <p:cNvSpPr>
            <a:spLocks xmlns:a="http://schemas.openxmlformats.org/drawingml/2006/main" noGrp="1"/>
          </p:cNvSpPr>
          <p:nvPr/>
        </p:nvSpPr>
        <p:spPr>
          <a:xfrm xmlns:a="http://schemas.openxmlformats.org/drawingml/2006/main">
            <a:off x="2143125" y="407670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만들어줘.”</a:t>
            </a:r>
          </a:p>
        </p:txBody>
      </p:sp>
      <p:sp>
        <p:nvSpPr>
          <p:cNvPr id="31" name="dp-background-overview / n26 / text 1">
            <a:extLst xmlns:a="http://schemas.openxmlformats.org/drawingml/2006/main">
              <a:ext uri="{FF2B5EF4-FFF2-40B4-BE49-F238E27FC236}">
                <a16:creationId xmlns:a16="http://schemas.microsoft.com/office/drawing/2014/main" id="{02C5F865-9814-481C-8F76-4BCEA2A2B04C}"/>
              </a:ext>
            </a:extLst>
          </p:cNvPr>
          <p:cNvSpPr>
            <a:spLocks xmlns:a="http://schemas.openxmlformats.org/drawingml/2006/main" noGrp="1"/>
          </p:cNvSpPr>
          <p:nvPr/>
        </p:nvSpPr>
        <p:spPr>
          <a:xfrm xmlns:a="http://schemas.openxmlformats.org/drawingml/2006/main">
            <a:off x="2143125" y="4476750"/>
            <a:ext cx="3810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화면의 표를 가리킴</a:t>
            </a:r>
          </a:p>
        </p:txBody>
      </p:sp>
      <p:sp>
        <p:nvSpPr>
          <p:cNvPr id="32" name="dp-background-overview / n27 / text 1">
            <a:extLst xmlns:a="http://schemas.openxmlformats.org/drawingml/2006/main">
              <a:ext uri="{FF2B5EF4-FFF2-40B4-BE49-F238E27FC236}">
                <a16:creationId xmlns:a16="http://schemas.microsoft.com/office/drawing/2014/main" id="{EA524AA4-FAA3-4AE2-8B49-9AD0A5B41DDF}"/>
              </a:ext>
            </a:extLst>
          </p:cNvPr>
          <p:cNvSpPr>
            <a:spLocks xmlns:a="http://schemas.openxmlformats.org/drawingml/2006/main" noGrp="1"/>
          </p:cNvSpPr>
          <p:nvPr/>
        </p:nvSpPr>
        <p:spPr>
          <a:xfrm xmlns:a="http://schemas.openxmlformats.org/drawingml/2006/main">
            <a:off x="6381750" y="3409950"/>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“잠깐, 가격은</a:t>
            </a:r>
          </a:p>
        </p:txBody>
      </p:sp>
      <p:sp>
        <p:nvSpPr>
          <p:cNvPr id="33" name="dp-background-overview / n27 / text 2">
            <a:extLst xmlns:a="http://schemas.openxmlformats.org/drawingml/2006/main">
              <a:ext uri="{FF2B5EF4-FFF2-40B4-BE49-F238E27FC236}">
                <a16:creationId xmlns:a16="http://schemas.microsoft.com/office/drawing/2014/main" id="{876FA850-C142-40DD-9173-7B5F4C81ACBB}"/>
              </a:ext>
            </a:extLst>
          </p:cNvPr>
          <p:cNvSpPr>
            <a:spLocks xmlns:a="http://schemas.openxmlformats.org/drawingml/2006/main" noGrp="1"/>
          </p:cNvSpPr>
          <p:nvPr/>
        </p:nvSpPr>
        <p:spPr>
          <a:xfrm xmlns:a="http://schemas.openxmlformats.org/drawingml/2006/main">
            <a:off x="6381750" y="3743325"/>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비교에서 빼줘.”</a:t>
            </a:r>
          </a:p>
        </p:txBody>
      </p:sp>
      <p:sp>
        <p:nvSpPr>
          <p:cNvPr id="34" name="dp-background-overview / n28 / text 1">
            <a:extLst xmlns:a="http://schemas.openxmlformats.org/drawingml/2006/main">
              <a:ext uri="{FF2B5EF4-FFF2-40B4-BE49-F238E27FC236}">
                <a16:creationId xmlns:a16="http://schemas.microsoft.com/office/drawing/2014/main" id="{587483A6-50E5-435A-9F00-48D99FD0134F}"/>
              </a:ext>
            </a:extLst>
          </p:cNvPr>
          <p:cNvSpPr>
            <a:spLocks xmlns:a="http://schemas.openxmlformats.org/drawingml/2006/main" noGrp="1"/>
          </p:cNvSpPr>
          <p:nvPr/>
        </p:nvSpPr>
        <p:spPr>
          <a:xfrm xmlns:a="http://schemas.openxmlformats.org/drawingml/2006/main">
            <a:off x="7000875" y="4457700"/>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메일 업무의 질문</a:t>
            </a:r>
          </a:p>
        </p:txBody>
      </p:sp>
      <p:sp>
        <p:nvSpPr>
          <p:cNvPr id="35" name="dp-background-overview / n28 / text 2">
            <a:extLst xmlns:a="http://schemas.openxmlformats.org/drawingml/2006/main">
              <a:ext uri="{FF2B5EF4-FFF2-40B4-BE49-F238E27FC236}">
                <a16:creationId xmlns:a16="http://schemas.microsoft.com/office/drawing/2014/main" id="{B02746EC-5AA8-43CB-97AA-99A613141FFE}"/>
              </a:ext>
            </a:extLst>
          </p:cNvPr>
          <p:cNvSpPr>
            <a:spLocks xmlns:a="http://schemas.openxmlformats.org/drawingml/2006/main" noGrp="1"/>
          </p:cNvSpPr>
          <p:nvPr/>
        </p:nvSpPr>
        <p:spPr>
          <a:xfrm xmlns:a="http://schemas.openxmlformats.org/drawingml/2006/main">
            <a:off x="7000875" y="4752975"/>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“수신자는 누구인가요?”</a:t>
            </a:r>
          </a:p>
        </p:txBody>
      </p:sp>
      <p:sp>
        <p:nvSpPr>
          <p:cNvPr id="36" name="dp-background-overview / n29 / text 1">
            <a:extLst xmlns:a="http://schemas.openxmlformats.org/drawingml/2006/main">
              <a:ext uri="{FF2B5EF4-FFF2-40B4-BE49-F238E27FC236}">
                <a16:creationId xmlns:a16="http://schemas.microsoft.com/office/drawing/2014/main" id="{ED8ECEDB-F077-4751-B3DC-9D34CD4E8100}"/>
              </a:ext>
            </a:extLst>
          </p:cNvPr>
          <p:cNvSpPr>
            <a:spLocks xmlns:a="http://schemas.openxmlformats.org/drawingml/2006/main" noGrp="1"/>
          </p:cNvSpPr>
          <p:nvPr/>
        </p:nvSpPr>
        <p:spPr>
          <a:xfrm xmlns:a="http://schemas.openxmlformats.org/drawingml/2006/main">
            <a:off x="10287000" y="34099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“지난번 네가 설명한 기준으로,</a:t>
            </a:r>
          </a:p>
        </p:txBody>
      </p:sp>
      <p:sp>
        <p:nvSpPr>
          <p:cNvPr id="37" name="dp-background-overview / n29 / text 2">
            <a:extLst xmlns:a="http://schemas.openxmlformats.org/drawingml/2006/main">
              <a:ext uri="{FF2B5EF4-FFF2-40B4-BE49-F238E27FC236}">
                <a16:creationId xmlns:a16="http://schemas.microsoft.com/office/drawing/2014/main" id="{8F4040B6-DF31-43ED-BA56-A62114CD9CAC}"/>
              </a:ext>
            </a:extLst>
          </p:cNvPr>
          <p:cNvSpPr>
            <a:spLocks xmlns:a="http://schemas.openxmlformats.org/drawingml/2006/main" noGrp="1"/>
          </p:cNvSpPr>
          <p:nvPr/>
        </p:nvSpPr>
        <p:spPr>
          <a:xfrm xmlns:a="http://schemas.openxmlformats.org/drawingml/2006/main">
            <a:off x="10287000" y="373380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결과와 견적도</a:t>
            </a:r>
          </a:p>
        </p:txBody>
      </p:sp>
      <p:sp>
        <p:nvSpPr>
          <p:cNvPr id="38" name="dp-background-overview / n29 / text 3">
            <a:extLst xmlns:a="http://schemas.openxmlformats.org/drawingml/2006/main">
              <a:ext uri="{FF2B5EF4-FFF2-40B4-BE49-F238E27FC236}">
                <a16:creationId xmlns:a16="http://schemas.microsoft.com/office/drawing/2014/main" id="{3973CC52-C5D6-46F0-B3AF-035BA87F9946}"/>
              </a:ext>
            </a:extLst>
          </p:cNvPr>
          <p:cNvSpPr>
            <a:spLocks xmlns:a="http://schemas.openxmlformats.org/drawingml/2006/main" noGrp="1"/>
          </p:cNvSpPr>
          <p:nvPr/>
        </p:nvSpPr>
        <p:spPr>
          <a:xfrm xmlns:a="http://schemas.openxmlformats.org/drawingml/2006/main">
            <a:off x="10287000" y="40576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반영해줘.”</a:t>
            </a:r>
          </a:p>
        </p:txBody>
      </p:sp>
      <p:sp>
        <p:nvSpPr>
          <p:cNvPr id="39" name="dp-background-overview / n30 / text 1">
            <a:extLst xmlns:a="http://schemas.openxmlformats.org/drawingml/2006/main">
              <a:ext uri="{FF2B5EF4-FFF2-40B4-BE49-F238E27FC236}">
                <a16:creationId xmlns:a16="http://schemas.microsoft.com/office/drawing/2014/main" id="{38FDA7BE-98CD-44A0-807F-6EAC2C94EBBE}"/>
              </a:ext>
            </a:extLst>
          </p:cNvPr>
          <p:cNvSpPr>
            <a:spLocks xmlns:a="http://schemas.openxmlformats.org/drawingml/2006/main" noGrp="1"/>
          </p:cNvSpPr>
          <p:nvPr/>
        </p:nvSpPr>
        <p:spPr>
          <a:xfrm xmlns:a="http://schemas.openxmlformats.org/drawingml/2006/main">
            <a:off x="14573250" y="34480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대화는</a:t>
            </a:r>
          </a:p>
        </p:txBody>
      </p:sp>
      <p:sp>
        <p:nvSpPr>
          <p:cNvPr id="40" name="dp-background-overview / n30 / text 2">
            <a:extLst xmlns:a="http://schemas.openxmlformats.org/drawingml/2006/main">
              <a:ext uri="{FF2B5EF4-FFF2-40B4-BE49-F238E27FC236}">
                <a16:creationId xmlns:a16="http://schemas.microsoft.com/office/drawing/2014/main" id="{62003DA2-DA1A-4751-8ECB-7BEC754D9E93}"/>
              </a:ext>
            </a:extLst>
          </p:cNvPr>
          <p:cNvSpPr>
            <a:spLocks xmlns:a="http://schemas.openxmlformats.org/drawingml/2006/main" noGrp="1"/>
          </p:cNvSpPr>
          <p:nvPr/>
        </p:nvSpPr>
        <p:spPr>
          <a:xfrm xmlns:a="http://schemas.openxmlformats.org/drawingml/2006/main">
            <a:off x="14573250" y="37528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끝나도…</a:t>
            </a:r>
          </a:p>
        </p:txBody>
      </p:sp>
      <p:sp>
        <p:nvSpPr>
          <p:cNvPr id="41" name="dp-background-overview / n31 / text 1">
            <a:extLst xmlns:a="http://schemas.openxmlformats.org/drawingml/2006/main">
              <a:ext uri="{FF2B5EF4-FFF2-40B4-BE49-F238E27FC236}">
                <a16:creationId xmlns:a16="http://schemas.microsoft.com/office/drawing/2014/main" id="{DDF7F15B-4C41-4AEE-B4B9-EEC97FA2AAF6}"/>
              </a:ext>
            </a:extLst>
          </p:cNvPr>
          <p:cNvSpPr>
            <a:spLocks xmlns:a="http://schemas.openxmlformats.org/drawingml/2006/main" noGrp="1"/>
          </p:cNvSpPr>
          <p:nvPr/>
        </p:nvSpPr>
        <p:spPr>
          <a:xfrm xmlns:a="http://schemas.openxmlformats.org/drawingml/2006/main">
            <a:off x="16287750" y="37147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같은 업무의</a:t>
            </a:r>
          </a:p>
        </p:txBody>
      </p:sp>
      <p:sp>
        <p:nvSpPr>
          <p:cNvPr id="42" name="dp-background-overview / n31 / text 2">
            <a:extLst xmlns:a="http://schemas.openxmlformats.org/drawingml/2006/main">
              <a:ext uri="{FF2B5EF4-FFF2-40B4-BE49-F238E27FC236}">
                <a16:creationId xmlns:a16="http://schemas.microsoft.com/office/drawing/2014/main" id="{70FA0374-4825-4FA9-A4DC-80C71CD135D9}"/>
              </a:ext>
            </a:extLst>
          </p:cNvPr>
          <p:cNvSpPr>
            <a:spLocks xmlns:a="http://schemas.openxmlformats.org/drawingml/2006/main" noGrp="1"/>
          </p:cNvSpPr>
          <p:nvPr/>
        </p:nvSpPr>
        <p:spPr>
          <a:xfrm xmlns:a="http://schemas.openxmlformats.org/drawingml/2006/main">
            <a:off x="16287750" y="40195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진행·결과</a:t>
            </a:r>
          </a:p>
        </p:txBody>
      </p:sp>
      <p:sp>
        <p:nvSpPr>
          <p:cNvPr id="43" name="dp-background-overview / n32 / path">
            <a:extLst xmlns:a="http://schemas.openxmlformats.org/drawingml/2006/main">
              <a:ext uri="{FF2B5EF4-FFF2-40B4-BE49-F238E27FC236}">
                <a16:creationId xmlns:a16="http://schemas.microsoft.com/office/drawing/2014/main" id="{88F99B72-DE19-41F0-ADD6-44DD19326308}"/>
              </a:ext>
            </a:extLst>
          </p:cNvPr>
          <p:cNvSpPr>
            <a:spLocks xmlns:a="http://schemas.openxmlformats.org/drawingml/2006/main" noGrp="1"/>
          </p:cNvSpPr>
          <p:nvPr/>
        </p:nvSpPr>
        <p:spPr>
          <a:xfrm xmlns:a="http://schemas.openxmlformats.org/drawingml/2006/main">
            <a:off x="14668500" y="4343400"/>
            <a:ext cx="953" cy="4133850"/>
          </a:xfrm>
          <a:custGeom xmlns:a="http://schemas.openxmlformats.org/drawingml/2006/main">
            <a:pathLst>
              <a:path w="953" h="4133850">
                <a:moveTo>
                  <a:pt x="0" y="0"/>
                </a:moveTo>
                <a:lnTo>
                  <a:pt x="0" y="4133850"/>
                </a:lnTo>
              </a:path>
            </a:pathLst>
          </a:custGeom>
          <a:noFill xmlns:a="http://schemas.openxmlformats.org/drawingml/2006/main"/>
          <a:ln xmlns:a="http://schemas.openxmlformats.org/drawingml/2006/main" w="16193">
            <a:solidFill>
              <a:srgbClr val="CDD6DE"/>
            </a:solidFill>
            <a:prstDash val="dash"/>
          </a:ln>
        </p:spPr>
      </p:sp>
      <p:sp>
        <p:nvSpPr>
          <p:cNvPr id="44" name="dp-background-overview / n33 / text 1">
            <a:extLst xmlns:a="http://schemas.openxmlformats.org/drawingml/2006/main">
              <a:ext uri="{FF2B5EF4-FFF2-40B4-BE49-F238E27FC236}">
                <a16:creationId xmlns:a16="http://schemas.microsoft.com/office/drawing/2014/main" id="{489C5193-7EAB-4114-A226-E2204E18AC37}"/>
              </a:ext>
            </a:extLst>
          </p:cNvPr>
          <p:cNvSpPr>
            <a:spLocks xmlns:a="http://schemas.openxmlformats.org/drawingml/2006/main" noGrp="1"/>
          </p:cNvSpPr>
          <p:nvPr/>
        </p:nvSpPr>
        <p:spPr>
          <a:xfrm xmlns:a="http://schemas.openxmlformats.org/drawingml/2006/main">
            <a:off x="609600" y="5619750"/>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VIA</a:t>
            </a:r>
          </a:p>
        </p:txBody>
      </p:sp>
      <p:sp>
        <p:nvSpPr>
          <p:cNvPr id="45" name="dp-background-overview / n33 / text 2">
            <a:extLst xmlns:a="http://schemas.openxmlformats.org/drawingml/2006/main">
              <a:ext uri="{FF2B5EF4-FFF2-40B4-BE49-F238E27FC236}">
                <a16:creationId xmlns:a16="http://schemas.microsoft.com/office/drawing/2014/main" id="{4634B538-4F38-4721-AD4D-D318F1FB2131}"/>
              </a:ext>
            </a:extLst>
          </p:cNvPr>
          <p:cNvSpPr>
            <a:spLocks xmlns:a="http://schemas.openxmlformats.org/drawingml/2006/main" noGrp="1"/>
          </p:cNvSpPr>
          <p:nvPr/>
        </p:nvSpPr>
        <p:spPr>
          <a:xfrm xmlns:a="http://schemas.openxmlformats.org/drawingml/2006/main">
            <a:off x="609600" y="5929313"/>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처리·연결</a:t>
            </a:r>
          </a:p>
        </p:txBody>
      </p:sp>
      <p:sp>
        <p:nvSpPr>
          <p:cNvPr id="46" name="dp-background-overview / n34 / path">
            <a:extLst xmlns:a="http://schemas.openxmlformats.org/drawingml/2006/main">
              <a:ext uri="{FF2B5EF4-FFF2-40B4-BE49-F238E27FC236}">
                <a16:creationId xmlns:a16="http://schemas.microsoft.com/office/drawing/2014/main" id="{3FAE482C-C982-4328-BAC4-C4E4A984ABC3}"/>
              </a:ext>
            </a:extLst>
          </p:cNvPr>
          <p:cNvSpPr>
            <a:spLocks xmlns:a="http://schemas.openxmlformats.org/drawingml/2006/main" noGrp="1"/>
          </p:cNvSpPr>
          <p:nvPr/>
        </p:nvSpPr>
        <p:spPr>
          <a:xfrm xmlns:a="http://schemas.openxmlformats.org/drawingml/2006/main">
            <a:off x="2143125" y="5524500"/>
            <a:ext cx="15478125" cy="953"/>
          </a:xfrm>
          <a:custGeom xmlns:a="http://schemas.openxmlformats.org/drawingml/2006/main">
            <a:pathLst>
              <a:path w="15478125" h="953">
                <a:moveTo>
                  <a:pt x="0" y="0"/>
                </a:moveTo>
                <a:lnTo>
                  <a:pt x="15478125" y="0"/>
                </a:lnTo>
              </a:path>
            </a:pathLst>
          </a:custGeom>
          <a:noFill xmlns:a="http://schemas.openxmlformats.org/drawingml/2006/main"/>
          <a:ln xmlns:a="http://schemas.openxmlformats.org/drawingml/2006/main" w="66675">
            <a:solidFill>
              <a:srgbClr val="CDD6DE"/>
            </a:solidFill>
            <a:prstDash val="solid"/>
          </a:ln>
        </p:spPr>
      </p:sp>
      <p:sp>
        <p:nvSpPr>
          <p:cNvPr id="47" name="dp-background-overview / n35 / text 1">
            <a:extLst xmlns:a="http://schemas.openxmlformats.org/drawingml/2006/main">
              <a:ext uri="{FF2B5EF4-FFF2-40B4-BE49-F238E27FC236}">
                <a16:creationId xmlns:a16="http://schemas.microsoft.com/office/drawing/2014/main" id="{FFD7FAB4-AE00-4E15-A88D-446B8713D382}"/>
              </a:ext>
            </a:extLst>
          </p:cNvPr>
          <p:cNvSpPr>
            <a:spLocks xmlns:a="http://schemas.openxmlformats.org/drawingml/2006/main" noGrp="1"/>
          </p:cNvSpPr>
          <p:nvPr/>
        </p:nvSpPr>
        <p:spPr>
          <a:xfrm xmlns:a="http://schemas.openxmlformats.org/drawingml/2006/main">
            <a:off x="2143125" y="582930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표의 대상 확인 · 업무 구분</a:t>
            </a:r>
          </a:p>
        </p:txBody>
      </p:sp>
      <p:sp>
        <p:nvSpPr>
          <p:cNvPr id="48" name="dp-background-overview / n35 / text 2">
            <a:extLst xmlns:a="http://schemas.openxmlformats.org/drawingml/2006/main">
              <a:ext uri="{FF2B5EF4-FFF2-40B4-BE49-F238E27FC236}">
                <a16:creationId xmlns:a16="http://schemas.microsoft.com/office/drawing/2014/main" id="{87B91AEA-5A33-4F7F-A04A-E9F7D5C4CBD3}"/>
              </a:ext>
            </a:extLst>
          </p:cNvPr>
          <p:cNvSpPr>
            <a:spLocks xmlns:a="http://schemas.openxmlformats.org/drawingml/2006/main" noGrp="1"/>
          </p:cNvSpPr>
          <p:nvPr/>
        </p:nvSpPr>
        <p:spPr>
          <a:xfrm xmlns:a="http://schemas.openxmlformats.org/drawingml/2006/main">
            <a:off x="2143125" y="615315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메일은 초안만 조건 유지</a:t>
            </a:r>
          </a:p>
        </p:txBody>
      </p:sp>
      <p:sp>
        <p:nvSpPr>
          <p:cNvPr id="49" name="dp-background-overview / n36 / text 1">
            <a:extLst xmlns:a="http://schemas.openxmlformats.org/drawingml/2006/main">
              <a:ext uri="{FF2B5EF4-FFF2-40B4-BE49-F238E27FC236}">
                <a16:creationId xmlns:a16="http://schemas.microsoft.com/office/drawing/2014/main" id="{E6231DBE-E49C-456E-A456-7F64625F303A}"/>
              </a:ext>
            </a:extLst>
          </p:cNvPr>
          <p:cNvSpPr>
            <a:spLocks xmlns:a="http://schemas.openxmlformats.org/drawingml/2006/main" noGrp="1"/>
          </p:cNvSpPr>
          <p:nvPr/>
        </p:nvSpPr>
        <p:spPr>
          <a:xfrm xmlns:a="http://schemas.openxmlformats.org/drawingml/2006/main">
            <a:off x="6381750" y="5829300"/>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정정의 적용 업무 확인</a:t>
            </a:r>
          </a:p>
        </p:txBody>
      </p:sp>
      <p:sp>
        <p:nvSpPr>
          <p:cNvPr id="50" name="dp-background-overview / n36 / text 2">
            <a:extLst xmlns:a="http://schemas.openxmlformats.org/drawingml/2006/main">
              <a:ext uri="{FF2B5EF4-FFF2-40B4-BE49-F238E27FC236}">
                <a16:creationId xmlns:a16="http://schemas.microsoft.com/office/drawing/2014/main" id="{9F105B04-2CC5-4803-82F4-1B707EB06D6A}"/>
              </a:ext>
            </a:extLst>
          </p:cNvPr>
          <p:cNvSpPr>
            <a:spLocks xmlns:a="http://schemas.openxmlformats.org/drawingml/2006/main" noGrp="1"/>
          </p:cNvSpPr>
          <p:nvPr/>
        </p:nvSpPr>
        <p:spPr>
          <a:xfrm xmlns:a="http://schemas.openxmlformats.org/drawingml/2006/main">
            <a:off x="6381750" y="6143625"/>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질문을 메일 업무에 연결</a:t>
            </a:r>
          </a:p>
        </p:txBody>
      </p:sp>
      <p:sp>
        <p:nvSpPr>
          <p:cNvPr id="51" name="dp-background-overview / n37 / text 1">
            <a:extLst xmlns:a="http://schemas.openxmlformats.org/drawingml/2006/main">
              <a:ext uri="{FF2B5EF4-FFF2-40B4-BE49-F238E27FC236}">
                <a16:creationId xmlns:a16="http://schemas.microsoft.com/office/drawing/2014/main" id="{D016B89C-965F-46DD-9680-33BE68A743AB}"/>
              </a:ext>
            </a:extLst>
          </p:cNvPr>
          <p:cNvSpPr>
            <a:spLocks xmlns:a="http://schemas.openxmlformats.org/drawingml/2006/main" noGrp="1"/>
          </p:cNvSpPr>
          <p:nvPr/>
        </p:nvSpPr>
        <p:spPr>
          <a:xfrm xmlns:a="http://schemas.openxmlformats.org/drawingml/2006/main">
            <a:off x="10287000" y="5829300"/>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과거 설명·결과 참조 연결</a:t>
            </a:r>
          </a:p>
        </p:txBody>
      </p:sp>
      <p:sp>
        <p:nvSpPr>
          <p:cNvPr id="52" name="dp-background-overview / n37 / text 2">
            <a:extLst xmlns:a="http://schemas.openxmlformats.org/drawingml/2006/main">
              <a:ext uri="{FF2B5EF4-FFF2-40B4-BE49-F238E27FC236}">
                <a16:creationId xmlns:a16="http://schemas.microsoft.com/office/drawing/2014/main" id="{64D2F7E5-1FFA-4002-9C4B-568FA5524E81}"/>
              </a:ext>
            </a:extLst>
          </p:cNvPr>
          <p:cNvSpPr>
            <a:spLocks xmlns:a="http://schemas.openxmlformats.org/drawingml/2006/main" noGrp="1"/>
          </p:cNvSpPr>
          <p:nvPr/>
        </p:nvSpPr>
        <p:spPr>
          <a:xfrm xmlns:a="http://schemas.openxmlformats.org/drawingml/2006/main">
            <a:off x="10287000" y="6143625"/>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현재 제안서 업무에 제공</a:t>
            </a:r>
          </a:p>
        </p:txBody>
      </p:sp>
      <p:sp>
        <p:nvSpPr>
          <p:cNvPr id="53" name="dp-background-overview / n38 / text 1">
            <a:extLst xmlns:a="http://schemas.openxmlformats.org/drawingml/2006/main">
              <a:ext uri="{FF2B5EF4-FFF2-40B4-BE49-F238E27FC236}">
                <a16:creationId xmlns:a16="http://schemas.microsoft.com/office/drawing/2014/main" id="{E77A2500-3BA7-48BB-94E4-14090F570BB0}"/>
              </a:ext>
            </a:extLst>
          </p:cNvPr>
          <p:cNvSpPr>
            <a:spLocks xmlns:a="http://schemas.openxmlformats.org/drawingml/2006/main" noGrp="1"/>
          </p:cNvSpPr>
          <p:nvPr/>
        </p:nvSpPr>
        <p:spPr>
          <a:xfrm xmlns:a="http://schemas.openxmlformats.org/drawingml/2006/main">
            <a:off x="15621000" y="58293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업무의 진행·결과를</a:t>
            </a:r>
          </a:p>
        </p:txBody>
      </p:sp>
      <p:sp>
        <p:nvSpPr>
          <p:cNvPr id="54" name="dp-background-overview / n38 / text 2">
            <a:extLst xmlns:a="http://schemas.openxmlformats.org/drawingml/2006/main">
              <a:ext uri="{FF2B5EF4-FFF2-40B4-BE49-F238E27FC236}">
                <a16:creationId xmlns:a16="http://schemas.microsoft.com/office/drawing/2014/main" id="{99D123AF-D9F0-4796-ABF2-753B4FCC3697}"/>
              </a:ext>
            </a:extLst>
          </p:cNvPr>
          <p:cNvSpPr>
            <a:spLocks xmlns:a="http://schemas.openxmlformats.org/drawingml/2006/main" noGrp="1"/>
          </p:cNvSpPr>
          <p:nvPr/>
        </p:nvSpPr>
        <p:spPr>
          <a:xfrm xmlns:a="http://schemas.openxmlformats.org/drawingml/2006/main">
            <a:off x="15621000" y="61341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사용자에게 전달</a:t>
            </a:r>
          </a:p>
        </p:txBody>
      </p:sp>
      <p:sp>
        <p:nvSpPr>
          <p:cNvPr id="55" name="dp-background-overview / n39 / path">
            <a:extLst xmlns:a="http://schemas.openxmlformats.org/drawingml/2006/main">
              <a:ext uri="{FF2B5EF4-FFF2-40B4-BE49-F238E27FC236}">
                <a16:creationId xmlns:a16="http://schemas.microsoft.com/office/drawing/2014/main" id="{2A3A740A-24F4-4C96-A39C-820E5BF7B8D5}"/>
              </a:ext>
            </a:extLst>
          </p:cNvPr>
          <p:cNvSpPr>
            <a:spLocks xmlns:a="http://schemas.openxmlformats.org/drawingml/2006/main" noGrp="1"/>
          </p:cNvSpPr>
          <p:nvPr/>
        </p:nvSpPr>
        <p:spPr>
          <a:xfrm xmlns:a="http://schemas.openxmlformats.org/drawingml/2006/main">
            <a:off x="2667000" y="4800600"/>
            <a:ext cx="953" cy="628650"/>
          </a:xfrm>
          <a:custGeom xmlns:a="http://schemas.openxmlformats.org/drawingml/2006/main">
            <a:pathLst>
              <a:path w="953" h="628650">
                <a:moveTo>
                  <a:pt x="0" y="0"/>
                </a:moveTo>
                <a:lnTo>
                  <a:pt x="0" y="628650"/>
                </a:lnTo>
              </a:path>
            </a:pathLst>
          </a:custGeom>
          <a:noFill xmlns:a="http://schemas.openxmlformats.org/drawingml/2006/main"/>
          <a:ln xmlns:a="http://schemas.openxmlformats.org/drawingml/2006/main" w="16193">
            <a:solidFill>
              <a:srgbClr val="18232E"/>
            </a:solidFill>
            <a:prstDash val="solid"/>
          </a:ln>
        </p:spPr>
      </p:sp>
      <p:sp>
        <p:nvSpPr>
          <p:cNvPr id="56" name="dp-background-overview / n39 / arrow">
            <a:extLst xmlns:a="http://schemas.openxmlformats.org/drawingml/2006/main">
              <a:ext uri="{FF2B5EF4-FFF2-40B4-BE49-F238E27FC236}">
                <a16:creationId xmlns:a16="http://schemas.microsoft.com/office/drawing/2014/main" id="{3B3E517C-D143-4477-BBF8-79F3BDD0CAE4}"/>
              </a:ext>
            </a:extLst>
          </p:cNvPr>
          <p:cNvSpPr>
            <a:spLocks xmlns:a="http://schemas.openxmlformats.org/drawingml/2006/main" noGrp="1"/>
          </p:cNvSpPr>
          <p:nvPr/>
        </p:nvSpPr>
        <p:spPr>
          <a:xfrm xmlns:a="http://schemas.openxmlformats.org/drawingml/2006/main">
            <a:off x="261518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7" name="dp-background-overview / n40 / path">
            <a:extLst xmlns:a="http://schemas.openxmlformats.org/drawingml/2006/main">
              <a:ext uri="{FF2B5EF4-FFF2-40B4-BE49-F238E27FC236}">
                <a16:creationId xmlns:a16="http://schemas.microsoft.com/office/drawing/2014/main" id="{FEAC31EA-A8E3-4DC4-B2F8-C857BE853230}"/>
              </a:ext>
            </a:extLst>
          </p:cNvPr>
          <p:cNvSpPr>
            <a:spLocks xmlns:a="http://schemas.openxmlformats.org/drawingml/2006/main" noGrp="1"/>
          </p:cNvSpPr>
          <p:nvPr/>
        </p:nvSpPr>
        <p:spPr>
          <a:xfrm xmlns:a="http://schemas.openxmlformats.org/drawingml/2006/main">
            <a:off x="6619875" y="4171950"/>
            <a:ext cx="953" cy="1257300"/>
          </a:xfrm>
          <a:custGeom xmlns:a="http://schemas.openxmlformats.org/drawingml/2006/main">
            <a:pathLst>
              <a:path w="953" h="1257300">
                <a:moveTo>
                  <a:pt x="0" y="0"/>
                </a:moveTo>
                <a:lnTo>
                  <a:pt x="0" y="1257300"/>
                </a:lnTo>
              </a:path>
            </a:pathLst>
          </a:custGeom>
          <a:noFill xmlns:a="http://schemas.openxmlformats.org/drawingml/2006/main"/>
          <a:ln xmlns:a="http://schemas.openxmlformats.org/drawingml/2006/main" w="16193">
            <a:solidFill>
              <a:srgbClr val="18232E"/>
            </a:solidFill>
            <a:prstDash val="solid"/>
          </a:ln>
        </p:spPr>
      </p:sp>
      <p:sp>
        <p:nvSpPr>
          <p:cNvPr id="58" name="dp-background-overview / n40 / arrow">
            <a:extLst xmlns:a="http://schemas.openxmlformats.org/drawingml/2006/main">
              <a:ext uri="{FF2B5EF4-FFF2-40B4-BE49-F238E27FC236}">
                <a16:creationId xmlns:a16="http://schemas.microsoft.com/office/drawing/2014/main" id="{4F6EC304-5053-46D3-BA84-F335BA2D9348}"/>
              </a:ext>
            </a:extLst>
          </p:cNvPr>
          <p:cNvSpPr>
            <a:spLocks xmlns:a="http://schemas.openxmlformats.org/drawingml/2006/main" noGrp="1"/>
          </p:cNvSpPr>
          <p:nvPr/>
        </p:nvSpPr>
        <p:spPr>
          <a:xfrm xmlns:a="http://schemas.openxmlformats.org/drawingml/2006/main">
            <a:off x="6568059"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9" name="dp-background-overview / n41 / path">
            <a:extLst xmlns:a="http://schemas.openxmlformats.org/drawingml/2006/main">
              <a:ext uri="{FF2B5EF4-FFF2-40B4-BE49-F238E27FC236}">
                <a16:creationId xmlns:a16="http://schemas.microsoft.com/office/drawing/2014/main" id="{C7FDA46E-9163-4154-8D31-B2988EC57AB9}"/>
              </a:ext>
            </a:extLst>
          </p:cNvPr>
          <p:cNvSpPr>
            <a:spLocks xmlns:a="http://schemas.openxmlformats.org/drawingml/2006/main" noGrp="1"/>
          </p:cNvSpPr>
          <p:nvPr/>
        </p:nvSpPr>
        <p:spPr>
          <a:xfrm xmlns:a="http://schemas.openxmlformats.org/drawingml/2006/main">
            <a:off x="8143875" y="5105400"/>
            <a:ext cx="953" cy="323850"/>
          </a:xfrm>
          <a:custGeom xmlns:a="http://schemas.openxmlformats.org/drawingml/2006/main">
            <a:pathLst>
              <a:path w="953" h="323850">
                <a:moveTo>
                  <a:pt x="0" y="323850"/>
                </a:moveTo>
                <a:lnTo>
                  <a:pt x="0" y="0"/>
                </a:lnTo>
              </a:path>
            </a:pathLst>
          </a:custGeom>
          <a:noFill xmlns:a="http://schemas.openxmlformats.org/drawingml/2006/main"/>
          <a:ln xmlns:a="http://schemas.openxmlformats.org/drawingml/2006/main" w="16193">
            <a:solidFill>
              <a:srgbClr val="18232E"/>
            </a:solidFill>
            <a:prstDash val="solid"/>
          </a:ln>
        </p:spPr>
      </p:sp>
      <p:sp>
        <p:nvSpPr>
          <p:cNvPr id="60" name="dp-background-overview / n41 / arrow">
            <a:extLst xmlns:a="http://schemas.openxmlformats.org/drawingml/2006/main">
              <a:ext uri="{FF2B5EF4-FFF2-40B4-BE49-F238E27FC236}">
                <a16:creationId xmlns:a16="http://schemas.microsoft.com/office/drawing/2014/main" id="{ED7665EC-6574-4C51-98CE-171EA2D44B5E}"/>
              </a:ext>
            </a:extLst>
          </p:cNvPr>
          <p:cNvSpPr>
            <a:spLocks xmlns:a="http://schemas.openxmlformats.org/drawingml/2006/main" noGrp="1"/>
          </p:cNvSpPr>
          <p:nvPr/>
        </p:nvSpPr>
        <p:spPr>
          <a:xfrm xmlns:a="http://schemas.openxmlformats.org/drawingml/2006/main">
            <a:off x="8092059" y="51054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1" name="dp-background-overview / n42 / path">
            <a:extLst xmlns:a="http://schemas.openxmlformats.org/drawingml/2006/main">
              <a:ext uri="{FF2B5EF4-FFF2-40B4-BE49-F238E27FC236}">
                <a16:creationId xmlns:a16="http://schemas.microsoft.com/office/drawing/2014/main" id="{B819C647-7E99-470B-A71F-F2E5665FB7BE}"/>
              </a:ext>
            </a:extLst>
          </p:cNvPr>
          <p:cNvSpPr>
            <a:spLocks xmlns:a="http://schemas.openxmlformats.org/drawingml/2006/main" noGrp="1"/>
          </p:cNvSpPr>
          <p:nvPr/>
        </p:nvSpPr>
        <p:spPr>
          <a:xfrm xmlns:a="http://schemas.openxmlformats.org/drawingml/2006/main">
            <a:off x="10572750" y="4486275"/>
            <a:ext cx="953" cy="942975"/>
          </a:xfrm>
          <a:custGeom xmlns:a="http://schemas.openxmlformats.org/drawingml/2006/main">
            <a:pathLst>
              <a:path w="953" h="942975">
                <a:moveTo>
                  <a:pt x="0" y="0"/>
                </a:moveTo>
                <a:lnTo>
                  <a:pt x="0" y="942975"/>
                </a:lnTo>
              </a:path>
            </a:pathLst>
          </a:custGeom>
          <a:noFill xmlns:a="http://schemas.openxmlformats.org/drawingml/2006/main"/>
          <a:ln xmlns:a="http://schemas.openxmlformats.org/drawingml/2006/main" w="16193">
            <a:solidFill>
              <a:srgbClr val="18232E"/>
            </a:solidFill>
            <a:prstDash val="solid"/>
          </a:ln>
        </p:spPr>
      </p:sp>
      <p:sp>
        <p:nvSpPr>
          <p:cNvPr id="62" name="dp-background-overview / n42 / arrow">
            <a:extLst xmlns:a="http://schemas.openxmlformats.org/drawingml/2006/main">
              <a:ext uri="{FF2B5EF4-FFF2-40B4-BE49-F238E27FC236}">
                <a16:creationId xmlns:a16="http://schemas.microsoft.com/office/drawing/2014/main" id="{1FF76865-EFEE-4648-9895-DF87B752DC11}"/>
              </a:ext>
            </a:extLst>
          </p:cNvPr>
          <p:cNvSpPr>
            <a:spLocks xmlns:a="http://schemas.openxmlformats.org/drawingml/2006/main" noGrp="1"/>
          </p:cNvSpPr>
          <p:nvPr/>
        </p:nvSpPr>
        <p:spPr>
          <a:xfrm xmlns:a="http://schemas.openxmlformats.org/drawingml/2006/main">
            <a:off x="1052093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63" name="dp-background-overview / n43 / path">
            <a:extLst xmlns:a="http://schemas.openxmlformats.org/drawingml/2006/main">
              <a:ext uri="{FF2B5EF4-FFF2-40B4-BE49-F238E27FC236}">
                <a16:creationId xmlns:a16="http://schemas.microsoft.com/office/drawing/2014/main" id="{14EB27C7-A2BA-420D-A5AA-7BF362574709}"/>
              </a:ext>
            </a:extLst>
          </p:cNvPr>
          <p:cNvSpPr>
            <a:spLocks xmlns:a="http://schemas.openxmlformats.org/drawingml/2006/main" noGrp="1"/>
          </p:cNvSpPr>
          <p:nvPr/>
        </p:nvSpPr>
        <p:spPr>
          <a:xfrm xmlns:a="http://schemas.openxmlformats.org/drawingml/2006/main">
            <a:off x="16764000" y="4533900"/>
            <a:ext cx="953" cy="895350"/>
          </a:xfrm>
          <a:custGeom xmlns:a="http://schemas.openxmlformats.org/drawingml/2006/main">
            <a:pathLst>
              <a:path w="953" h="895350">
                <a:moveTo>
                  <a:pt x="0" y="895350"/>
                </a:moveTo>
                <a:lnTo>
                  <a:pt x="0" y="0"/>
                </a:lnTo>
              </a:path>
            </a:pathLst>
          </a:custGeom>
          <a:noFill xmlns:a="http://schemas.openxmlformats.org/drawingml/2006/main"/>
          <a:ln xmlns:a="http://schemas.openxmlformats.org/drawingml/2006/main" w="16193">
            <a:solidFill>
              <a:srgbClr val="18232E"/>
            </a:solidFill>
            <a:prstDash val="solid"/>
          </a:ln>
        </p:spPr>
      </p:sp>
      <p:sp>
        <p:nvSpPr>
          <p:cNvPr id="64" name="dp-background-overview / n43 / arrow">
            <a:extLst xmlns:a="http://schemas.openxmlformats.org/drawingml/2006/main">
              <a:ext uri="{FF2B5EF4-FFF2-40B4-BE49-F238E27FC236}">
                <a16:creationId xmlns:a16="http://schemas.microsoft.com/office/drawing/2014/main" id="{F5BE3F21-680E-4FD5-88DA-6FDFCEE76DE1}"/>
              </a:ext>
            </a:extLst>
          </p:cNvPr>
          <p:cNvSpPr>
            <a:spLocks xmlns:a="http://schemas.openxmlformats.org/drawingml/2006/main" noGrp="1"/>
          </p:cNvSpPr>
          <p:nvPr/>
        </p:nvSpPr>
        <p:spPr>
          <a:xfrm xmlns:a="http://schemas.openxmlformats.org/drawingml/2006/main">
            <a:off x="16712184" y="45339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5" name="dp-background-overview / n44 / text 1">
            <a:extLst xmlns:a="http://schemas.openxmlformats.org/drawingml/2006/main">
              <a:ext uri="{FF2B5EF4-FFF2-40B4-BE49-F238E27FC236}">
                <a16:creationId xmlns:a16="http://schemas.microsoft.com/office/drawing/2014/main" id="{49D89A76-8F43-4A6C-854C-7EC31BFD6D1A}"/>
              </a:ext>
            </a:extLst>
          </p:cNvPr>
          <p:cNvSpPr>
            <a:spLocks xmlns:a="http://schemas.openxmlformats.org/drawingml/2006/main" noGrp="1"/>
          </p:cNvSpPr>
          <p:nvPr/>
        </p:nvSpPr>
        <p:spPr>
          <a:xfrm xmlns:a="http://schemas.openxmlformats.org/drawingml/2006/main">
            <a:off x="8572500" y="6600825"/>
            <a:ext cx="4191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늦게 끝난 이전 조건의 후보 → 현재 유효성 확인</a:t>
            </a:r>
          </a:p>
        </p:txBody>
      </p:sp>
      <p:sp>
        <p:nvSpPr>
          <p:cNvPr id="66" name="dp-background-overview / n45 / text 1">
            <a:extLst xmlns:a="http://schemas.openxmlformats.org/drawingml/2006/main">
              <a:ext uri="{FF2B5EF4-FFF2-40B4-BE49-F238E27FC236}">
                <a16:creationId xmlns:a16="http://schemas.microsoft.com/office/drawing/2014/main" id="{68AA2BEE-5302-4172-9FDE-251406AF6FFB}"/>
              </a:ext>
            </a:extLst>
          </p:cNvPr>
          <p:cNvSpPr>
            <a:spLocks xmlns:a="http://schemas.openxmlformats.org/drawingml/2006/main" noGrp="1"/>
          </p:cNvSpPr>
          <p:nvPr/>
        </p:nvSpPr>
        <p:spPr>
          <a:xfrm xmlns:a="http://schemas.openxmlformats.org/drawingml/2006/main">
            <a:off x="609600" y="747712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외부 Agent</a:t>
            </a:r>
          </a:p>
        </p:txBody>
      </p:sp>
      <p:sp>
        <p:nvSpPr>
          <p:cNvPr id="67" name="dp-background-overview / n45 / text 2">
            <a:extLst xmlns:a="http://schemas.openxmlformats.org/drawingml/2006/main">
              <a:ext uri="{FF2B5EF4-FFF2-40B4-BE49-F238E27FC236}">
                <a16:creationId xmlns:a16="http://schemas.microsoft.com/office/drawing/2014/main" id="{B91088F7-4329-4BB2-AE79-14744A3471FE}"/>
              </a:ext>
            </a:extLst>
          </p:cNvPr>
          <p:cNvSpPr>
            <a:spLocks xmlns:a="http://schemas.openxmlformats.org/drawingml/2006/main" noGrp="1"/>
          </p:cNvSpPr>
          <p:nvPr/>
        </p:nvSpPr>
        <p:spPr>
          <a:xfrm xmlns:a="http://schemas.openxmlformats.org/drawingml/2006/main">
            <a:off x="609600" y="778668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업무 수행</a:t>
            </a:r>
          </a:p>
        </p:txBody>
      </p:sp>
      <p:sp>
        <p:nvSpPr>
          <p:cNvPr id="68" name="dp-background-overview / n46 / text 1">
            <a:extLst xmlns:a="http://schemas.openxmlformats.org/drawingml/2006/main">
              <a:ext uri="{FF2B5EF4-FFF2-40B4-BE49-F238E27FC236}">
                <a16:creationId xmlns:a16="http://schemas.microsoft.com/office/drawing/2014/main" id="{75DDB0D5-DB7C-4053-9583-96FC8E3FAF4A}"/>
              </a:ext>
            </a:extLst>
          </p:cNvPr>
          <p:cNvSpPr>
            <a:spLocks xmlns:a="http://schemas.openxmlformats.org/drawingml/2006/main" noGrp="1"/>
          </p:cNvSpPr>
          <p:nvPr/>
        </p:nvSpPr>
        <p:spPr>
          <a:xfrm xmlns:a="http://schemas.openxmlformats.org/drawingml/2006/main">
            <a:off x="2143125" y="7200900"/>
            <a:ext cx="30956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제안서 업무</a:t>
            </a:r>
          </a:p>
        </p:txBody>
      </p:sp>
      <p:sp>
        <p:nvSpPr>
          <p:cNvPr id="69" name="dp-background-overview / n47 / path">
            <a:extLst xmlns:a="http://schemas.openxmlformats.org/drawingml/2006/main">
              <a:ext uri="{FF2B5EF4-FFF2-40B4-BE49-F238E27FC236}">
                <a16:creationId xmlns:a16="http://schemas.microsoft.com/office/drawing/2014/main" id="{1A163969-8599-45A8-8321-D522D5152CB2}"/>
              </a:ext>
            </a:extLst>
          </p:cNvPr>
          <p:cNvSpPr>
            <a:spLocks xmlns:a="http://schemas.openxmlformats.org/drawingml/2006/main" noGrp="1"/>
          </p:cNvSpPr>
          <p:nvPr/>
        </p:nvSpPr>
        <p:spPr>
          <a:xfrm xmlns:a="http://schemas.openxmlformats.org/drawingml/2006/main">
            <a:off x="5286375" y="7524750"/>
            <a:ext cx="12334875" cy="953"/>
          </a:xfrm>
          <a:custGeom xmlns:a="http://schemas.openxmlformats.org/drawingml/2006/main">
            <a:pathLst>
              <a:path w="12334875" h="953">
                <a:moveTo>
                  <a:pt x="0" y="0"/>
                </a:moveTo>
                <a:lnTo>
                  <a:pt x="12334875" y="0"/>
                </a:lnTo>
              </a:path>
            </a:pathLst>
          </a:custGeom>
          <a:noFill xmlns:a="http://schemas.openxmlformats.org/drawingml/2006/main"/>
          <a:ln xmlns:a="http://schemas.openxmlformats.org/drawingml/2006/main" w="66675">
            <a:solidFill>
              <a:srgbClr val="CDD6DE"/>
            </a:solidFill>
            <a:prstDash val="solid"/>
          </a:ln>
        </p:spPr>
      </p:sp>
      <p:sp>
        <p:nvSpPr>
          <p:cNvPr id="70" name="dp-background-overview / n48 / text 1">
            <a:extLst xmlns:a="http://schemas.openxmlformats.org/drawingml/2006/main">
              <a:ext uri="{FF2B5EF4-FFF2-40B4-BE49-F238E27FC236}">
                <a16:creationId xmlns:a16="http://schemas.microsoft.com/office/drawing/2014/main" id="{618C6844-9A26-4306-8AD4-307970F4AABA}"/>
              </a:ext>
            </a:extLst>
          </p:cNvPr>
          <p:cNvSpPr>
            <a:spLocks xmlns:a="http://schemas.openxmlformats.org/drawingml/2006/main" noGrp="1"/>
          </p:cNvSpPr>
          <p:nvPr/>
        </p:nvSpPr>
        <p:spPr>
          <a:xfrm xmlns:a="http://schemas.openxmlformats.org/drawingml/2006/main">
            <a:off x="10572750" y="7162800"/>
            <a:ext cx="3905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기준 적용·분석·제안서 작성</a:t>
            </a:r>
          </a:p>
        </p:txBody>
      </p:sp>
      <p:sp>
        <p:nvSpPr>
          <p:cNvPr id="71" name="dp-background-overview / n49 / path">
            <a:extLst xmlns:a="http://schemas.openxmlformats.org/drawingml/2006/main">
              <a:ext uri="{FF2B5EF4-FFF2-40B4-BE49-F238E27FC236}">
                <a16:creationId xmlns:a16="http://schemas.microsoft.com/office/drawing/2014/main" id="{D320C1E0-5246-466C-A135-8DCD9ADA44E7}"/>
              </a:ext>
            </a:extLst>
          </p:cNvPr>
          <p:cNvSpPr>
            <a:spLocks xmlns:a="http://schemas.openxmlformats.org/drawingml/2006/main" noGrp="1"/>
          </p:cNvSpPr>
          <p:nvPr/>
        </p:nvSpPr>
        <p:spPr>
          <a:xfrm xmlns:a="http://schemas.openxmlformats.org/drawingml/2006/main">
            <a:off x="5476875" y="6477000"/>
            <a:ext cx="953" cy="952500"/>
          </a:xfrm>
          <a:custGeom xmlns:a="http://schemas.openxmlformats.org/drawingml/2006/main">
            <a:pathLst>
              <a:path w="953" h="952500">
                <a:moveTo>
                  <a:pt x="0" y="0"/>
                </a:moveTo>
                <a:lnTo>
                  <a:pt x="0" y="952500"/>
                </a:lnTo>
              </a:path>
            </a:pathLst>
          </a:custGeom>
          <a:noFill xmlns:a="http://schemas.openxmlformats.org/drawingml/2006/main"/>
          <a:ln xmlns:a="http://schemas.openxmlformats.org/drawingml/2006/main" w="16193">
            <a:solidFill>
              <a:srgbClr val="18232E"/>
            </a:solidFill>
            <a:prstDash val="solid"/>
          </a:ln>
        </p:spPr>
      </p:sp>
      <p:sp>
        <p:nvSpPr>
          <p:cNvPr id="72" name="dp-background-overview / n49 / arrow">
            <a:extLst xmlns:a="http://schemas.openxmlformats.org/drawingml/2006/main">
              <a:ext uri="{FF2B5EF4-FFF2-40B4-BE49-F238E27FC236}">
                <a16:creationId xmlns:a16="http://schemas.microsoft.com/office/drawing/2014/main" id="{37687F69-C936-4169-A255-A48EFF4ADE0E}"/>
              </a:ext>
            </a:extLst>
          </p:cNvPr>
          <p:cNvSpPr>
            <a:spLocks xmlns:a="http://schemas.openxmlformats.org/drawingml/2006/main" noGrp="1"/>
          </p:cNvSpPr>
          <p:nvPr/>
        </p:nvSpPr>
        <p:spPr>
          <a:xfrm xmlns:a="http://schemas.openxmlformats.org/drawingml/2006/main">
            <a:off x="5425059" y="7325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73" name="dp-background-overview / n50">
            <a:extLst xmlns:a="http://schemas.openxmlformats.org/drawingml/2006/main">
              <a:ext uri="{FF2B5EF4-FFF2-40B4-BE49-F238E27FC236}">
                <a16:creationId xmlns:a16="http://schemas.microsoft.com/office/drawing/2014/main" id="{3685B2E0-82FE-4D22-A5FA-FA829FACC185}"/>
              </a:ext>
            </a:extLst>
          </p:cNvPr>
          <p:cNvSpPr>
            <a:spLocks xmlns:a="http://schemas.openxmlformats.org/drawingml/2006/main" noGrp="1"/>
          </p:cNvSpPr>
          <p:nvPr/>
        </p:nvSpPr>
        <p:spPr>
          <a:xfrm xmlns:a="http://schemas.openxmlformats.org/drawingml/2006/main">
            <a:off x="4810125" y="6810375"/>
            <a:ext cx="619125" cy="31051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4" name="dp-background-overview / n51 / text 1">
            <a:extLst xmlns:a="http://schemas.openxmlformats.org/drawingml/2006/main">
              <a:ext uri="{FF2B5EF4-FFF2-40B4-BE49-F238E27FC236}">
                <a16:creationId xmlns:a16="http://schemas.microsoft.com/office/drawing/2014/main" id="{FDDDBEBB-95B2-4E00-ACCE-E58A16ECD923}"/>
              </a:ext>
            </a:extLst>
          </p:cNvPr>
          <p:cNvSpPr>
            <a:spLocks xmlns:a="http://schemas.openxmlformats.org/drawingml/2006/main" noGrp="1"/>
          </p:cNvSpPr>
          <p:nvPr/>
        </p:nvSpPr>
        <p:spPr>
          <a:xfrm xmlns:a="http://schemas.openxmlformats.org/drawingml/2006/main">
            <a:off x="4857750" y="6829425"/>
            <a:ext cx="5238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위임</a:t>
            </a:r>
          </a:p>
        </p:txBody>
      </p:sp>
      <p:sp>
        <p:nvSpPr>
          <p:cNvPr id="75" name="dp-background-overview / n52 / path">
            <a:extLst xmlns:a="http://schemas.openxmlformats.org/drawingml/2006/main">
              <a:ext uri="{FF2B5EF4-FFF2-40B4-BE49-F238E27FC236}">
                <a16:creationId xmlns:a16="http://schemas.microsoft.com/office/drawing/2014/main" id="{6483CF62-6EB3-4294-8E1B-2204621EB1D5}"/>
              </a:ext>
            </a:extLst>
          </p:cNvPr>
          <p:cNvSpPr>
            <a:spLocks xmlns:a="http://schemas.openxmlformats.org/drawingml/2006/main" noGrp="1"/>
          </p:cNvSpPr>
          <p:nvPr/>
        </p:nvSpPr>
        <p:spPr>
          <a:xfrm xmlns:a="http://schemas.openxmlformats.org/drawingml/2006/main">
            <a:off x="6191250" y="6496050"/>
            <a:ext cx="953" cy="933450"/>
          </a:xfrm>
          <a:custGeom xmlns:a="http://schemas.openxmlformats.org/drawingml/2006/main">
            <a:pathLst>
              <a:path w="953" h="933450">
                <a:moveTo>
                  <a:pt x="0" y="933450"/>
                </a:moveTo>
                <a:lnTo>
                  <a:pt x="0" y="0"/>
                </a:lnTo>
              </a:path>
            </a:pathLst>
          </a:custGeom>
          <a:noFill xmlns:a="http://schemas.openxmlformats.org/drawingml/2006/main"/>
          <a:ln xmlns:a="http://schemas.openxmlformats.org/drawingml/2006/main" w="16193">
            <a:solidFill>
              <a:srgbClr val="18232E"/>
            </a:solidFill>
            <a:prstDash val="solid"/>
          </a:ln>
        </p:spPr>
      </p:sp>
      <p:sp>
        <p:nvSpPr>
          <p:cNvPr id="76" name="dp-background-overview / n52 / arrow">
            <a:extLst xmlns:a="http://schemas.openxmlformats.org/drawingml/2006/main">
              <a:ext uri="{FF2B5EF4-FFF2-40B4-BE49-F238E27FC236}">
                <a16:creationId xmlns:a16="http://schemas.microsoft.com/office/drawing/2014/main" id="{5A51D7F7-80D6-4BEE-A276-E63E2C27E3E5}"/>
              </a:ext>
            </a:extLst>
          </p:cNvPr>
          <p:cNvSpPr>
            <a:spLocks xmlns:a="http://schemas.openxmlformats.org/drawingml/2006/main" noGrp="1"/>
          </p:cNvSpPr>
          <p:nvPr/>
        </p:nvSpPr>
        <p:spPr>
          <a:xfrm xmlns:a="http://schemas.openxmlformats.org/drawingml/2006/main">
            <a:off x="6139434"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77" name="dp-background-overview / n53">
            <a:extLst xmlns:a="http://schemas.openxmlformats.org/drawingml/2006/main">
              <a:ext uri="{FF2B5EF4-FFF2-40B4-BE49-F238E27FC236}">
                <a16:creationId xmlns:a16="http://schemas.microsoft.com/office/drawing/2014/main" id="{DFBE7C5C-050A-4ED4-A595-673FA143AF82}"/>
              </a:ext>
            </a:extLst>
          </p:cNvPr>
          <p:cNvSpPr>
            <a:spLocks xmlns:a="http://schemas.openxmlformats.org/drawingml/2006/main" noGrp="1"/>
          </p:cNvSpPr>
          <p:nvPr/>
        </p:nvSpPr>
        <p:spPr>
          <a:xfrm xmlns:a="http://schemas.openxmlformats.org/drawingml/2006/main">
            <a:off x="5705475" y="6810375"/>
            <a:ext cx="1066800" cy="285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8" name="dp-background-overview / n54 / text 1">
            <a:extLst xmlns:a="http://schemas.openxmlformats.org/drawingml/2006/main">
              <a:ext uri="{FF2B5EF4-FFF2-40B4-BE49-F238E27FC236}">
                <a16:creationId xmlns:a16="http://schemas.microsoft.com/office/drawing/2014/main" id="{5F7025FD-945C-49E7-A044-FB1DBA35114A}"/>
              </a:ext>
            </a:extLst>
          </p:cNvPr>
          <p:cNvSpPr>
            <a:spLocks xmlns:a="http://schemas.openxmlformats.org/drawingml/2006/main" noGrp="1"/>
          </p:cNvSpPr>
          <p:nvPr/>
        </p:nvSpPr>
        <p:spPr>
          <a:xfrm xmlns:a="http://schemas.openxmlformats.org/drawingml/2006/main">
            <a:off x="5753100" y="6829425"/>
            <a:ext cx="971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접수 확인</a:t>
            </a:r>
          </a:p>
        </p:txBody>
      </p:sp>
      <p:sp>
        <p:nvSpPr>
          <p:cNvPr id="79" name="dp-background-overview / n55 / text 1">
            <a:extLst xmlns:a="http://schemas.openxmlformats.org/drawingml/2006/main">
              <a:ext uri="{FF2B5EF4-FFF2-40B4-BE49-F238E27FC236}">
                <a16:creationId xmlns:a16="http://schemas.microsoft.com/office/drawing/2014/main" id="{EC9D7BD7-FDB8-4483-822D-5F266CB47BF7}"/>
              </a:ext>
            </a:extLst>
          </p:cNvPr>
          <p:cNvSpPr>
            <a:spLocks xmlns:a="http://schemas.openxmlformats.org/drawingml/2006/main" noGrp="1"/>
          </p:cNvSpPr>
          <p:nvPr/>
        </p:nvSpPr>
        <p:spPr>
          <a:xfrm xmlns:a="http://schemas.openxmlformats.org/drawingml/2006/main">
            <a:off x="2143125" y="66484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위임 요청의 처리 완료</a:t>
            </a:r>
          </a:p>
        </p:txBody>
      </p:sp>
      <p:sp>
        <p:nvSpPr>
          <p:cNvPr id="80" name="dp-background-overview / n55 / text 2">
            <a:extLst xmlns:a="http://schemas.openxmlformats.org/drawingml/2006/main">
              <a:ext uri="{FF2B5EF4-FFF2-40B4-BE49-F238E27FC236}">
                <a16:creationId xmlns:a16="http://schemas.microsoft.com/office/drawing/2014/main" id="{D29FF3CC-2982-40ED-84B2-68E670D3FF3B}"/>
              </a:ext>
            </a:extLst>
          </p:cNvPr>
          <p:cNvSpPr>
            <a:spLocks xmlns:a="http://schemas.openxmlformats.org/drawingml/2006/main" noGrp="1"/>
          </p:cNvSpPr>
          <p:nvPr/>
        </p:nvSpPr>
        <p:spPr>
          <a:xfrm xmlns:a="http://schemas.openxmlformats.org/drawingml/2006/main">
            <a:off x="2143125" y="69151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(외부 접수 확인 후)</a:t>
            </a:r>
          </a:p>
        </p:txBody>
      </p:sp>
      <p:sp>
        <p:nvSpPr>
          <p:cNvPr id="81" name="dp-background-overview / n56 / path">
            <a:extLst xmlns:a="http://schemas.openxmlformats.org/drawingml/2006/main">
              <a:ext uri="{FF2B5EF4-FFF2-40B4-BE49-F238E27FC236}">
                <a16:creationId xmlns:a16="http://schemas.microsoft.com/office/drawing/2014/main" id="{BE41EE95-8D4E-4621-850B-22FF53CA4879}"/>
              </a:ext>
            </a:extLst>
          </p:cNvPr>
          <p:cNvSpPr>
            <a:spLocks xmlns:a="http://schemas.openxmlformats.org/drawingml/2006/main" noGrp="1"/>
          </p:cNvSpPr>
          <p:nvPr/>
        </p:nvSpPr>
        <p:spPr>
          <a:xfrm xmlns:a="http://schemas.openxmlformats.org/drawingml/2006/main">
            <a:off x="12573000" y="6553200"/>
            <a:ext cx="953" cy="495300"/>
          </a:xfrm>
          <a:custGeom xmlns:a="http://schemas.openxmlformats.org/drawingml/2006/main">
            <a:pathLst>
              <a:path w="953" h="495300">
                <a:moveTo>
                  <a:pt x="0" y="0"/>
                </a:moveTo>
                <a:lnTo>
                  <a:pt x="0" y="495300"/>
                </a:lnTo>
              </a:path>
            </a:pathLst>
          </a:custGeom>
          <a:noFill xmlns:a="http://schemas.openxmlformats.org/drawingml/2006/main"/>
          <a:ln xmlns:a="http://schemas.openxmlformats.org/drawingml/2006/main" w="16193">
            <a:solidFill>
              <a:srgbClr val="18232E"/>
            </a:solidFill>
            <a:prstDash val="solid"/>
          </a:ln>
        </p:spPr>
      </p:sp>
      <p:sp>
        <p:nvSpPr>
          <p:cNvPr id="82" name="dp-background-overview / n56 / arrow">
            <a:extLst xmlns:a="http://schemas.openxmlformats.org/drawingml/2006/main">
              <a:ext uri="{FF2B5EF4-FFF2-40B4-BE49-F238E27FC236}">
                <a16:creationId xmlns:a16="http://schemas.microsoft.com/office/drawing/2014/main" id="{441348DC-4D9D-4A99-9D35-3CCEFD4B11DC}"/>
              </a:ext>
            </a:extLst>
          </p:cNvPr>
          <p:cNvSpPr>
            <a:spLocks xmlns:a="http://schemas.openxmlformats.org/drawingml/2006/main" noGrp="1"/>
          </p:cNvSpPr>
          <p:nvPr/>
        </p:nvSpPr>
        <p:spPr>
          <a:xfrm xmlns:a="http://schemas.openxmlformats.org/drawingml/2006/main">
            <a:off x="12521184" y="6944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83" name="dp-background-overview / n57 / path">
            <a:extLst xmlns:a="http://schemas.openxmlformats.org/drawingml/2006/main">
              <a:ext uri="{FF2B5EF4-FFF2-40B4-BE49-F238E27FC236}">
                <a16:creationId xmlns:a16="http://schemas.microsoft.com/office/drawing/2014/main" id="{8A5B7A18-A01E-4B37-A34E-8BFE3E4052C7}"/>
              </a:ext>
            </a:extLst>
          </p:cNvPr>
          <p:cNvSpPr>
            <a:spLocks xmlns:a="http://schemas.openxmlformats.org/drawingml/2006/main" noGrp="1"/>
          </p:cNvSpPr>
          <p:nvPr/>
        </p:nvSpPr>
        <p:spPr>
          <a:xfrm xmlns:a="http://schemas.openxmlformats.org/drawingml/2006/main">
            <a:off x="16764000" y="6572250"/>
            <a:ext cx="953" cy="857250"/>
          </a:xfrm>
          <a:custGeom xmlns:a="http://schemas.openxmlformats.org/drawingml/2006/main">
            <a:pathLst>
              <a:path w="953" h="857250">
                <a:moveTo>
                  <a:pt x="0" y="857250"/>
                </a:moveTo>
                <a:lnTo>
                  <a:pt x="0" y="0"/>
                </a:lnTo>
              </a:path>
            </a:pathLst>
          </a:custGeom>
          <a:noFill xmlns:a="http://schemas.openxmlformats.org/drawingml/2006/main"/>
          <a:ln xmlns:a="http://schemas.openxmlformats.org/drawingml/2006/main" w="16193">
            <a:solidFill>
              <a:srgbClr val="18232E"/>
            </a:solidFill>
            <a:prstDash val="solid"/>
          </a:ln>
        </p:spPr>
      </p:sp>
      <p:sp>
        <p:nvSpPr>
          <p:cNvPr id="84" name="dp-background-overview / n57 / arrow">
            <a:extLst xmlns:a="http://schemas.openxmlformats.org/drawingml/2006/main">
              <a:ext uri="{FF2B5EF4-FFF2-40B4-BE49-F238E27FC236}">
                <a16:creationId xmlns:a16="http://schemas.microsoft.com/office/drawing/2014/main" id="{ADCA49EE-D1FD-43C3-A1A8-80A83E4E92DE}"/>
              </a:ext>
            </a:extLst>
          </p:cNvPr>
          <p:cNvSpPr>
            <a:spLocks xmlns:a="http://schemas.openxmlformats.org/drawingml/2006/main" noGrp="1"/>
          </p:cNvSpPr>
          <p:nvPr/>
        </p:nvSpPr>
        <p:spPr>
          <a:xfrm xmlns:a="http://schemas.openxmlformats.org/drawingml/2006/main">
            <a:off x="16712184" y="65722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85" name="dp-background-overview / n58 / text 1">
            <a:extLst xmlns:a="http://schemas.openxmlformats.org/drawingml/2006/main">
              <a:ext uri="{FF2B5EF4-FFF2-40B4-BE49-F238E27FC236}">
                <a16:creationId xmlns:a16="http://schemas.microsoft.com/office/drawing/2014/main" id="{D85B3548-2DDC-4A8D-B3D6-5A1658733F02}"/>
              </a:ext>
            </a:extLst>
          </p:cNvPr>
          <p:cNvSpPr>
            <a:spLocks xmlns:a="http://schemas.openxmlformats.org/drawingml/2006/main" noGrp="1"/>
          </p:cNvSpPr>
          <p:nvPr/>
        </p:nvSpPr>
        <p:spPr>
          <a:xfrm xmlns:a="http://schemas.openxmlformats.org/drawingml/2006/main">
            <a:off x="14763750" y="7810500"/>
            <a:ext cx="309562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대화가 끝나도 업무는 지속</a:t>
            </a:r>
          </a:p>
        </p:txBody>
      </p:sp>
      <p:sp>
        <p:nvSpPr>
          <p:cNvPr id="86" name="dp-background-overview / n59 / text 1">
            <a:extLst xmlns:a="http://schemas.openxmlformats.org/drawingml/2006/main">
              <a:ext uri="{FF2B5EF4-FFF2-40B4-BE49-F238E27FC236}">
                <a16:creationId xmlns:a16="http://schemas.microsoft.com/office/drawing/2014/main" id="{4E0D2BEB-AE5A-4F4A-B4AC-F7B9853DB514}"/>
              </a:ext>
            </a:extLst>
          </p:cNvPr>
          <p:cNvSpPr>
            <a:spLocks xmlns:a="http://schemas.openxmlformats.org/drawingml/2006/main" noGrp="1"/>
          </p:cNvSpPr>
          <p:nvPr/>
        </p:nvSpPr>
        <p:spPr>
          <a:xfrm xmlns:a="http://schemas.openxmlformats.org/drawingml/2006/main">
            <a:off x="2143125" y="8181975"/>
            <a:ext cx="3048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공유 메일 초안 업무</a:t>
            </a:r>
          </a:p>
        </p:txBody>
      </p:sp>
      <p:sp>
        <p:nvSpPr>
          <p:cNvPr id="87" name="dp-background-overview / n60 / path">
            <a:extLst xmlns:a="http://schemas.openxmlformats.org/drawingml/2006/main">
              <a:ext uri="{FF2B5EF4-FFF2-40B4-BE49-F238E27FC236}">
                <a16:creationId xmlns:a16="http://schemas.microsoft.com/office/drawing/2014/main" id="{A0269C91-3544-4094-9D48-C434150B0B4F}"/>
              </a:ext>
            </a:extLst>
          </p:cNvPr>
          <p:cNvSpPr>
            <a:spLocks xmlns:a="http://schemas.openxmlformats.org/drawingml/2006/main" noGrp="1"/>
          </p:cNvSpPr>
          <p:nvPr/>
        </p:nvSpPr>
        <p:spPr>
          <a:xfrm xmlns:a="http://schemas.openxmlformats.org/drawingml/2006/main">
            <a:off x="5286375" y="8572500"/>
            <a:ext cx="8524875" cy="953"/>
          </a:xfrm>
          <a:custGeom xmlns:a="http://schemas.openxmlformats.org/drawingml/2006/main">
            <a:pathLst>
              <a:path w="8524875" h="953">
                <a:moveTo>
                  <a:pt x="0" y="0"/>
                </a:moveTo>
                <a:lnTo>
                  <a:pt x="8524875" y="0"/>
                </a:lnTo>
              </a:path>
            </a:pathLst>
          </a:custGeom>
          <a:noFill xmlns:a="http://schemas.openxmlformats.org/drawingml/2006/main"/>
          <a:ln xmlns:a="http://schemas.openxmlformats.org/drawingml/2006/main" w="66675">
            <a:solidFill>
              <a:srgbClr val="CDD6DE"/>
            </a:solidFill>
            <a:prstDash val="solid"/>
          </a:ln>
        </p:spPr>
      </p:sp>
      <p:sp>
        <p:nvSpPr>
          <p:cNvPr id="88" name="dp-background-overview / n61 / path">
            <a:extLst xmlns:a="http://schemas.openxmlformats.org/drawingml/2006/main">
              <a:ext uri="{FF2B5EF4-FFF2-40B4-BE49-F238E27FC236}">
                <a16:creationId xmlns:a16="http://schemas.microsoft.com/office/drawing/2014/main" id="{A0339493-8FE5-4688-9FC7-50875B69D762}"/>
              </a:ext>
            </a:extLst>
          </p:cNvPr>
          <p:cNvSpPr>
            <a:spLocks xmlns:a="http://schemas.openxmlformats.org/drawingml/2006/main" noGrp="1"/>
          </p:cNvSpPr>
          <p:nvPr/>
        </p:nvSpPr>
        <p:spPr>
          <a:xfrm xmlns:a="http://schemas.openxmlformats.org/drawingml/2006/main">
            <a:off x="5286375" y="6515100"/>
            <a:ext cx="953" cy="1962150"/>
          </a:xfrm>
          <a:custGeom xmlns:a="http://schemas.openxmlformats.org/drawingml/2006/main">
            <a:pathLst>
              <a:path w="953" h="1962150">
                <a:moveTo>
                  <a:pt x="0" y="0"/>
                </a:moveTo>
                <a:lnTo>
                  <a:pt x="0" y="1962150"/>
                </a:lnTo>
              </a:path>
            </a:pathLst>
          </a:custGeom>
          <a:noFill xmlns:a="http://schemas.openxmlformats.org/drawingml/2006/main"/>
          <a:ln xmlns:a="http://schemas.openxmlformats.org/drawingml/2006/main" w="16193">
            <a:solidFill>
              <a:srgbClr val="18232E"/>
            </a:solidFill>
            <a:prstDash val="solid"/>
          </a:ln>
        </p:spPr>
      </p:sp>
      <p:sp>
        <p:nvSpPr>
          <p:cNvPr id="89" name="dp-background-overview / n61 / arrow">
            <a:extLst xmlns:a="http://schemas.openxmlformats.org/drawingml/2006/main">
              <a:ext uri="{FF2B5EF4-FFF2-40B4-BE49-F238E27FC236}">
                <a16:creationId xmlns:a16="http://schemas.microsoft.com/office/drawing/2014/main" id="{2E84E3AB-8265-4295-BBAB-6094F96819B5}"/>
              </a:ext>
            </a:extLst>
          </p:cNvPr>
          <p:cNvSpPr>
            <a:spLocks xmlns:a="http://schemas.openxmlformats.org/drawingml/2006/main" noGrp="1"/>
          </p:cNvSpPr>
          <p:nvPr/>
        </p:nvSpPr>
        <p:spPr>
          <a:xfrm xmlns:a="http://schemas.openxmlformats.org/drawingml/2006/main">
            <a:off x="5234559" y="8373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90" name="dp-background-overview / n62 / path">
            <a:extLst xmlns:a="http://schemas.openxmlformats.org/drawingml/2006/main">
              <a:ext uri="{FF2B5EF4-FFF2-40B4-BE49-F238E27FC236}">
                <a16:creationId xmlns:a16="http://schemas.microsoft.com/office/drawing/2014/main" id="{A1AA1B21-DC7F-4F08-9626-6EC9B1C9E3E7}"/>
              </a:ext>
            </a:extLst>
          </p:cNvPr>
          <p:cNvSpPr>
            <a:spLocks xmlns:a="http://schemas.openxmlformats.org/drawingml/2006/main" noGrp="1"/>
          </p:cNvSpPr>
          <p:nvPr/>
        </p:nvSpPr>
        <p:spPr>
          <a:xfrm xmlns:a="http://schemas.openxmlformats.org/drawingml/2006/main">
            <a:off x="6905625" y="6496050"/>
            <a:ext cx="953" cy="1981200"/>
          </a:xfrm>
          <a:custGeom xmlns:a="http://schemas.openxmlformats.org/drawingml/2006/main">
            <a:pathLst>
              <a:path w="953" h="1981200">
                <a:moveTo>
                  <a:pt x="0" y="1981200"/>
                </a:moveTo>
                <a:lnTo>
                  <a:pt x="0" y="0"/>
                </a:lnTo>
              </a:path>
            </a:pathLst>
          </a:custGeom>
          <a:noFill xmlns:a="http://schemas.openxmlformats.org/drawingml/2006/main"/>
          <a:ln xmlns:a="http://schemas.openxmlformats.org/drawingml/2006/main" w="16193">
            <a:solidFill>
              <a:srgbClr val="18232E"/>
            </a:solidFill>
            <a:prstDash val="solid"/>
          </a:ln>
        </p:spPr>
      </p:sp>
      <p:sp>
        <p:nvSpPr>
          <p:cNvPr id="91" name="dp-background-overview / n62 / arrow">
            <a:extLst xmlns:a="http://schemas.openxmlformats.org/drawingml/2006/main">
              <a:ext uri="{FF2B5EF4-FFF2-40B4-BE49-F238E27FC236}">
                <a16:creationId xmlns:a16="http://schemas.microsoft.com/office/drawing/2014/main" id="{FF1067C9-FF01-49B0-9E32-2C74F5BB2149}"/>
              </a:ext>
            </a:extLst>
          </p:cNvPr>
          <p:cNvSpPr>
            <a:spLocks xmlns:a="http://schemas.openxmlformats.org/drawingml/2006/main" noGrp="1"/>
          </p:cNvSpPr>
          <p:nvPr/>
        </p:nvSpPr>
        <p:spPr>
          <a:xfrm xmlns:a="http://schemas.openxmlformats.org/drawingml/2006/main">
            <a:off x="6853809"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2" name="dp-background-overview / n63 / text 1">
            <a:extLst xmlns:a="http://schemas.openxmlformats.org/drawingml/2006/main">
              <a:ext uri="{FF2B5EF4-FFF2-40B4-BE49-F238E27FC236}">
                <a16:creationId xmlns:a16="http://schemas.microsoft.com/office/drawing/2014/main" id="{C99551E9-8D00-430D-ADC8-C866F8B0FA90}"/>
              </a:ext>
            </a:extLst>
          </p:cNvPr>
          <p:cNvSpPr>
            <a:spLocks xmlns:a="http://schemas.openxmlformats.org/drawingml/2006/main" noGrp="1"/>
          </p:cNvSpPr>
          <p:nvPr/>
        </p:nvSpPr>
        <p:spPr>
          <a:xfrm xmlns:a="http://schemas.openxmlformats.org/drawingml/2006/main">
            <a:off x="5810250" y="7743825"/>
            <a:ext cx="11430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메일 질문</a:t>
            </a:r>
          </a:p>
        </p:txBody>
      </p:sp>
      <p:sp>
        <p:nvSpPr>
          <p:cNvPr id="93" name="dp-background-overview / n64 / text 1">
            <a:extLst xmlns:a="http://schemas.openxmlformats.org/drawingml/2006/main">
              <a:ext uri="{FF2B5EF4-FFF2-40B4-BE49-F238E27FC236}">
                <a16:creationId xmlns:a16="http://schemas.microsoft.com/office/drawing/2014/main" id="{935CA7C3-381A-4C3D-BAF2-48952BE9B098}"/>
              </a:ext>
            </a:extLst>
          </p:cNvPr>
          <p:cNvSpPr>
            <a:spLocks xmlns:a="http://schemas.openxmlformats.org/drawingml/2006/main" noGrp="1"/>
          </p:cNvSpPr>
          <p:nvPr/>
        </p:nvSpPr>
        <p:spPr>
          <a:xfrm xmlns:a="http://schemas.openxmlformats.org/drawingml/2006/main">
            <a:off x="7191375" y="8096250"/>
            <a:ext cx="6572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수신자 질문은 VIA로 → 답변 연결 후 초안 준비 (발송 없음)</a:t>
            </a:r>
          </a:p>
        </p:txBody>
      </p:sp>
      <p:sp>
        <p:nvSpPr>
          <p:cNvPr id="94" name="dp-background-overview / n65 / path">
            <a:extLst xmlns:a="http://schemas.openxmlformats.org/drawingml/2006/main">
              <a:ext uri="{FF2B5EF4-FFF2-40B4-BE49-F238E27FC236}">
                <a16:creationId xmlns:a16="http://schemas.microsoft.com/office/drawing/2014/main" id="{73FB464F-0718-42F9-97EB-10145CC28A4D}"/>
              </a:ext>
            </a:extLst>
          </p:cNvPr>
          <p:cNvSpPr>
            <a:spLocks xmlns:a="http://schemas.openxmlformats.org/drawingml/2006/main" noGrp="1"/>
          </p:cNvSpPr>
          <p:nvPr/>
        </p:nvSpPr>
        <p:spPr>
          <a:xfrm xmlns:a="http://schemas.openxmlformats.org/drawingml/2006/main">
            <a:off x="9382125" y="6905625"/>
            <a:ext cx="953" cy="523875"/>
          </a:xfrm>
          <a:custGeom xmlns:a="http://schemas.openxmlformats.org/drawingml/2006/main">
            <a:pathLst>
              <a:path w="953" h="523875">
                <a:moveTo>
                  <a:pt x="0" y="523875"/>
                </a:moveTo>
                <a:lnTo>
                  <a:pt x="0" y="0"/>
                </a:lnTo>
              </a:path>
            </a:pathLst>
          </a:custGeom>
          <a:noFill xmlns:a="http://schemas.openxmlformats.org/drawingml/2006/main"/>
          <a:ln xmlns:a="http://schemas.openxmlformats.org/drawingml/2006/main" w="16193">
            <a:solidFill>
              <a:srgbClr val="18232E"/>
            </a:solidFill>
            <a:prstDash val="solid"/>
          </a:ln>
        </p:spPr>
      </p:sp>
      <p:sp>
        <p:nvSpPr>
          <p:cNvPr id="95" name="dp-background-overview / n65 / arrow">
            <a:extLst xmlns:a="http://schemas.openxmlformats.org/drawingml/2006/main">
              <a:ext uri="{FF2B5EF4-FFF2-40B4-BE49-F238E27FC236}">
                <a16:creationId xmlns:a16="http://schemas.microsoft.com/office/drawing/2014/main" id="{59C271F9-C95D-456F-BCA7-F5C88512ABE1}"/>
              </a:ext>
            </a:extLst>
          </p:cNvPr>
          <p:cNvSpPr>
            <a:spLocks xmlns:a="http://schemas.openxmlformats.org/drawingml/2006/main" noGrp="1"/>
          </p:cNvSpPr>
          <p:nvPr/>
        </p:nvSpPr>
        <p:spPr>
          <a:xfrm xmlns:a="http://schemas.openxmlformats.org/drawingml/2006/main">
            <a:off x="9330309" y="6905625"/>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6" name="dp-background-overview / n66 / path">
            <a:extLst xmlns:a="http://schemas.openxmlformats.org/drawingml/2006/main">
              <a:ext uri="{FF2B5EF4-FFF2-40B4-BE49-F238E27FC236}">
                <a16:creationId xmlns:a16="http://schemas.microsoft.com/office/drawing/2014/main" id="{C2B868A3-6008-4AB4-80EA-CA5131DD64CD}"/>
              </a:ext>
            </a:extLst>
          </p:cNvPr>
          <p:cNvSpPr>
            <a:spLocks xmlns:a="http://schemas.openxmlformats.org/drawingml/2006/main" noGrp="1"/>
          </p:cNvSpPr>
          <p:nvPr/>
        </p:nvSpPr>
        <p:spPr>
          <a:xfrm xmlns:a="http://schemas.openxmlformats.org/drawingml/2006/main">
            <a:off x="609600" y="885825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97" name="dp-background-overview / n67 / path">
            <a:extLst xmlns:a="http://schemas.openxmlformats.org/drawingml/2006/main">
              <a:ext uri="{FF2B5EF4-FFF2-40B4-BE49-F238E27FC236}">
                <a16:creationId xmlns:a16="http://schemas.microsoft.com/office/drawing/2014/main" id="{7C5BD8E3-E6FC-4BEB-A116-906D1A0038E8}"/>
              </a:ext>
            </a:extLst>
          </p:cNvPr>
          <p:cNvSpPr>
            <a:spLocks xmlns:a="http://schemas.openxmlformats.org/drawingml/2006/main" noGrp="1"/>
          </p:cNvSpPr>
          <p:nvPr/>
        </p:nvSpPr>
        <p:spPr>
          <a:xfrm xmlns:a="http://schemas.openxmlformats.org/drawingml/2006/main">
            <a:off x="6096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18232E"/>
            </a:solidFill>
            <a:prstDash val="solid"/>
          </a:ln>
        </p:spPr>
      </p:sp>
      <p:sp>
        <p:nvSpPr>
          <p:cNvPr id="98" name="dp-background-overview / n67 / arrow">
            <a:extLst xmlns:a="http://schemas.openxmlformats.org/drawingml/2006/main">
              <a:ext uri="{FF2B5EF4-FFF2-40B4-BE49-F238E27FC236}">
                <a16:creationId xmlns:a16="http://schemas.microsoft.com/office/drawing/2014/main" id="{27A8B662-B3E1-4277-BC64-2EBE12AA2D97}"/>
              </a:ext>
            </a:extLst>
          </p:cNvPr>
          <p:cNvSpPr>
            <a:spLocks xmlns:a="http://schemas.openxmlformats.org/drawingml/2006/main" noGrp="1"/>
          </p:cNvSpPr>
          <p:nvPr/>
        </p:nvSpPr>
        <p:spPr>
          <a:xfrm xmlns:a="http://schemas.openxmlformats.org/drawingml/2006/main">
            <a:off x="1010793"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18232E"/>
            </a:solidFill>
            <a:prstDash val="solid"/>
          </a:ln>
        </p:spPr>
      </p:sp>
      <p:sp>
        <p:nvSpPr>
          <p:cNvPr id="99" name="dp-background-overview / n68 / text 1">
            <a:extLst xmlns:a="http://schemas.openxmlformats.org/drawingml/2006/main">
              <a:ext uri="{FF2B5EF4-FFF2-40B4-BE49-F238E27FC236}">
                <a16:creationId xmlns:a16="http://schemas.microsoft.com/office/drawing/2014/main" id="{4E82FF10-EA41-46D0-B1E1-3C911BDA4695}"/>
              </a:ext>
            </a:extLst>
          </p:cNvPr>
          <p:cNvSpPr>
            <a:spLocks xmlns:a="http://schemas.openxmlformats.org/drawingml/2006/main" noGrp="1"/>
          </p:cNvSpPr>
          <p:nvPr/>
        </p:nvSpPr>
        <p:spPr>
          <a:xfrm xmlns:a="http://schemas.openxmlformats.org/drawingml/2006/main">
            <a:off x="1266825" y="8915400"/>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입력·위임·알림·전달</a:t>
            </a:r>
          </a:p>
        </p:txBody>
      </p:sp>
      <p:sp>
        <p:nvSpPr>
          <p:cNvPr id="100" name="dp-background-overview / n69 / path">
            <a:extLst xmlns:a="http://schemas.openxmlformats.org/drawingml/2006/main">
              <a:ext uri="{FF2B5EF4-FFF2-40B4-BE49-F238E27FC236}">
                <a16:creationId xmlns:a16="http://schemas.microsoft.com/office/drawing/2014/main" id="{ABB5F2D0-DF1A-4ABB-ACED-EF03D6046911}"/>
              </a:ext>
            </a:extLst>
          </p:cNvPr>
          <p:cNvSpPr>
            <a:spLocks xmlns:a="http://schemas.openxmlformats.org/drawingml/2006/main" noGrp="1"/>
          </p:cNvSpPr>
          <p:nvPr/>
        </p:nvSpPr>
        <p:spPr>
          <a:xfrm xmlns:a="http://schemas.openxmlformats.org/drawingml/2006/main">
            <a:off x="4619625"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5F6B77"/>
            </a:solidFill>
            <a:prstDash val="dash"/>
          </a:ln>
        </p:spPr>
      </p:sp>
      <p:sp>
        <p:nvSpPr>
          <p:cNvPr id="101" name="dp-background-overview / n69 / arrow">
            <a:extLst xmlns:a="http://schemas.openxmlformats.org/drawingml/2006/main">
              <a:ext uri="{FF2B5EF4-FFF2-40B4-BE49-F238E27FC236}">
                <a16:creationId xmlns:a16="http://schemas.microsoft.com/office/drawing/2014/main" id="{069B1C5B-E0B0-4614-9029-C092CF35A103}"/>
              </a:ext>
            </a:extLst>
          </p:cNvPr>
          <p:cNvSpPr>
            <a:spLocks xmlns:a="http://schemas.openxmlformats.org/drawingml/2006/main" noGrp="1"/>
          </p:cNvSpPr>
          <p:nvPr/>
        </p:nvSpPr>
        <p:spPr>
          <a:xfrm xmlns:a="http://schemas.openxmlformats.org/drawingml/2006/main">
            <a:off x="5020818"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5F6B77"/>
            </a:solidFill>
            <a:prstDash val="solid"/>
          </a:ln>
        </p:spPr>
      </p:sp>
      <p:sp>
        <p:nvSpPr>
          <p:cNvPr id="102" name="dp-background-overview / n70 / text 1">
            <a:extLst xmlns:a="http://schemas.openxmlformats.org/drawingml/2006/main">
              <a:ext uri="{FF2B5EF4-FFF2-40B4-BE49-F238E27FC236}">
                <a16:creationId xmlns:a16="http://schemas.microsoft.com/office/drawing/2014/main" id="{DAE5C787-DCF6-46B3-A8A4-9ABA0D14AC65}"/>
              </a:ext>
            </a:extLst>
          </p:cNvPr>
          <p:cNvSpPr>
            <a:spLocks xmlns:a="http://schemas.openxmlformats.org/drawingml/2006/main" noGrp="1"/>
          </p:cNvSpPr>
          <p:nvPr/>
        </p:nvSpPr>
        <p:spPr>
          <a:xfrm xmlns:a="http://schemas.openxmlformats.org/drawingml/2006/main">
            <a:off x="5276850" y="8915400"/>
            <a:ext cx="1905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과거 정보 참조</a:t>
            </a:r>
          </a:p>
        </p:txBody>
      </p:sp>
      <p:sp>
        <p:nvSpPr>
          <p:cNvPr id="103" name="dp-background-overview / n71 / path">
            <a:extLst xmlns:a="http://schemas.openxmlformats.org/drawingml/2006/main">
              <a:ext uri="{FF2B5EF4-FFF2-40B4-BE49-F238E27FC236}">
                <a16:creationId xmlns:a16="http://schemas.microsoft.com/office/drawing/2014/main" id="{FDBC82C7-E613-433C-9E39-A7362B295D5F}"/>
              </a:ext>
            </a:extLst>
          </p:cNvPr>
          <p:cNvSpPr>
            <a:spLocks xmlns:a="http://schemas.openxmlformats.org/drawingml/2006/main" noGrp="1"/>
          </p:cNvSpPr>
          <p:nvPr/>
        </p:nvSpPr>
        <p:spPr>
          <a:xfrm xmlns:a="http://schemas.openxmlformats.org/drawingml/2006/main">
            <a:off x="74295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66675">
            <a:solidFill>
              <a:srgbClr val="CDD6DE"/>
            </a:solidFill>
            <a:prstDash val="solid"/>
          </a:ln>
        </p:spPr>
      </p:sp>
      <p:sp>
        <p:nvSpPr>
          <p:cNvPr id="104" name="dp-background-overview / n72 / text 1">
            <a:extLst xmlns:a="http://schemas.openxmlformats.org/drawingml/2006/main">
              <a:ext uri="{FF2B5EF4-FFF2-40B4-BE49-F238E27FC236}">
                <a16:creationId xmlns:a16="http://schemas.microsoft.com/office/drawing/2014/main" id="{35830F31-85F5-4221-A0CE-D8FD6F7CD976}"/>
              </a:ext>
            </a:extLst>
          </p:cNvPr>
          <p:cNvSpPr>
            <a:spLocks xmlns:a="http://schemas.openxmlformats.org/drawingml/2006/main" noGrp="1"/>
          </p:cNvSpPr>
          <p:nvPr/>
        </p:nvSpPr>
        <p:spPr>
          <a:xfrm xmlns:a="http://schemas.openxmlformats.org/drawingml/2006/main">
            <a:off x="8086725" y="8915400"/>
            <a:ext cx="9144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계속되는 처리·업무   /   위치·길이는 설명용이며 측정 시간이 아님</a:t>
            </a:r>
          </a:p>
        </p:txBody>
      </p:sp>
      <p:sp>
        <p:nvSpPr>
          <p:cNvPr id="105" name="dp-background-overview / n73 / text 1">
            <a:extLst xmlns:a="http://schemas.openxmlformats.org/drawingml/2006/main">
              <a:ext uri="{FF2B5EF4-FFF2-40B4-BE49-F238E27FC236}">
                <a16:creationId xmlns:a16="http://schemas.microsoft.com/office/drawing/2014/main" id="{F5B3BA03-220E-472A-A052-A6B459742356}"/>
              </a:ext>
            </a:extLst>
          </p:cNvPr>
          <p:cNvSpPr>
            <a:spLocks xmlns:a="http://schemas.openxmlformats.org/drawingml/2006/main" noGrp="1"/>
          </p:cNvSpPr>
          <p:nvPr/>
        </p:nvSpPr>
        <p:spPr>
          <a:xfrm xmlns:a="http://schemas.openxmlformats.org/drawingml/2006/main">
            <a:off x="6096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① 지금 요청의 대상과</a:t>
            </a:r>
          </a:p>
        </p:txBody>
      </p:sp>
      <p:sp>
        <p:nvSpPr>
          <p:cNvPr id="106" name="dp-background-overview / n73 / text 2">
            <a:extLst xmlns:a="http://schemas.openxmlformats.org/drawingml/2006/main">
              <a:ext uri="{FF2B5EF4-FFF2-40B4-BE49-F238E27FC236}">
                <a16:creationId xmlns:a16="http://schemas.microsoft.com/office/drawing/2014/main" id="{17C2F4D3-5B54-49D9-83A8-521FC9408A0E}"/>
              </a:ext>
            </a:extLst>
          </p:cNvPr>
          <p:cNvSpPr>
            <a:spLocks xmlns:a="http://schemas.openxmlformats.org/drawingml/2006/main" noGrp="1"/>
          </p:cNvSpPr>
          <p:nvPr/>
        </p:nvSpPr>
        <p:spPr>
          <a:xfrm xmlns:a="http://schemas.openxmlformats.org/drawingml/2006/main">
            <a:off x="6096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조건 이해</a:t>
            </a:r>
          </a:p>
        </p:txBody>
      </p:sp>
      <p:sp>
        <p:nvSpPr>
          <p:cNvPr id="107" name="dp-background-overview / n74 / text 1">
            <a:extLst xmlns:a="http://schemas.openxmlformats.org/drawingml/2006/main">
              <a:ext uri="{FF2B5EF4-FFF2-40B4-BE49-F238E27FC236}">
                <a16:creationId xmlns:a16="http://schemas.microsoft.com/office/drawing/2014/main" id="{23BAC393-3332-4AA8-B2D5-A9C9D50A9938}"/>
              </a:ext>
            </a:extLst>
          </p:cNvPr>
          <p:cNvSpPr>
            <a:spLocks xmlns:a="http://schemas.openxmlformats.org/drawingml/2006/main" noGrp="1"/>
          </p:cNvSpPr>
          <p:nvPr/>
        </p:nvSpPr>
        <p:spPr>
          <a:xfrm xmlns:a="http://schemas.openxmlformats.org/drawingml/2006/main">
            <a:off x="49149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② 새 입력·업무 알림이</a:t>
            </a:r>
          </a:p>
        </p:txBody>
      </p:sp>
      <p:sp>
        <p:nvSpPr>
          <p:cNvPr id="108" name="dp-background-overview / n74 / text 2">
            <a:extLst xmlns:a="http://schemas.openxmlformats.org/drawingml/2006/main">
              <a:ext uri="{FF2B5EF4-FFF2-40B4-BE49-F238E27FC236}">
                <a16:creationId xmlns:a16="http://schemas.microsoft.com/office/drawing/2014/main" id="{2A9AC82B-5CDA-436D-A2A7-A1EB8E52FC42}"/>
              </a:ext>
            </a:extLst>
          </p:cNvPr>
          <p:cNvSpPr>
            <a:spLocks xmlns:a="http://schemas.openxmlformats.org/drawingml/2006/main" noGrp="1"/>
          </p:cNvSpPr>
          <p:nvPr/>
        </p:nvSpPr>
        <p:spPr>
          <a:xfrm xmlns:a="http://schemas.openxmlformats.org/drawingml/2006/main">
            <a:off x="49149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겹쳐도 처리 이어가기</a:t>
            </a:r>
          </a:p>
        </p:txBody>
      </p:sp>
      <p:sp>
        <p:nvSpPr>
          <p:cNvPr id="109" name="dp-background-overview / n75 / text 1">
            <a:extLst xmlns:a="http://schemas.openxmlformats.org/drawingml/2006/main">
              <a:ext uri="{FF2B5EF4-FFF2-40B4-BE49-F238E27FC236}">
                <a16:creationId xmlns:a16="http://schemas.microsoft.com/office/drawing/2014/main" id="{BEF0AD94-8338-4142-8B4D-F05A35FF3717}"/>
              </a:ext>
            </a:extLst>
          </p:cNvPr>
          <p:cNvSpPr>
            <a:spLocks xmlns:a="http://schemas.openxmlformats.org/drawingml/2006/main" noGrp="1"/>
          </p:cNvSpPr>
          <p:nvPr/>
        </p:nvSpPr>
        <p:spPr>
          <a:xfrm xmlns:a="http://schemas.openxmlformats.org/drawingml/2006/main">
            <a:off x="92202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③ 과거 설명과 여러</a:t>
            </a:r>
          </a:p>
        </p:txBody>
      </p:sp>
      <p:sp>
        <p:nvSpPr>
          <p:cNvPr id="110" name="dp-background-overview / n75 / text 2">
            <a:extLst xmlns:a="http://schemas.openxmlformats.org/drawingml/2006/main">
              <a:ext uri="{FF2B5EF4-FFF2-40B4-BE49-F238E27FC236}">
                <a16:creationId xmlns:a16="http://schemas.microsoft.com/office/drawing/2014/main" id="{48FA6F69-E774-4ACC-88F8-3E4A5250AB04}"/>
              </a:ext>
            </a:extLst>
          </p:cNvPr>
          <p:cNvSpPr>
            <a:spLocks xmlns:a="http://schemas.openxmlformats.org/drawingml/2006/main" noGrp="1"/>
          </p:cNvSpPr>
          <p:nvPr/>
        </p:nvSpPr>
        <p:spPr>
          <a:xfrm xmlns:a="http://schemas.openxmlformats.org/drawingml/2006/main">
            <a:off x="92202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업무 결과 연결</a:t>
            </a:r>
          </a:p>
        </p:txBody>
      </p:sp>
      <p:sp>
        <p:nvSpPr>
          <p:cNvPr id="111" name="dp-background-overview / n76 / text 1">
            <a:extLst xmlns:a="http://schemas.openxmlformats.org/drawingml/2006/main">
              <a:ext uri="{FF2B5EF4-FFF2-40B4-BE49-F238E27FC236}">
                <a16:creationId xmlns:a16="http://schemas.microsoft.com/office/drawing/2014/main" id="{2BF90FA6-F2FC-40E1-A7E0-BF537CE9A431}"/>
              </a:ext>
            </a:extLst>
          </p:cNvPr>
          <p:cNvSpPr>
            <a:spLocks xmlns:a="http://schemas.openxmlformats.org/drawingml/2006/main" noGrp="1"/>
          </p:cNvSpPr>
          <p:nvPr/>
        </p:nvSpPr>
        <p:spPr>
          <a:xfrm xmlns:a="http://schemas.openxmlformats.org/drawingml/2006/main">
            <a:off x="135255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④ 대화와 업무의</a:t>
            </a:r>
          </a:p>
        </p:txBody>
      </p:sp>
      <p:sp>
        <p:nvSpPr>
          <p:cNvPr id="112" name="dp-background-overview / n76 / text 2">
            <a:extLst xmlns:a="http://schemas.openxmlformats.org/drawingml/2006/main">
              <a:ext uri="{FF2B5EF4-FFF2-40B4-BE49-F238E27FC236}">
                <a16:creationId xmlns:a16="http://schemas.microsoft.com/office/drawing/2014/main" id="{DFDBD946-B0BC-46E6-BBCA-C7904BF1D0BD}"/>
              </a:ext>
            </a:extLst>
          </p:cNvPr>
          <p:cNvSpPr>
            <a:spLocks xmlns:a="http://schemas.openxmlformats.org/drawingml/2006/main" noGrp="1"/>
          </p:cNvSpPr>
          <p:nvPr/>
        </p:nvSpPr>
        <p:spPr>
          <a:xfrm xmlns:a="http://schemas.openxmlformats.org/drawingml/2006/main">
            <a:off x="135255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서로 다른 수명 관리</a:t>
            </a:r>
          </a:p>
        </p:txBody>
      </p:sp>
      <p:sp>
        <p:nvSpPr>
          <p:cNvPr id="113" name="dp-background-overview / n77 / text 1">
            <a:extLst xmlns:a="http://schemas.openxmlformats.org/drawingml/2006/main">
              <a:ext uri="{FF2B5EF4-FFF2-40B4-BE49-F238E27FC236}">
                <a16:creationId xmlns:a16="http://schemas.microsoft.com/office/drawing/2014/main" id="{7DCECE28-7998-4C9D-8BDC-96DD2809D0A7}"/>
              </a:ext>
            </a:extLst>
          </p:cNvPr>
          <p:cNvSpPr>
            <a:spLocks xmlns:a="http://schemas.openxmlformats.org/drawingml/2006/main" noGrp="1"/>
          </p:cNvSpPr>
          <p:nvPr/>
        </p:nvSpPr>
        <p:spPr>
          <a:xfrm xmlns:a="http://schemas.openxmlformats.org/drawingml/2006/main">
            <a:off x="609600" y="9915525"/>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VIA: 사용자 상호작용·요청 이해·업무 연결과 위임·결과 전달   /   업무 수행 Agent: 도메인 분석·계획·도구 선택·업무 실행</a:t>
            </a:r>
          </a:p>
        </p:txBody>
      </p:sp>
    </p:spTree>
    <p:extLst>
      <p:ext uri="{BB962C8B-B14F-4D97-AF65-F5344CB8AC3E}">
        <p14:creationId xmlns:p14="http://schemas.microsoft.com/office/powerpoint/2010/main" val="3615659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ap:Slides>
  <ap:Notes>11</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2026-10-08T11:10:07.7400000Z</dcterms:created>
  <dcterms:modified xsi:type="dcterms:W3CDTF">2026-10-08T11:10:07.7400000Z</dcterms:modified>
</coreProperties>
</file>