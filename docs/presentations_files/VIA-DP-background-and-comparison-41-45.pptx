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004a03eb924e7e" /><Relationship Type="http://schemas.openxmlformats.org/officeDocument/2006/relationships/extended-properties" Target="/docProps/app.xml" Id="R64e31a4b3c1148a7" /><Relationship Type="http://schemas.openxmlformats.org/officeDocument/2006/relationships/officeDocument" Target="/ppt/presentation.xml" Id="R53bbc0bcb9d54c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3c72e8465844a2"/>
  </p:sldMasterIdLst>
  <p:notesMasterIdLst>
    <p:notesMasterId xmlns:r="http://schemas.openxmlformats.org/officeDocument/2006/relationships" r:id="R5ca85e813e954014"/>
  </p:notesMasterIdLst>
  <p:sldIdLst>
    <p:sldId xmlns:r="http://schemas.openxmlformats.org/officeDocument/2006/relationships" id="256" r:id="Rd5bb284998304d72"/>
    <p:sldId xmlns:r="http://schemas.openxmlformats.org/officeDocument/2006/relationships" id="257" r:id="R28e6acf7e558438e"/>
    <p:sldId xmlns:r="http://schemas.openxmlformats.org/officeDocument/2006/relationships" id="258" r:id="R7e9e5d353de448df"/>
    <p:sldId xmlns:r="http://schemas.openxmlformats.org/officeDocument/2006/relationships" id="259" r:id="R87d1a1c2c5fd4dbd"/>
    <p:sldId xmlns:r="http://schemas.openxmlformats.org/officeDocument/2006/relationships" id="260" r:id="R12b0e32653054459"/>
    <p:sldId xmlns:r="http://schemas.openxmlformats.org/officeDocument/2006/relationships" id="261" r:id="R31db13b4990d4952"/>
    <p:sldId xmlns:r="http://schemas.openxmlformats.org/officeDocument/2006/relationships" id="262" r:id="Re800c95b3ccc48b2"/>
    <p:sldId xmlns:r="http://schemas.openxmlformats.org/officeDocument/2006/relationships" id="263" r:id="R0b939428bc6f4c75"/>
    <p:sldId xmlns:r="http://schemas.openxmlformats.org/officeDocument/2006/relationships" id="264" r:id="R96a9b5e32194401d"/>
    <p:sldId xmlns:r="http://schemas.openxmlformats.org/officeDocument/2006/relationships" id="265" r:id="Rd4e355067edc4ce1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dfdd6d08314bc3" /><Relationship Type="http://schemas.openxmlformats.org/officeDocument/2006/relationships/slideMaster" Target="/ppt/slideMasters/slideMaster1.xml" Id="R0c3c72e8465844a2" /><Relationship Type="http://schemas.openxmlformats.org/officeDocument/2006/relationships/notesMaster" Target="/ppt/notesMasters/notesMaster1.xml" Id="R5ca85e813e954014" /><Relationship Type="http://schemas.openxmlformats.org/officeDocument/2006/relationships/presProps" Target="/ppt/presProps.xml" Id="Rdbcc7842291b4826" /><Relationship Type="http://schemas.openxmlformats.org/officeDocument/2006/relationships/tableStyles" Target="/ppt/tableStyles.xml" Id="Rb850dac62b96484f" /><Relationship Type="http://schemas.openxmlformats.org/officeDocument/2006/relationships/slide" Target="/ppt/slides/slide1.xml" Id="Rd5bb284998304d72" /><Relationship Type="http://schemas.openxmlformats.org/officeDocument/2006/relationships/slide" Target="/ppt/slides/slide2.xml" Id="R28e6acf7e558438e" /><Relationship Type="http://schemas.openxmlformats.org/officeDocument/2006/relationships/slide" Target="/ppt/slides/slide3.xml" Id="R7e9e5d353de448df" /><Relationship Type="http://schemas.openxmlformats.org/officeDocument/2006/relationships/slide" Target="/ppt/slides/slide4.xml" Id="R87d1a1c2c5fd4dbd" /><Relationship Type="http://schemas.openxmlformats.org/officeDocument/2006/relationships/slide" Target="/ppt/slides/slide5.xml" Id="R12b0e32653054459" /><Relationship Type="http://schemas.openxmlformats.org/officeDocument/2006/relationships/slide" Target="/ppt/slides/slide6.xml" Id="R31db13b4990d4952" /><Relationship Type="http://schemas.openxmlformats.org/officeDocument/2006/relationships/slide" Target="/ppt/slides/slide7.xml" Id="Re800c95b3ccc48b2" /><Relationship Type="http://schemas.openxmlformats.org/officeDocument/2006/relationships/slide" Target="/ppt/slides/slide8.xml" Id="R0b939428bc6f4c75" /><Relationship Type="http://schemas.openxmlformats.org/officeDocument/2006/relationships/slide" Target="/ppt/slides/slide9.xml" Id="R96a9b5e32194401d" /><Relationship Type="http://schemas.openxmlformats.org/officeDocument/2006/relationships/slide" Target="/ppt/slides/slide10.xml" Id="Rd4e355067edc4c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8e00c7f09bf47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411b37618c4e8a" /><Relationship Type="http://schemas.openxmlformats.org/officeDocument/2006/relationships/notesMaster" Target="/ppt/notesMasters/notesMaster1.xml" Id="Rd94b16226d9742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5695a13ef524abb" /><Relationship Type="http://schemas.openxmlformats.org/officeDocument/2006/relationships/notesMaster" Target="/ppt/notesMasters/notesMaster1.xml" Id="Rf7dd7de0035d41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930f09d8a244954" /><Relationship Type="http://schemas.openxmlformats.org/officeDocument/2006/relationships/notesMaster" Target="/ppt/notesMasters/notesMaster1.xml" Id="Rf3499972cade4e5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bea582a54c24c83" /><Relationship Type="http://schemas.openxmlformats.org/officeDocument/2006/relationships/notesMaster" Target="/ppt/notesMasters/notesMaster1.xml" Id="R24a2b618dbd740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2f5f856c9d4e1f" /><Relationship Type="http://schemas.openxmlformats.org/officeDocument/2006/relationships/notesMaster" Target="/ppt/notesMasters/notesMaster1.xml" Id="R51598463350841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03412f5785a45f5" /><Relationship Type="http://schemas.openxmlformats.org/officeDocument/2006/relationships/notesMaster" Target="/ppt/notesMasters/notesMaster1.xml" Id="R21cc2a964006472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27a3ac7c4c14f76" /><Relationship Type="http://schemas.openxmlformats.org/officeDocument/2006/relationships/notesMaster" Target="/ppt/notesMasters/notesMaster1.xml" Id="Rad29ecd59eaa4a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06046e19a934426" /><Relationship Type="http://schemas.openxmlformats.org/officeDocument/2006/relationships/notesMaster" Target="/ppt/notesMasters/notesMaster1.xml" Id="R39514067d3f64c0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b722c512a9c466b" /><Relationship Type="http://schemas.openxmlformats.org/officeDocument/2006/relationships/notesMaster" Target="/ppt/notesMasters/notesMaster1.xml" Id="R6877b8abd8454a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73b8708372848e9" /><Relationship Type="http://schemas.openxmlformats.org/officeDocument/2006/relationships/notesMaster" Target="/ppt/notesMasters/notesMaster1.xml" Id="R1fdee33a85a741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04-41. 기능 정확성을 위한 VIA Request 해석 설계</a:t>
            </a:r>
          </a:p>
          <a:p xmlns:a="http://schemas.openxmlformats.org/drawingml/2006/main">
            <a:r>
              <a:t>https://github.com/cbyche/via-sw-architecture/blob/main/docs/architecture/12-decisions/decision-packages/04-41-request-resolution-control.md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https://github.com/cbyche/via-sw-architecture/blob/main/docs/architecture/12-decisions/decision-packages/diagrams/dp41-background.svg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04-41. 기능 정확성을 위한 VIA Request 해석 설계</a:t>
            </a:r>
          </a:p>
          <a:p xmlns:a="http://schemas.openxmlformats.org/drawingml/2006/main">
            <a:r>
              <a:t>https://github.com/cbyche/via-sw-architecture/blob/main/docs/architecture/12-decisions/decision-packages/04-41-request-resolution-control.md</a:t>
            </a:r>
          </a:p>
          <a:p xmlns:a="http://schemas.openxmlformats.org/drawingml/2006/main">
            <a:r>
              <a:t>https://github.com/cbyche/via-sw-architecture/blob/main/docs/presentations_files/dp-comparison/dp41-comparison.svg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04-42. 변경 용이성을 위한 VIA Conversation과 Task 관리 설계</a:t>
            </a:r>
          </a:p>
          <a:p xmlns:a="http://schemas.openxmlformats.org/drawingml/2006/main">
            <a:r>
              <a:t>https://github.com/cbyche/via-sw-architecture/blob/main/docs/architecture/12-decisions/decision-packages/04-42-lifecycle-ownership.md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https://github.com/cbyche/via-sw-architecture/blob/main/docs/architecture/12-decisions/decision-packages/diagrams/dp42-background.svg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04-42. 변경 용이성을 위한 VIA Conversation과 Task 관리 설계</a:t>
            </a:r>
          </a:p>
          <a:p xmlns:a="http://schemas.openxmlformats.org/drawingml/2006/main">
            <a:r>
              <a:t>https://github.com/cbyche/via-sw-architecture/blob/main/docs/architecture/12-decisions/decision-packages/04-42-lifecycle-ownership.md</a:t>
            </a:r>
          </a:p>
          <a:p xmlns:a="http://schemas.openxmlformats.org/drawingml/2006/main">
            <a:r>
              <a:t>https://github.com/cbyche/via-sw-architecture/blob/main/docs/presentations_files/dp-comparison/dp42-comparison.svg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04-43. 기능 정확성을 위한 VIA Request 의미 판단 설계</a:t>
            </a:r>
          </a:p>
          <a:p xmlns:a="http://schemas.openxmlformats.org/drawingml/2006/main">
            <a:r>
              <a:t>https://github.com/cbyche/via-sw-architecture/blob/main/docs/architecture/12-decisions/decision-packages/04-43-request-interpretation.md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https://github.com/cbyche/via-sw-architecture/blob/main/docs/architecture/12-decisions/decision-packages/diagrams/dp43-background.svg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04-43. 기능 정확성을 위한 VIA Request 의미 판단 설계</a:t>
            </a:r>
          </a:p>
          <a:p xmlns:a="http://schemas.openxmlformats.org/drawingml/2006/main">
            <a:r>
              <a:t>https://github.com/cbyche/via-sw-architecture/blob/main/docs/architecture/12-decisions/decision-packages/04-43-request-interpretation.md</a:t>
            </a:r>
          </a:p>
          <a:p xmlns:a="http://schemas.openxmlformats.org/drawingml/2006/main">
            <a:r>
              <a:t>https://github.com/cbyche/via-sw-architecture/blob/main/docs/presentations_files/dp-comparison/dp43-comparison.svg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04-44. 반응성을 위한 VIA 지속 입력과 Response 전달 설계</a:t>
            </a:r>
          </a:p>
          <a:p xmlns:a="http://schemas.openxmlformats.org/drawingml/2006/main">
            <a:r>
              <a:t>https://github.com/cbyche/via-sw-architecture/blob/main/docs/architecture/12-decisions/decision-packages/04-44-continuous-interaction.md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https://github.com/cbyche/via-sw-architecture/blob/main/docs/architecture/12-decisions/decision-packages/diagrams/dp44-background.svg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04-44. 반응성을 위한 VIA 지속 입력과 Response 전달 설계</a:t>
            </a:r>
          </a:p>
          <a:p xmlns:a="http://schemas.openxmlformats.org/drawingml/2006/main">
            <a:r>
              <a:t>https://github.com/cbyche/via-sw-architecture/blob/main/docs/architecture/12-decisions/decision-packages/04-44-continuous-interaction.md</a:t>
            </a:r>
          </a:p>
          <a:p xmlns:a="http://schemas.openxmlformats.org/drawingml/2006/main">
            <a:r>
              <a:t>https://github.com/cbyche/via-sw-architecture/blob/main/docs/presentations_files/dp-comparison/dp44-comparison.svg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  <a:p xmlns:a="http://schemas.openxmlformats.org/drawingml/2006/main">
            <a:r>
              <a:t>A 중앙 조정 방식: Request Controller 내부 Dialogue Dispatcher와 Dialogue Progress State. B 이벤트 흐름을 연결하는 방식: Request Controller 내부 Input Resolution Stage·Task Notice Stage와 Window, Response Manager 내부 Publication Join·Publication Window. 같은 정식 10개 Component와 원본 owner, 흰색/검정 공통 및 살구색/짙은 테두리 차이 표기.</a:t>
            </a:r>
          </a:p>
          <a:p xmlns:a="http://schemas.openxmlformats.org/drawingml/2006/main">
            <a:r>
              <a:t>Voice Runtime에는 Interaction Manager의 음성 입출력·즉시 중단 기능과 Model Access client가 배치된다. 동시 실행 수가 제한된 비동기 executor와 Blocking worker pool, Model Access 별도 scheduler를 사용한다. A 사건 대기열·비동기 작업·완료 반환은 실행 기반이, B 이벤트 채널·구독·단계별 수용량·취소 전달은 실행 라이브러리가 지원한다. 수치·우선순위·pool 크기는 미정이며 별도 Component·process·모델을 추가하지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04-45. 기능 정확성을 위한 VIA 기억과 Context 제공 설계</a:t>
            </a:r>
          </a:p>
          <a:p xmlns:a="http://schemas.openxmlformats.org/drawingml/2006/main">
            <a:r>
              <a:t>https://github.com/cbyche/via-sw-architecture/blob/main/docs/architecture/12-decisions/decision-packages/04-45-memory-and-context.md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https://github.com/cbyche/via-sw-architecture/blob/main/docs/architecture/12-decisions/decision-packages/diagrams/dp45-background.svg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  <a:p xmlns:a="http://schemas.openxmlformats.org/drawingml/2006/main">
            <a:r>
              <a:t>공통 사례: C20/E20 VIA 직접 평가 기준 설명과 실제 전달 P20, C21/T21/D21@v2 제품 비교, C22/T22/D22@v1 견적. 현재 C23/R23의 제안서 작성 Task T23 연결은 현재 해석/채택의 결과다. VIA는 허용된 발췌와 참조를 연결하고, 평가 기준 적용과 제안서 작성은 Downstream Agent가 수행한다. 결과 참조는 본문 전체 보관을 뜻하지 않으며 Agent 내부 reasoning/모든 tool 기록은 전제하지 않는다.</a:t>
            </a:r>
          </a:p>
          <a:p xmlns:a="http://schemas.openxmlformats.org/drawingml/2006/main">
            <a:r>
              <a:t>A의 요약/index/cache/관계 cache/부분 갱신/병렬 조회와 기존 Agent 실행 맥락 재사용을 허용한다. B의 과거 관계는 검증/게시 범위만 읽고 원본 확인, 미게시/표현 미지원, 오류/갱신/삭제와 생산 비용을 유지한다. R23의 정답 관계를 미리 게시하지 않는다. 필요성과 사례 보완이며 최종 DP/A/B 선정 또는 새 사례의 품질 검증이 아니다. 기존 수치와 점수는 동일한 형식 예시다.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04-45. 기능 정확성을 위한 VIA 기억과 Context 제공 설계</a:t>
            </a:r>
          </a:p>
          <a:p xmlns:a="http://schemas.openxmlformats.org/drawingml/2006/main">
            <a:r>
              <a:t>https://github.com/cbyche/via-sw-architecture/blob/main/docs/architecture/12-decisions/decision-packages/04-45-memory-and-context.md</a:t>
            </a:r>
          </a:p>
          <a:p xmlns:a="http://schemas.openxmlformats.org/drawingml/2006/main">
            <a:r>
              <a:t>https://github.com/cbyche/via-sw-architecture/blob/main/docs/presentations_files/dp-comparison/dp45-comparison.svg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  <a:p xmlns:a="http://schemas.openxmlformats.org/drawingml/2006/main">
            <a:r>
              <a:t>공통 사례: C20/E20 VIA 직접 평가 기준 설명과 실제 전달 P20, C21/T21/D21@v2 제품 비교, C22/T22/D22@v1 견적. 현재 C23/R23의 제안서 작성 Task T23 연결은 현재 해석/채택의 결과다. VIA는 허용된 발췌와 참조를 연결하고, 평가 기준 적용과 제안서 작성은 Downstream Agent가 수행한다. 결과 참조는 본문 전체 보관을 뜻하지 않으며 Agent 내부 reasoning/모든 tool 기록은 전제하지 않는다.</a:t>
            </a:r>
          </a:p>
          <a:p xmlns:a="http://schemas.openxmlformats.org/drawingml/2006/main">
            <a:r>
              <a:t>A의 요약/index/cache/관계 cache/부분 갱신/병렬 조회와 기존 Agent 실행 맥락 재사용을 허용한다. B의 과거 관계는 검증/게시 범위만 읽고 원본 확인, 미게시/표현 미지원, 오류/갱신/삭제와 생산 비용을 유지한다. R23의 정답 관계를 미리 게시하지 않는다. 필요성과 사례 보완이며 최종 DP/A/B 선정 또는 새 사례의 품질 검증이 아니다. 기존 수치와 점수는 동일한 형식 예시다.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f07e463daf47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86413db9a24cbc" /><Relationship Type="http://schemas.openxmlformats.org/officeDocument/2006/relationships/slideLayout" Target="/ppt/slideLayouts/slideLayout1.xml" Id="R663e5bb2ae2c485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3e5bb2ae2c485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054bf24ee64584" /><Relationship Type="http://schemas.openxmlformats.org/officeDocument/2006/relationships/notesSlide" Target="/ppt/notesSlides/notesSlide1.xml" Id="R0fb64cd22d52437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6806d47c644c63" /><Relationship Type="http://schemas.openxmlformats.org/officeDocument/2006/relationships/notesSlide" Target="/ppt/notesSlides/notesSlide2.xml" Id="R704ed05a7b664af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5772cdc81b41b9" /><Relationship Type="http://schemas.openxmlformats.org/officeDocument/2006/relationships/notesSlide" Target="/ppt/notesSlides/notesSlide3.xml" Id="R22430df242ca4b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c557a35e79434f" /><Relationship Type="http://schemas.openxmlformats.org/officeDocument/2006/relationships/notesSlide" Target="/ppt/notesSlides/notesSlide4.xml" Id="Rc06947a345af4d7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1ba80a6364412a" /><Relationship Type="http://schemas.openxmlformats.org/officeDocument/2006/relationships/notesSlide" Target="/ppt/notesSlides/notesSlide5.xml" Id="Rd7f0a3fc64b14bf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7ea5618b7240a4" /><Relationship Type="http://schemas.openxmlformats.org/officeDocument/2006/relationships/notesSlide" Target="/ppt/notesSlides/notesSlide6.xml" Id="Rb3fad9ea5c7a401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084e82e5dd4339" /><Relationship Type="http://schemas.openxmlformats.org/officeDocument/2006/relationships/notesSlide" Target="/ppt/notesSlides/notesSlide7.xml" Id="R73212bb7779f42a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12008e1db1467f" /><Relationship Type="http://schemas.openxmlformats.org/officeDocument/2006/relationships/notesSlide" Target="/ppt/notesSlides/notesSlide8.xml" Id="R776926d34d01485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b73f500e104ec9" /><Relationship Type="http://schemas.openxmlformats.org/officeDocument/2006/relationships/notesSlide" Target="/ppt/notesSlides/notesSlide9.xml" Id="Reb3935ab28774dd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09aee7fb9743b1" /><Relationship Type="http://schemas.openxmlformats.org/officeDocument/2006/relationships/notesSlide" Target="/ppt/notesSlides/notesSlide10.xml" Id="Rca67358948684ac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dp41-background / n1">
            <a:extLst xmlns:a="http://schemas.openxmlformats.org/drawingml/2006/main">
              <a:ext uri="{FF2B5EF4-FFF2-40B4-BE49-F238E27FC236}">
                <a16:creationId xmlns:a16="http://schemas.microsoft.com/office/drawing/2014/main" id="{68400C4E-14E8-43BD-B327-66489BC77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1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DE472242-B2D8-4D11-BBD0-107747412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1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E98258B9-67C6-4B71-8707-2BB23E0AE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04-41</a:t>
            </a:r>
          </a:p>
        </p:txBody>
      </p:sp>
      <p:sp>
        <p:nvSpPr>
          <p:cNvPr id="4" name="dp41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1FACA81C-E1A5-48C8-92B9-4646C667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04-41. 기능 정확성을 위한 VIA Request 해석 설계</a:t>
            </a:r>
          </a:p>
        </p:txBody>
      </p:sp>
      <p:sp>
        <p:nvSpPr>
          <p:cNvPr id="5" name="dp41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FD411CB4-ACF1-4353-8D98-07CFB3340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1-background / n6">
            <a:extLst xmlns:a="http://schemas.openxmlformats.org/drawingml/2006/main">
              <a:ext uri="{FF2B5EF4-FFF2-40B4-BE49-F238E27FC236}">
                <a16:creationId xmlns:a16="http://schemas.microsoft.com/office/drawing/2014/main" id="{828317D9-F955-4D0C-B4EF-6507ADAF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1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85272821-7EF2-4476-A62C-FD1203D2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선택한 표와 이전 보고서의 오연결 위험</a:t>
            </a:r>
          </a:p>
        </p:txBody>
      </p:sp>
      <p:sp>
        <p:nvSpPr>
          <p:cNvPr id="8" name="dp41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217C737C-AE73-44CC-BD5D-CBDCA69F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1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E7BE2837-4BFB-434D-BE3E-910D1616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1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E2D4A95B-4BE1-4B13-BF20-6D54EE66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1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1328D4D8-1488-4F4F-907A-8EC4038D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1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F1978346-368C-40CE-9716-956EC6C2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정보 조회와 의미 완성의 진행 책임 설계</a:t>
            </a:r>
          </a:p>
        </p:txBody>
      </p:sp>
      <p:sp>
        <p:nvSpPr>
          <p:cNvPr id="13" name="dp41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07C81B3E-CCF9-414B-A9D8-96E176C71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기능 지원 범위 / 반응성</a:t>
            </a:r>
          </a:p>
        </p:txBody>
      </p:sp>
      <p:sp>
        <p:nvSpPr>
          <p:cNvPr id="14" name="dp41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2C498EE4-C6BF-4EFC-8618-0904F3D0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1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9C42A106-BFBF-4C0E-95EA-3E25DF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57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 표를 아까 보고서에 넣고, 메일은 초안만 만들어.”</a:t>
            </a:r>
          </a:p>
        </p:txBody>
      </p:sp>
      <p:sp>
        <p:nvSpPr>
          <p:cNvPr id="16" name="dp41-background / n16">
            <a:extLst xmlns:a="http://schemas.openxmlformats.org/drawingml/2006/main">
              <a:ext uri="{FF2B5EF4-FFF2-40B4-BE49-F238E27FC236}">
                <a16:creationId xmlns:a16="http://schemas.microsoft.com/office/drawing/2014/main" id="{A2B4DD22-9CC1-477D-9D44-3AEAE065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0572750" cy="391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F2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1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26FA228F-1878-41EE-B18F-F6559390D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95650"/>
            <a:ext cx="98488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사용자 화면과 VIA 기록 / 설명용 가상 화면</a:t>
            </a:r>
          </a:p>
        </p:txBody>
      </p:sp>
      <p:sp>
        <p:nvSpPr>
          <p:cNvPr id="18" name="dp41-background / n18">
            <a:extLst xmlns:a="http://schemas.openxmlformats.org/drawingml/2006/main">
              <a:ext uri="{FF2B5EF4-FFF2-40B4-BE49-F238E27FC236}">
                <a16:creationId xmlns:a16="http://schemas.microsoft.com/office/drawing/2014/main" id="{CCBF7F47-EB83-49A8-944F-846894FD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05225"/>
            <a:ext cx="54102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9" name="dp41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066FDCC8-6D7D-4EFD-B3AA-9263C42D9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67150"/>
            <a:ext cx="50482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매출 현황.xlsx</a:t>
            </a:r>
          </a:p>
        </p:txBody>
      </p:sp>
      <p:sp>
        <p:nvSpPr>
          <p:cNvPr id="20" name="dp41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035706AA-AAA7-45AC-B433-766A4A33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5048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선택 범위 A1:D4</a:t>
            </a:r>
          </a:p>
        </p:txBody>
      </p:sp>
      <p:sp>
        <p:nvSpPr>
          <p:cNvPr id="21" name="dp41-background / n21">
            <a:extLst xmlns:a="http://schemas.openxmlformats.org/drawingml/2006/main">
              <a:ext uri="{FF2B5EF4-FFF2-40B4-BE49-F238E27FC236}">
                <a16:creationId xmlns:a16="http://schemas.microsoft.com/office/drawing/2014/main" id="{F4157A86-10CE-4E47-AEA9-29B5F799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50292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22" name="dp41-background / n22">
            <a:extLst xmlns:a="http://schemas.openxmlformats.org/drawingml/2006/main">
              <a:ext uri="{FF2B5EF4-FFF2-40B4-BE49-F238E27FC236}">
                <a16:creationId xmlns:a16="http://schemas.microsoft.com/office/drawing/2014/main" id="{1DB093FF-6CDB-4CE3-B67F-562EF1E0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50292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dp41-background / n23 / path">
            <a:extLst xmlns:a="http://schemas.openxmlformats.org/drawingml/2006/main">
              <a:ext uri="{FF2B5EF4-FFF2-40B4-BE49-F238E27FC236}">
                <a16:creationId xmlns:a16="http://schemas.microsoft.com/office/drawing/2014/main" id="{E7272560-5609-461A-9BFF-9A842CFC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4" name="dp41-background / n24 / path">
            <a:extLst xmlns:a="http://schemas.openxmlformats.org/drawingml/2006/main">
              <a:ext uri="{FF2B5EF4-FFF2-40B4-BE49-F238E27FC236}">
                <a16:creationId xmlns:a16="http://schemas.microsoft.com/office/drawing/2014/main" id="{FB395BA3-3B6E-4124-A323-A6F022B2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5" name="dp41-background / n25 / path">
            <a:extLst xmlns:a="http://schemas.openxmlformats.org/drawingml/2006/main">
              <a:ext uri="{FF2B5EF4-FFF2-40B4-BE49-F238E27FC236}">
                <a16:creationId xmlns:a16="http://schemas.microsoft.com/office/drawing/2014/main" id="{5BA44BA0-CADB-4AE6-84C0-1300DE20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6" name="dp41-background / n26 / path">
            <a:extLst xmlns:a="http://schemas.openxmlformats.org/drawingml/2006/main">
              <a:ext uri="{FF2B5EF4-FFF2-40B4-BE49-F238E27FC236}">
                <a16:creationId xmlns:a16="http://schemas.microsoft.com/office/drawing/2014/main" id="{35913F6A-C4AB-4036-AA99-FAEDAED9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9700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7" name="dp41-background / n27 / path">
            <a:extLst xmlns:a="http://schemas.openxmlformats.org/drawingml/2006/main">
              <a:ext uri="{FF2B5EF4-FFF2-40B4-BE49-F238E27FC236}">
                <a16:creationId xmlns:a16="http://schemas.microsoft.com/office/drawing/2014/main" id="{1EC4D37A-4B54-46A9-A0EA-52E0E84C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29275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8" name="dp41-background / n28 / path">
            <a:extLst xmlns:a="http://schemas.openxmlformats.org/drawingml/2006/main">
              <a:ext uri="{FF2B5EF4-FFF2-40B4-BE49-F238E27FC236}">
                <a16:creationId xmlns:a16="http://schemas.microsoft.com/office/drawing/2014/main" id="{709092C5-3D2A-49C9-80B3-7B7C34603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038850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9" name="dp41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36161049-EA40-4862-866C-335FAF8D3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항목</a:t>
            </a:r>
          </a:p>
        </p:txBody>
      </p:sp>
      <p:sp>
        <p:nvSpPr>
          <p:cNvPr id="30" name="dp41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AF251D3A-BE67-409F-935E-4FE9CBF4B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1분기</a:t>
            </a:r>
          </a:p>
        </p:txBody>
      </p:sp>
      <p:sp>
        <p:nvSpPr>
          <p:cNvPr id="31" name="dp41-background / n31 / text 1">
            <a:extLst xmlns:a="http://schemas.openxmlformats.org/drawingml/2006/main">
              <a:ext uri="{FF2B5EF4-FFF2-40B4-BE49-F238E27FC236}">
                <a16:creationId xmlns:a16="http://schemas.microsoft.com/office/drawing/2014/main" id="{77392018-C3A3-419F-A6E1-D36A2F71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2분기</a:t>
            </a:r>
          </a:p>
        </p:txBody>
      </p:sp>
      <p:sp>
        <p:nvSpPr>
          <p:cNvPr id="32" name="dp41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57D0119A-7AC7-4C97-871F-11A955B2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합계</a:t>
            </a:r>
          </a:p>
        </p:txBody>
      </p:sp>
      <p:sp>
        <p:nvSpPr>
          <p:cNvPr id="33" name="dp41-background / n33 / text 1">
            <a:extLst xmlns:a="http://schemas.openxmlformats.org/drawingml/2006/main">
              <a:ext uri="{FF2B5EF4-FFF2-40B4-BE49-F238E27FC236}">
                <a16:creationId xmlns:a16="http://schemas.microsoft.com/office/drawing/2014/main" id="{6ABB9FF9-1558-42DB-B4E3-09B47C19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A</a:t>
            </a:r>
          </a:p>
        </p:txBody>
      </p:sp>
      <p:sp>
        <p:nvSpPr>
          <p:cNvPr id="34" name="dp41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D7EC8C09-697C-4BD0-BF8C-3AE0D361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120</a:t>
            </a:r>
          </a:p>
        </p:txBody>
      </p:sp>
      <p:sp>
        <p:nvSpPr>
          <p:cNvPr id="35" name="dp41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FDBE0D1C-9E7F-478F-9815-8FB7DC019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140</a:t>
            </a:r>
          </a:p>
        </p:txBody>
      </p:sp>
      <p:sp>
        <p:nvSpPr>
          <p:cNvPr id="36" name="dp41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6A6A4DBB-0F30-4E95-9E75-C7E0E5C4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260</a:t>
            </a:r>
          </a:p>
        </p:txBody>
      </p:sp>
      <p:sp>
        <p:nvSpPr>
          <p:cNvPr id="37" name="dp41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AB550EDD-F00D-4E43-B694-E3BB83A8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B</a:t>
            </a:r>
          </a:p>
        </p:txBody>
      </p:sp>
      <p:sp>
        <p:nvSpPr>
          <p:cNvPr id="38" name="dp41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4189F042-9397-4F72-A978-987DDF1C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80</a:t>
            </a:r>
          </a:p>
        </p:txBody>
      </p:sp>
      <p:sp>
        <p:nvSpPr>
          <p:cNvPr id="39" name="dp41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1B2497C9-2C14-4D8F-A560-D38A66A7A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100</a:t>
            </a:r>
          </a:p>
        </p:txBody>
      </p:sp>
      <p:sp>
        <p:nvSpPr>
          <p:cNvPr id="40" name="dp41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D37D426D-D704-49B5-9790-8604EB7E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180</a:t>
            </a:r>
          </a:p>
        </p:txBody>
      </p:sp>
      <p:sp>
        <p:nvSpPr>
          <p:cNvPr id="41" name="dp41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55B34B1C-82ED-4EE7-86C0-C11A5D57E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합계</a:t>
            </a:r>
          </a:p>
        </p:txBody>
      </p:sp>
      <p:sp>
        <p:nvSpPr>
          <p:cNvPr id="42" name="dp41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5FA80B21-16A7-4CE6-96FF-F958DE62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200</a:t>
            </a:r>
          </a:p>
        </p:txBody>
      </p:sp>
      <p:sp>
        <p:nvSpPr>
          <p:cNvPr id="43" name="dp41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1AFC39AF-1C55-4890-82A7-F67A936E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240</a:t>
            </a:r>
          </a:p>
        </p:txBody>
      </p:sp>
      <p:sp>
        <p:nvSpPr>
          <p:cNvPr id="44" name="dp41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B51956C0-7F8B-4981-A524-33B21706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440</a:t>
            </a:r>
          </a:p>
        </p:txBody>
      </p:sp>
      <p:sp>
        <p:nvSpPr>
          <p:cNvPr id="45" name="dp41-background / n45">
            <a:extLst xmlns:a="http://schemas.openxmlformats.org/drawingml/2006/main">
              <a:ext uri="{FF2B5EF4-FFF2-40B4-BE49-F238E27FC236}">
                <a16:creationId xmlns:a16="http://schemas.microsoft.com/office/drawing/2014/main" id="{173D7512-F929-44B6-B3AC-9BA98849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05225"/>
            <a:ext cx="46482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46" name="dp41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9238D84E-13C6-4E55-8B3E-3C9AD2F3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67150"/>
            <a:ext cx="42672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Request와 Task 후보</a:t>
            </a:r>
          </a:p>
        </p:txBody>
      </p:sp>
      <p:sp>
        <p:nvSpPr>
          <p:cNvPr id="47" name="dp41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6F63C331-BEDB-41C9-8CE3-0C58920F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33875"/>
            <a:ext cx="42672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예산 보고서 Task</a:t>
            </a:r>
          </a:p>
        </p:txBody>
      </p:sp>
      <p:sp>
        <p:nvSpPr>
          <p:cNvPr id="48" name="dp41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11997DFD-64C2-4F31-88E5-741569DF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14875"/>
            <a:ext cx="4267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“예산 보고서 만들어줘” / 진행 중</a:t>
            </a:r>
          </a:p>
        </p:txBody>
      </p:sp>
      <p:sp>
        <p:nvSpPr>
          <p:cNvPr id="49" name="dp41-background / n49 / path">
            <a:extLst xmlns:a="http://schemas.openxmlformats.org/drawingml/2006/main">
              <a:ext uri="{FF2B5EF4-FFF2-40B4-BE49-F238E27FC236}">
                <a16:creationId xmlns:a16="http://schemas.microsoft.com/office/drawing/2014/main" id="{DEF0C108-F438-4981-9FC3-1C21A753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05400"/>
            <a:ext cx="4267200" cy="953"/>
          </a:xfrm>
          <a:custGeom xmlns:a="http://schemas.openxmlformats.org/drawingml/2006/main">
            <a:pathLst>
              <a:path w="4267200" h="953">
                <a:moveTo>
                  <a:pt x="0" y="0"/>
                </a:moveTo>
                <a:lnTo>
                  <a:pt x="4267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50" name="dp41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75BB7E4C-A807-4F86-B42F-6D3C4405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05425"/>
            <a:ext cx="42672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실적 보고서 Task</a:t>
            </a:r>
          </a:p>
        </p:txBody>
      </p:sp>
      <p:sp>
        <p:nvSpPr>
          <p:cNvPr id="51" name="dp41-background / n51 / text 1">
            <a:extLst xmlns:a="http://schemas.openxmlformats.org/drawingml/2006/main">
              <a:ext uri="{FF2B5EF4-FFF2-40B4-BE49-F238E27FC236}">
                <a16:creationId xmlns:a16="http://schemas.microsoft.com/office/drawing/2014/main" id="{86141AB4-F9EF-4370-A976-E9AC5972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86425"/>
            <a:ext cx="4267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“실적 보고서 만들어줘” / 진행 중</a:t>
            </a:r>
          </a:p>
        </p:txBody>
      </p:sp>
      <p:sp>
        <p:nvSpPr>
          <p:cNvPr id="52" name="dp41-background / n52 / text 1">
            <a:extLst xmlns:a="http://schemas.openxmlformats.org/drawingml/2006/main">
              <a:ext uri="{FF2B5EF4-FFF2-40B4-BE49-F238E27FC236}">
                <a16:creationId xmlns:a16="http://schemas.microsoft.com/office/drawing/2014/main" id="{6E6C2BCD-2125-441A-A2DA-C49FBFBB7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334125"/>
            <a:ext cx="426720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연결할 Task 미확정</a:t>
            </a:r>
          </a:p>
        </p:txBody>
      </p:sp>
      <p:sp>
        <p:nvSpPr>
          <p:cNvPr id="53" name="dp41-background / n53">
            <a:extLst xmlns:a="http://schemas.openxmlformats.org/drawingml/2006/main">
              <a:ext uri="{FF2B5EF4-FFF2-40B4-BE49-F238E27FC236}">
                <a16:creationId xmlns:a16="http://schemas.microsoft.com/office/drawing/2014/main" id="{7F637F65-4602-4509-97EB-E1DBBCC9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10450"/>
            <a:ext cx="105727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dp41-background / n54 / text 1">
            <a:extLst xmlns:a="http://schemas.openxmlformats.org/drawingml/2006/main">
              <a:ext uri="{FF2B5EF4-FFF2-40B4-BE49-F238E27FC236}">
                <a16:creationId xmlns:a16="http://schemas.microsoft.com/office/drawing/2014/main" id="{B6DF071D-2D87-48FF-A2B5-A77A568A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572375"/>
            <a:ext cx="101727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Request의 고정 조건 / 초안 작성, 발송 제외</a:t>
            </a:r>
          </a:p>
        </p:txBody>
      </p:sp>
      <p:sp>
        <p:nvSpPr>
          <p:cNvPr id="55" name="dp41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C0C07AE9-AE40-4895-A936-0E2248DB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선택 자료의 확인</a:t>
            </a:r>
          </a:p>
        </p:txBody>
      </p:sp>
      <p:sp>
        <p:nvSpPr>
          <p:cNvPr id="56" name="dp41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F683B306-38C3-4110-BAE5-568ABAF3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화면 정보와 Referent 범위 확인</a:t>
            </a:r>
          </a:p>
        </p:txBody>
      </p:sp>
      <p:sp>
        <p:nvSpPr>
          <p:cNvPr id="57" name="dp41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136EB045-EE6E-43F3-A223-B3363DA06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관련 Task의 구분</a:t>
            </a:r>
          </a:p>
        </p:txBody>
      </p:sp>
      <p:sp>
        <p:nvSpPr>
          <p:cNvPr id="58" name="dp41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89BA3CDB-6A9F-47EF-B95E-3C6A9F54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Request와 현재 Task 상태 확인</a:t>
            </a:r>
          </a:p>
        </p:txBody>
      </p:sp>
      <p:sp>
        <p:nvSpPr>
          <p:cNvPr id="59" name="dp41-background / n59 / text 1">
            <a:extLst xmlns:a="http://schemas.openxmlformats.org/drawingml/2006/main">
              <a:ext uri="{FF2B5EF4-FFF2-40B4-BE49-F238E27FC236}">
                <a16:creationId xmlns:a16="http://schemas.microsoft.com/office/drawing/2014/main" id="{300ED27A-ACCD-4E77-9A47-633B9132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정보 보완과 조건 유지</a:t>
            </a:r>
          </a:p>
        </p:txBody>
      </p:sp>
      <p:sp>
        <p:nvSpPr>
          <p:cNvPr id="60" name="dp41-background / n60 / text 1">
            <a:extLst xmlns:a="http://schemas.openxmlformats.org/drawingml/2006/main">
              <a:ext uri="{FF2B5EF4-FFF2-40B4-BE49-F238E27FC236}">
                <a16:creationId xmlns:a16="http://schemas.microsoft.com/office/drawing/2014/main" id="{79F637F0-8DB2-4CE9-8904-BC89F1FB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미확정 Task의 Clarification과</a:t>
            </a:r>
          </a:p>
        </p:txBody>
      </p:sp>
      <p:sp>
        <p:nvSpPr>
          <p:cNvPr id="61" name="dp41-background / n60 / text 2">
            <a:extLst xmlns:a="http://schemas.openxmlformats.org/drawingml/2006/main">
              <a:ext uri="{FF2B5EF4-FFF2-40B4-BE49-F238E27FC236}">
                <a16:creationId xmlns:a16="http://schemas.microsoft.com/office/drawing/2014/main" id="{BE77470A-0AFB-4108-88B7-43214095F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7143750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초안 조건의 보존</a:t>
            </a:r>
          </a:p>
        </p:txBody>
      </p:sp>
    </p:spTree>
    <p:extLst>
      <p:ext uri="{BB962C8B-B14F-4D97-AF65-F5344CB8AC3E}">
        <p14:creationId xmlns:p14="http://schemas.microsoft.com/office/powerpoint/2010/main" val="4863116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7" name="dp41-comparison / n1">
            <a:extLst xmlns:a="http://schemas.openxmlformats.org/drawingml/2006/main">
              <a:ext uri="{FF2B5EF4-FFF2-40B4-BE49-F238E27FC236}">
                <a16:creationId xmlns:a16="http://schemas.microsoft.com/office/drawing/2014/main" id="{F4DE10F0-EF58-481E-A98A-00E055C2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1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1DE124FF-ED72-482C-AAFD-195453F9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1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926BF37D-68BB-4EB5-A307-CD8DCD82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1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16E8D03D-69AA-4373-BB26-56CFE35F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04-41. 기능 정확성을 위한 VIA Request 해석 설계</a:t>
            </a:r>
          </a:p>
        </p:txBody>
      </p:sp>
      <p:sp>
        <p:nvSpPr>
          <p:cNvPr id="5" name="dp41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42BA22A5-5524-49CA-8402-4BEC7B8E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1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390FCA32-ED1D-4556-9C6E-5AB28871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 표를 아까 보고서에 넣고, 메일은 초안만 만들어.” / 보고서 Task 후보 2개</a:t>
            </a:r>
          </a:p>
        </p:txBody>
      </p:sp>
      <p:sp>
        <p:nvSpPr>
          <p:cNvPr id="7" name="dp41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3BE149F4-3CB9-46D8-9BE2-F6EC51DD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1-comparison / n8">
            <a:extLst xmlns:a="http://schemas.openxmlformats.org/drawingml/2006/main">
              <a:ext uri="{FF2B5EF4-FFF2-40B4-BE49-F238E27FC236}">
                <a16:creationId xmlns:a16="http://schemas.microsoft.com/office/drawing/2014/main" id="{87FA75ED-6075-4020-89A7-806CB675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1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384F4800-0A17-4648-89BD-B82DF351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1-comparison / n10">
            <a:extLst xmlns:a="http://schemas.openxmlformats.org/drawingml/2006/main">
              <a:ext uri="{FF2B5EF4-FFF2-40B4-BE49-F238E27FC236}">
                <a16:creationId xmlns:a16="http://schemas.microsoft.com/office/drawing/2014/main" id="{538BD7D3-895B-481E-A0BE-40827345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1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5B982204-F6EF-4F57-A884-5DA929A6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1-comparison / n12">
            <a:extLst xmlns:a="http://schemas.openxmlformats.org/drawingml/2006/main">
              <a:ext uri="{FF2B5EF4-FFF2-40B4-BE49-F238E27FC236}">
                <a16:creationId xmlns:a16="http://schemas.microsoft.com/office/drawing/2014/main" id="{07598D94-5DC7-4BF9-BDC7-29061227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1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6152A40D-651C-44F7-964B-857AD933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1-comparison / n14">
            <a:extLst xmlns:a="http://schemas.openxmlformats.org/drawingml/2006/main">
              <a:ext uri="{FF2B5EF4-FFF2-40B4-BE49-F238E27FC236}">
                <a16:creationId xmlns:a16="http://schemas.microsoft.com/office/drawing/2014/main" id="{3D430E91-D6BA-4E94-8EA7-2E857EF5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1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9F8AA714-6D38-4298-AC98-6041B17F8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1-comparison / n16">
            <a:extLst xmlns:a="http://schemas.openxmlformats.org/drawingml/2006/main">
              <a:ext uri="{FF2B5EF4-FFF2-40B4-BE49-F238E27FC236}">
                <a16:creationId xmlns:a16="http://schemas.microsoft.com/office/drawing/2014/main" id="{337AA73B-5E2A-488B-99CA-BC5619F9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1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856A62AD-F932-4FBD-A862-611CC00F7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1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3AC37D86-4337-46E0-AD1A-A9866D2D4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1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F2C507DB-69C0-4664-92D4-18DCC0A6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1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E4525522-A1AC-4B5D-BE5E-5018A570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1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AC4BF94B-FB8F-4E83-A4CD-7523A2CA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모델 중심 ReAct 해석</a:t>
            </a:r>
          </a:p>
        </p:txBody>
      </p:sp>
      <p:sp>
        <p:nvSpPr>
          <p:cNvPr id="22" name="dp41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2627E94F-6232-470B-B7E3-830802ED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열린 관계 표현의 지원 확대, 지원율 100% (기능 완전성 ↑)</a:t>
            </a:r>
          </a:p>
        </p:txBody>
      </p:sp>
      <p:sp>
        <p:nvSpPr>
          <p:cNvPr id="23" name="dp41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AD9D33F7-1138-47F7-81FD-88208454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코드 변경 축소, 평균 2.0개 (변경 용이성 ↑)</a:t>
            </a:r>
          </a:p>
        </p:txBody>
      </p:sp>
      <p:sp>
        <p:nvSpPr>
          <p:cNvPr id="24" name="dp41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5637128B-8D62-43EE-8018-558966A6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반복 조회와 모델 재판단으로 평균 VIA 처리시간 6.0 s (요청 완료 신속성 ↓)</a:t>
            </a:r>
          </a:p>
        </p:txBody>
      </p:sp>
      <p:sp>
        <p:nvSpPr>
          <p:cNvPr id="25" name="dp41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D7EC4562-E909-494F-B3F9-ED955C68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26" name="dp41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B910F236-F302-4005-BA27-5C821F71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1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2A0063B8-56D4-4EA7-A05F-9D0349E2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100%</a:t>
            </a:r>
          </a:p>
        </p:txBody>
      </p:sp>
      <p:sp>
        <p:nvSpPr>
          <p:cNvPr id="28" name="dp41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CE589116-3B18-40D2-A862-6810D705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29" name="dp41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3783087E-8C80-4A72-B738-36AB5B99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1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4FC9AC24-4BA6-4185-B867-DA1A2041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1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6B4F2204-F457-4287-8893-85D5E893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6.0 s</a:t>
            </a:r>
          </a:p>
        </p:txBody>
      </p:sp>
      <p:sp>
        <p:nvSpPr>
          <p:cNvPr id="32" name="dp41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8812E67A-E39D-4D1E-ACDE-F9FDEF74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1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7F182B29-166F-4A60-8AAE-BCC965B3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1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9EF4B9D3-76C2-45F8-B17D-CAD64A9D6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1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3DA2AA0D-8952-45A9-8F3D-DF2F9B25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36" name="dp41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2B3078CC-133F-4145-8196-D15DF95F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1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B9A00B30-8B78-467D-8CE9-90EB232F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모델 틀 생성과 코드 중심 의미 완성</a:t>
            </a:r>
          </a:p>
        </p:txBody>
      </p:sp>
      <p:sp>
        <p:nvSpPr>
          <p:cNvPr id="38" name="dp41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976BBF04-C44B-4578-8049-322ABD525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지원 관계의 코드 결합으로 평균 VIA 처리시간 4.5 s (요청 완료 신속성 ↑)</a:t>
            </a:r>
          </a:p>
        </p:txBody>
      </p:sp>
      <p:sp>
        <p:nvSpPr>
          <p:cNvPr id="39" name="dp41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8163B24B-2B5A-4345-ABAD-AE92345B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유한 표현 체계 밖 관계의 지원 제한, 지원율 87.2% (기능 완전성 ↓)</a:t>
            </a:r>
          </a:p>
        </p:txBody>
      </p:sp>
      <p:sp>
        <p:nvSpPr>
          <p:cNvPr id="40" name="dp41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40BBCB7B-52CA-4488-9040-01BB43E4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틀과 결합 규칙 확장, 평균 4.0개 (변경 용이성 ↓)</a:t>
            </a:r>
          </a:p>
        </p:txBody>
      </p:sp>
      <p:sp>
        <p:nvSpPr>
          <p:cNvPr id="41" name="dp41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CA9B2F20-0061-4BCB-BCED-97444DB9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42" name="dp41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1E36C9B1-120E-459E-A804-CFCE1D978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1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FD7836E7-0296-4C78-B6B0-8856BC17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87.2%</a:t>
            </a:r>
          </a:p>
        </p:txBody>
      </p:sp>
      <p:sp>
        <p:nvSpPr>
          <p:cNvPr id="44" name="dp41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E00C92B1-D5BF-48AE-AA12-F22C9F5E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45" name="dp41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203FEC02-848D-4FF6-A3C4-51F1A1C7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1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F6CD2A2B-8E4D-4C19-9D7F-0A119DBC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1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DD120384-CF75-4198-AAD5-C18DD727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4.5 s</a:t>
            </a:r>
          </a:p>
        </p:txBody>
      </p:sp>
      <p:sp>
        <p:nvSpPr>
          <p:cNvPr id="48" name="dp41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935BE67B-BE22-447E-8938-C197ECD68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1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0353AC4E-8166-4E7F-95FE-9B7626D2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1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991C93F9-D33E-456B-82A4-E05389B0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51" name="dp41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21C7401E-96B6-4F6D-90A9-75EF2980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52" name="dp41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E0D90BC3-A09A-44E5-B7A7-9BF27462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1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2C8243C2-E48B-4DBE-97AF-123EE2E2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열린 관계 표현 포함 / 시간 비교는 양안 지원 범위의 같은 Request</a:t>
            </a:r>
          </a:p>
        </p:txBody>
      </p:sp>
      <p:sp>
        <p:nvSpPr>
          <p:cNvPr id="54" name="dp41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623F5071-8000-4D6E-8AEF-5C5A383C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1-comparison / n54">
            <a:extLst xmlns:a="http://schemas.openxmlformats.org/drawingml/2006/main">
              <a:ext uri="{FF2B5EF4-FFF2-40B4-BE49-F238E27FC236}">
                <a16:creationId xmlns:a16="http://schemas.microsoft.com/office/drawing/2014/main" id="{44EB891C-CDBF-41FB-989A-48E5866C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6" name="dp41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24169289-CCFC-464B-A3B5-CD215C6F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781300"/>
            <a:ext cx="781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57" name="dp41-comparison / n56">
            <a:extLst xmlns:a="http://schemas.openxmlformats.org/drawingml/2006/main">
              <a:ext uri="{FF2B5EF4-FFF2-40B4-BE49-F238E27FC236}">
                <a16:creationId xmlns:a16="http://schemas.microsoft.com/office/drawing/2014/main" id="{CC039BE7-98EA-498F-A84C-356C65A2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98132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8" name="dp41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B6F4EB61-B874-4196-9751-5B5D21EE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4800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59" name="dp41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99A51837-04F4-40FC-8721-2C0B123F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논리 책임</a:t>
            </a:r>
          </a:p>
        </p:txBody>
      </p:sp>
      <p:sp>
        <p:nvSpPr>
          <p:cNvPr id="60" name="dp41-comparison / n59">
            <a:extLst xmlns:a="http://schemas.openxmlformats.org/drawingml/2006/main">
              <a:ext uri="{FF2B5EF4-FFF2-40B4-BE49-F238E27FC236}">
                <a16:creationId xmlns:a16="http://schemas.microsoft.com/office/drawing/2014/main" id="{059137F9-E8C6-4E0B-975C-DA5C83C0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524250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1" name="dp41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E364BB2F-68EF-4C9A-9A51-219CFBDE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2" name="dp41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A0CC86A0-641F-4112-B92C-3469F495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385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구현</a:t>
            </a:r>
          </a:p>
        </p:txBody>
      </p:sp>
      <p:sp>
        <p:nvSpPr>
          <p:cNvPr id="63" name="dp41-comparison / n62">
            <a:extLst xmlns:a="http://schemas.openxmlformats.org/drawingml/2006/main">
              <a:ext uri="{FF2B5EF4-FFF2-40B4-BE49-F238E27FC236}">
                <a16:creationId xmlns:a16="http://schemas.microsoft.com/office/drawing/2014/main" id="{AD15578D-C22E-4881-A102-718BCBC2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543425"/>
            <a:ext cx="704850" cy="2571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4" name="dp41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DE6C4C8A-5A3D-4F1C-89AC-F8E42FA3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5334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65" name="dp41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4DC93E4C-6F07-4D39-BC71-D7E9AC2E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저장 상태</a:t>
            </a:r>
          </a:p>
        </p:txBody>
      </p:sp>
      <p:sp>
        <p:nvSpPr>
          <p:cNvPr id="66" name="dp41-comparison / n65">
            <a:extLst xmlns:a="http://schemas.openxmlformats.org/drawingml/2006/main">
              <a:ext uri="{FF2B5EF4-FFF2-40B4-BE49-F238E27FC236}">
                <a16:creationId xmlns:a16="http://schemas.microsoft.com/office/drawing/2014/main" id="{DA1FFB9C-BF72-4119-A457-210014D4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01027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7" name="dp41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A67BEB14-961B-4AD9-BAC2-F07FE931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8" name="dp41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C7CA6D7C-4F9D-44B3-97F0-C328D048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흰색 / 검정</a:t>
            </a:r>
          </a:p>
        </p:txBody>
      </p:sp>
      <p:sp>
        <p:nvSpPr>
          <p:cNvPr id="69" name="dp41-comparison / n68">
            <a:extLst xmlns:a="http://schemas.openxmlformats.org/drawingml/2006/main">
              <a:ext uri="{FF2B5EF4-FFF2-40B4-BE49-F238E27FC236}">
                <a16:creationId xmlns:a16="http://schemas.microsoft.com/office/drawing/2014/main" id="{D32290E7-B7CF-485E-8D5D-59422B3A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543675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0" name="dp41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3B7A9C74-966A-4B56-8703-36CB412C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6103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1" name="dp41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EDFA6522-FF56-40F1-9A5F-42CC951A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2" name="dp41-comparison / n71">
            <a:extLst xmlns:a="http://schemas.openxmlformats.org/drawingml/2006/main">
              <a:ext uri="{FF2B5EF4-FFF2-40B4-BE49-F238E27FC236}">
                <a16:creationId xmlns:a16="http://schemas.microsoft.com/office/drawing/2014/main" id="{D1E1372B-3FA3-4871-B923-4EDA3C9B8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73" name="dp41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9221A5C8-6D97-4460-849F-1A467D23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74" name="dp41-comparison / n73">
            <a:extLst xmlns:a="http://schemas.openxmlformats.org/drawingml/2006/main">
              <a:ext uri="{FF2B5EF4-FFF2-40B4-BE49-F238E27FC236}">
                <a16:creationId xmlns:a16="http://schemas.microsoft.com/office/drawing/2014/main" id="{3B9C5FFC-BDAB-4ED7-9E7A-110E80970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75" name="dp41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4FB97A7A-E08D-47F8-B1AE-C52D356F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76" name="dp41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0F88932F-A9BB-44EA-A8E5-53538510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719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/ 서비스</a:t>
            </a:r>
          </a:p>
        </p:txBody>
      </p:sp>
      <p:sp>
        <p:nvSpPr>
          <p:cNvPr id="77" name="dp41-comparison / n76 / path">
            <a:extLst xmlns:a="http://schemas.openxmlformats.org/drawingml/2006/main">
              <a:ext uri="{FF2B5EF4-FFF2-40B4-BE49-F238E27FC236}">
                <a16:creationId xmlns:a16="http://schemas.microsoft.com/office/drawing/2014/main" id="{A8AFE9DF-182B-4BE2-835B-ADD46372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197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78" name="dp41-comparison / n76 / arrow">
            <a:extLst xmlns:a="http://schemas.openxmlformats.org/drawingml/2006/main">
              <a:ext uri="{FF2B5EF4-FFF2-40B4-BE49-F238E27FC236}">
                <a16:creationId xmlns:a16="http://schemas.microsoft.com/office/drawing/2014/main" id="{8A950DDD-2ECC-42D1-A556-00D53DF6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79" name="dp41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6619A9DB-F0EC-4738-99A8-ED9B286D6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0542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0" name="dp41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27A77F26-A798-45D8-AD2A-B3754F1D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1" name="dp41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EEFDFEDB-8ED6-452F-80C6-43C374BB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5862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2" name="dp41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07BF2ACC-035F-43C2-8889-99CFCCDC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054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3" name="dp41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EC2CCA5E-585F-473D-B31A-DCB8DA56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770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A: 실선</a:t>
            </a:r>
          </a:p>
        </p:txBody>
      </p:sp>
      <p:sp>
        <p:nvSpPr>
          <p:cNvPr id="84" name="dp41-comparison / n80 / text 2">
            <a:extLst xmlns:a="http://schemas.openxmlformats.org/drawingml/2006/main">
              <a:ext uri="{FF2B5EF4-FFF2-40B4-BE49-F238E27FC236}">
                <a16:creationId xmlns:a16="http://schemas.microsoft.com/office/drawing/2014/main" id="{BD64479F-F97D-422F-89AB-4D1AF6EB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0280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B: 점선</a:t>
            </a:r>
          </a:p>
        </p:txBody>
      </p:sp>
      <p:sp>
        <p:nvSpPr>
          <p:cNvPr id="85" name="dp41-comparison / n81 / text 1">
            <a:extLst xmlns:a="http://schemas.openxmlformats.org/drawingml/2006/main">
              <a:ext uri="{FF2B5EF4-FFF2-40B4-BE49-F238E27FC236}">
                <a16:creationId xmlns:a16="http://schemas.microsoft.com/office/drawing/2014/main" id="{EA75B857-AC14-46C0-9EC2-7BB2A61B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372350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경계선</a:t>
            </a:r>
          </a:p>
        </p:txBody>
      </p:sp>
      <p:sp>
        <p:nvSpPr>
          <p:cNvPr id="86" name="dp41-comparison / n82">
            <a:extLst xmlns:a="http://schemas.openxmlformats.org/drawingml/2006/main">
              <a:ext uri="{FF2B5EF4-FFF2-40B4-BE49-F238E27FC236}">
                <a16:creationId xmlns:a16="http://schemas.microsoft.com/office/drawing/2014/main" id="{19F4819E-EEDC-484B-892F-67E230C8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47950"/>
            <a:ext cx="23336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7" name="dp41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7F75D0FF-BB0B-4F52-977D-98F0BF5D4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703195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88" name="dp41-comparison / n84">
            <a:extLst xmlns:a="http://schemas.openxmlformats.org/drawingml/2006/main">
              <a:ext uri="{FF2B5EF4-FFF2-40B4-BE49-F238E27FC236}">
                <a16:creationId xmlns:a16="http://schemas.microsoft.com/office/drawing/2014/main" id="{D1545439-C965-4442-A117-FA172A0F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47950"/>
            <a:ext cx="18573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9" name="dp41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8AE72150-5A79-4B13-8EB4-D4A5A8CDA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703195"/>
            <a:ext cx="1685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90" name="dp41-comparison / n90">
            <a:extLst xmlns:a="http://schemas.openxmlformats.org/drawingml/2006/main">
              <a:ext uri="{FF2B5EF4-FFF2-40B4-BE49-F238E27FC236}">
                <a16:creationId xmlns:a16="http://schemas.microsoft.com/office/drawing/2014/main" id="{AB91E444-D1BC-4064-A356-07BCC2D5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353175"/>
            <a:ext cx="25241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1" name="dp41-comparison / n91 / text 1">
            <a:extLst xmlns:a="http://schemas.openxmlformats.org/drawingml/2006/main">
              <a:ext uri="{FF2B5EF4-FFF2-40B4-BE49-F238E27FC236}">
                <a16:creationId xmlns:a16="http://schemas.microsoft.com/office/drawing/2014/main" id="{8CD8E012-B57B-4DE1-B8D3-03E51CAE8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27470"/>
            <a:ext cx="23526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2" name="dp41-comparison / n92">
            <a:extLst xmlns:a="http://schemas.openxmlformats.org/drawingml/2006/main">
              <a:ext uri="{FF2B5EF4-FFF2-40B4-BE49-F238E27FC236}">
                <a16:creationId xmlns:a16="http://schemas.microsoft.com/office/drawing/2014/main" id="{A3C83155-EE1F-4577-AE60-4337DEE6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353175"/>
            <a:ext cx="23812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3" name="dp41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7BC9E180-B03E-4DD8-85D0-A98880EF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2098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94" name="dp41-comparison / n94">
            <a:extLst xmlns:a="http://schemas.openxmlformats.org/drawingml/2006/main">
              <a:ext uri="{FF2B5EF4-FFF2-40B4-BE49-F238E27FC236}">
                <a16:creationId xmlns:a16="http://schemas.microsoft.com/office/drawing/2014/main" id="{6C16EEFA-EEB1-4CAD-A34B-0EE67653D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353175"/>
            <a:ext cx="18573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5" name="dp41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52F45712-7D12-41A0-AE6F-132C85F5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6433661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96" name="dp41-comparison / n96">
            <a:extLst xmlns:a="http://schemas.openxmlformats.org/drawingml/2006/main">
              <a:ext uri="{FF2B5EF4-FFF2-40B4-BE49-F238E27FC236}">
                <a16:creationId xmlns:a16="http://schemas.microsoft.com/office/drawing/2014/main" id="{5A747A57-A993-4A85-A414-EB0FE6A7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0527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7" name="dp41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00BFBFF7-FC25-4E9E-8D9E-C8ADC63AC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19052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98" name="dp41-comparison / n98">
            <a:extLst xmlns:a="http://schemas.openxmlformats.org/drawingml/2006/main">
              <a:ext uri="{FF2B5EF4-FFF2-40B4-BE49-F238E27FC236}">
                <a16:creationId xmlns:a16="http://schemas.microsoft.com/office/drawing/2014/main" id="{AC069369-7020-46A6-B774-2EBB1892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2922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9" name="dp41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141353AA-A656-4C3F-B5E4-A5439F447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531447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00" name="dp41-comparison / n104 / path">
            <a:extLst xmlns:a="http://schemas.openxmlformats.org/drawingml/2006/main">
              <a:ext uri="{FF2B5EF4-FFF2-40B4-BE49-F238E27FC236}">
                <a16:creationId xmlns:a16="http://schemas.microsoft.com/office/drawing/2014/main" id="{D57979A0-C1D7-4067-9DD9-4D3EF248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142875" cy="3729038"/>
          </a:xfrm>
          <a:custGeom xmlns:a="http://schemas.openxmlformats.org/drawingml/2006/main">
            <a:pathLst>
              <a:path w="142875" h="3729038">
                <a:moveTo>
                  <a:pt x="142875" y="4763"/>
                </a:moveTo>
                <a:lnTo>
                  <a:pt x="0" y="0"/>
                </a:lnTo>
                <a:lnTo>
                  <a:pt x="0" y="3724275"/>
                </a:lnTo>
                <a:lnTo>
                  <a:pt x="142875" y="3729038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1" name="dp41-comparison / n104 / arrow">
            <a:extLst xmlns:a="http://schemas.openxmlformats.org/drawingml/2006/main">
              <a:ext uri="{FF2B5EF4-FFF2-40B4-BE49-F238E27FC236}">
                <a16:creationId xmlns:a16="http://schemas.microsoft.com/office/drawing/2014/main" id="{FCDB3E2F-3A31-43DA-B4E9-C3B894DE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114" y="6503169"/>
            <a:ext cx="68136" cy="67019"/>
          </a:xfrm>
          <a:custGeom xmlns:a="http://schemas.openxmlformats.org/drawingml/2006/main">
            <a:pathLst>
              <a:path w="68136" h="67019">
                <a:moveTo>
                  <a:pt x="0" y="67019"/>
                </a:moveTo>
                <a:lnTo>
                  <a:pt x="68136" y="35743"/>
                </a:lnTo>
                <a:lnTo>
                  <a:pt x="22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2" name="dp41-comparison / n107">
            <a:extLst xmlns:a="http://schemas.openxmlformats.org/drawingml/2006/main">
              <a:ext uri="{FF2B5EF4-FFF2-40B4-BE49-F238E27FC236}">
                <a16:creationId xmlns:a16="http://schemas.microsoft.com/office/drawing/2014/main" id="{103D54FD-03C9-40DC-9113-3D8E2E9D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52850"/>
            <a:ext cx="5381625" cy="2009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3" name="dp41-comparison / n108 / text 1">
            <a:extLst xmlns:a="http://schemas.openxmlformats.org/drawingml/2006/main">
              <a:ext uri="{FF2B5EF4-FFF2-40B4-BE49-F238E27FC236}">
                <a16:creationId xmlns:a16="http://schemas.microsoft.com/office/drawing/2014/main" id="{222265AE-5998-426B-8FFC-AA9500C6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848100"/>
            <a:ext cx="5133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04" name="dp41-comparison / n109">
            <a:extLst xmlns:a="http://schemas.openxmlformats.org/drawingml/2006/main">
              <a:ext uri="{FF2B5EF4-FFF2-40B4-BE49-F238E27FC236}">
                <a16:creationId xmlns:a16="http://schemas.microsoft.com/office/drawing/2014/main" id="{715CAC8B-9797-4B43-BF48-90568815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71950"/>
            <a:ext cx="2190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5" name="dp41-comparison / n110 / text 1">
            <a:extLst xmlns:a="http://schemas.openxmlformats.org/drawingml/2006/main">
              <a:ext uri="{FF2B5EF4-FFF2-40B4-BE49-F238E27FC236}">
                <a16:creationId xmlns:a16="http://schemas.microsoft.com/office/drawing/2014/main" id="{5E063A0B-008F-4A3D-8939-19223489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260533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ReAct 해석 제어기</a:t>
            </a:r>
          </a:p>
        </p:txBody>
      </p:sp>
      <p:sp>
        <p:nvSpPr>
          <p:cNvPr id="106" name="dp41-comparison / n111">
            <a:extLst xmlns:a="http://schemas.openxmlformats.org/drawingml/2006/main">
              <a:ext uri="{FF2B5EF4-FFF2-40B4-BE49-F238E27FC236}">
                <a16:creationId xmlns:a16="http://schemas.microsoft.com/office/drawing/2014/main" id="{F3460665-AE2A-4ACA-B061-11A03C98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71950"/>
            <a:ext cx="22383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7" name="dp41-comparison / n112 / text 1">
            <a:extLst xmlns:a="http://schemas.openxmlformats.org/drawingml/2006/main">
              <a:ext uri="{FF2B5EF4-FFF2-40B4-BE49-F238E27FC236}">
                <a16:creationId xmlns:a16="http://schemas.microsoft.com/office/drawing/2014/main" id="{13B436C7-297A-4215-B031-5B8E0B19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6053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읽기 도구 실행기</a:t>
            </a:r>
          </a:p>
        </p:txBody>
      </p:sp>
      <p:sp>
        <p:nvSpPr>
          <p:cNvPr id="108" name="dp41-comparison / n113">
            <a:extLst xmlns:a="http://schemas.openxmlformats.org/drawingml/2006/main">
              <a:ext uri="{FF2B5EF4-FFF2-40B4-BE49-F238E27FC236}">
                <a16:creationId xmlns:a16="http://schemas.microsoft.com/office/drawing/2014/main" id="{4D414834-4A1D-421E-8247-1D247181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67325"/>
            <a:ext cx="2190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9" name="dp41-comparison / n114 / text 1">
            <a:extLst xmlns:a="http://schemas.openxmlformats.org/drawingml/2006/main">
              <a:ext uri="{FF2B5EF4-FFF2-40B4-BE49-F238E27FC236}">
                <a16:creationId xmlns:a16="http://schemas.microsoft.com/office/drawing/2014/main" id="{69568EB2-9F0C-4335-B74B-B4781ABE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3368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검증기</a:t>
            </a:r>
          </a:p>
        </p:txBody>
      </p:sp>
      <p:sp>
        <p:nvSpPr>
          <p:cNvPr id="110" name="dp41-comparison / n115">
            <a:extLst xmlns:a="http://schemas.openxmlformats.org/drawingml/2006/main">
              <a:ext uri="{FF2B5EF4-FFF2-40B4-BE49-F238E27FC236}">
                <a16:creationId xmlns:a16="http://schemas.microsoft.com/office/drawing/2014/main" id="{BC061206-39B1-4C53-9FD0-1AA5BA4F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229225"/>
            <a:ext cx="2238375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1" name="dp41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B4D0FA19-E456-4A3C-BA4E-BDEFC78B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391150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임시 해석 상태</a:t>
            </a:r>
          </a:p>
        </p:txBody>
      </p:sp>
      <p:sp>
        <p:nvSpPr>
          <p:cNvPr id="112" name="dp41-comparison / n117 / path">
            <a:extLst xmlns:a="http://schemas.openxmlformats.org/drawingml/2006/main">
              <a:ext uri="{FF2B5EF4-FFF2-40B4-BE49-F238E27FC236}">
                <a16:creationId xmlns:a16="http://schemas.microsoft.com/office/drawing/2014/main" id="{DB6281E5-DC1B-49C3-9679-29D43D92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638550"/>
            <a:ext cx="3171825" cy="2900363"/>
          </a:xfrm>
          <a:custGeom xmlns:a="http://schemas.openxmlformats.org/drawingml/2006/main">
            <a:pathLst>
              <a:path w="3171825" h="2900363">
                <a:moveTo>
                  <a:pt x="190500" y="2900363"/>
                </a:moveTo>
                <a:lnTo>
                  <a:pt x="409575" y="2895600"/>
                </a:lnTo>
                <a:lnTo>
                  <a:pt x="409575" y="2381250"/>
                </a:lnTo>
                <a:lnTo>
                  <a:pt x="3171825" y="2381250"/>
                </a:lnTo>
                <a:lnTo>
                  <a:pt x="3171825" y="0"/>
                </a:lnTo>
                <a:lnTo>
                  <a:pt x="0" y="0"/>
                </a:lnTo>
                <a:lnTo>
                  <a:pt x="0" y="533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3" name="dp41-comparison / n117 / arrow">
            <a:extLst xmlns:a="http://schemas.openxmlformats.org/drawingml/2006/main">
              <a:ext uri="{FF2B5EF4-FFF2-40B4-BE49-F238E27FC236}">
                <a16:creationId xmlns:a16="http://schemas.microsoft.com/office/drawing/2014/main" id="{21DF7D72-4365-48E6-8485-50383A02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347" y="41048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4" name="dp41-comparison / n118 / path">
            <a:extLst xmlns:a="http://schemas.openxmlformats.org/drawingml/2006/main">
              <a:ext uri="{FF2B5EF4-FFF2-40B4-BE49-F238E27FC236}">
                <a16:creationId xmlns:a16="http://schemas.microsoft.com/office/drawing/2014/main" id="{21FAAF85-DA0B-46DF-859C-DEE1C614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86250"/>
            <a:ext cx="571500" cy="953"/>
          </a:xfrm>
          <a:custGeom xmlns:a="http://schemas.openxmlformats.org/drawingml/2006/main">
            <a:pathLst>
              <a:path w="571500" h="953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5" name="dp41-comparison / n118 / arrow">
            <a:extLst xmlns:a="http://schemas.openxmlformats.org/drawingml/2006/main">
              <a:ext uri="{FF2B5EF4-FFF2-40B4-BE49-F238E27FC236}">
                <a16:creationId xmlns:a16="http://schemas.microsoft.com/office/drawing/2014/main" id="{ACFC6CF7-B5AB-4D9D-A8FE-FC07B97E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4944" y="42527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6" name="dp41-comparison / n119 / path">
            <a:extLst xmlns:a="http://schemas.openxmlformats.org/drawingml/2006/main">
              <a:ext uri="{FF2B5EF4-FFF2-40B4-BE49-F238E27FC236}">
                <a16:creationId xmlns:a16="http://schemas.microsoft.com/office/drawing/2014/main" id="{A8EB14A2-2D89-44EF-A77A-1A604A23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67225"/>
            <a:ext cx="571500" cy="953"/>
          </a:xfrm>
          <a:custGeom xmlns:a="http://schemas.openxmlformats.org/drawingml/2006/main">
            <a:pathLst>
              <a:path w="571500" h="953">
                <a:moveTo>
                  <a:pt x="571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7" name="dp41-comparison / n119 / arrow">
            <a:extLst xmlns:a="http://schemas.openxmlformats.org/drawingml/2006/main">
              <a:ext uri="{FF2B5EF4-FFF2-40B4-BE49-F238E27FC236}">
                <a16:creationId xmlns:a16="http://schemas.microsoft.com/office/drawing/2014/main" id="{4539960E-990E-4530-94D1-F7C4BBD6C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336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8" name="dp41-comparison / n124 / path">
            <a:extLst xmlns:a="http://schemas.openxmlformats.org/drawingml/2006/main">
              <a:ext uri="{FF2B5EF4-FFF2-40B4-BE49-F238E27FC236}">
                <a16:creationId xmlns:a16="http://schemas.microsoft.com/office/drawing/2014/main" id="{97ADAFD0-2F29-4B04-8290-77D96558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524375"/>
            <a:ext cx="1285875" cy="742950"/>
          </a:xfrm>
          <a:custGeom xmlns:a="http://schemas.openxmlformats.org/drawingml/2006/main">
            <a:pathLst>
              <a:path w="1285875" h="742950">
                <a:moveTo>
                  <a:pt x="1095375" y="0"/>
                </a:moveTo>
                <a:lnTo>
                  <a:pt x="1285875" y="0"/>
                </a:lnTo>
                <a:lnTo>
                  <a:pt x="1285875" y="619125"/>
                </a:lnTo>
                <a:lnTo>
                  <a:pt x="0" y="619125"/>
                </a:lnTo>
                <a:lnTo>
                  <a:pt x="0" y="742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9" name="dp41-comparison / n124 / arrow">
            <a:extLst xmlns:a="http://schemas.openxmlformats.org/drawingml/2006/main">
              <a:ext uri="{FF2B5EF4-FFF2-40B4-BE49-F238E27FC236}">
                <a16:creationId xmlns:a16="http://schemas.microsoft.com/office/drawing/2014/main" id="{A672FFE5-88BC-46C8-AC75-4AFF47B8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597" y="52002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0" name="dp41-comparison / n127 / path">
            <a:extLst xmlns:a="http://schemas.openxmlformats.org/drawingml/2006/main">
              <a:ext uri="{FF2B5EF4-FFF2-40B4-BE49-F238E27FC236}">
                <a16:creationId xmlns:a16="http://schemas.microsoft.com/office/drawing/2014/main" id="{783C21E1-9E1B-4EC2-AF54-4CC720A4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71975"/>
            <a:ext cx="95250" cy="1076325"/>
          </a:xfrm>
          <a:custGeom xmlns:a="http://schemas.openxmlformats.org/drawingml/2006/main">
            <a:pathLst>
              <a:path w="95250" h="1076325">
                <a:moveTo>
                  <a:pt x="95250" y="1076325"/>
                </a:moveTo>
                <a:lnTo>
                  <a:pt x="0" y="10763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1" name="dp41-comparison / n127 / arrow">
            <a:extLst xmlns:a="http://schemas.openxmlformats.org/drawingml/2006/main">
              <a:ext uri="{FF2B5EF4-FFF2-40B4-BE49-F238E27FC236}">
                <a16:creationId xmlns:a16="http://schemas.microsoft.com/office/drawing/2014/main" id="{356A4B79-1A43-4DEF-B165-379FF510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2694" y="43384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2" name="dp41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C1989B71-4087-46B5-A083-E7236A27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6938" y="4572000"/>
            <a:ext cx="953" cy="657225"/>
          </a:xfrm>
          <a:custGeom xmlns:a="http://schemas.openxmlformats.org/drawingml/2006/main">
            <a:pathLst>
              <a:path w="953" h="657225">
                <a:moveTo>
                  <a:pt x="0" y="0"/>
                </a:moveTo>
                <a:lnTo>
                  <a:pt x="0" y="65722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3" name="dp41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8A96CEED-B7E7-45AB-BBAC-11992FE0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410" y="51621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4" name="dp41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FF3579C3-F4CB-45D8-8E87-B3CF55E7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5438" y="4171950"/>
            <a:ext cx="953" cy="1466850"/>
          </a:xfrm>
          <a:custGeom xmlns:a="http://schemas.openxmlformats.org/drawingml/2006/main">
            <a:pathLst>
              <a:path w="953" h="1466850">
                <a:moveTo>
                  <a:pt x="0" y="1466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5" name="dp41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98446861-A6DB-4B91-B55E-B39D2531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910" y="417195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6" name="dp41-comparison / n132 / path">
            <a:extLst xmlns:a="http://schemas.openxmlformats.org/drawingml/2006/main">
              <a:ext uri="{FF2B5EF4-FFF2-40B4-BE49-F238E27FC236}">
                <a16:creationId xmlns:a16="http://schemas.microsoft.com/office/drawing/2014/main" id="{116C5DC5-41F8-46B3-B251-6E37B802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10075"/>
            <a:ext cx="1119188" cy="819150"/>
          </a:xfrm>
          <a:custGeom xmlns:a="http://schemas.openxmlformats.org/drawingml/2006/main">
            <a:pathLst>
              <a:path w="1119188" h="819150">
                <a:moveTo>
                  <a:pt x="0" y="0"/>
                </a:moveTo>
                <a:lnTo>
                  <a:pt x="428625" y="0"/>
                </a:lnTo>
                <a:lnTo>
                  <a:pt x="428625" y="542925"/>
                </a:lnTo>
                <a:lnTo>
                  <a:pt x="1114425" y="542925"/>
                </a:lnTo>
                <a:lnTo>
                  <a:pt x="1119188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7" name="dp41-comparison / n132 / arrow">
            <a:extLst xmlns:a="http://schemas.openxmlformats.org/drawingml/2006/main">
              <a:ext uri="{FF2B5EF4-FFF2-40B4-BE49-F238E27FC236}">
                <a16:creationId xmlns:a16="http://schemas.microsoft.com/office/drawing/2014/main" id="{06764912-392A-47E4-BAA4-898BBEF4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009" y="5161601"/>
            <a:ext cx="67046" cy="67624"/>
          </a:xfrm>
          <a:custGeom xmlns:a="http://schemas.openxmlformats.org/drawingml/2006/main">
            <a:pathLst>
              <a:path w="67046" h="67624">
                <a:moveTo>
                  <a:pt x="0" y="1156"/>
                </a:moveTo>
                <a:lnTo>
                  <a:pt x="34679" y="67624"/>
                </a:lnTo>
                <a:lnTo>
                  <a:pt x="6704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8" name="dp41-comparison / n133 / path">
            <a:extLst xmlns:a="http://schemas.openxmlformats.org/drawingml/2006/main">
              <a:ext uri="{FF2B5EF4-FFF2-40B4-BE49-F238E27FC236}">
                <a16:creationId xmlns:a16="http://schemas.microsoft.com/office/drawing/2014/main" id="{F283DF4C-9D6E-4B28-8C99-DB2EE936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72000"/>
            <a:ext cx="3195638" cy="657225"/>
          </a:xfrm>
          <a:custGeom xmlns:a="http://schemas.openxmlformats.org/drawingml/2006/main">
            <a:pathLst>
              <a:path w="3195638" h="657225">
                <a:moveTo>
                  <a:pt x="3195638" y="657225"/>
                </a:moveTo>
                <a:lnTo>
                  <a:pt x="3190875" y="600075"/>
                </a:lnTo>
                <a:lnTo>
                  <a:pt x="0" y="600075"/>
                </a:lnTo>
                <a:lnTo>
                  <a:pt x="0" y="76200"/>
                </a:lnTo>
                <a:lnTo>
                  <a:pt x="1266825" y="76200"/>
                </a:lnTo>
                <a:lnTo>
                  <a:pt x="1266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9" name="dp41-comparison / n133 / arrow">
            <a:extLst xmlns:a="http://schemas.openxmlformats.org/drawingml/2006/main">
              <a:ext uri="{FF2B5EF4-FFF2-40B4-BE49-F238E27FC236}">
                <a16:creationId xmlns:a16="http://schemas.microsoft.com/office/drawing/2014/main" id="{FFFC3783-CDA2-4740-BD90-6793E8F3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597" y="457200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0" name="dp41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D765A023-68EE-4920-A407-E613B308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738438"/>
            <a:ext cx="3714750" cy="1433513"/>
          </a:xfrm>
          <a:custGeom xmlns:a="http://schemas.openxmlformats.org/drawingml/2006/main">
            <a:pathLst>
              <a:path w="3714750" h="1433513">
                <a:moveTo>
                  <a:pt x="0" y="1433513"/>
                </a:moveTo>
                <a:lnTo>
                  <a:pt x="0" y="614363"/>
                </a:lnTo>
                <a:lnTo>
                  <a:pt x="3514725" y="614363"/>
                </a:lnTo>
                <a:lnTo>
                  <a:pt x="3514725" y="23813"/>
                </a:lnTo>
                <a:lnTo>
                  <a:pt x="3714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1" name="dp41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70E4CC3F-069E-45EF-BC10-DA6ED06C5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201" y="2713071"/>
            <a:ext cx="70549" cy="66586"/>
          </a:xfrm>
          <a:custGeom xmlns:a="http://schemas.openxmlformats.org/drawingml/2006/main">
            <a:pathLst>
              <a:path w="70549" h="66586">
                <a:moveTo>
                  <a:pt x="7927" y="66586"/>
                </a:moveTo>
                <a:lnTo>
                  <a:pt x="70549" y="2536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2" name="dp41-comparison / n137 / path">
            <a:extLst xmlns:a="http://schemas.openxmlformats.org/drawingml/2006/main">
              <a:ext uri="{FF2B5EF4-FFF2-40B4-BE49-F238E27FC236}">
                <a16:creationId xmlns:a16="http://schemas.microsoft.com/office/drawing/2014/main" id="{3CB0411D-DB30-40F9-8D63-669F5C7C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95600"/>
            <a:ext cx="3619500" cy="1276350"/>
          </a:xfrm>
          <a:custGeom xmlns:a="http://schemas.openxmlformats.org/drawingml/2006/main">
            <a:pathLst>
              <a:path w="3619500" h="1276350">
                <a:moveTo>
                  <a:pt x="3619500" y="4763"/>
                </a:moveTo>
                <a:lnTo>
                  <a:pt x="3514725" y="0"/>
                </a:lnTo>
                <a:lnTo>
                  <a:pt x="3514725" y="647700"/>
                </a:lnTo>
                <a:lnTo>
                  <a:pt x="0" y="647700"/>
                </a:lnTo>
                <a:lnTo>
                  <a:pt x="0" y="12763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3" name="dp41-comparison / n137 / arrow">
            <a:extLst xmlns:a="http://schemas.openxmlformats.org/drawingml/2006/main">
              <a:ext uri="{FF2B5EF4-FFF2-40B4-BE49-F238E27FC236}">
                <a16:creationId xmlns:a16="http://schemas.microsoft.com/office/drawing/2014/main" id="{47957204-D76E-4E24-905A-61E8ED07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722" y="41048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4" name="dp41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44CEC5EA-81B2-4067-A8CF-99497321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219575"/>
            <a:ext cx="714375" cy="66675"/>
          </a:xfrm>
          <a:custGeom xmlns:a="http://schemas.openxmlformats.org/drawingml/2006/main">
            <a:pathLst>
              <a:path w="714375" h="66675">
                <a:moveTo>
                  <a:pt x="0" y="66675"/>
                </a:moveTo>
                <a:lnTo>
                  <a:pt x="409575" y="66675"/>
                </a:lnTo>
                <a:lnTo>
                  <a:pt x="409575" y="0"/>
                </a:ln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5" name="dp41-comparison / n140 / arrow">
            <a:extLst xmlns:a="http://schemas.openxmlformats.org/drawingml/2006/main">
              <a:ext uri="{FF2B5EF4-FFF2-40B4-BE49-F238E27FC236}">
                <a16:creationId xmlns:a16="http://schemas.microsoft.com/office/drawing/2014/main" id="{776D7F28-5304-424E-A5F1-25FD00D7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7694" y="41860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6" name="dp41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E26B098B-D9A1-4220-9D98-842F88A3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381500"/>
            <a:ext cx="714375" cy="66675"/>
          </a:xfrm>
          <a:custGeom xmlns:a="http://schemas.openxmlformats.org/drawingml/2006/main">
            <a:pathLst>
              <a:path w="714375" h="66675">
                <a:moveTo>
                  <a:pt x="714375" y="0"/>
                </a:moveTo>
                <a:lnTo>
                  <a:pt x="504825" y="0"/>
                </a:lnTo>
                <a:lnTo>
                  <a:pt x="504825" y="66675"/>
                </a:lnTo>
                <a:lnTo>
                  <a:pt x="0" y="66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7" name="dp41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EA09A63A-275C-47B5-92E7-6EE41952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14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8" name="dp41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4DAE2E1B-17DE-4090-B26D-634FEAF4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352925"/>
            <a:ext cx="714375" cy="990600"/>
          </a:xfrm>
          <a:custGeom xmlns:a="http://schemas.openxmlformats.org/drawingml/2006/main">
            <a:pathLst>
              <a:path w="714375" h="990600">
                <a:moveTo>
                  <a:pt x="0" y="0"/>
                </a:moveTo>
                <a:lnTo>
                  <a:pt x="409575" y="0"/>
                </a:lnTo>
                <a:lnTo>
                  <a:pt x="409575" y="990600"/>
                </a:lnTo>
                <a:lnTo>
                  <a:pt x="714375" y="990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9" name="dp41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CC187D84-62E4-4C58-B509-5FF43EF80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7694" y="53099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0" name="dp41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A60036E0-857E-44DF-B5D8-5EB564B5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505325"/>
            <a:ext cx="714375" cy="1000125"/>
          </a:xfrm>
          <a:custGeom xmlns:a="http://schemas.openxmlformats.org/drawingml/2006/main">
            <a:pathLst>
              <a:path w="714375" h="1000125">
                <a:moveTo>
                  <a:pt x="714375" y="1000125"/>
                </a:moveTo>
                <a:lnTo>
                  <a:pt x="504825" y="1000125"/>
                </a:lnTo>
                <a:lnTo>
                  <a:pt x="5048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1" name="dp41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39D84B45-09F6-4CF1-B396-F45202AB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717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2" name="dp41-comparison / n146 / path">
            <a:extLst xmlns:a="http://schemas.openxmlformats.org/drawingml/2006/main">
              <a:ext uri="{FF2B5EF4-FFF2-40B4-BE49-F238E27FC236}">
                <a16:creationId xmlns:a16="http://schemas.microsoft.com/office/drawing/2014/main" id="{433286EE-9802-4751-A4F8-7A51D2BF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229100"/>
            <a:ext cx="5715000" cy="2809875"/>
          </a:xfrm>
          <a:custGeom xmlns:a="http://schemas.openxmlformats.org/drawingml/2006/main">
            <a:pathLst>
              <a:path w="5715000" h="2809875">
                <a:moveTo>
                  <a:pt x="4763" y="2495550"/>
                </a:moveTo>
                <a:lnTo>
                  <a:pt x="0" y="2809875"/>
                </a:lnTo>
                <a:lnTo>
                  <a:pt x="5715000" y="2809875"/>
                </a:lnTo>
                <a:lnTo>
                  <a:pt x="5715000" y="0"/>
                </a:lnTo>
                <a:lnTo>
                  <a:pt x="5648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3" name="dp41-comparison / n146 / arrow">
            <a:extLst xmlns:a="http://schemas.openxmlformats.org/drawingml/2006/main">
              <a:ext uri="{FF2B5EF4-FFF2-40B4-BE49-F238E27FC236}">
                <a16:creationId xmlns:a16="http://schemas.microsoft.com/office/drawing/2014/main" id="{4BD0B4E8-728C-40A2-B573-AAD9FD96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4" name="dp41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2E0D4079-14C5-4634-915E-996C49C5C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53050"/>
            <a:ext cx="66675" cy="953"/>
          </a:xfrm>
          <a:custGeom xmlns:a="http://schemas.openxmlformats.org/drawingml/2006/main">
            <a:pathLst>
              <a:path w="66675" h="953">
                <a:moveTo>
                  <a:pt x="66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5" name="dp41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0C9E73A5-5E43-4186-AE71-35DE88C48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1952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6" name="dp41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3F2B5033-7955-42BF-96B0-DC75D37F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371975"/>
            <a:ext cx="5648325" cy="2733675"/>
          </a:xfrm>
          <a:custGeom xmlns:a="http://schemas.openxmlformats.org/drawingml/2006/main">
            <a:pathLst>
              <a:path w="5648325" h="2733675">
                <a:moveTo>
                  <a:pt x="5524500" y="0"/>
                </a:moveTo>
                <a:lnTo>
                  <a:pt x="5648325" y="0"/>
                </a:lnTo>
                <a:lnTo>
                  <a:pt x="5648325" y="2733675"/>
                </a:lnTo>
                <a:lnTo>
                  <a:pt x="0" y="2733675"/>
                </a:lnTo>
                <a:lnTo>
                  <a:pt x="4763" y="2352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7" name="dp41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B531F8B9-42C9-40C2-AACE-948BA2B7F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8024" y="6724650"/>
            <a:ext cx="67051" cy="67470"/>
          </a:xfrm>
          <a:custGeom xmlns:a="http://schemas.openxmlformats.org/drawingml/2006/main">
            <a:pathLst>
              <a:path w="67051" h="67470">
                <a:moveTo>
                  <a:pt x="67051" y="67470"/>
                </a:moveTo>
                <a:lnTo>
                  <a:pt x="34364" y="0"/>
                </a:lnTo>
                <a:lnTo>
                  <a:pt x="0" y="66632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8" name="dp41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189CB0D8-FDC6-4549-99D5-F76647B36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495925"/>
            <a:ext cx="123825" cy="953"/>
          </a:xfrm>
          <a:custGeom xmlns:a="http://schemas.openxmlformats.org/drawingml/2006/main">
            <a:pathLst>
              <a:path w="123825" h="953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9" name="dp41-comparison / n152 / path">
            <a:extLst xmlns:a="http://schemas.openxmlformats.org/drawingml/2006/main">
              <a:ext uri="{FF2B5EF4-FFF2-40B4-BE49-F238E27FC236}">
                <a16:creationId xmlns:a16="http://schemas.microsoft.com/office/drawing/2014/main" id="{5DE99B6B-3796-4131-A819-BC3C3A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1313" y="5629275"/>
            <a:ext cx="23813" cy="723900"/>
          </a:xfrm>
          <a:custGeom xmlns:a="http://schemas.openxmlformats.org/drawingml/2006/main">
            <a:pathLst>
              <a:path w="23813" h="723900">
                <a:moveTo>
                  <a:pt x="23813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0" name="dp41-comparison / n152 / arrow">
            <a:extLst xmlns:a="http://schemas.openxmlformats.org/drawingml/2006/main">
              <a:ext uri="{FF2B5EF4-FFF2-40B4-BE49-F238E27FC236}">
                <a16:creationId xmlns:a16="http://schemas.microsoft.com/office/drawing/2014/main" id="{CD74A961-A291-4BC7-BF16-7733A940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0007" y="6285053"/>
            <a:ext cx="67020" cy="68122"/>
          </a:xfrm>
          <a:custGeom xmlns:a="http://schemas.openxmlformats.org/drawingml/2006/main">
            <a:pathLst>
              <a:path w="67020" h="68122">
                <a:moveTo>
                  <a:pt x="0" y="0"/>
                </a:moveTo>
                <a:lnTo>
                  <a:pt x="31305" y="68122"/>
                </a:lnTo>
                <a:lnTo>
                  <a:pt x="67020" y="2205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1" name="dp41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6EF856D7-204D-4085-AE7A-08AD3A75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462713"/>
            <a:ext cx="476250" cy="953"/>
          </a:xfrm>
          <a:custGeom xmlns:a="http://schemas.openxmlformats.org/drawingml/2006/main">
            <a:pathLst>
              <a:path w="476250" h="953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2" name="dp41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D224DCFF-330B-4DBD-AB2C-32EADA83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569" y="6429185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3" name="dp41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F8CC4574-3D2B-46DD-A1D7-C5999D828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624638"/>
            <a:ext cx="476250" cy="953"/>
          </a:xfrm>
          <a:custGeom xmlns:a="http://schemas.openxmlformats.org/drawingml/2006/main">
            <a:pathLst>
              <a:path w="476250" h="953">
                <a:moveTo>
                  <a:pt x="4762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4" name="dp41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5D379965-50E3-432E-A5A8-E6E2E4CC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59111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5" name="dp41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5B804C5C-163F-4388-AD1C-33EA932E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6724650"/>
            <a:ext cx="5576888" cy="76200"/>
          </a:xfrm>
          <a:custGeom xmlns:a="http://schemas.openxmlformats.org/drawingml/2006/main">
            <a:pathLst>
              <a:path w="5576888" h="76200">
                <a:moveTo>
                  <a:pt x="4763" y="0"/>
                </a:moveTo>
                <a:lnTo>
                  <a:pt x="0" y="76200"/>
                </a:lnTo>
                <a:lnTo>
                  <a:pt x="5572125" y="76200"/>
                </a:lnTo>
                <a:lnTo>
                  <a:pt x="55768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6" name="dp41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160BADB7-3EAD-4725-A43A-8DD713C3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742" y="6724650"/>
            <a:ext cx="66925" cy="69017"/>
          </a:xfrm>
          <a:custGeom xmlns:a="http://schemas.openxmlformats.org/drawingml/2006/main">
            <a:pathLst>
              <a:path w="66925" h="69017">
                <a:moveTo>
                  <a:pt x="66925" y="69017"/>
                </a:moveTo>
                <a:lnTo>
                  <a:pt x="37646" y="0"/>
                </a:lnTo>
                <a:lnTo>
                  <a:pt x="0" y="64834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7" name="dp41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8A7144ED-E12C-41A3-A8B4-40F2400A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6724650"/>
            <a:ext cx="5576888" cy="228600"/>
          </a:xfrm>
          <a:custGeom xmlns:a="http://schemas.openxmlformats.org/drawingml/2006/main">
            <a:pathLst>
              <a:path w="5576888" h="228600">
                <a:moveTo>
                  <a:pt x="5572125" y="0"/>
                </a:moveTo>
                <a:lnTo>
                  <a:pt x="5576888" y="228600"/>
                </a:lnTo>
                <a:lnTo>
                  <a:pt x="4763" y="2286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8" name="dp41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239D91F9-7CD2-42E4-B074-9B1CFCC4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9238" y="6724650"/>
            <a:ext cx="67041" cy="67740"/>
          </a:xfrm>
          <a:custGeom xmlns:a="http://schemas.openxmlformats.org/drawingml/2006/main">
            <a:pathLst>
              <a:path w="67041" h="67740">
                <a:moveTo>
                  <a:pt x="67041" y="66343"/>
                </a:moveTo>
                <a:lnTo>
                  <a:pt x="32124" y="0"/>
                </a:lnTo>
                <a:lnTo>
                  <a:pt x="0" y="6774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9" name="dp41-comparison / n86">
            <a:extLst xmlns:a="http://schemas.openxmlformats.org/drawingml/2006/main">
              <a:ext uri="{FF2B5EF4-FFF2-40B4-BE49-F238E27FC236}">
                <a16:creationId xmlns:a16="http://schemas.microsoft.com/office/drawing/2014/main" id="{7463C113-6409-45B1-BB1E-94D9226B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90775"/>
            <a:ext cx="23896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p41-comparison / n87 / text 1">
            <a:extLst xmlns:a="http://schemas.openxmlformats.org/drawingml/2006/main">
              <a:ext uri="{FF2B5EF4-FFF2-40B4-BE49-F238E27FC236}">
                <a16:creationId xmlns:a16="http://schemas.microsoft.com/office/drawing/2014/main" id="{D85F943E-E41B-44FA-A9C5-FB9E2280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00300"/>
            <a:ext cx="504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61" name="dp41-comparison / n88">
            <a:extLst xmlns:a="http://schemas.openxmlformats.org/drawingml/2006/main">
              <a:ext uri="{FF2B5EF4-FFF2-40B4-BE49-F238E27FC236}">
                <a16:creationId xmlns:a16="http://schemas.microsoft.com/office/drawing/2014/main" id="{855EC811-B15F-480C-AD4A-669EEA87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038475"/>
            <a:ext cx="18817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p41-comparison / n89 / text 1">
            <a:extLst xmlns:a="http://schemas.openxmlformats.org/drawingml/2006/main">
              <a:ext uri="{FF2B5EF4-FFF2-40B4-BE49-F238E27FC236}">
                <a16:creationId xmlns:a16="http://schemas.microsoft.com/office/drawing/2014/main" id="{89337BA0-DD40-46DB-B614-728721C5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48000"/>
            <a:ext cx="1905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63" name="dp41-comparison / n100">
            <a:extLst xmlns:a="http://schemas.openxmlformats.org/drawingml/2006/main">
              <a:ext uri="{FF2B5EF4-FFF2-40B4-BE49-F238E27FC236}">
                <a16:creationId xmlns:a16="http://schemas.microsoft.com/office/drawing/2014/main" id="{EC53F6FA-32C9-45A1-B901-7A5F3700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6247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dp41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C52E5CC7-3BB8-445A-B103-97EE0571A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57200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화면 / 과거 정보 / 버전</a:t>
            </a:r>
          </a:p>
        </p:txBody>
      </p:sp>
      <p:sp>
        <p:nvSpPr>
          <p:cNvPr id="165" name="dp41-comparison / n102">
            <a:extLst xmlns:a="http://schemas.openxmlformats.org/drawingml/2006/main">
              <a:ext uri="{FF2B5EF4-FFF2-40B4-BE49-F238E27FC236}">
                <a16:creationId xmlns:a16="http://schemas.microsoft.com/office/drawing/2014/main" id="{9AE6DD2F-C90E-4897-932C-C135DA4C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686425"/>
            <a:ext cx="17270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p41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A540AA1B-A57D-4046-8749-363EBCCE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69595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후보 / 상태 / 버전</a:t>
            </a:r>
          </a:p>
        </p:txBody>
      </p:sp>
      <p:sp>
        <p:nvSpPr>
          <p:cNvPr id="167" name="dp41-comparison / n105">
            <a:extLst xmlns:a="http://schemas.openxmlformats.org/drawingml/2006/main">
              <a:ext uri="{FF2B5EF4-FFF2-40B4-BE49-F238E27FC236}">
                <a16:creationId xmlns:a16="http://schemas.microsoft.com/office/drawing/2014/main" id="{C52470FB-B2F3-4274-B041-7D95A7F3C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28950"/>
            <a:ext cx="2029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dp41-comparison / n106 / text 1">
            <a:extLst xmlns:a="http://schemas.openxmlformats.org/drawingml/2006/main">
              <a:ext uri="{FF2B5EF4-FFF2-40B4-BE49-F238E27FC236}">
                <a16:creationId xmlns:a16="http://schemas.microsoft.com/office/drawing/2014/main" id="{FACA3616-8A59-4340-B321-716878F04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3847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접수 → 해석 요청</a:t>
            </a:r>
          </a:p>
        </p:txBody>
      </p:sp>
      <p:sp>
        <p:nvSpPr>
          <p:cNvPr id="169" name="dp41-comparison / n120">
            <a:extLst xmlns:a="http://schemas.openxmlformats.org/drawingml/2006/main">
              <a:ext uri="{FF2B5EF4-FFF2-40B4-BE49-F238E27FC236}">
                <a16:creationId xmlns:a16="http://schemas.microsoft.com/office/drawing/2014/main" id="{9C833CAE-B44F-4E80-BABF-E1D277E6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095750"/>
            <a:ext cx="32385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dp41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9F24CDAF-FCDC-44D4-BE56-2DCBA885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105275"/>
            <a:ext cx="4667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읽기</a:t>
            </a:r>
          </a:p>
        </p:txBody>
      </p:sp>
      <p:sp>
        <p:nvSpPr>
          <p:cNvPr id="171" name="dp41-comparison / n122">
            <a:extLst xmlns:a="http://schemas.openxmlformats.org/drawingml/2006/main">
              <a:ext uri="{FF2B5EF4-FFF2-40B4-BE49-F238E27FC236}">
                <a16:creationId xmlns:a16="http://schemas.microsoft.com/office/drawing/2014/main" id="{83390C84-4924-4C8B-99EA-20D29E01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457700"/>
            <a:ext cx="32385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p41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85A8F27D-F0BA-4E2D-97F2-29830B4EC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467225"/>
            <a:ext cx="4667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정보</a:t>
            </a:r>
          </a:p>
        </p:txBody>
      </p:sp>
      <p:sp>
        <p:nvSpPr>
          <p:cNvPr id="173" name="dp41-comparison / n125">
            <a:extLst xmlns:a="http://schemas.openxmlformats.org/drawingml/2006/main">
              <a:ext uri="{FF2B5EF4-FFF2-40B4-BE49-F238E27FC236}">
                <a16:creationId xmlns:a16="http://schemas.microsoft.com/office/drawing/2014/main" id="{502D77ED-5207-441E-8F8D-EBA5BD4E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4714875"/>
            <a:ext cx="216179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p41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ACA517B6-CA7D-4884-9356-89C5501C0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724400"/>
            <a:ext cx="2219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모델의 의미 제안 / 부분 수정</a:t>
            </a:r>
          </a:p>
        </p:txBody>
      </p:sp>
      <p:sp>
        <p:nvSpPr>
          <p:cNvPr id="175" name="dp41-comparison / n128">
            <a:extLst xmlns:a="http://schemas.openxmlformats.org/drawingml/2006/main">
              <a:ext uri="{FF2B5EF4-FFF2-40B4-BE49-F238E27FC236}">
                <a16:creationId xmlns:a16="http://schemas.microsoft.com/office/drawing/2014/main" id="{0F7D0E01-3796-427B-90B7-6A03109F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981575"/>
            <a:ext cx="22178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p41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D78E2244-0433-4E32-94C0-FC8777C8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991100"/>
            <a:ext cx="2190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검증 결과 반환 / 실패 시 재판단</a:t>
            </a:r>
          </a:p>
        </p:txBody>
      </p:sp>
      <p:sp>
        <p:nvSpPr>
          <p:cNvPr id="177" name="dp41-comparison / n134">
            <a:extLst xmlns:a="http://schemas.openxmlformats.org/drawingml/2006/main">
              <a:ext uri="{FF2B5EF4-FFF2-40B4-BE49-F238E27FC236}">
                <a16:creationId xmlns:a16="http://schemas.microsoft.com/office/drawing/2014/main" id="{BFED644D-6BA8-43B7-9B62-8AA6CF66F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772025"/>
            <a:ext cx="216179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dp41-comparison / n135 / text 1">
            <a:extLst xmlns:a="http://schemas.openxmlformats.org/drawingml/2006/main">
              <a:ext uri="{FF2B5EF4-FFF2-40B4-BE49-F238E27FC236}">
                <a16:creationId xmlns:a16="http://schemas.microsoft.com/office/drawing/2014/main" id="{1F7D6891-B2EA-4841-A6F6-37482E66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781550"/>
            <a:ext cx="22479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해석과 조회 상태 / 보존 / 갱신</a:t>
            </a:r>
          </a:p>
        </p:txBody>
      </p:sp>
      <p:sp>
        <p:nvSpPr>
          <p:cNvPr id="179" name="dp41-comparison / n138">
            <a:extLst xmlns:a="http://schemas.openxmlformats.org/drawingml/2006/main">
              <a:ext uri="{FF2B5EF4-FFF2-40B4-BE49-F238E27FC236}">
                <a16:creationId xmlns:a16="http://schemas.microsoft.com/office/drawing/2014/main" id="{C93089FB-E373-423A-8E06-24D69244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28975"/>
            <a:ext cx="196500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p41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D47DE9E3-1F3E-477B-A25D-487D96943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238500"/>
            <a:ext cx="30861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모델 호출 → / ← 해석 결과</a:t>
            </a:r>
          </a:p>
        </p:txBody>
      </p:sp>
      <p:sp>
        <p:nvSpPr>
          <p:cNvPr id="181" name="dp41-comparison / n144">
            <a:extLst xmlns:a="http://schemas.openxmlformats.org/drawingml/2006/main">
              <a:ext uri="{FF2B5EF4-FFF2-40B4-BE49-F238E27FC236}">
                <a16:creationId xmlns:a16="http://schemas.microsoft.com/office/drawing/2014/main" id="{BA566344-9682-403C-B430-C56565FD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781425"/>
            <a:ext cx="149504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dp41-comparison / n145 / text 1">
            <a:extLst xmlns:a="http://schemas.openxmlformats.org/drawingml/2006/main">
              <a:ext uri="{FF2B5EF4-FFF2-40B4-BE49-F238E27FC236}">
                <a16:creationId xmlns:a16="http://schemas.microsoft.com/office/drawing/2014/main" id="{6E28A57A-F0F8-4CD0-8997-6A83854C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790950"/>
            <a:ext cx="17907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허용 조회 → / ← 정보</a:t>
            </a:r>
          </a:p>
        </p:txBody>
      </p:sp>
      <p:sp>
        <p:nvSpPr>
          <p:cNvPr id="183" name="dp41-comparison / n150">
            <a:extLst xmlns:a="http://schemas.openxmlformats.org/drawingml/2006/main">
              <a:ext uri="{FF2B5EF4-FFF2-40B4-BE49-F238E27FC236}">
                <a16:creationId xmlns:a16="http://schemas.microsoft.com/office/drawing/2014/main" id="{AE9077D8-7DFD-43A7-B789-A14609FA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858000"/>
            <a:ext cx="3047238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p41-comparison / n151 / text 1">
            <a:extLst xmlns:a="http://schemas.openxmlformats.org/drawingml/2006/main">
              <a:ext uri="{FF2B5EF4-FFF2-40B4-BE49-F238E27FC236}">
                <a16:creationId xmlns:a16="http://schemas.microsoft.com/office/drawing/2014/main" id="{39280A94-C0DE-4C90-A259-AC5DBC9B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6867525"/>
            <a:ext cx="4667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정보 / Task / 질문 연결 재확인 / 반환</a:t>
            </a:r>
          </a:p>
        </p:txBody>
      </p:sp>
      <p:sp>
        <p:nvSpPr>
          <p:cNvPr id="185" name="dp41-comparison / n153">
            <a:extLst xmlns:a="http://schemas.openxmlformats.org/drawingml/2006/main">
              <a:ext uri="{FF2B5EF4-FFF2-40B4-BE49-F238E27FC236}">
                <a16:creationId xmlns:a16="http://schemas.microsoft.com/office/drawing/2014/main" id="{F8B958E1-C447-44EC-BE6B-7A8D4DE5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991225"/>
            <a:ext cx="168440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p41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6F3A14C7-696D-4669-BD54-D85F6E40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00075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의미 제안 / 확인 질문</a:t>
            </a:r>
          </a:p>
        </p:txBody>
      </p:sp>
      <p:sp>
        <p:nvSpPr>
          <p:cNvPr id="187" name="dp41-comparison / n154 / text 2">
            <a:extLst xmlns:a="http://schemas.openxmlformats.org/drawingml/2006/main">
              <a:ext uri="{FF2B5EF4-FFF2-40B4-BE49-F238E27FC236}">
                <a16:creationId xmlns:a16="http://schemas.microsoft.com/office/drawing/2014/main" id="{381560F8-34FF-4DF5-8C8E-FC7C2770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16077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틀 밖 관계는 보류</a:t>
            </a:r>
          </a:p>
        </p:txBody>
      </p:sp>
      <p:sp>
        <p:nvSpPr>
          <p:cNvPr id="188" name="dp41-comparison / n157">
            <a:extLst xmlns:a="http://schemas.openxmlformats.org/drawingml/2006/main">
              <a:ext uri="{FF2B5EF4-FFF2-40B4-BE49-F238E27FC236}">
                <a16:creationId xmlns:a16="http://schemas.microsoft.com/office/drawing/2014/main" id="{7AFDDD13-B459-4904-95D5-0EFE961A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61626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p41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4A730DD2-15A6-4CD8-A964-D2E63536B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172200"/>
            <a:ext cx="2743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저장 → / ← 성공 / 실패</a:t>
            </a:r>
          </a:p>
        </p:txBody>
      </p:sp>
      <p:sp>
        <p:nvSpPr>
          <p:cNvPr id="190" name="dp41-comparison / n161">
            <a:extLst xmlns:a="http://schemas.openxmlformats.org/drawingml/2006/main">
              <a:ext uri="{FF2B5EF4-FFF2-40B4-BE49-F238E27FC236}">
                <a16:creationId xmlns:a16="http://schemas.microsoft.com/office/drawing/2014/main" id="{BE6F7D75-FCF5-49AC-A3F0-85C4C7EC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82942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p41-comparison / n162 / text 1">
            <a:extLst xmlns:a="http://schemas.openxmlformats.org/drawingml/2006/main">
              <a:ext uri="{FF2B5EF4-FFF2-40B4-BE49-F238E27FC236}">
                <a16:creationId xmlns:a16="http://schemas.microsoft.com/office/drawing/2014/main" id="{DFDED8F9-C14C-4DCD-BD11-E25490C03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6838950"/>
            <a:ext cx="24479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검사 → / ← 허용 / 거부</a:t>
            </a:r>
          </a:p>
        </p:txBody>
      </p:sp>
      <p:sp>
        <p:nvSpPr>
          <p:cNvPr id="192" name="dp41-comparison / n163">
            <a:extLst xmlns:a="http://schemas.openxmlformats.org/drawingml/2006/main">
              <a:ext uri="{FF2B5EF4-FFF2-40B4-BE49-F238E27FC236}">
                <a16:creationId xmlns:a16="http://schemas.microsoft.com/office/drawing/2014/main" id="{E4B6B8FA-EEE1-4A92-B080-1EB885E5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7219950"/>
            <a:ext cx="689762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p41-comparison / n164 / text 1">
            <a:extLst xmlns:a="http://schemas.openxmlformats.org/drawingml/2006/main">
              <a:ext uri="{FF2B5EF4-FFF2-40B4-BE49-F238E27FC236}">
                <a16:creationId xmlns:a16="http://schemas.microsoft.com/office/drawing/2014/main" id="{A8DCCC58-C1CB-47D6-824F-516D84A0E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7229475"/>
            <a:ext cx="7715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94" name="dp41-comparison / n165">
            <a:extLst xmlns:a="http://schemas.openxmlformats.org/drawingml/2006/main">
              <a:ext uri="{FF2B5EF4-FFF2-40B4-BE49-F238E27FC236}">
                <a16:creationId xmlns:a16="http://schemas.microsoft.com/office/drawing/2014/main" id="{F474CF0D-CCF6-4C14-9527-A32E69E6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7419975"/>
            <a:ext cx="586359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p41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8DA3DBA9-83C4-4F5E-92D1-194D8A74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7429500"/>
            <a:ext cx="7715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Component는 논리적 책임 경계 / 포함된 Module은 내부 구현 / 별도 프로세스 의미 없음</a:t>
            </a:r>
          </a:p>
        </p:txBody>
      </p:sp>
      <p:sp>
        <p:nvSpPr>
          <p:cNvPr id="196" name="dp41-comparison / n167">
            <a:extLst xmlns:a="http://schemas.openxmlformats.org/drawingml/2006/main">
              <a:ext uri="{FF2B5EF4-FFF2-40B4-BE49-F238E27FC236}">
                <a16:creationId xmlns:a16="http://schemas.microsoft.com/office/drawing/2014/main" id="{F9DC9114-4EDD-4DE0-A21F-D693CF7F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47950"/>
            <a:ext cx="23336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97" name="dp41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FB6ADF94-6DF4-4A73-9B00-28EED146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703195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98" name="dp41-comparison / n169">
            <a:extLst xmlns:a="http://schemas.openxmlformats.org/drawingml/2006/main">
              <a:ext uri="{FF2B5EF4-FFF2-40B4-BE49-F238E27FC236}">
                <a16:creationId xmlns:a16="http://schemas.microsoft.com/office/drawing/2014/main" id="{3644D6BF-5B4E-4E5F-B8CD-BA9C03AF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2647950"/>
            <a:ext cx="18573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99" name="dp41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D6E21A44-0CA3-436F-9DF8-019A5D16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2703195"/>
            <a:ext cx="1685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200" name="dp41-comparison / n175">
            <a:extLst xmlns:a="http://schemas.openxmlformats.org/drawingml/2006/main">
              <a:ext uri="{FF2B5EF4-FFF2-40B4-BE49-F238E27FC236}">
                <a16:creationId xmlns:a16="http://schemas.microsoft.com/office/drawing/2014/main" id="{70BE7188-C678-4685-A19B-679F36C50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353175"/>
            <a:ext cx="25241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1" name="dp41-comparison / n176 / text 1">
            <a:extLst xmlns:a="http://schemas.openxmlformats.org/drawingml/2006/main">
              <a:ext uri="{FF2B5EF4-FFF2-40B4-BE49-F238E27FC236}">
                <a16:creationId xmlns:a16="http://schemas.microsoft.com/office/drawing/2014/main" id="{975E1506-400A-4DB3-81EB-55C94B58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427470"/>
            <a:ext cx="23526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02" name="dp41-comparison / n177">
            <a:extLst xmlns:a="http://schemas.openxmlformats.org/drawingml/2006/main">
              <a:ext uri="{FF2B5EF4-FFF2-40B4-BE49-F238E27FC236}">
                <a16:creationId xmlns:a16="http://schemas.microsoft.com/office/drawing/2014/main" id="{5225BDE8-D968-42B8-A281-104CD142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353175"/>
            <a:ext cx="23812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3" name="dp41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B6C8CA8C-D263-40C7-957E-868A44AC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515100"/>
            <a:ext cx="22098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204" name="dp41-comparison / n179">
            <a:extLst xmlns:a="http://schemas.openxmlformats.org/drawingml/2006/main">
              <a:ext uri="{FF2B5EF4-FFF2-40B4-BE49-F238E27FC236}">
                <a16:creationId xmlns:a16="http://schemas.microsoft.com/office/drawing/2014/main" id="{D7A708F2-5811-4ED5-B715-C34BA0D6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6353175"/>
            <a:ext cx="18573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5" name="dp41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3EBF4C4E-73E1-45D0-87D1-1DFAF6B1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6433661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206" name="dp41-comparison / n181">
            <a:extLst xmlns:a="http://schemas.openxmlformats.org/drawingml/2006/main">
              <a:ext uri="{FF2B5EF4-FFF2-40B4-BE49-F238E27FC236}">
                <a16:creationId xmlns:a16="http://schemas.microsoft.com/office/drawing/2014/main" id="{A013F1EA-3A2A-4FAB-A37C-65FA898D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410527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7" name="dp41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74B09D8A-20F0-41A3-8D2A-1D65DEB8A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419052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208" name="dp41-comparison / n183">
            <a:extLst xmlns:a="http://schemas.openxmlformats.org/drawingml/2006/main">
              <a:ext uri="{FF2B5EF4-FFF2-40B4-BE49-F238E27FC236}">
                <a16:creationId xmlns:a16="http://schemas.microsoft.com/office/drawing/2014/main" id="{1181D2FB-1C0D-4ADD-A7E7-FE38D46F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522922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9" name="dp41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B44B5A80-6353-4306-A87D-11AA987F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531447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210" name="dp41-comparison / n189 / path">
            <a:extLst xmlns:a="http://schemas.openxmlformats.org/drawingml/2006/main">
              <a:ext uri="{FF2B5EF4-FFF2-40B4-BE49-F238E27FC236}">
                <a16:creationId xmlns:a16="http://schemas.microsoft.com/office/drawing/2014/main" id="{15D511D0-9F47-4FB4-A4AC-08B78A0B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809875"/>
            <a:ext cx="142875" cy="3729038"/>
          </a:xfrm>
          <a:custGeom xmlns:a="http://schemas.openxmlformats.org/drawingml/2006/main">
            <a:pathLst>
              <a:path w="142875" h="3729038">
                <a:moveTo>
                  <a:pt x="142875" y="4763"/>
                </a:moveTo>
                <a:lnTo>
                  <a:pt x="0" y="0"/>
                </a:lnTo>
                <a:lnTo>
                  <a:pt x="0" y="3724275"/>
                </a:lnTo>
                <a:lnTo>
                  <a:pt x="142875" y="3729038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11" name="dp41-comparison / n189 / arrow">
            <a:extLst xmlns:a="http://schemas.openxmlformats.org/drawingml/2006/main">
              <a:ext uri="{FF2B5EF4-FFF2-40B4-BE49-F238E27FC236}">
                <a16:creationId xmlns:a16="http://schemas.microsoft.com/office/drawing/2014/main" id="{6142FEAA-206E-4FBC-BA71-0D86C3B7B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7864" y="6503169"/>
            <a:ext cx="68136" cy="67019"/>
          </a:xfrm>
          <a:custGeom xmlns:a="http://schemas.openxmlformats.org/drawingml/2006/main">
            <a:pathLst>
              <a:path w="68136" h="67019">
                <a:moveTo>
                  <a:pt x="0" y="67019"/>
                </a:moveTo>
                <a:lnTo>
                  <a:pt x="68136" y="35743"/>
                </a:lnTo>
                <a:lnTo>
                  <a:pt x="22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12" name="dp41-comparison / n192">
            <a:extLst xmlns:a="http://schemas.openxmlformats.org/drawingml/2006/main">
              <a:ext uri="{FF2B5EF4-FFF2-40B4-BE49-F238E27FC236}">
                <a16:creationId xmlns:a16="http://schemas.microsoft.com/office/drawing/2014/main" id="{DD1A5CA2-AC7E-4C79-858C-7253EA8F5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752850"/>
            <a:ext cx="5381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3" name="dp41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E9A1FB29-FF73-4CC8-9E49-2A92E05B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3819525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214" name="dp41-comparison / n194">
            <a:extLst xmlns:a="http://schemas.openxmlformats.org/drawingml/2006/main">
              <a:ext uri="{FF2B5EF4-FFF2-40B4-BE49-F238E27FC236}">
                <a16:creationId xmlns:a16="http://schemas.microsoft.com/office/drawing/2014/main" id="{E61DF6C6-21C0-4BC6-B95A-5F024029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62475"/>
            <a:ext cx="538162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15" name="dp41-comparison / n195 / text 1">
            <a:extLst xmlns:a="http://schemas.openxmlformats.org/drawingml/2006/main">
              <a:ext uri="{FF2B5EF4-FFF2-40B4-BE49-F238E27FC236}">
                <a16:creationId xmlns:a16="http://schemas.microsoft.com/office/drawing/2014/main" id="{16693E0E-424D-4A87-9261-A7487A38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657725"/>
            <a:ext cx="5133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Resolution Engine</a:t>
            </a:r>
          </a:p>
        </p:txBody>
      </p:sp>
      <p:sp>
        <p:nvSpPr>
          <p:cNvPr id="216" name="dp41-comparison / n196">
            <a:extLst xmlns:a="http://schemas.openxmlformats.org/drawingml/2006/main">
              <a:ext uri="{FF2B5EF4-FFF2-40B4-BE49-F238E27FC236}">
                <a16:creationId xmlns:a16="http://schemas.microsoft.com/office/drawing/2014/main" id="{54FAE479-FCCE-444A-90D4-FDDADAC8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953000"/>
            <a:ext cx="2190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7" name="dp41-comparison / n197 / text 1">
            <a:extLst xmlns:a="http://schemas.openxmlformats.org/drawingml/2006/main">
              <a:ext uri="{FF2B5EF4-FFF2-40B4-BE49-F238E27FC236}">
                <a16:creationId xmlns:a16="http://schemas.microsoft.com/office/drawing/2014/main" id="{EB0A49F4-509C-4A80-B0D7-7C91B862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5022533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관계 결합기</a:t>
            </a:r>
          </a:p>
        </p:txBody>
      </p:sp>
      <p:sp>
        <p:nvSpPr>
          <p:cNvPr id="218" name="dp41-comparison / n198">
            <a:extLst xmlns:a="http://schemas.openxmlformats.org/drawingml/2006/main">
              <a:ext uri="{FF2B5EF4-FFF2-40B4-BE49-F238E27FC236}">
                <a16:creationId xmlns:a16="http://schemas.microsoft.com/office/drawing/2014/main" id="{D7C4C73B-1F4E-40F6-A95C-1FFC251F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953000"/>
            <a:ext cx="22383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9" name="dp41-comparison / n199 / text 1">
            <a:extLst xmlns:a="http://schemas.openxmlformats.org/drawingml/2006/main">
              <a:ext uri="{FF2B5EF4-FFF2-40B4-BE49-F238E27FC236}">
                <a16:creationId xmlns:a16="http://schemas.microsoft.com/office/drawing/2014/main" id="{84D760F2-2569-476E-905A-54938040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502253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미해결 항목 처리기</a:t>
            </a:r>
          </a:p>
        </p:txBody>
      </p:sp>
      <p:sp>
        <p:nvSpPr>
          <p:cNvPr id="220" name="dp41-comparison / n200">
            <a:extLst xmlns:a="http://schemas.openxmlformats.org/drawingml/2006/main">
              <a:ext uri="{FF2B5EF4-FFF2-40B4-BE49-F238E27FC236}">
                <a16:creationId xmlns:a16="http://schemas.microsoft.com/office/drawing/2014/main" id="{DCFE67E9-F288-4F01-87A8-BD22152B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543550"/>
            <a:ext cx="2238375" cy="3048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21" name="dp41-comparison / n201 / text 1">
            <a:extLst xmlns:a="http://schemas.openxmlformats.org/drawingml/2006/main">
              <a:ext uri="{FF2B5EF4-FFF2-40B4-BE49-F238E27FC236}">
                <a16:creationId xmlns:a16="http://schemas.microsoft.com/office/drawing/2014/main" id="{ED32A6AA-F580-48EE-8237-4B0C3356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5657850"/>
            <a:ext cx="2066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요청 해석 상태</a:t>
            </a:r>
          </a:p>
        </p:txBody>
      </p:sp>
      <p:sp>
        <p:nvSpPr>
          <p:cNvPr id="222" name="dp41-comparison / n202 / path">
            <a:extLst xmlns:a="http://schemas.openxmlformats.org/drawingml/2006/main">
              <a:ext uri="{FF2B5EF4-FFF2-40B4-BE49-F238E27FC236}">
                <a16:creationId xmlns:a16="http://schemas.microsoft.com/office/drawing/2014/main" id="{6E1B19F9-529F-4C62-BE82-5D77C750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638550"/>
            <a:ext cx="2981325" cy="2900363"/>
          </a:xfrm>
          <a:custGeom xmlns:a="http://schemas.openxmlformats.org/drawingml/2006/main">
            <a:pathLst>
              <a:path w="2981325" h="2900363">
                <a:moveTo>
                  <a:pt x="0" y="2900363"/>
                </a:moveTo>
                <a:lnTo>
                  <a:pt x="219075" y="2895600"/>
                </a:lnTo>
                <a:lnTo>
                  <a:pt x="219075" y="2381250"/>
                </a:lnTo>
                <a:lnTo>
                  <a:pt x="2981325" y="2381250"/>
                </a:lnTo>
                <a:lnTo>
                  <a:pt x="2981325" y="0"/>
                </a:lnTo>
                <a:lnTo>
                  <a:pt x="161925" y="0"/>
                </a:lnTo>
                <a:lnTo>
                  <a:pt x="166688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3" name="dp41-comparison / n202 / arrow">
            <a:extLst xmlns:a="http://schemas.openxmlformats.org/drawingml/2006/main">
              <a:ext uri="{FF2B5EF4-FFF2-40B4-BE49-F238E27FC236}">
                <a16:creationId xmlns:a16="http://schemas.microsoft.com/office/drawing/2014/main" id="{97128C4F-A578-452F-80DC-845DA16F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0522" y="3684456"/>
            <a:ext cx="66998" cy="68394"/>
          </a:xfrm>
          <a:custGeom xmlns:a="http://schemas.openxmlformats.org/drawingml/2006/main">
            <a:pathLst>
              <a:path w="66998" h="68394">
                <a:moveTo>
                  <a:pt x="0" y="2792"/>
                </a:moveTo>
                <a:lnTo>
                  <a:pt x="36291" y="68394"/>
                </a:lnTo>
                <a:lnTo>
                  <a:pt x="66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4" name="dp41-comparison / n203 / path">
            <a:extLst xmlns:a="http://schemas.openxmlformats.org/drawingml/2006/main">
              <a:ext uri="{FF2B5EF4-FFF2-40B4-BE49-F238E27FC236}">
                <a16:creationId xmlns:a16="http://schemas.microsoft.com/office/drawing/2014/main" id="{05304360-6F0A-45DA-9C5C-EFBD547B9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3175" y="4133850"/>
            <a:ext cx="195263" cy="819150"/>
          </a:xfrm>
          <a:custGeom xmlns:a="http://schemas.openxmlformats.org/drawingml/2006/main">
            <a:pathLst>
              <a:path w="195263" h="819150">
                <a:moveTo>
                  <a:pt x="4763" y="0"/>
                </a:moveTo>
                <a:lnTo>
                  <a:pt x="0" y="342900"/>
                </a:lnTo>
                <a:lnTo>
                  <a:pt x="190500" y="342900"/>
                </a:lnTo>
                <a:lnTo>
                  <a:pt x="195263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5" name="dp41-comparison / n203 / arrow">
            <a:extLst xmlns:a="http://schemas.openxmlformats.org/drawingml/2006/main">
              <a:ext uri="{FF2B5EF4-FFF2-40B4-BE49-F238E27FC236}">
                <a16:creationId xmlns:a16="http://schemas.microsoft.com/office/drawing/2014/main" id="{A6E4F854-CE7D-4728-8ECC-B7418D80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4241" y="4885612"/>
            <a:ext cx="67053" cy="67388"/>
          </a:xfrm>
          <a:custGeom xmlns:a="http://schemas.openxmlformats.org/drawingml/2006/main">
            <a:pathLst>
              <a:path w="67053" h="67388">
                <a:moveTo>
                  <a:pt x="0" y="671"/>
                </a:moveTo>
                <a:lnTo>
                  <a:pt x="34197" y="67388"/>
                </a:lnTo>
                <a:lnTo>
                  <a:pt x="6705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6" name="dp41-comparison / n206 / path">
            <a:extLst xmlns:a="http://schemas.openxmlformats.org/drawingml/2006/main">
              <a:ext uri="{FF2B5EF4-FFF2-40B4-BE49-F238E27FC236}">
                <a16:creationId xmlns:a16="http://schemas.microsoft.com/office/drawing/2014/main" id="{B156556D-1BBB-4BEF-86A7-200F5422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3943350"/>
            <a:ext cx="190500" cy="1190625"/>
          </a:xfrm>
          <a:custGeom xmlns:a="http://schemas.openxmlformats.org/drawingml/2006/main">
            <a:pathLst>
              <a:path w="190500" h="1190625">
                <a:moveTo>
                  <a:pt x="0" y="1190625"/>
                </a:moveTo>
                <a:lnTo>
                  <a:pt x="85725" y="1190625"/>
                </a:lnTo>
                <a:lnTo>
                  <a:pt x="85725" y="0"/>
                </a:lnTo>
                <a:lnTo>
                  <a:pt x="190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7" name="dp41-comparison / n206 / arrow">
            <a:extLst xmlns:a="http://schemas.openxmlformats.org/drawingml/2006/main">
              <a:ext uri="{FF2B5EF4-FFF2-40B4-BE49-F238E27FC236}">
                <a16:creationId xmlns:a16="http://schemas.microsoft.com/office/drawing/2014/main" id="{D33AE279-E9DA-4D61-8DC9-3833AF75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569" y="39098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8" name="dp41-comparison / n209 / path">
            <a:extLst xmlns:a="http://schemas.openxmlformats.org/drawingml/2006/main">
              <a:ext uri="{FF2B5EF4-FFF2-40B4-BE49-F238E27FC236}">
                <a16:creationId xmlns:a16="http://schemas.microsoft.com/office/drawing/2014/main" id="{52CA9C95-C0B1-430F-A0A0-0F121408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5188" y="4133850"/>
            <a:ext cx="95250" cy="819150"/>
          </a:xfrm>
          <a:custGeom xmlns:a="http://schemas.openxmlformats.org/drawingml/2006/main">
            <a:pathLst>
              <a:path w="95250" h="819150">
                <a:moveTo>
                  <a:pt x="95250" y="0"/>
                </a:moveTo>
                <a:lnTo>
                  <a:pt x="90488" y="133350"/>
                </a:lnTo>
                <a:lnTo>
                  <a:pt x="4763" y="133350"/>
                </a:lnTo>
                <a:lnTo>
                  <a:pt x="0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29" name="dp41-comparison / n209 / arrow">
            <a:extLst xmlns:a="http://schemas.openxmlformats.org/drawingml/2006/main">
              <a:ext uri="{FF2B5EF4-FFF2-40B4-BE49-F238E27FC236}">
                <a16:creationId xmlns:a16="http://schemas.microsoft.com/office/drawing/2014/main" id="{6428520F-9D73-4844-AE93-346751EC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02126" y="4885713"/>
            <a:ext cx="67054" cy="67287"/>
          </a:xfrm>
          <a:custGeom xmlns:a="http://schemas.openxmlformats.org/drawingml/2006/main">
            <a:pathLst>
              <a:path w="67054" h="67287">
                <a:moveTo>
                  <a:pt x="0" y="0"/>
                </a:moveTo>
                <a:lnTo>
                  <a:pt x="33062" y="67287"/>
                </a:lnTo>
                <a:lnTo>
                  <a:pt x="67054" y="46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0" name="dp41-comparison / n210 / path">
            <a:extLst xmlns:a="http://schemas.openxmlformats.org/drawingml/2006/main">
              <a:ext uri="{FF2B5EF4-FFF2-40B4-BE49-F238E27FC236}">
                <a16:creationId xmlns:a16="http://schemas.microsoft.com/office/drawing/2014/main" id="{936FC155-08B6-4114-99DC-56335784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057775"/>
            <a:ext cx="571500" cy="953"/>
          </a:xfrm>
          <a:custGeom xmlns:a="http://schemas.openxmlformats.org/drawingml/2006/main">
            <a:pathLst>
              <a:path w="571500" h="953">
                <a:moveTo>
                  <a:pt x="571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1" name="dp41-comparison / n210 / arrow">
            <a:extLst xmlns:a="http://schemas.openxmlformats.org/drawingml/2006/main">
              <a:ext uri="{FF2B5EF4-FFF2-40B4-BE49-F238E27FC236}">
                <a16:creationId xmlns:a16="http://schemas.microsoft.com/office/drawing/2014/main" id="{9871B9D1-5862-40C7-9AE1-23B2A4C0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0242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2" name="dp41-comparison / n211 / path">
            <a:extLst xmlns:a="http://schemas.openxmlformats.org/drawingml/2006/main">
              <a:ext uri="{FF2B5EF4-FFF2-40B4-BE49-F238E27FC236}">
                <a16:creationId xmlns:a16="http://schemas.microsoft.com/office/drawing/2014/main" id="{641E0E8B-CF47-4ABB-B3C4-3BDEEFA4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19700"/>
            <a:ext cx="571500" cy="953"/>
          </a:xfrm>
          <a:custGeom xmlns:a="http://schemas.openxmlformats.org/drawingml/2006/main">
            <a:pathLst>
              <a:path w="571500" h="953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33" name="dp41-comparison / n211 / arrow">
            <a:extLst xmlns:a="http://schemas.openxmlformats.org/drawingml/2006/main">
              <a:ext uri="{FF2B5EF4-FFF2-40B4-BE49-F238E27FC236}">
                <a16:creationId xmlns:a16="http://schemas.microsoft.com/office/drawing/2014/main" id="{9907BD29-066F-4126-9ABD-1CA9292D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1694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4" name="dp41-comparison / n216 / path">
            <a:extLst xmlns:a="http://schemas.openxmlformats.org/drawingml/2006/main">
              <a:ext uri="{FF2B5EF4-FFF2-40B4-BE49-F238E27FC236}">
                <a16:creationId xmlns:a16="http://schemas.microsoft.com/office/drawing/2014/main" id="{811C68B2-BD7A-480B-BC8F-A9F76E1D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16063" y="5314950"/>
            <a:ext cx="953" cy="228600"/>
          </a:xfrm>
          <a:custGeom xmlns:a="http://schemas.openxmlformats.org/drawingml/2006/main">
            <a:pathLst>
              <a:path w="953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5" name="dp41-comparison / n216 / arrow">
            <a:extLst xmlns:a="http://schemas.openxmlformats.org/drawingml/2006/main">
              <a:ext uri="{FF2B5EF4-FFF2-40B4-BE49-F238E27FC236}">
                <a16:creationId xmlns:a16="http://schemas.microsoft.com/office/drawing/2014/main" id="{A9799C3E-49AD-4021-B376-97705016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82535" y="54764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6" name="dp41-comparison / n217 / path">
            <a:extLst xmlns:a="http://schemas.openxmlformats.org/drawingml/2006/main">
              <a:ext uri="{FF2B5EF4-FFF2-40B4-BE49-F238E27FC236}">
                <a16:creationId xmlns:a16="http://schemas.microsoft.com/office/drawing/2014/main" id="{8A2C6FB3-9227-4F57-85C6-1C45CFF8F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9813" y="4953000"/>
            <a:ext cx="953" cy="895350"/>
          </a:xfrm>
          <a:custGeom xmlns:a="http://schemas.openxmlformats.org/drawingml/2006/main">
            <a:pathLst>
              <a:path w="953" h="895350">
                <a:moveTo>
                  <a:pt x="0" y="8953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37" name="dp41-comparison / n217 / arrow">
            <a:extLst xmlns:a="http://schemas.openxmlformats.org/drawingml/2006/main">
              <a:ext uri="{FF2B5EF4-FFF2-40B4-BE49-F238E27FC236}">
                <a16:creationId xmlns:a16="http://schemas.microsoft.com/office/drawing/2014/main" id="{6B95FFC8-B83D-4CB4-A8B9-1D1E2176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6285" y="495300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8" name="dp41-comparison / n218 / path">
            <a:extLst xmlns:a="http://schemas.openxmlformats.org/drawingml/2006/main">
              <a:ext uri="{FF2B5EF4-FFF2-40B4-BE49-F238E27FC236}">
                <a16:creationId xmlns:a16="http://schemas.microsoft.com/office/drawing/2014/main" id="{B8BD7FB7-0AEE-45E9-94E4-8AC3EAA5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86375"/>
            <a:ext cx="571500" cy="361950"/>
          </a:xfrm>
          <a:custGeom xmlns:a="http://schemas.openxmlformats.org/drawingml/2006/main">
            <a:pathLst>
              <a:path w="571500" h="361950">
                <a:moveTo>
                  <a:pt x="0" y="0"/>
                </a:moveTo>
                <a:lnTo>
                  <a:pt x="180975" y="0"/>
                </a:lnTo>
                <a:lnTo>
                  <a:pt x="180975" y="361950"/>
                </a:lnTo>
                <a:lnTo>
                  <a:pt x="57150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9" name="dp41-comparison / n218 / arrow">
            <a:extLst xmlns:a="http://schemas.openxmlformats.org/drawingml/2006/main">
              <a:ext uri="{FF2B5EF4-FFF2-40B4-BE49-F238E27FC236}">
                <a16:creationId xmlns:a16="http://schemas.microsoft.com/office/drawing/2014/main" id="{9B3CFCA7-B1B7-444A-AB4F-8BF278968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1694" y="56147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0" name="dp41-comparison / n219 / path">
            <a:extLst xmlns:a="http://schemas.openxmlformats.org/drawingml/2006/main">
              <a:ext uri="{FF2B5EF4-FFF2-40B4-BE49-F238E27FC236}">
                <a16:creationId xmlns:a16="http://schemas.microsoft.com/office/drawing/2014/main" id="{42912A7A-2CE6-4AFA-A7FC-57DBE0F4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305425"/>
            <a:ext cx="571500" cy="447675"/>
          </a:xfrm>
          <a:custGeom xmlns:a="http://schemas.openxmlformats.org/drawingml/2006/main">
            <a:pathLst>
              <a:path w="571500" h="447675">
                <a:moveTo>
                  <a:pt x="571500" y="447675"/>
                </a:moveTo>
                <a:lnTo>
                  <a:pt x="276225" y="447675"/>
                </a:lnTo>
                <a:lnTo>
                  <a:pt x="2762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1" name="dp41-comparison / n219 / arrow">
            <a:extLst xmlns:a="http://schemas.openxmlformats.org/drawingml/2006/main">
              <a:ext uri="{FF2B5EF4-FFF2-40B4-BE49-F238E27FC236}">
                <a16:creationId xmlns:a16="http://schemas.microsoft.com/office/drawing/2014/main" id="{DAF1ADF3-1132-4F1E-BDE3-AD4114A9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718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2" name="dp41-comparison / n220 / path">
            <a:extLst xmlns:a="http://schemas.openxmlformats.org/drawingml/2006/main">
              <a:ext uri="{FF2B5EF4-FFF2-40B4-BE49-F238E27FC236}">
                <a16:creationId xmlns:a16="http://schemas.microsoft.com/office/drawing/2014/main" id="{4D927784-62E3-48F0-91E2-606B2BE2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3438" y="2738438"/>
            <a:ext cx="3548063" cy="1014413"/>
          </a:xfrm>
          <a:custGeom xmlns:a="http://schemas.openxmlformats.org/drawingml/2006/main">
            <a:pathLst>
              <a:path w="3548063" h="1014413">
                <a:moveTo>
                  <a:pt x="0" y="1014413"/>
                </a:moveTo>
                <a:lnTo>
                  <a:pt x="0" y="614363"/>
                </a:lnTo>
                <a:lnTo>
                  <a:pt x="3348038" y="614363"/>
                </a:lnTo>
                <a:lnTo>
                  <a:pt x="3348038" y="23813"/>
                </a:lnTo>
                <a:lnTo>
                  <a:pt x="35480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3" name="dp41-comparison / n220 / arrow">
            <a:extLst xmlns:a="http://schemas.openxmlformats.org/drawingml/2006/main">
              <a:ext uri="{FF2B5EF4-FFF2-40B4-BE49-F238E27FC236}">
                <a16:creationId xmlns:a16="http://schemas.microsoft.com/office/drawing/2014/main" id="{9B546EBB-7965-46A7-B870-9BF630AD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0951" y="2713071"/>
            <a:ext cx="70549" cy="66586"/>
          </a:xfrm>
          <a:custGeom xmlns:a="http://schemas.openxmlformats.org/drawingml/2006/main">
            <a:pathLst>
              <a:path w="70549" h="66586">
                <a:moveTo>
                  <a:pt x="7927" y="66586"/>
                </a:moveTo>
                <a:lnTo>
                  <a:pt x="70549" y="2536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4" name="dp41-comparison / n221 / path">
            <a:extLst xmlns:a="http://schemas.openxmlformats.org/drawingml/2006/main">
              <a:ext uri="{FF2B5EF4-FFF2-40B4-BE49-F238E27FC236}">
                <a16:creationId xmlns:a16="http://schemas.microsoft.com/office/drawing/2014/main" id="{9D1AB196-92A5-446B-B07F-1B2E6748E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0188" y="2895600"/>
            <a:ext cx="2881313" cy="857250"/>
          </a:xfrm>
          <a:custGeom xmlns:a="http://schemas.openxmlformats.org/drawingml/2006/main">
            <a:pathLst>
              <a:path w="2881313" h="857250">
                <a:moveTo>
                  <a:pt x="2881313" y="4763"/>
                </a:moveTo>
                <a:lnTo>
                  <a:pt x="2776538" y="0"/>
                </a:lnTo>
                <a:lnTo>
                  <a:pt x="2776538" y="647700"/>
                </a:lnTo>
                <a:lnTo>
                  <a:pt x="0" y="647700"/>
                </a:lnTo>
                <a:lnTo>
                  <a:pt x="0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5" name="dp41-comparison / n221 / arrow">
            <a:extLst xmlns:a="http://schemas.openxmlformats.org/drawingml/2006/main">
              <a:ext uri="{FF2B5EF4-FFF2-40B4-BE49-F238E27FC236}">
                <a16:creationId xmlns:a16="http://schemas.microsoft.com/office/drawing/2014/main" id="{111A32BA-7531-4AFD-9C7E-61B8A811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6660" y="36857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6" name="dp41-comparison / n224 / path">
            <a:extLst xmlns:a="http://schemas.openxmlformats.org/drawingml/2006/main">
              <a:ext uri="{FF2B5EF4-FFF2-40B4-BE49-F238E27FC236}">
                <a16:creationId xmlns:a16="http://schemas.microsoft.com/office/drawing/2014/main" id="{A6F70DFE-418E-4F34-A7F7-A57A008A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219575"/>
            <a:ext cx="714375" cy="828675"/>
          </a:xfrm>
          <a:custGeom xmlns:a="http://schemas.openxmlformats.org/drawingml/2006/main">
            <a:pathLst>
              <a:path w="714375" h="828675">
                <a:moveTo>
                  <a:pt x="0" y="828675"/>
                </a:moveTo>
                <a:lnTo>
                  <a:pt x="409575" y="828675"/>
                </a:lnTo>
                <a:lnTo>
                  <a:pt x="409575" y="0"/>
                </a:ln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7" name="dp41-comparison / n224 / arrow">
            <a:extLst xmlns:a="http://schemas.openxmlformats.org/drawingml/2006/main">
              <a:ext uri="{FF2B5EF4-FFF2-40B4-BE49-F238E27FC236}">
                <a16:creationId xmlns:a16="http://schemas.microsoft.com/office/drawing/2014/main" id="{2B192276-0DBC-4170-AC24-7906BC1E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4444" y="41860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8" name="dp41-comparison / n225 / path">
            <a:extLst xmlns:a="http://schemas.openxmlformats.org/drawingml/2006/main">
              <a:ext uri="{FF2B5EF4-FFF2-40B4-BE49-F238E27FC236}">
                <a16:creationId xmlns:a16="http://schemas.microsoft.com/office/drawing/2014/main" id="{A6042935-512A-458D-9052-B6D1E9A4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381500"/>
            <a:ext cx="714375" cy="828675"/>
          </a:xfrm>
          <a:custGeom xmlns:a="http://schemas.openxmlformats.org/drawingml/2006/main">
            <a:pathLst>
              <a:path w="714375" h="828675">
                <a:moveTo>
                  <a:pt x="714375" y="0"/>
                </a:moveTo>
                <a:lnTo>
                  <a:pt x="504825" y="0"/>
                </a:lnTo>
                <a:lnTo>
                  <a:pt x="504825" y="828675"/>
                </a:lnTo>
                <a:lnTo>
                  <a:pt x="0" y="828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9" name="dp41-comparison / n225 / arrow">
            <a:extLst xmlns:a="http://schemas.openxmlformats.org/drawingml/2006/main">
              <a:ext uri="{FF2B5EF4-FFF2-40B4-BE49-F238E27FC236}">
                <a16:creationId xmlns:a16="http://schemas.microsoft.com/office/drawing/2014/main" id="{05B8F593-FC52-467B-AC79-0A696A457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176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0" name="dp41-comparison / n226 / path">
            <a:extLst xmlns:a="http://schemas.openxmlformats.org/drawingml/2006/main">
              <a:ext uri="{FF2B5EF4-FFF2-40B4-BE49-F238E27FC236}">
                <a16:creationId xmlns:a16="http://schemas.microsoft.com/office/drawing/2014/main" id="{189A6D30-152D-40CD-BBF5-01F8EE4D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114925"/>
            <a:ext cx="714375" cy="228600"/>
          </a:xfrm>
          <a:custGeom xmlns:a="http://schemas.openxmlformats.org/drawingml/2006/main">
            <a:pathLst>
              <a:path w="714375" h="228600">
                <a:moveTo>
                  <a:pt x="0" y="0"/>
                </a:moveTo>
                <a:lnTo>
                  <a:pt x="409575" y="0"/>
                </a:lnTo>
                <a:lnTo>
                  <a:pt x="409575" y="228600"/>
                </a:lnTo>
                <a:lnTo>
                  <a:pt x="714375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1" name="dp41-comparison / n226 / arrow">
            <a:extLst xmlns:a="http://schemas.openxmlformats.org/drawingml/2006/main">
              <a:ext uri="{FF2B5EF4-FFF2-40B4-BE49-F238E27FC236}">
                <a16:creationId xmlns:a16="http://schemas.microsoft.com/office/drawing/2014/main" id="{4FC7310F-3498-4E45-9C91-5A3D17D8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4444" y="53099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2" name="dp41-comparison / n227 / path">
            <a:extLst xmlns:a="http://schemas.openxmlformats.org/drawingml/2006/main">
              <a:ext uri="{FF2B5EF4-FFF2-40B4-BE49-F238E27FC236}">
                <a16:creationId xmlns:a16="http://schemas.microsoft.com/office/drawing/2014/main" id="{11547098-D88D-4C1B-A1D6-A3F21F3A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267325"/>
            <a:ext cx="714375" cy="238125"/>
          </a:xfrm>
          <a:custGeom xmlns:a="http://schemas.openxmlformats.org/drawingml/2006/main">
            <a:pathLst>
              <a:path w="714375" h="238125">
                <a:moveTo>
                  <a:pt x="714375" y="238125"/>
                </a:moveTo>
                <a:lnTo>
                  <a:pt x="504825" y="238125"/>
                </a:lnTo>
                <a:lnTo>
                  <a:pt x="5048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3" name="dp41-comparison / n227 / arrow">
            <a:extLst xmlns:a="http://schemas.openxmlformats.org/drawingml/2006/main">
              <a:ext uri="{FF2B5EF4-FFF2-40B4-BE49-F238E27FC236}">
                <a16:creationId xmlns:a16="http://schemas.microsoft.com/office/drawing/2014/main" id="{AA25EFB2-1A1F-43C5-BF47-064005C9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2337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4" name="dp41-comparison / n230 / path">
            <a:extLst xmlns:a="http://schemas.openxmlformats.org/drawingml/2006/main">
              <a:ext uri="{FF2B5EF4-FFF2-40B4-BE49-F238E27FC236}">
                <a16:creationId xmlns:a16="http://schemas.microsoft.com/office/drawing/2014/main" id="{940F2888-01C4-478C-97EE-5F0A2747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4229100"/>
            <a:ext cx="5715000" cy="2809875"/>
          </a:xfrm>
          <a:custGeom xmlns:a="http://schemas.openxmlformats.org/drawingml/2006/main">
            <a:pathLst>
              <a:path w="5715000" h="2809875">
                <a:moveTo>
                  <a:pt x="4763" y="2495550"/>
                </a:moveTo>
                <a:lnTo>
                  <a:pt x="0" y="2809875"/>
                </a:lnTo>
                <a:lnTo>
                  <a:pt x="5715000" y="2809875"/>
                </a:lnTo>
                <a:lnTo>
                  <a:pt x="5715000" y="0"/>
                </a:lnTo>
                <a:lnTo>
                  <a:pt x="5648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5" name="dp41-comparison / n230 / arrow">
            <a:extLst xmlns:a="http://schemas.openxmlformats.org/drawingml/2006/main">
              <a:ext uri="{FF2B5EF4-FFF2-40B4-BE49-F238E27FC236}">
                <a16:creationId xmlns:a16="http://schemas.microsoft.com/office/drawing/2014/main" id="{E7D65800-2214-4583-9CC4-4B913CBD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6" name="dp41-comparison / n231 / path">
            <a:extLst xmlns:a="http://schemas.openxmlformats.org/drawingml/2006/main">
              <a:ext uri="{FF2B5EF4-FFF2-40B4-BE49-F238E27FC236}">
                <a16:creationId xmlns:a16="http://schemas.microsoft.com/office/drawing/2014/main" id="{CBB7483E-D6FE-499D-A08F-A9795C5E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353050"/>
            <a:ext cx="66675" cy="953"/>
          </a:xfrm>
          <a:custGeom xmlns:a="http://schemas.openxmlformats.org/drawingml/2006/main">
            <a:pathLst>
              <a:path w="66675" h="953">
                <a:moveTo>
                  <a:pt x="66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7" name="dp41-comparison / n231 / arrow">
            <a:extLst xmlns:a="http://schemas.openxmlformats.org/drawingml/2006/main">
              <a:ext uri="{FF2B5EF4-FFF2-40B4-BE49-F238E27FC236}">
                <a16:creationId xmlns:a16="http://schemas.microsoft.com/office/drawing/2014/main" id="{EBE4126A-00A7-4712-A6E9-1549AFF6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31952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8" name="dp41-comparison / n232 / path">
            <a:extLst xmlns:a="http://schemas.openxmlformats.org/drawingml/2006/main">
              <a:ext uri="{FF2B5EF4-FFF2-40B4-BE49-F238E27FC236}">
                <a16:creationId xmlns:a16="http://schemas.microsoft.com/office/drawing/2014/main" id="{02682418-C54B-492A-9F80-E8E91B1E8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4371975"/>
            <a:ext cx="5648325" cy="2733675"/>
          </a:xfrm>
          <a:custGeom xmlns:a="http://schemas.openxmlformats.org/drawingml/2006/main">
            <a:pathLst>
              <a:path w="5648325" h="2733675">
                <a:moveTo>
                  <a:pt x="5524500" y="0"/>
                </a:moveTo>
                <a:lnTo>
                  <a:pt x="5648325" y="0"/>
                </a:lnTo>
                <a:lnTo>
                  <a:pt x="5648325" y="2733675"/>
                </a:lnTo>
                <a:lnTo>
                  <a:pt x="0" y="2733675"/>
                </a:lnTo>
                <a:lnTo>
                  <a:pt x="4763" y="2352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9" name="dp41-comparison / n232 / arrow">
            <a:extLst xmlns:a="http://schemas.openxmlformats.org/drawingml/2006/main">
              <a:ext uri="{FF2B5EF4-FFF2-40B4-BE49-F238E27FC236}">
                <a16:creationId xmlns:a16="http://schemas.microsoft.com/office/drawing/2014/main" id="{4858DD47-A20A-4CCA-95DA-822053F2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14774" y="6724650"/>
            <a:ext cx="67051" cy="67470"/>
          </a:xfrm>
          <a:custGeom xmlns:a="http://schemas.openxmlformats.org/drawingml/2006/main">
            <a:pathLst>
              <a:path w="67051" h="67470">
                <a:moveTo>
                  <a:pt x="67051" y="67470"/>
                </a:moveTo>
                <a:lnTo>
                  <a:pt x="34364" y="0"/>
                </a:lnTo>
                <a:lnTo>
                  <a:pt x="0" y="66632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0" name="dp41-comparison / n233 / path">
            <a:extLst xmlns:a="http://schemas.openxmlformats.org/drawingml/2006/main">
              <a:ext uri="{FF2B5EF4-FFF2-40B4-BE49-F238E27FC236}">
                <a16:creationId xmlns:a16="http://schemas.microsoft.com/office/drawing/2014/main" id="{ABF1715E-90BD-4E4C-A68B-C2BB1BA3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495925"/>
            <a:ext cx="123825" cy="953"/>
          </a:xfrm>
          <a:custGeom xmlns:a="http://schemas.openxmlformats.org/drawingml/2006/main">
            <a:pathLst>
              <a:path w="123825" h="953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1" name="dp41-comparison / n236 / path">
            <a:extLst xmlns:a="http://schemas.openxmlformats.org/drawingml/2006/main">
              <a:ext uri="{FF2B5EF4-FFF2-40B4-BE49-F238E27FC236}">
                <a16:creationId xmlns:a16="http://schemas.microsoft.com/office/drawing/2014/main" id="{7199456E-22AB-411F-B050-FEF33BE4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8063" y="5314950"/>
            <a:ext cx="23813" cy="1038225"/>
          </a:xfrm>
          <a:custGeom xmlns:a="http://schemas.openxmlformats.org/drawingml/2006/main">
            <a:pathLst>
              <a:path w="23813" h="1038225">
                <a:moveTo>
                  <a:pt x="23813" y="0"/>
                </a:moveTo>
                <a:lnTo>
                  <a:pt x="0" y="103822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2" name="dp41-comparison / n236 / arrow">
            <a:extLst xmlns:a="http://schemas.openxmlformats.org/drawingml/2006/main">
              <a:ext uri="{FF2B5EF4-FFF2-40B4-BE49-F238E27FC236}">
                <a16:creationId xmlns:a16="http://schemas.microsoft.com/office/drawing/2014/main" id="{1596F81F-CCB9-45A0-BB8C-D8FD4694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6081" y="6285368"/>
            <a:ext cx="67038" cy="67807"/>
          </a:xfrm>
          <a:custGeom xmlns:a="http://schemas.openxmlformats.org/drawingml/2006/main">
            <a:pathLst>
              <a:path w="67038" h="67807">
                <a:moveTo>
                  <a:pt x="0" y="0"/>
                </a:moveTo>
                <a:lnTo>
                  <a:pt x="31982" y="67807"/>
                </a:lnTo>
                <a:lnTo>
                  <a:pt x="67038" y="1538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3" name="dp41-comparison / n239 / path">
            <a:extLst xmlns:a="http://schemas.openxmlformats.org/drawingml/2006/main">
              <a:ext uri="{FF2B5EF4-FFF2-40B4-BE49-F238E27FC236}">
                <a16:creationId xmlns:a16="http://schemas.microsoft.com/office/drawing/2014/main" id="{58E728B6-43BE-42E5-BB08-921E7CA9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462713"/>
            <a:ext cx="476250" cy="953"/>
          </a:xfrm>
          <a:custGeom xmlns:a="http://schemas.openxmlformats.org/drawingml/2006/main">
            <a:pathLst>
              <a:path w="476250" h="953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4" name="dp41-comparison / n239 / arrow">
            <a:extLst xmlns:a="http://schemas.openxmlformats.org/drawingml/2006/main">
              <a:ext uri="{FF2B5EF4-FFF2-40B4-BE49-F238E27FC236}">
                <a16:creationId xmlns:a16="http://schemas.microsoft.com/office/drawing/2014/main" id="{0C932D97-12B9-4E2C-B872-693B78C3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319" y="6429185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5" name="dp41-comparison / n240 / path">
            <a:extLst xmlns:a="http://schemas.openxmlformats.org/drawingml/2006/main">
              <a:ext uri="{FF2B5EF4-FFF2-40B4-BE49-F238E27FC236}">
                <a16:creationId xmlns:a16="http://schemas.microsoft.com/office/drawing/2014/main" id="{5E2A729C-5984-4A24-B4B4-5A6B5A77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624638"/>
            <a:ext cx="476250" cy="953"/>
          </a:xfrm>
          <a:custGeom xmlns:a="http://schemas.openxmlformats.org/drawingml/2006/main">
            <a:pathLst>
              <a:path w="476250" h="953">
                <a:moveTo>
                  <a:pt x="4762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6" name="dp41-comparison / n240 / arrow">
            <a:extLst xmlns:a="http://schemas.openxmlformats.org/drawingml/2006/main">
              <a:ext uri="{FF2B5EF4-FFF2-40B4-BE49-F238E27FC236}">
                <a16:creationId xmlns:a16="http://schemas.microsoft.com/office/drawing/2014/main" id="{2F1DEC6F-8390-49C2-8362-16D8A452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59111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7" name="dp41-comparison / n243 / path">
            <a:extLst xmlns:a="http://schemas.openxmlformats.org/drawingml/2006/main">
              <a:ext uri="{FF2B5EF4-FFF2-40B4-BE49-F238E27FC236}">
                <a16:creationId xmlns:a16="http://schemas.microsoft.com/office/drawing/2014/main" id="{FD3E2EF2-83F2-42EF-92EC-6C25758A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724650"/>
            <a:ext cx="5576888" cy="76200"/>
          </a:xfrm>
          <a:custGeom xmlns:a="http://schemas.openxmlformats.org/drawingml/2006/main">
            <a:pathLst>
              <a:path w="5576888" h="76200">
                <a:moveTo>
                  <a:pt x="4763" y="0"/>
                </a:moveTo>
                <a:lnTo>
                  <a:pt x="0" y="76200"/>
                </a:lnTo>
                <a:lnTo>
                  <a:pt x="5572125" y="76200"/>
                </a:lnTo>
                <a:lnTo>
                  <a:pt x="55768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8" name="dp41-comparison / n243 / arrow">
            <a:extLst xmlns:a="http://schemas.openxmlformats.org/drawingml/2006/main">
              <a:ext uri="{FF2B5EF4-FFF2-40B4-BE49-F238E27FC236}">
                <a16:creationId xmlns:a16="http://schemas.microsoft.com/office/drawing/2014/main" id="{E041B055-61D5-4248-AB40-BE017C92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2492" y="6724650"/>
            <a:ext cx="66925" cy="69017"/>
          </a:xfrm>
          <a:custGeom xmlns:a="http://schemas.openxmlformats.org/drawingml/2006/main">
            <a:pathLst>
              <a:path w="66925" h="69017">
                <a:moveTo>
                  <a:pt x="66925" y="69017"/>
                </a:moveTo>
                <a:lnTo>
                  <a:pt x="37646" y="0"/>
                </a:lnTo>
                <a:lnTo>
                  <a:pt x="0" y="64834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9" name="dp41-comparison / n244 / path">
            <a:extLst xmlns:a="http://schemas.openxmlformats.org/drawingml/2006/main">
              <a:ext uri="{FF2B5EF4-FFF2-40B4-BE49-F238E27FC236}">
                <a16:creationId xmlns:a16="http://schemas.microsoft.com/office/drawing/2014/main" id="{D1478FC3-1428-4A64-BE13-2F7E212B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8113" y="6724650"/>
            <a:ext cx="5576888" cy="228600"/>
          </a:xfrm>
          <a:custGeom xmlns:a="http://schemas.openxmlformats.org/drawingml/2006/main">
            <a:pathLst>
              <a:path w="5576888" h="228600">
                <a:moveTo>
                  <a:pt x="5572125" y="0"/>
                </a:moveTo>
                <a:lnTo>
                  <a:pt x="5576888" y="228600"/>
                </a:lnTo>
                <a:lnTo>
                  <a:pt x="4763" y="2286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70" name="dp41-comparison / n244 / arrow">
            <a:extLst xmlns:a="http://schemas.openxmlformats.org/drawingml/2006/main">
              <a:ext uri="{FF2B5EF4-FFF2-40B4-BE49-F238E27FC236}">
                <a16:creationId xmlns:a16="http://schemas.microsoft.com/office/drawing/2014/main" id="{CF21D9B0-125E-4A46-8A59-052E6E39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5988" y="6724650"/>
            <a:ext cx="67041" cy="67740"/>
          </a:xfrm>
          <a:custGeom xmlns:a="http://schemas.openxmlformats.org/drawingml/2006/main">
            <a:pathLst>
              <a:path w="67041" h="67740">
                <a:moveTo>
                  <a:pt x="67041" y="66343"/>
                </a:moveTo>
                <a:lnTo>
                  <a:pt x="32124" y="0"/>
                </a:lnTo>
                <a:lnTo>
                  <a:pt x="0" y="6774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1" name="dp41-comparison / n171">
            <a:extLst xmlns:a="http://schemas.openxmlformats.org/drawingml/2006/main">
              <a:ext uri="{FF2B5EF4-FFF2-40B4-BE49-F238E27FC236}">
                <a16:creationId xmlns:a16="http://schemas.microsoft.com/office/drawing/2014/main" id="{2F7A01F5-1D5C-41F2-A250-259C460D9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390775"/>
            <a:ext cx="23896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dp41-comparison / n172 / text 1">
            <a:extLst xmlns:a="http://schemas.openxmlformats.org/drawingml/2006/main">
              <a:ext uri="{FF2B5EF4-FFF2-40B4-BE49-F238E27FC236}">
                <a16:creationId xmlns:a16="http://schemas.microsoft.com/office/drawing/2014/main" id="{0D722FB6-B384-43E5-A71E-043F21CA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00300"/>
            <a:ext cx="504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273" name="dp41-comparison / n173">
            <a:extLst xmlns:a="http://schemas.openxmlformats.org/drawingml/2006/main">
              <a:ext uri="{FF2B5EF4-FFF2-40B4-BE49-F238E27FC236}">
                <a16:creationId xmlns:a16="http://schemas.microsoft.com/office/drawing/2014/main" id="{1C6E8334-A725-46B1-B937-D46C2E14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3038475"/>
            <a:ext cx="18817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dp41-comparison / n174 / text 1">
            <a:extLst xmlns:a="http://schemas.openxmlformats.org/drawingml/2006/main">
              <a:ext uri="{FF2B5EF4-FFF2-40B4-BE49-F238E27FC236}">
                <a16:creationId xmlns:a16="http://schemas.microsoft.com/office/drawing/2014/main" id="{82276F53-B422-457D-B877-EF37CDEC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3048000"/>
            <a:ext cx="1905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275" name="dp41-comparison / n185">
            <a:extLst xmlns:a="http://schemas.openxmlformats.org/drawingml/2006/main">
              <a:ext uri="{FF2B5EF4-FFF2-40B4-BE49-F238E27FC236}">
                <a16:creationId xmlns:a16="http://schemas.microsoft.com/office/drawing/2014/main" id="{D740881E-F1C3-405B-88D0-42BFEEF3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456247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p41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02C7679B-142A-4D1D-B61C-88757F4C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457200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화면 / 과거 정보 / 버전</a:t>
            </a:r>
          </a:p>
        </p:txBody>
      </p:sp>
      <p:sp>
        <p:nvSpPr>
          <p:cNvPr id="277" name="dp41-comparison / n187">
            <a:extLst xmlns:a="http://schemas.openxmlformats.org/drawingml/2006/main">
              <a:ext uri="{FF2B5EF4-FFF2-40B4-BE49-F238E27FC236}">
                <a16:creationId xmlns:a16="http://schemas.microsoft.com/office/drawing/2014/main" id="{6CD928F3-FE9E-4EB8-A9A2-F8A03599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5686425"/>
            <a:ext cx="17270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dp41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C13D2095-2567-4860-B0FD-09A1F544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569595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후보 / 상태 / 버전</a:t>
            </a:r>
          </a:p>
        </p:txBody>
      </p:sp>
      <p:sp>
        <p:nvSpPr>
          <p:cNvPr id="279" name="dp41-comparison / n190">
            <a:extLst xmlns:a="http://schemas.openxmlformats.org/drawingml/2006/main">
              <a:ext uri="{FF2B5EF4-FFF2-40B4-BE49-F238E27FC236}">
                <a16:creationId xmlns:a16="http://schemas.microsoft.com/office/drawing/2014/main" id="{F997F3EF-F46D-41EA-B853-DCC19B86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028950"/>
            <a:ext cx="2029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dp41-comparison / n191 / text 1">
            <a:extLst xmlns:a="http://schemas.openxmlformats.org/drawingml/2006/main">
              <a:ext uri="{FF2B5EF4-FFF2-40B4-BE49-F238E27FC236}">
                <a16:creationId xmlns:a16="http://schemas.microsoft.com/office/drawing/2014/main" id="{9BF0F562-29F1-4471-BFAF-5536CEF1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3847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접수 → 해석 요청</a:t>
            </a:r>
          </a:p>
        </p:txBody>
      </p:sp>
      <p:sp>
        <p:nvSpPr>
          <p:cNvPr id="281" name="dp41-comparison / n204">
            <a:extLst xmlns:a="http://schemas.openxmlformats.org/drawingml/2006/main">
              <a:ext uri="{FF2B5EF4-FFF2-40B4-BE49-F238E27FC236}">
                <a16:creationId xmlns:a16="http://schemas.microsoft.com/office/drawing/2014/main" id="{C202DA9E-97E6-4156-806D-A5A7FFE0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200525"/>
            <a:ext cx="26818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p41-comparison / n205 / text 1">
            <a:extLst xmlns:a="http://schemas.openxmlformats.org/drawingml/2006/main">
              <a:ext uri="{FF2B5EF4-FFF2-40B4-BE49-F238E27FC236}">
                <a16:creationId xmlns:a16="http://schemas.microsoft.com/office/drawing/2014/main" id="{83DD5955-6BC5-44AE-810A-FA97BB28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210050"/>
            <a:ext cx="2952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유한 요청 틀: 목표 / 조건 / 관계 등</a:t>
            </a:r>
          </a:p>
        </p:txBody>
      </p:sp>
      <p:sp>
        <p:nvSpPr>
          <p:cNvPr id="283" name="dp41-comparison / n207">
            <a:extLst xmlns:a="http://schemas.openxmlformats.org/drawingml/2006/main">
              <a:ext uri="{FF2B5EF4-FFF2-40B4-BE49-F238E27FC236}">
                <a16:creationId xmlns:a16="http://schemas.microsoft.com/office/drawing/2014/main" id="{42ADF8F4-77C6-46F4-9FC4-BFCF6AC5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229100"/>
            <a:ext cx="732282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dp41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4250D6A5-B906-4073-8E98-ADB58447E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238625"/>
            <a:ext cx="9525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부분 재해석</a:t>
            </a:r>
          </a:p>
        </p:txBody>
      </p:sp>
      <p:sp>
        <p:nvSpPr>
          <p:cNvPr id="285" name="dp41-comparison / n208 / text 2">
            <a:extLst xmlns:a="http://schemas.openxmlformats.org/drawingml/2006/main">
              <a:ext uri="{FF2B5EF4-FFF2-40B4-BE49-F238E27FC236}">
                <a16:creationId xmlns:a16="http://schemas.microsoft.com/office/drawing/2014/main" id="{831EAA94-6612-4E9C-98C0-ACE7A88C7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375785"/>
            <a:ext cx="9525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반환</a:t>
            </a:r>
          </a:p>
        </p:txBody>
      </p:sp>
      <p:sp>
        <p:nvSpPr>
          <p:cNvPr id="286" name="dp41-comparison / n212">
            <a:extLst xmlns:a="http://schemas.openxmlformats.org/drawingml/2006/main">
              <a:ext uri="{FF2B5EF4-FFF2-40B4-BE49-F238E27FC236}">
                <a16:creationId xmlns:a16="http://schemas.microsoft.com/office/drawing/2014/main" id="{25F5D96E-9333-496C-AD47-402DBA04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381625"/>
            <a:ext cx="25271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p41-comparison / n213 / text 1">
            <a:extLst xmlns:a="http://schemas.openxmlformats.org/drawingml/2006/main">
              <a:ext uri="{FF2B5EF4-FFF2-40B4-BE49-F238E27FC236}">
                <a16:creationId xmlns:a16="http://schemas.microsoft.com/office/drawing/2014/main" id="{D37AF6A8-1354-47CF-BA5D-BCB831DB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5391150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확인 후보 / 정보 / 버전 → 코드 결합</a:t>
            </a:r>
          </a:p>
        </p:txBody>
      </p:sp>
      <p:sp>
        <p:nvSpPr>
          <p:cNvPr id="288" name="dp41-comparison / n214">
            <a:extLst xmlns:a="http://schemas.openxmlformats.org/drawingml/2006/main">
              <a:ext uri="{FF2B5EF4-FFF2-40B4-BE49-F238E27FC236}">
                <a16:creationId xmlns:a16="http://schemas.microsoft.com/office/drawing/2014/main" id="{D765F337-B0E6-403C-8D3B-F9231ECD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724525"/>
            <a:ext cx="181775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p41-comparison / n215 / text 1">
            <a:extLst xmlns:a="http://schemas.openxmlformats.org/drawingml/2006/main">
              <a:ext uri="{FF2B5EF4-FFF2-40B4-BE49-F238E27FC236}">
                <a16:creationId xmlns:a16="http://schemas.microsoft.com/office/drawing/2014/main" id="{479C3549-6DE2-477D-9977-D2428FE7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734050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미해결 / 충돌 → 추가 조회</a:t>
            </a:r>
          </a:p>
        </p:txBody>
      </p:sp>
      <p:sp>
        <p:nvSpPr>
          <p:cNvPr id="290" name="dp41-comparison / n222">
            <a:extLst xmlns:a="http://schemas.openxmlformats.org/drawingml/2006/main">
              <a:ext uri="{FF2B5EF4-FFF2-40B4-BE49-F238E27FC236}">
                <a16:creationId xmlns:a16="http://schemas.microsoft.com/office/drawing/2014/main" id="{089A5A82-0F2C-4340-8E10-501A75E7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228975"/>
            <a:ext cx="196500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p41-comparison / n223 / text 1">
            <a:extLst xmlns:a="http://schemas.openxmlformats.org/drawingml/2006/main">
              <a:ext uri="{FF2B5EF4-FFF2-40B4-BE49-F238E27FC236}">
                <a16:creationId xmlns:a16="http://schemas.microsoft.com/office/drawing/2014/main" id="{4F05A5EB-C20E-4F7C-B201-A2416812F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01550" y="3238500"/>
            <a:ext cx="30861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모델 호출 → / ← 해석 결과</a:t>
            </a:r>
          </a:p>
        </p:txBody>
      </p:sp>
      <p:sp>
        <p:nvSpPr>
          <p:cNvPr id="292" name="dp41-comparison / n228">
            <a:extLst xmlns:a="http://schemas.openxmlformats.org/drawingml/2006/main">
              <a:ext uri="{FF2B5EF4-FFF2-40B4-BE49-F238E27FC236}">
                <a16:creationId xmlns:a16="http://schemas.microsoft.com/office/drawing/2014/main" id="{181979D6-30AB-43C8-A9FF-375DBA85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025" y="3781425"/>
            <a:ext cx="149504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p41-comparison / n229 / text 1">
            <a:extLst xmlns:a="http://schemas.openxmlformats.org/drawingml/2006/main">
              <a:ext uri="{FF2B5EF4-FFF2-40B4-BE49-F238E27FC236}">
                <a16:creationId xmlns:a16="http://schemas.microsoft.com/office/drawing/2014/main" id="{F1908EEE-6E15-4BF0-ABCF-37D92151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40075" y="3790950"/>
            <a:ext cx="17907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허용 조회 → / ← 정보</a:t>
            </a:r>
          </a:p>
        </p:txBody>
      </p:sp>
      <p:sp>
        <p:nvSpPr>
          <p:cNvPr id="294" name="dp41-comparison / n234">
            <a:extLst xmlns:a="http://schemas.openxmlformats.org/drawingml/2006/main">
              <a:ext uri="{FF2B5EF4-FFF2-40B4-BE49-F238E27FC236}">
                <a16:creationId xmlns:a16="http://schemas.microsoft.com/office/drawing/2014/main" id="{F332A228-62E8-46FA-900F-B0DEF1DA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858000"/>
            <a:ext cx="3047238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dp41-comparison / n235 / text 1">
            <a:extLst xmlns:a="http://schemas.openxmlformats.org/drawingml/2006/main">
              <a:ext uri="{FF2B5EF4-FFF2-40B4-BE49-F238E27FC236}">
                <a16:creationId xmlns:a16="http://schemas.microsoft.com/office/drawing/2014/main" id="{F0D0D30B-DE33-4392-B82B-EB1216B7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3525" y="6867525"/>
            <a:ext cx="4667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정보 / Task / 질문 연결 재확인 / 반환</a:t>
            </a:r>
          </a:p>
        </p:txBody>
      </p:sp>
      <p:sp>
        <p:nvSpPr>
          <p:cNvPr id="296" name="dp41-comparison / n237">
            <a:extLst xmlns:a="http://schemas.openxmlformats.org/drawingml/2006/main">
              <a:ext uri="{FF2B5EF4-FFF2-40B4-BE49-F238E27FC236}">
                <a16:creationId xmlns:a16="http://schemas.microsoft.com/office/drawing/2014/main" id="{86F11D09-0E3B-4211-8E48-6D34D73C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991225"/>
            <a:ext cx="168440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dp41-comparison / n238 / text 1">
            <a:extLst xmlns:a="http://schemas.openxmlformats.org/drawingml/2006/main">
              <a:ext uri="{FF2B5EF4-FFF2-40B4-BE49-F238E27FC236}">
                <a16:creationId xmlns:a16="http://schemas.microsoft.com/office/drawing/2014/main" id="{9396E650-ECC9-418F-9CED-3FD7761C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00075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의미 제안 / 확인 질문</a:t>
            </a:r>
          </a:p>
        </p:txBody>
      </p:sp>
      <p:sp>
        <p:nvSpPr>
          <p:cNvPr id="298" name="dp41-comparison / n238 / text 2">
            <a:extLst xmlns:a="http://schemas.openxmlformats.org/drawingml/2006/main">
              <a:ext uri="{FF2B5EF4-FFF2-40B4-BE49-F238E27FC236}">
                <a16:creationId xmlns:a16="http://schemas.microsoft.com/office/drawing/2014/main" id="{5CFCE44E-AF1C-492B-A8BB-CB045539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16077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틀 밖 관계는 보류</a:t>
            </a:r>
          </a:p>
        </p:txBody>
      </p:sp>
      <p:sp>
        <p:nvSpPr>
          <p:cNvPr id="299" name="dp41-comparison / n241">
            <a:extLst xmlns:a="http://schemas.openxmlformats.org/drawingml/2006/main">
              <a:ext uri="{FF2B5EF4-FFF2-40B4-BE49-F238E27FC236}">
                <a16:creationId xmlns:a16="http://schemas.microsoft.com/office/drawing/2014/main" id="{9D45E2E0-AD0C-4B8E-A184-0687437A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61626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p41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8D19B973-679B-477D-BC70-525F3F3B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6172200"/>
            <a:ext cx="2743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저장 → / ← 성공 / 실패</a:t>
            </a:r>
          </a:p>
        </p:txBody>
      </p:sp>
      <p:sp>
        <p:nvSpPr>
          <p:cNvPr id="301" name="dp41-comparison / n245">
            <a:extLst xmlns:a="http://schemas.openxmlformats.org/drawingml/2006/main">
              <a:ext uri="{FF2B5EF4-FFF2-40B4-BE49-F238E27FC236}">
                <a16:creationId xmlns:a16="http://schemas.microsoft.com/office/drawing/2014/main" id="{1D52D999-B2FF-4A2B-BEB1-D1B8BAD6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82942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p41-comparison / n246 / text 1">
            <a:extLst xmlns:a="http://schemas.openxmlformats.org/drawingml/2006/main">
              <a:ext uri="{FF2B5EF4-FFF2-40B4-BE49-F238E27FC236}">
                <a16:creationId xmlns:a16="http://schemas.microsoft.com/office/drawing/2014/main" id="{43710D8A-60CD-4581-9F92-EF631F4E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6838950"/>
            <a:ext cx="24479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검사 → / ← 허용 / 거부</a:t>
            </a:r>
          </a:p>
        </p:txBody>
      </p:sp>
      <p:sp>
        <p:nvSpPr>
          <p:cNvPr id="303" name="dp41-comparison / n247">
            <a:extLst xmlns:a="http://schemas.openxmlformats.org/drawingml/2006/main">
              <a:ext uri="{FF2B5EF4-FFF2-40B4-BE49-F238E27FC236}">
                <a16:creationId xmlns:a16="http://schemas.microsoft.com/office/drawing/2014/main" id="{3E3D66DF-CA3D-43CD-B768-24D14848E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7219950"/>
            <a:ext cx="689762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dp41-comparison / n248 / text 1">
            <a:extLst xmlns:a="http://schemas.openxmlformats.org/drawingml/2006/main">
              <a:ext uri="{FF2B5EF4-FFF2-40B4-BE49-F238E27FC236}">
                <a16:creationId xmlns:a16="http://schemas.microsoft.com/office/drawing/2014/main" id="{A6D0DE68-0C40-49B3-9368-F7A88C12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7229475"/>
            <a:ext cx="7715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305" name="dp41-comparison / n249">
            <a:extLst xmlns:a="http://schemas.openxmlformats.org/drawingml/2006/main">
              <a:ext uri="{FF2B5EF4-FFF2-40B4-BE49-F238E27FC236}">
                <a16:creationId xmlns:a16="http://schemas.microsoft.com/office/drawing/2014/main" id="{07148901-B160-4CF3-A2BF-6BC9DC8E5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7419975"/>
            <a:ext cx="586359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dp41-comparison / n250 / text 1">
            <a:extLst xmlns:a="http://schemas.openxmlformats.org/drawingml/2006/main">
              <a:ext uri="{FF2B5EF4-FFF2-40B4-BE49-F238E27FC236}">
                <a16:creationId xmlns:a16="http://schemas.microsoft.com/office/drawing/2014/main" id="{64064C3D-1A40-4602-95B4-47C90286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7429500"/>
            <a:ext cx="7715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Component는 논리적 책임 경계 / 포함된 Module은 내부 구현 / 별도 프로세스 의미 없음</a:t>
            </a:r>
          </a:p>
        </p:txBody>
      </p:sp>
    </p:spTree>
    <p:extLst>
      <p:ext uri="{BB962C8B-B14F-4D97-AF65-F5344CB8AC3E}">
        <p14:creationId xmlns:p14="http://schemas.microsoft.com/office/powerpoint/2010/main" val="11440065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dp42-background / n1">
            <a:extLst xmlns:a="http://schemas.openxmlformats.org/drawingml/2006/main">
              <a:ext uri="{FF2B5EF4-FFF2-40B4-BE49-F238E27FC236}">
                <a16:creationId xmlns:a16="http://schemas.microsoft.com/office/drawing/2014/main" id="{37BB2F86-1985-4C53-B9E1-90E36D02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2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A3045ED2-AE29-42E2-9A50-7EEBDFAB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2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5DEC4B48-D568-463C-BE6B-015148CC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04-42</a:t>
            </a:r>
          </a:p>
        </p:txBody>
      </p:sp>
      <p:sp>
        <p:nvSpPr>
          <p:cNvPr id="4" name="dp42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7FF6FFAF-A984-43AF-A7D7-AAB6EA773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04-42. 변경 용이성을 위한 VIA Conversation과 Task 관리 설계</a:t>
            </a:r>
          </a:p>
        </p:txBody>
      </p:sp>
      <p:sp>
        <p:nvSpPr>
          <p:cNvPr id="5" name="dp42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170AA0F6-400E-4DEC-991F-665605CD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2-background / n6">
            <a:extLst xmlns:a="http://schemas.openxmlformats.org/drawingml/2006/main">
              <a:ext uri="{FF2B5EF4-FFF2-40B4-BE49-F238E27FC236}">
                <a16:creationId xmlns:a16="http://schemas.microsoft.com/office/drawing/2014/main" id="{211B6C4E-7211-4552-860D-B2A795C8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2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3B3AAD25-34D2-4BDF-A122-D425CC33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완료와 Task 완료의 혼동 위험</a:t>
            </a:r>
          </a:p>
        </p:txBody>
      </p:sp>
      <p:sp>
        <p:nvSpPr>
          <p:cNvPr id="8" name="dp42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31A259D8-B5A1-4A9E-980F-34953E521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2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FAB2222E-D9F6-4635-B2B6-E053C5A2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2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3330F547-954D-4A4B-8955-55C779C7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2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6E634169-B5F5-43BF-B1F6-ADA98859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2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5B853EAC-74B9-4597-AF85-6AC04277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Conversation과 Task 상태의 관리 책임 및 실행 경계 설계</a:t>
            </a:r>
          </a:p>
        </p:txBody>
      </p:sp>
      <p:sp>
        <p:nvSpPr>
          <p:cNvPr id="13" name="dp42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62E35758-8D25-408A-BD66-C9E87AEE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9277350"/>
            <a:ext cx="15392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Delegation / Downstream Agent에 작업 전달     Agent Execution / 개별 작업 실행</a:t>
            </a:r>
          </a:p>
        </p:txBody>
      </p:sp>
      <p:sp>
        <p:nvSpPr>
          <p:cNvPr id="14" name="dp42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4CA24267-44CB-44EF-97F1-C91D061C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변경 용이성 / 복구성</a:t>
            </a:r>
          </a:p>
        </p:txBody>
      </p:sp>
      <p:sp>
        <p:nvSpPr>
          <p:cNvPr id="15" name="dp42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AAD243F4-F666-4073-A84B-435A7A29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6" name="dp42-background / n16">
            <a:extLst xmlns:a="http://schemas.openxmlformats.org/drawingml/2006/main">
              <a:ext uri="{FF2B5EF4-FFF2-40B4-BE49-F238E27FC236}">
                <a16:creationId xmlns:a16="http://schemas.microsoft.com/office/drawing/2014/main" id="{30A71158-1C2D-4705-BC23-888B65BB9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572750" cy="2600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2-background / n17">
            <a:extLst xmlns:a="http://schemas.openxmlformats.org/drawingml/2006/main">
              <a:ext uri="{FF2B5EF4-FFF2-40B4-BE49-F238E27FC236}">
                <a16:creationId xmlns:a16="http://schemas.microsoft.com/office/drawing/2014/main" id="{2AEF9A88-F794-4480-A9E4-44785137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572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dp42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2A934D80-A741-4F4E-AFCE-956A495E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95575"/>
            <a:ext cx="72390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Conversation / 입력과 Response 기록</a:t>
            </a:r>
          </a:p>
        </p:txBody>
      </p:sp>
      <p:sp>
        <p:nvSpPr>
          <p:cNvPr id="19" name="dp42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5CC73746-4CB4-4968-93CE-201FF3E1C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27622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User Turn / 한 번의 발화</a:t>
            </a:r>
          </a:p>
        </p:txBody>
      </p:sp>
      <p:sp>
        <p:nvSpPr>
          <p:cNvPr id="20" name="dp42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4799FE39-0AF3-46E5-9DB4-FF2667664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처음 발화</a:t>
            </a:r>
          </a:p>
        </p:txBody>
      </p:sp>
      <p:sp>
        <p:nvSpPr>
          <p:cNvPr id="21" name="dp42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4C349ABC-C36B-4018-AD5F-896FEFAA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“이번 달 매출보고서</a:t>
            </a:r>
          </a:p>
        </p:txBody>
      </p:sp>
      <p:sp>
        <p:nvSpPr>
          <p:cNvPr id="22" name="dp42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8CF165D1-C355-4140-A993-2B28321D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만들어주고, 내일 회의 안내</a:t>
            </a:r>
          </a:p>
        </p:txBody>
      </p:sp>
      <p:sp>
        <p:nvSpPr>
          <p:cNvPr id="23" name="dp42-background / n21 / text 3">
            <a:extLst xmlns:a="http://schemas.openxmlformats.org/drawingml/2006/main">
              <a:ext uri="{FF2B5EF4-FFF2-40B4-BE49-F238E27FC236}">
                <a16:creationId xmlns:a16="http://schemas.microsoft.com/office/drawing/2014/main" id="{6078DFE6-53F3-452A-80A4-41A78AB5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909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초안도 만들어줘.”</a:t>
            </a:r>
          </a:p>
        </p:txBody>
      </p:sp>
      <p:sp>
        <p:nvSpPr>
          <p:cNvPr id="24" name="dp42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8437ED31-B105-4536-A5AE-C1F2519E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2개</a:t>
            </a:r>
          </a:p>
        </p:txBody>
      </p:sp>
      <p:sp>
        <p:nvSpPr>
          <p:cNvPr id="25" name="dp42-background / n23 / text 1">
            <a:extLst xmlns:a="http://schemas.openxmlformats.org/drawingml/2006/main">
              <a:ext uri="{FF2B5EF4-FFF2-40B4-BE49-F238E27FC236}">
                <a16:creationId xmlns:a16="http://schemas.microsoft.com/office/drawing/2014/main" id="{568C11B5-5EED-45A8-9F9F-2D643560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잠시 뒤 / 진행 확인</a:t>
            </a:r>
          </a:p>
        </p:txBody>
      </p:sp>
      <p:sp>
        <p:nvSpPr>
          <p:cNvPr id="26" name="dp42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9880D9D5-AFC5-4480-B263-2FF32C286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어디까지</a:t>
            </a:r>
          </a:p>
        </p:txBody>
      </p:sp>
      <p:sp>
        <p:nvSpPr>
          <p:cNvPr id="27" name="dp42-background / n24 / text 2">
            <a:extLst xmlns:a="http://schemas.openxmlformats.org/drawingml/2006/main">
              <a:ext uri="{FF2B5EF4-FFF2-40B4-BE49-F238E27FC236}">
                <a16:creationId xmlns:a16="http://schemas.microsoft.com/office/drawing/2014/main" id="{674F0E78-B568-4B12-8618-7363D799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됐어?”</a:t>
            </a:r>
          </a:p>
        </p:txBody>
      </p:sp>
      <p:sp>
        <p:nvSpPr>
          <p:cNvPr id="28" name="dp42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871D8480-8CCE-4083-8937-E9F22E1D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1개</a:t>
            </a:r>
          </a:p>
        </p:txBody>
      </p:sp>
      <p:sp>
        <p:nvSpPr>
          <p:cNvPr id="29" name="dp42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3E2000F7-8465-4E6F-8BB7-C1E1EB09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완료 후 / 수정</a:t>
            </a:r>
          </a:p>
        </p:txBody>
      </p:sp>
      <p:sp>
        <p:nvSpPr>
          <p:cNvPr id="30" name="dp42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CEA0BF29-3C22-49B2-9B8F-1C6786D4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“결론 부분만 짧게</a:t>
            </a:r>
          </a:p>
        </p:txBody>
      </p:sp>
      <p:sp>
        <p:nvSpPr>
          <p:cNvPr id="31" name="dp42-background / n27 / text 2">
            <a:extLst xmlns:a="http://schemas.openxmlformats.org/drawingml/2006/main">
              <a:ext uri="{FF2B5EF4-FFF2-40B4-BE49-F238E27FC236}">
                <a16:creationId xmlns:a16="http://schemas.microsoft.com/office/drawing/2014/main" id="{A847A320-F7A0-4750-8719-EA01D2AE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바꿔줘.”</a:t>
            </a:r>
          </a:p>
        </p:txBody>
      </p:sp>
      <p:sp>
        <p:nvSpPr>
          <p:cNvPr id="32" name="dp42-background / n28 / text 1">
            <a:extLst xmlns:a="http://schemas.openxmlformats.org/drawingml/2006/main">
              <a:ext uri="{FF2B5EF4-FFF2-40B4-BE49-F238E27FC236}">
                <a16:creationId xmlns:a16="http://schemas.microsoft.com/office/drawing/2014/main" id="{2E6B8F5F-3ED1-4B79-98BC-B64BC58D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1개</a:t>
            </a:r>
          </a:p>
        </p:txBody>
      </p:sp>
      <p:sp>
        <p:nvSpPr>
          <p:cNvPr id="33" name="dp42-background / n29 / path">
            <a:extLst xmlns:a="http://schemas.openxmlformats.org/drawingml/2006/main">
              <a:ext uri="{FF2B5EF4-FFF2-40B4-BE49-F238E27FC236}">
                <a16:creationId xmlns:a16="http://schemas.microsoft.com/office/drawing/2014/main" id="{20C0BE5F-0E5F-421A-9D7D-90BC2A0E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209925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34" name="dp42-background / n29 / arrow">
            <a:extLst xmlns:a="http://schemas.openxmlformats.org/drawingml/2006/main">
              <a:ext uri="{FF2B5EF4-FFF2-40B4-BE49-F238E27FC236}">
                <a16:creationId xmlns:a16="http://schemas.microsoft.com/office/drawing/2014/main" id="{181AF9C2-ED78-4370-88A1-EBDDC4E4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1489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35" name="dp42-background / n30 / path">
            <a:extLst xmlns:a="http://schemas.openxmlformats.org/drawingml/2006/main">
              <a:ext uri="{FF2B5EF4-FFF2-40B4-BE49-F238E27FC236}">
                <a16:creationId xmlns:a16="http://schemas.microsoft.com/office/drawing/2014/main" id="{97B6F0C5-C150-4AF1-8320-E2769082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209925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36" name="dp42-background / n30 / arrow">
            <a:extLst xmlns:a="http://schemas.openxmlformats.org/drawingml/2006/main">
              <a:ext uri="{FF2B5EF4-FFF2-40B4-BE49-F238E27FC236}">
                <a16:creationId xmlns:a16="http://schemas.microsoft.com/office/drawing/2014/main" id="{69490B90-DBC0-40DE-B355-3AE04308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31489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37" name="dp42-background / n31">
            <a:extLst xmlns:a="http://schemas.openxmlformats.org/drawingml/2006/main">
              <a:ext uri="{FF2B5EF4-FFF2-40B4-BE49-F238E27FC236}">
                <a16:creationId xmlns:a16="http://schemas.microsoft.com/office/drawing/2014/main" id="{AB587BA8-EF86-4EDF-BAD2-509E7804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43425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dp42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40B9E857-E53C-4A67-B111-C69C7DF1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00575"/>
            <a:ext cx="1238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작성</a:t>
            </a:r>
          </a:p>
        </p:txBody>
      </p:sp>
      <p:sp>
        <p:nvSpPr>
          <p:cNvPr id="39" name="dp42-background / n33">
            <a:extLst xmlns:a="http://schemas.openxmlformats.org/drawingml/2006/main">
              <a:ext uri="{FF2B5EF4-FFF2-40B4-BE49-F238E27FC236}">
                <a16:creationId xmlns:a16="http://schemas.microsoft.com/office/drawing/2014/main" id="{1E58AA82-EE6B-4F85-BFEF-2A09F0F1F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543425"/>
            <a:ext cx="1409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dp42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F1EE8AF2-53AA-4B2C-9119-DB7DAA4F5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00575"/>
            <a:ext cx="12192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</a:t>
            </a:r>
          </a:p>
        </p:txBody>
      </p:sp>
      <p:sp>
        <p:nvSpPr>
          <p:cNvPr id="41" name="dp42-background / n35">
            <a:extLst xmlns:a="http://schemas.openxmlformats.org/drawingml/2006/main">
              <a:ext uri="{FF2B5EF4-FFF2-40B4-BE49-F238E27FC236}">
                <a16:creationId xmlns:a16="http://schemas.microsoft.com/office/drawing/2014/main" id="{7767FE0D-5411-4BCE-9351-59DBE5D4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43425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dp42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9CC32D2C-103F-4CD7-A136-F7AD999E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600575"/>
            <a:ext cx="2762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진행 확인</a:t>
            </a:r>
          </a:p>
        </p:txBody>
      </p:sp>
      <p:sp>
        <p:nvSpPr>
          <p:cNvPr id="43" name="dp42-background / n37">
            <a:extLst xmlns:a="http://schemas.openxmlformats.org/drawingml/2006/main">
              <a:ext uri="{FF2B5EF4-FFF2-40B4-BE49-F238E27FC236}">
                <a16:creationId xmlns:a16="http://schemas.microsoft.com/office/drawing/2014/main" id="{C0A2E956-A96F-4302-9238-41652A7A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43425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p42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F3C7ECFE-212E-4D58-8210-9A92E8DB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00575"/>
            <a:ext cx="2762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결론 수정</a:t>
            </a:r>
          </a:p>
        </p:txBody>
      </p:sp>
      <p:sp>
        <p:nvSpPr>
          <p:cNvPr id="45" name="dp42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98A71701-8CFA-4E6C-9DCC-C8E79E17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Downstream Agent 접수 확인 후</a:t>
            </a:r>
          </a:p>
        </p:txBody>
      </p:sp>
      <p:sp>
        <p:nvSpPr>
          <p:cNvPr id="46" name="dp42-background / n39 / text 2">
            <a:extLst xmlns:a="http://schemas.openxmlformats.org/drawingml/2006/main">
              <a:ext uri="{FF2B5EF4-FFF2-40B4-BE49-F238E27FC236}">
                <a16:creationId xmlns:a16="http://schemas.microsoft.com/office/drawing/2014/main" id="{F6D0AF56-6B05-415B-8813-7AB4BEA9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47" name="dp42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6A35F45B-E039-4BC3-9CCC-9B86EED7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상태 답변 후</a:t>
            </a:r>
          </a:p>
        </p:txBody>
      </p:sp>
      <p:sp>
        <p:nvSpPr>
          <p:cNvPr id="48" name="dp42-background / n40 / text 2">
            <a:extLst xmlns:a="http://schemas.openxmlformats.org/drawingml/2006/main">
              <a:ext uri="{FF2B5EF4-FFF2-40B4-BE49-F238E27FC236}">
                <a16:creationId xmlns:a16="http://schemas.microsoft.com/office/drawing/2014/main" id="{6D81E66E-B02F-4AAB-9B60-4A8F91AF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49" name="dp42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1DB17B71-2A48-45F1-937B-5A0C31B5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Downstream Agent 수정 접수 후</a:t>
            </a:r>
          </a:p>
        </p:txBody>
      </p:sp>
      <p:sp>
        <p:nvSpPr>
          <p:cNvPr id="50" name="dp42-background / n41 / text 2">
            <a:extLst xmlns:a="http://schemas.openxmlformats.org/drawingml/2006/main">
              <a:ext uri="{FF2B5EF4-FFF2-40B4-BE49-F238E27FC236}">
                <a16:creationId xmlns:a16="http://schemas.microsoft.com/office/drawing/2014/main" id="{FA0B2BB4-3EF5-4DB5-9382-0A159C906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51" name="dp42-background / n42">
            <a:extLst xmlns:a="http://schemas.openxmlformats.org/drawingml/2006/main">
              <a:ext uri="{FF2B5EF4-FFF2-40B4-BE49-F238E27FC236}">
                <a16:creationId xmlns:a16="http://schemas.microsoft.com/office/drawing/2014/main" id="{887AE0AF-B44A-476D-BCD2-F7762B96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5727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8F7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52" name="dp42-background / n43">
            <a:extLst xmlns:a="http://schemas.openxmlformats.org/drawingml/2006/main">
              <a:ext uri="{FF2B5EF4-FFF2-40B4-BE49-F238E27FC236}">
                <a16:creationId xmlns:a16="http://schemas.microsoft.com/office/drawing/2014/main" id="{087222B3-F97E-4672-9056-AC3FB7B90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895975"/>
            <a:ext cx="32575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dp42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9916D488-2DBC-43C1-B590-5843CF2BA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53075"/>
            <a:ext cx="39052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보고서 Task</a:t>
            </a:r>
          </a:p>
        </p:txBody>
      </p:sp>
      <p:sp>
        <p:nvSpPr>
          <p:cNvPr id="54" name="dp42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8FA1E635-6ADF-4A0A-9A10-AFDDE04E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600700"/>
            <a:ext cx="5905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/ 목표, 상태와 결과의 추적</a:t>
            </a:r>
          </a:p>
        </p:txBody>
      </p:sp>
      <p:sp>
        <p:nvSpPr>
          <p:cNvPr id="55" name="dp42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17AD0AD4-AFA7-4124-B129-04D3FD3E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생성 후 Delegation</a:t>
            </a:r>
          </a:p>
        </p:txBody>
      </p:sp>
      <p:sp>
        <p:nvSpPr>
          <p:cNvPr id="56" name="dp42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9AAA33CC-B80F-42B9-A2A8-B7664E00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246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Agent Execution 1</a:t>
            </a:r>
          </a:p>
        </p:txBody>
      </p:sp>
      <p:sp>
        <p:nvSpPr>
          <p:cNvPr id="57" name="dp42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7A743D89-A722-484C-9743-3E33928F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484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작성 시작</a:t>
            </a:r>
          </a:p>
        </p:txBody>
      </p:sp>
      <p:sp>
        <p:nvSpPr>
          <p:cNvPr id="58" name="dp42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56D4DF9F-2160-42A7-B370-E3C21FF7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038850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Task와 실행 계속</a:t>
            </a:r>
          </a:p>
        </p:txBody>
      </p:sp>
      <p:sp>
        <p:nvSpPr>
          <p:cNvPr id="59" name="dp42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BE2A8A65-12EF-41E9-B5C3-052623C0D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486525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상태 조회 / 새 실행 없음</a:t>
            </a:r>
          </a:p>
        </p:txBody>
      </p:sp>
      <p:sp>
        <p:nvSpPr>
          <p:cNvPr id="60" name="dp42-background / n51 / text 1">
            <a:extLst xmlns:a="http://schemas.openxmlformats.org/drawingml/2006/main">
              <a:ext uri="{FF2B5EF4-FFF2-40B4-BE49-F238E27FC236}">
                <a16:creationId xmlns:a16="http://schemas.microsoft.com/office/drawing/2014/main" id="{4A3DA27D-C308-4882-B51B-D40DB0B3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9721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작성 종료 후 수정 Delegation</a:t>
            </a:r>
          </a:p>
        </p:txBody>
      </p:sp>
      <p:sp>
        <p:nvSpPr>
          <p:cNvPr id="61" name="dp42-background / n52 / text 1">
            <a:extLst xmlns:a="http://schemas.openxmlformats.org/drawingml/2006/main">
              <a:ext uri="{FF2B5EF4-FFF2-40B4-BE49-F238E27FC236}">
                <a16:creationId xmlns:a16="http://schemas.microsoft.com/office/drawing/2014/main" id="{52C337E4-A612-42A9-B676-38BC4DD5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32460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Agent Execution 2 시작</a:t>
            </a:r>
          </a:p>
        </p:txBody>
      </p:sp>
      <p:sp>
        <p:nvSpPr>
          <p:cNvPr id="62" name="dp42-background / n53 / text 1">
            <a:extLst xmlns:a="http://schemas.openxmlformats.org/drawingml/2006/main">
              <a:ext uri="{FF2B5EF4-FFF2-40B4-BE49-F238E27FC236}">
                <a16:creationId xmlns:a16="http://schemas.microsoft.com/office/drawing/2014/main" id="{E24F328D-7746-4F07-8CB1-39D88F41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6484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같은 Task의 결론 수정</a:t>
            </a:r>
          </a:p>
        </p:txBody>
      </p:sp>
      <p:sp>
        <p:nvSpPr>
          <p:cNvPr id="63" name="dp42-background / n54">
            <a:extLst xmlns:a="http://schemas.openxmlformats.org/drawingml/2006/main">
              <a:ext uri="{FF2B5EF4-FFF2-40B4-BE49-F238E27FC236}">
                <a16:creationId xmlns:a16="http://schemas.microsoft.com/office/drawing/2014/main" id="{AC669810-3D6F-4D7C-AB0B-DEF27651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5650"/>
            <a:ext cx="105727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64" name="dp42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64E8A9A5-1867-460A-B938-8D053FF48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181850"/>
            <a:ext cx="101727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65" name="dp42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28121DF6-DA54-4909-8837-84DB4D0E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581900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Delegation / 초안 작성 시작</a:t>
            </a:r>
          </a:p>
        </p:txBody>
      </p:sp>
      <p:sp>
        <p:nvSpPr>
          <p:cNvPr id="66" name="dp42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FADA99B6-15A2-402D-B611-05B72210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</a:t>
            </a:r>
          </a:p>
        </p:txBody>
      </p:sp>
      <p:sp>
        <p:nvSpPr>
          <p:cNvPr id="67" name="dp42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854F4E72-ADD7-40C8-8601-66CE5EBA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6962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초안 완료 / 결과 보관</a:t>
            </a:r>
          </a:p>
        </p:txBody>
      </p:sp>
      <p:sp>
        <p:nvSpPr>
          <p:cNvPr id="68" name="dp42-background / n59 / text 1">
            <a:extLst xmlns:a="http://schemas.openxmlformats.org/drawingml/2006/main">
              <a:ext uri="{FF2B5EF4-FFF2-40B4-BE49-F238E27FC236}">
                <a16:creationId xmlns:a16="http://schemas.microsoft.com/office/drawing/2014/main" id="{F5DEEBC6-D9B4-4C1C-8FDD-1AF30FD5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6962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완료 상태와 결과 유지</a:t>
            </a:r>
          </a:p>
        </p:txBody>
      </p:sp>
      <p:sp>
        <p:nvSpPr>
          <p:cNvPr id="69" name="dp42-background / n60 / path">
            <a:extLst xmlns:a="http://schemas.openxmlformats.org/drawingml/2006/main">
              <a:ext uri="{FF2B5EF4-FFF2-40B4-BE49-F238E27FC236}">
                <a16:creationId xmlns:a16="http://schemas.microsoft.com/office/drawing/2014/main" id="{2CF42601-2E01-4177-9CF7-0297158E7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076575"/>
            <a:ext cx="953" cy="2057400"/>
          </a:xfrm>
          <a:custGeom xmlns:a="http://schemas.openxmlformats.org/drawingml/2006/main">
            <a:pathLst>
              <a:path w="953" h="2057400">
                <a:moveTo>
                  <a:pt x="0" y="0"/>
                </a:moveTo>
                <a:lnTo>
                  <a:pt x="0" y="20574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0" name="dp42-background / n61 / path">
            <a:extLst xmlns:a="http://schemas.openxmlformats.org/drawingml/2006/main">
              <a:ext uri="{FF2B5EF4-FFF2-40B4-BE49-F238E27FC236}">
                <a16:creationId xmlns:a16="http://schemas.microsoft.com/office/drawing/2014/main" id="{111BC81B-FA5E-4739-BB7C-536EFEA7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934075"/>
            <a:ext cx="953" cy="847725"/>
          </a:xfrm>
          <a:custGeom xmlns:a="http://schemas.openxmlformats.org/drawingml/2006/main">
            <a:pathLst>
              <a:path w="953" h="847725">
                <a:moveTo>
                  <a:pt x="0" y="0"/>
                </a:moveTo>
                <a:lnTo>
                  <a:pt x="0" y="8477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1" name="dp42-background / n62 / path">
            <a:extLst xmlns:a="http://schemas.openxmlformats.org/drawingml/2006/main">
              <a:ext uri="{FF2B5EF4-FFF2-40B4-BE49-F238E27FC236}">
                <a16:creationId xmlns:a16="http://schemas.microsoft.com/office/drawing/2014/main" id="{C3960FB0-5A99-4743-BEA0-8C617513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7524750"/>
            <a:ext cx="953" cy="571500"/>
          </a:xfrm>
          <a:custGeom xmlns:a="http://schemas.openxmlformats.org/drawingml/2006/main">
            <a:pathLst>
              <a:path w="953" h="571500">
                <a:moveTo>
                  <a:pt x="0" y="0"/>
                </a:moveTo>
                <a:lnTo>
                  <a:pt x="0" y="571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2" name="dp42-background / n63 / path">
            <a:extLst xmlns:a="http://schemas.openxmlformats.org/drawingml/2006/main">
              <a:ext uri="{FF2B5EF4-FFF2-40B4-BE49-F238E27FC236}">
                <a16:creationId xmlns:a16="http://schemas.microsoft.com/office/drawing/2014/main" id="{A4BECC60-7202-490A-B1AE-E86C9D8E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76575"/>
            <a:ext cx="953" cy="2057400"/>
          </a:xfrm>
          <a:custGeom xmlns:a="http://schemas.openxmlformats.org/drawingml/2006/main">
            <a:pathLst>
              <a:path w="953" h="2057400">
                <a:moveTo>
                  <a:pt x="0" y="0"/>
                </a:moveTo>
                <a:lnTo>
                  <a:pt x="0" y="20574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3" name="dp42-background / n64 / path">
            <a:extLst xmlns:a="http://schemas.openxmlformats.org/drawingml/2006/main">
              <a:ext uri="{FF2B5EF4-FFF2-40B4-BE49-F238E27FC236}">
                <a16:creationId xmlns:a16="http://schemas.microsoft.com/office/drawing/2014/main" id="{886F2E36-EC93-46EB-BE63-F5DDF1D65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934075"/>
            <a:ext cx="953" cy="847725"/>
          </a:xfrm>
          <a:custGeom xmlns:a="http://schemas.openxmlformats.org/drawingml/2006/main">
            <a:pathLst>
              <a:path w="953" h="847725">
                <a:moveTo>
                  <a:pt x="0" y="0"/>
                </a:moveTo>
                <a:lnTo>
                  <a:pt x="0" y="8477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4" name="dp42-background / n65 / path">
            <a:extLst xmlns:a="http://schemas.openxmlformats.org/drawingml/2006/main">
              <a:ext uri="{FF2B5EF4-FFF2-40B4-BE49-F238E27FC236}">
                <a16:creationId xmlns:a16="http://schemas.microsoft.com/office/drawing/2014/main" id="{C213097E-8C62-46B4-984B-C8240AF5C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7524750"/>
            <a:ext cx="953" cy="571500"/>
          </a:xfrm>
          <a:custGeom xmlns:a="http://schemas.openxmlformats.org/drawingml/2006/main">
            <a:pathLst>
              <a:path w="953" h="571500">
                <a:moveTo>
                  <a:pt x="0" y="0"/>
                </a:moveTo>
                <a:lnTo>
                  <a:pt x="0" y="571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5" name="dp42-background / n66 / text 1">
            <a:extLst xmlns:a="http://schemas.openxmlformats.org/drawingml/2006/main">
              <a:ext uri="{FF2B5EF4-FFF2-40B4-BE49-F238E27FC236}">
                <a16:creationId xmlns:a16="http://schemas.microsoft.com/office/drawing/2014/main" id="{F2A84DF7-5316-4239-9A5B-E3671DAF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서로 다른 완료 시점</a:t>
            </a:r>
          </a:p>
        </p:txBody>
      </p:sp>
      <p:sp>
        <p:nvSpPr>
          <p:cNvPr id="76" name="dp42-background / n67 / text 1">
            <a:extLst xmlns:a="http://schemas.openxmlformats.org/drawingml/2006/main">
              <a:ext uri="{FF2B5EF4-FFF2-40B4-BE49-F238E27FC236}">
                <a16:creationId xmlns:a16="http://schemas.microsoft.com/office/drawing/2014/main" id="{5D1F5E0C-EA00-4B61-844B-4D9BB6D6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외부 접수와 답변 완료, Task 목표 완료의 구분</a:t>
            </a:r>
          </a:p>
        </p:txBody>
      </p:sp>
      <p:sp>
        <p:nvSpPr>
          <p:cNvPr id="77" name="dp42-background / n68 / text 1">
            <a:extLst xmlns:a="http://schemas.openxmlformats.org/drawingml/2006/main">
              <a:ext uri="{FF2B5EF4-FFF2-40B4-BE49-F238E27FC236}">
                <a16:creationId xmlns:a16="http://schemas.microsoft.com/office/drawing/2014/main" id="{6437F658-0ADE-486F-B35D-5C8CEE5F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후속 Request와 실행 연결</a:t>
            </a:r>
          </a:p>
        </p:txBody>
      </p:sp>
      <p:sp>
        <p:nvSpPr>
          <p:cNvPr id="78" name="dp42-background / n69 / text 1">
            <a:extLst xmlns:a="http://schemas.openxmlformats.org/drawingml/2006/main">
              <a:ext uri="{FF2B5EF4-FFF2-40B4-BE49-F238E27FC236}">
                <a16:creationId xmlns:a16="http://schemas.microsoft.com/office/drawing/2014/main" id="{9ADDFA20-A5A1-4D65-B2C3-0953BB3B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같은 Task의 상태 조회와 새 수정 실행 연결</a:t>
            </a:r>
          </a:p>
        </p:txBody>
      </p:sp>
      <p:sp>
        <p:nvSpPr>
          <p:cNvPr id="79" name="dp42-background / n70 / text 1">
            <a:extLst xmlns:a="http://schemas.openxmlformats.org/drawingml/2006/main">
              <a:ext uri="{FF2B5EF4-FFF2-40B4-BE49-F238E27FC236}">
                <a16:creationId xmlns:a16="http://schemas.microsoft.com/office/drawing/2014/main" id="{92F0F2AA-6D6E-412E-972F-49C467BC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관리 책임과 복구 범위</a:t>
            </a:r>
          </a:p>
        </p:txBody>
      </p:sp>
      <p:sp>
        <p:nvSpPr>
          <p:cNvPr id="80" name="dp42-background / n71 / text 1">
            <a:extLst xmlns:a="http://schemas.openxmlformats.org/drawingml/2006/main">
              <a:ext uri="{FF2B5EF4-FFF2-40B4-BE49-F238E27FC236}">
                <a16:creationId xmlns:a16="http://schemas.microsoft.com/office/drawing/2014/main" id="{14E69E27-5FAB-4362-A4F7-2D63CE70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기록과 상태의 관리 경계 및 중단 후 복구</a:t>
            </a:r>
          </a:p>
        </p:txBody>
      </p:sp>
    </p:spTree>
    <p:extLst>
      <p:ext uri="{BB962C8B-B14F-4D97-AF65-F5344CB8AC3E}">
        <p14:creationId xmlns:p14="http://schemas.microsoft.com/office/powerpoint/2010/main" val="13939416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2" name="dp42-comparison / n1">
            <a:extLst xmlns:a="http://schemas.openxmlformats.org/drawingml/2006/main">
              <a:ext uri="{FF2B5EF4-FFF2-40B4-BE49-F238E27FC236}">
                <a16:creationId xmlns:a16="http://schemas.microsoft.com/office/drawing/2014/main" id="{EF6AA7E7-CFA7-4302-B593-418FEE9CC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2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B8B12ACC-F360-4AEB-BAAC-8638E3A2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2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61E7D0F2-D832-4283-950F-F63E3D0D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2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DBA66D66-068E-401B-AD16-2FAB5474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04-42. 변경 용이성을 위한 VIA Conversation과 Task 관리 설계</a:t>
            </a:r>
          </a:p>
        </p:txBody>
      </p:sp>
      <p:sp>
        <p:nvSpPr>
          <p:cNvPr id="5" name="dp42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2960F11E-3DED-411F-87E2-7C43F59B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2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5F08E726-E598-4350-B58D-B3698824A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질문 Q1을 실제 제시(P1) → “상반기로” 답변(u2) → 접수와 실제 전달 확인</a:t>
            </a:r>
          </a:p>
        </p:txBody>
      </p:sp>
      <p:sp>
        <p:nvSpPr>
          <p:cNvPr id="7" name="dp42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5C0A0A1A-94A8-4F97-AFC7-5D9D7520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2-comparison / n8">
            <a:extLst xmlns:a="http://schemas.openxmlformats.org/drawingml/2006/main">
              <a:ext uri="{FF2B5EF4-FFF2-40B4-BE49-F238E27FC236}">
                <a16:creationId xmlns:a16="http://schemas.microsoft.com/office/drawing/2014/main" id="{DCBFC499-8E38-4754-98CB-9CDA5EFD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2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737236E7-AD5C-46A8-86E7-38B64561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2-comparison / n10">
            <a:extLst xmlns:a="http://schemas.openxmlformats.org/drawingml/2006/main">
              <a:ext uri="{FF2B5EF4-FFF2-40B4-BE49-F238E27FC236}">
                <a16:creationId xmlns:a16="http://schemas.microsoft.com/office/drawing/2014/main" id="{ED502BE9-197B-42A8-AB3D-C5654E0F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2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427B76CD-7898-439A-9AF2-36F6E83F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2-comparison / n12">
            <a:extLst xmlns:a="http://schemas.openxmlformats.org/drawingml/2006/main">
              <a:ext uri="{FF2B5EF4-FFF2-40B4-BE49-F238E27FC236}">
                <a16:creationId xmlns:a16="http://schemas.microsoft.com/office/drawing/2014/main" id="{D8176251-ED29-4F6E-A7A8-CAC9DA8F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2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8323B8FF-085F-49C4-BE15-3FCBD00B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2-comparison / n14">
            <a:extLst xmlns:a="http://schemas.openxmlformats.org/drawingml/2006/main">
              <a:ext uri="{FF2B5EF4-FFF2-40B4-BE49-F238E27FC236}">
                <a16:creationId xmlns:a16="http://schemas.microsoft.com/office/drawing/2014/main" id="{B1812EE7-22B8-425E-B9DB-02306E7B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2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63759FF2-C535-4CF1-A1C6-0536DCB5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2-comparison / n16">
            <a:extLst xmlns:a="http://schemas.openxmlformats.org/drawingml/2006/main">
              <a:ext uri="{FF2B5EF4-FFF2-40B4-BE49-F238E27FC236}">
                <a16:creationId xmlns:a16="http://schemas.microsoft.com/office/drawing/2014/main" id="{6159C1CE-5A2B-4919-BC8C-39FA40A9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2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CD095981-A1CA-481D-AE95-31C6D8190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2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BEE5CC0C-BCF7-438F-88FE-7B873E4B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2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F283620D-1F88-4735-B393-24FD58B2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2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7642308A-6974-4981-A0CC-7778B9687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2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AF96719A-D08A-4E85-8A9A-5ABE7BFA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모듈형 통합 VIA Core</a:t>
            </a:r>
          </a:p>
        </p:txBody>
      </p:sp>
      <p:sp>
        <p:nvSpPr>
          <p:cNvPr id="22" name="dp42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01AB3F13-7A36-4BF3-9FA2-EA0C652B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상태의 공동 확정으로 평균 VIA 처리시간 3.2 s (요청 완료 신속성 ↑)</a:t>
            </a:r>
          </a:p>
        </p:txBody>
      </p:sp>
      <p:sp>
        <p:nvSpPr>
          <p:cNvPr id="23" name="dp42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416B8ACE-B745-4E9D-BC49-C6AC562A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추가 서비스 heap 축소로 전체 메모리 13.2 GB (메모리 효율성 ↑)</a:t>
            </a:r>
          </a:p>
        </p:txBody>
      </p:sp>
      <p:sp>
        <p:nvSpPr>
          <p:cNvPr id="24" name="dp42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FB8C81D7-8E5D-4D9F-ADDB-39EC214E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공동 저장과 복구 경로의 변경 전파, 평균 4.0개 (변경 용이성 ↓)</a:t>
            </a:r>
          </a:p>
        </p:txBody>
      </p:sp>
      <p:sp>
        <p:nvSpPr>
          <p:cNvPr id="25" name="dp42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4167C123-BDB3-4CCD-9A43-8B98BC28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26" name="dp42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00FB5699-B56D-43FE-8D6B-A77BC88CC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2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4609CD2D-C65B-4298-9879-F60F80E6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3.2 s</a:t>
            </a:r>
          </a:p>
        </p:txBody>
      </p:sp>
      <p:sp>
        <p:nvSpPr>
          <p:cNvPr id="28" name="dp42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0EBCA6A1-7556-42C0-B367-CE86B2D2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29" name="dp42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5E366490-C7E5-4341-9BED-B29C04AB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0" name="dp42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49942EFF-CEBC-499D-91A6-F78824DA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2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678F514E-A160-4949-856C-9D0C8F52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2" name="dp42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683311B1-2870-439B-9CF2-4434D0C4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3" name="dp42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489DCB5D-FFE2-457A-8697-5793883C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4" name="dp42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EB39D629-010D-4302-815A-3CDDB19B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2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F8A3488D-A635-4820-938C-CBA09995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13.2 GB</a:t>
            </a:r>
          </a:p>
        </p:txBody>
      </p:sp>
      <p:sp>
        <p:nvSpPr>
          <p:cNvPr id="36" name="dp42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52ABA272-59A5-4AAA-BC82-22F9B935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7" name="dp42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C094BA73-D0C3-46DC-A82D-D46F43924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독립 대화 서비스와 업무 서비스</a:t>
            </a:r>
          </a:p>
        </p:txBody>
      </p:sp>
      <p:sp>
        <p:nvSpPr>
          <p:cNvPr id="38" name="dp42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CDD79DD4-8006-4510-B7BD-377597F5E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업무 상태와 실행 경계의 독립 변경, 평균 2.5개 (변경 용이성 ↑)</a:t>
            </a:r>
          </a:p>
        </p:txBody>
      </p:sp>
      <p:sp>
        <p:nvSpPr>
          <p:cNvPr id="39" name="dp42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1B3D50F7-0462-4A65-B9D2-99F8696F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명령 접수와 대화 반영의 왕복으로 평균 VIA 처리시간 3.8 s (요청 완료 신속성 ↓)</a:t>
            </a:r>
          </a:p>
        </p:txBody>
      </p:sp>
      <p:sp>
        <p:nvSpPr>
          <p:cNvPr id="40" name="dp42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9D31DDD6-C999-4DBA-8821-F437DE35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별도 heap과 대기열로 전체 메모리 13.6 GB (메모리 효율성 ↓)</a:t>
            </a:r>
          </a:p>
        </p:txBody>
      </p:sp>
      <p:sp>
        <p:nvSpPr>
          <p:cNvPr id="41" name="dp42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C04499B6-61E7-415A-89DC-20D2CB36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2" name="dp42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BCA0C3F7-49E3-4BE9-B026-4AF626DD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2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4864E88E-2DE5-42B0-B4A3-AF8EEA30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3.8 s</a:t>
            </a:r>
          </a:p>
        </p:txBody>
      </p:sp>
      <p:sp>
        <p:nvSpPr>
          <p:cNvPr id="44" name="dp42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0EDDDD92-0497-400C-85F5-1E2BC5A74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5" name="dp42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CCFD5A45-7BD7-4703-985C-B69F7CCAF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6" name="dp42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EB0BAF87-B47F-4390-A404-6D9484E5A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2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8FF95ED9-6242-412A-9BE7-CB5DD3053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48" name="dp42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3AB58FB3-2139-4F58-BD01-44E14B4E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49" name="dp42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5CE1F282-8C5A-4139-A8E0-FE8B19CC0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0" name="dp42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7827629A-1C1C-4CAC-8669-B72241C9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1" name="dp42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B7AC4F73-CD74-4E43-B565-70A3066B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13.6 GB</a:t>
            </a:r>
          </a:p>
        </p:txBody>
      </p:sp>
      <p:sp>
        <p:nvSpPr>
          <p:cNvPr id="52" name="dp42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25B7BE0E-791C-4E7A-AF22-FF45E400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3" name="dp42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FD638722-05CF-4D62-B6ED-D3B4DBEB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업무 저장과 실행 수명의 독립 변경 / 일반 Agent adapter 변경은 제외</a:t>
            </a:r>
          </a:p>
        </p:txBody>
      </p:sp>
      <p:sp>
        <p:nvSpPr>
          <p:cNvPr id="54" name="dp42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E3520F13-5837-45B9-A16C-439C2DD5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2-comparison / n54">
            <a:extLst xmlns:a="http://schemas.openxmlformats.org/drawingml/2006/main">
              <a:ext uri="{FF2B5EF4-FFF2-40B4-BE49-F238E27FC236}">
                <a16:creationId xmlns:a16="http://schemas.microsoft.com/office/drawing/2014/main" id="{EF590290-0E10-4171-8F94-9C92491F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6" name="dp42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CD0180D7-0297-453A-8B40-8B626657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781300"/>
            <a:ext cx="781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57" name="dp42-comparison / n56">
            <a:extLst xmlns:a="http://schemas.openxmlformats.org/drawingml/2006/main">
              <a:ext uri="{FF2B5EF4-FFF2-40B4-BE49-F238E27FC236}">
                <a16:creationId xmlns:a16="http://schemas.microsoft.com/office/drawing/2014/main" id="{9A3F0A06-C973-4DE1-97FB-60201A9A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98132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8" name="dp42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CCB60F9D-20C7-4489-921C-49FF025F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4800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59" name="dp42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7FB7641B-6652-46CC-AA72-E24AA812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논리 책임</a:t>
            </a:r>
          </a:p>
        </p:txBody>
      </p:sp>
      <p:sp>
        <p:nvSpPr>
          <p:cNvPr id="60" name="dp42-comparison / n59">
            <a:extLst xmlns:a="http://schemas.openxmlformats.org/drawingml/2006/main">
              <a:ext uri="{FF2B5EF4-FFF2-40B4-BE49-F238E27FC236}">
                <a16:creationId xmlns:a16="http://schemas.microsoft.com/office/drawing/2014/main" id="{59552D99-39C8-40CB-90B4-5F486269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524250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1" name="dp42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00556B82-9695-4BE9-96B2-4DAA00BC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2" name="dp42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608F2127-BA9B-4566-A7CE-AEF8917D3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385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구현</a:t>
            </a:r>
          </a:p>
        </p:txBody>
      </p:sp>
      <p:sp>
        <p:nvSpPr>
          <p:cNvPr id="63" name="dp42-comparison / n62">
            <a:extLst xmlns:a="http://schemas.openxmlformats.org/drawingml/2006/main">
              <a:ext uri="{FF2B5EF4-FFF2-40B4-BE49-F238E27FC236}">
                <a16:creationId xmlns:a16="http://schemas.microsoft.com/office/drawing/2014/main" id="{7FD8BC42-14EE-4CEE-8B0E-5B5FA72B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543425"/>
            <a:ext cx="704850" cy="2571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4" name="dp42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B5096D3E-31EC-4877-8B19-3435F32A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5334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65" name="dp42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2563BF0A-BE71-4FD7-BC3E-97BF28A85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저장 상태</a:t>
            </a:r>
          </a:p>
        </p:txBody>
      </p:sp>
      <p:sp>
        <p:nvSpPr>
          <p:cNvPr id="66" name="dp42-comparison / n65">
            <a:extLst xmlns:a="http://schemas.openxmlformats.org/drawingml/2006/main">
              <a:ext uri="{FF2B5EF4-FFF2-40B4-BE49-F238E27FC236}">
                <a16:creationId xmlns:a16="http://schemas.microsoft.com/office/drawing/2014/main" id="{E6D85088-EE54-43A7-92B2-C8E2C09DE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01027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7" name="dp42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17DD7FAD-2CE3-40DA-9EFA-21221CE9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8" name="dp42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BB934A9D-41FA-4E52-BC2C-4BF67B83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흰색 / 검정</a:t>
            </a:r>
          </a:p>
        </p:txBody>
      </p:sp>
      <p:sp>
        <p:nvSpPr>
          <p:cNvPr id="69" name="dp42-comparison / n68">
            <a:extLst xmlns:a="http://schemas.openxmlformats.org/drawingml/2006/main">
              <a:ext uri="{FF2B5EF4-FFF2-40B4-BE49-F238E27FC236}">
                <a16:creationId xmlns:a16="http://schemas.microsoft.com/office/drawing/2014/main" id="{9A0F530B-207F-4034-B28D-84DB4A54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543675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0" name="dp42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A95F61DC-DB07-4F8C-853D-738AB084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6103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1" name="dp42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5EBEF3E9-A336-40E3-8823-FCDE1FE8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2" name="dp42-comparison / n71">
            <a:extLst xmlns:a="http://schemas.openxmlformats.org/drawingml/2006/main">
              <a:ext uri="{FF2B5EF4-FFF2-40B4-BE49-F238E27FC236}">
                <a16:creationId xmlns:a16="http://schemas.microsoft.com/office/drawing/2014/main" id="{602DE894-A128-4F98-894B-BDCEA3A9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73" name="dp42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4573F0C4-82FA-4EC8-A5AF-BC9A1F30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74" name="dp42-comparison / n73">
            <a:extLst xmlns:a="http://schemas.openxmlformats.org/drawingml/2006/main">
              <a:ext uri="{FF2B5EF4-FFF2-40B4-BE49-F238E27FC236}">
                <a16:creationId xmlns:a16="http://schemas.microsoft.com/office/drawing/2014/main" id="{BE1C3794-BBB5-4108-9935-4B3F83FD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75" name="dp42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8E821E39-11CE-45CD-B27B-24CF72DF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76" name="dp42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6B1AAD4B-72D1-461E-9966-A07C05A8B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719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/ 서비스</a:t>
            </a:r>
          </a:p>
        </p:txBody>
      </p:sp>
      <p:sp>
        <p:nvSpPr>
          <p:cNvPr id="77" name="dp42-comparison / n76 / path">
            <a:extLst xmlns:a="http://schemas.openxmlformats.org/drawingml/2006/main">
              <a:ext uri="{FF2B5EF4-FFF2-40B4-BE49-F238E27FC236}">
                <a16:creationId xmlns:a16="http://schemas.microsoft.com/office/drawing/2014/main" id="{32776343-40B1-4D8D-AC69-F8864BA5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197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78" name="dp42-comparison / n76 / arrow">
            <a:extLst xmlns:a="http://schemas.openxmlformats.org/drawingml/2006/main">
              <a:ext uri="{FF2B5EF4-FFF2-40B4-BE49-F238E27FC236}">
                <a16:creationId xmlns:a16="http://schemas.microsoft.com/office/drawing/2014/main" id="{A94267B2-CFF5-4A7A-A328-0937A5E1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79" name="dp42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FD69456C-65F1-4973-A2A1-0EC9B366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0542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0" name="dp42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B0786698-DE44-49EB-95A6-9F9A64F50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1" name="dp42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3D5D63A7-002D-4A07-9E8B-02194FC63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5862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2" name="dp42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E7A95F5F-6EDD-4345-AC0C-6D3AED93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054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3" name="dp42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6F44BABE-EA64-40E6-A896-6D66D07D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770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A: 실선</a:t>
            </a:r>
          </a:p>
        </p:txBody>
      </p:sp>
      <p:sp>
        <p:nvSpPr>
          <p:cNvPr id="84" name="dp42-comparison / n80 / text 2">
            <a:extLst xmlns:a="http://schemas.openxmlformats.org/drawingml/2006/main">
              <a:ext uri="{FF2B5EF4-FFF2-40B4-BE49-F238E27FC236}">
                <a16:creationId xmlns:a16="http://schemas.microsoft.com/office/drawing/2014/main" id="{E3EACA7D-5854-49A3-8B5F-466BB06A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0280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B: 점선</a:t>
            </a:r>
          </a:p>
        </p:txBody>
      </p:sp>
      <p:sp>
        <p:nvSpPr>
          <p:cNvPr id="85" name="dp42-comparison / n81 / text 1">
            <a:extLst xmlns:a="http://schemas.openxmlformats.org/drawingml/2006/main">
              <a:ext uri="{FF2B5EF4-FFF2-40B4-BE49-F238E27FC236}">
                <a16:creationId xmlns:a16="http://schemas.microsoft.com/office/drawing/2014/main" id="{6B247A0C-C526-4056-BC03-2ED891A1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372350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경계선</a:t>
            </a:r>
          </a:p>
        </p:txBody>
      </p:sp>
      <p:sp>
        <p:nvSpPr>
          <p:cNvPr id="86" name="dp42-comparison / n86 / path">
            <a:extLst xmlns:a="http://schemas.openxmlformats.org/drawingml/2006/main">
              <a:ext uri="{FF2B5EF4-FFF2-40B4-BE49-F238E27FC236}">
                <a16:creationId xmlns:a16="http://schemas.microsoft.com/office/drawing/2014/main" id="{16E85C67-ABDF-4E04-88E1-46D19044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0035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7" name="dp42-comparison / n91 / path">
            <a:extLst xmlns:a="http://schemas.openxmlformats.org/drawingml/2006/main">
              <a:ext uri="{FF2B5EF4-FFF2-40B4-BE49-F238E27FC236}">
                <a16:creationId xmlns:a16="http://schemas.microsoft.com/office/drawing/2014/main" id="{347E04CF-99E8-4E17-81A9-72E65F7E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981325"/>
            <a:ext cx="4495800" cy="953"/>
          </a:xfrm>
          <a:custGeom xmlns:a="http://schemas.openxmlformats.org/drawingml/2006/main">
            <a:pathLst>
              <a:path w="4495800" h="953">
                <a:moveTo>
                  <a:pt x="0" y="0"/>
                </a:moveTo>
                <a:lnTo>
                  <a:pt x="449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8" name="dp42-comparison / n96 / path">
            <a:extLst xmlns:a="http://schemas.openxmlformats.org/drawingml/2006/main">
              <a:ext uri="{FF2B5EF4-FFF2-40B4-BE49-F238E27FC236}">
                <a16:creationId xmlns:a16="http://schemas.microsoft.com/office/drawing/2014/main" id="{076C245B-56BF-42CC-A9D0-565D2A4C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16230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9" name="dp42-comparison / n101 / path">
            <a:extLst xmlns:a="http://schemas.openxmlformats.org/drawingml/2006/main">
              <a:ext uri="{FF2B5EF4-FFF2-40B4-BE49-F238E27FC236}">
                <a16:creationId xmlns:a16="http://schemas.microsoft.com/office/drawing/2014/main" id="{EE19ED36-3866-48DC-B4E2-B6FACB04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43275"/>
            <a:ext cx="5210175" cy="953"/>
          </a:xfrm>
          <a:custGeom xmlns:a="http://schemas.openxmlformats.org/drawingml/2006/main">
            <a:pathLst>
              <a:path w="5210175" h="953">
                <a:moveTo>
                  <a:pt x="0" y="0"/>
                </a:moveTo>
                <a:lnTo>
                  <a:pt x="521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90" name="dp42-comparison / n106">
            <a:extLst xmlns:a="http://schemas.openxmlformats.org/drawingml/2006/main">
              <a:ext uri="{FF2B5EF4-FFF2-40B4-BE49-F238E27FC236}">
                <a16:creationId xmlns:a16="http://schemas.microsoft.com/office/drawing/2014/main" id="{47237FEE-998C-4024-9E38-961621C29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95675"/>
            <a:ext cx="785812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91" name="dp42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6E7D3F98-A1CA-460F-BEB4-20270FC1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3590925"/>
            <a:ext cx="76104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VIA Core</a:t>
            </a:r>
          </a:p>
        </p:txBody>
      </p:sp>
      <p:sp>
        <p:nvSpPr>
          <p:cNvPr id="92" name="dp42-comparison / n110">
            <a:extLst xmlns:a="http://schemas.openxmlformats.org/drawingml/2006/main">
              <a:ext uri="{FF2B5EF4-FFF2-40B4-BE49-F238E27FC236}">
                <a16:creationId xmlns:a16="http://schemas.microsoft.com/office/drawing/2014/main" id="{BAD5BC9F-782A-467A-94C9-F6643821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147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3" name="dp42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EB589AEC-1475-45C2-816D-2F9B16DB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9747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4" name="dp42-comparison / n112">
            <a:extLst xmlns:a="http://schemas.openxmlformats.org/drawingml/2006/main">
              <a:ext uri="{FF2B5EF4-FFF2-40B4-BE49-F238E27FC236}">
                <a16:creationId xmlns:a16="http://schemas.microsoft.com/office/drawing/2014/main" id="{6D4A441B-2064-463D-B163-990C26CE3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9147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5" name="dp42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D8CBADC0-1EEE-42C8-B020-747CE8AC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747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96" name="dp42-comparison / n114">
            <a:extLst xmlns:a="http://schemas.openxmlformats.org/drawingml/2006/main">
              <a:ext uri="{FF2B5EF4-FFF2-40B4-BE49-F238E27FC236}">
                <a16:creationId xmlns:a16="http://schemas.microsoft.com/office/drawing/2014/main" id="{AAAE8D3B-C67B-48C9-A84C-385E2CE4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19625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7" name="dp42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DDCC5521-CF26-4C6C-9367-787FDC44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676299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98" name="dp42-comparison / n116">
            <a:extLst xmlns:a="http://schemas.openxmlformats.org/drawingml/2006/main">
              <a:ext uri="{FF2B5EF4-FFF2-40B4-BE49-F238E27FC236}">
                <a16:creationId xmlns:a16="http://schemas.microsoft.com/office/drawing/2014/main" id="{26CFDC82-A40B-4B1F-9AF7-A3AC71D1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244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9" name="dp42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0131C27B-A3E7-4370-B692-8680287C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53844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00" name="dp42-comparison / n118">
            <a:extLst xmlns:a="http://schemas.openxmlformats.org/drawingml/2006/main">
              <a:ext uri="{FF2B5EF4-FFF2-40B4-BE49-F238E27FC236}">
                <a16:creationId xmlns:a16="http://schemas.microsoft.com/office/drawing/2014/main" id="{DA052E61-DEF2-4942-A439-C0916233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3244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1" name="dp42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0D1E5355-2ECB-40B5-9ECD-6C815EBAA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844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102" name="dp42-comparison / n124 / path">
            <a:extLst xmlns:a="http://schemas.openxmlformats.org/drawingml/2006/main">
              <a:ext uri="{FF2B5EF4-FFF2-40B4-BE49-F238E27FC236}">
                <a16:creationId xmlns:a16="http://schemas.microsoft.com/office/drawing/2014/main" id="{6D2D8F60-3EFB-4EBD-9A31-31F59AFD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19525"/>
            <a:ext cx="3000375" cy="180975"/>
          </a:xfrm>
          <a:custGeom xmlns:a="http://schemas.openxmlformats.org/drawingml/2006/main">
            <a:pathLst>
              <a:path w="3000375" h="180975">
                <a:moveTo>
                  <a:pt x="0" y="180975"/>
                </a:moveTo>
                <a:lnTo>
                  <a:pt x="190500" y="180975"/>
                </a:lnTo>
                <a:lnTo>
                  <a:pt x="190500" y="0"/>
                </a:lnTo>
                <a:lnTo>
                  <a:pt x="3000375" y="0"/>
                </a:lnTo>
                <a:lnTo>
                  <a:pt x="3000375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3" name="dp42-comparison / n124 / arrow">
            <a:extLst xmlns:a="http://schemas.openxmlformats.org/drawingml/2006/main">
              <a:ext uri="{FF2B5EF4-FFF2-40B4-BE49-F238E27FC236}">
                <a16:creationId xmlns:a16="http://schemas.microsoft.com/office/drawing/2014/main" id="{CB42A2A4-2426-4DD3-9EDF-9D923CB6F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9722" y="38477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4" name="dp42-comparison / n125 / path">
            <a:extLst xmlns:a="http://schemas.openxmlformats.org/drawingml/2006/main">
              <a:ext uri="{FF2B5EF4-FFF2-40B4-BE49-F238E27FC236}">
                <a16:creationId xmlns:a16="http://schemas.microsoft.com/office/drawing/2014/main" id="{21590B57-FE12-421D-B9C3-320B12CE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76675"/>
            <a:ext cx="3143250" cy="190500"/>
          </a:xfrm>
          <a:custGeom xmlns:a="http://schemas.openxmlformats.org/drawingml/2006/main">
            <a:pathLst>
              <a:path w="3143250" h="190500">
                <a:moveTo>
                  <a:pt x="3143250" y="38100"/>
                </a:moveTo>
                <a:lnTo>
                  <a:pt x="3143250" y="0"/>
                </a:lnTo>
                <a:lnTo>
                  <a:pt x="95250" y="0"/>
                </a:lnTo>
                <a:lnTo>
                  <a:pt x="95250" y="190500"/>
                </a:lnTo>
                <a:lnTo>
                  <a:pt x="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05" name="dp42-comparison / n125 / arrow">
            <a:extLst xmlns:a="http://schemas.openxmlformats.org/drawingml/2006/main">
              <a:ext uri="{FF2B5EF4-FFF2-40B4-BE49-F238E27FC236}">
                <a16:creationId xmlns:a16="http://schemas.microsoft.com/office/drawing/2014/main" id="{705E5B17-076C-4742-897D-8633CC90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33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6" name="dp42-comparison / n128 / path">
            <a:extLst xmlns:a="http://schemas.openxmlformats.org/drawingml/2006/main">
              <a:ext uri="{FF2B5EF4-FFF2-40B4-BE49-F238E27FC236}">
                <a16:creationId xmlns:a16="http://schemas.microsoft.com/office/drawing/2014/main" id="{D7F6844E-280A-4170-BB0E-33FFB6B3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81475"/>
            <a:ext cx="2667000" cy="953"/>
          </a:xfrm>
          <a:custGeom xmlns:a="http://schemas.openxmlformats.org/drawingml/2006/main"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7" name="dp42-comparison / n128 / arrow">
            <a:extLst xmlns:a="http://schemas.openxmlformats.org/drawingml/2006/main">
              <a:ext uri="{FF2B5EF4-FFF2-40B4-BE49-F238E27FC236}">
                <a16:creationId xmlns:a16="http://schemas.microsoft.com/office/drawing/2014/main" id="{DBD71563-AC80-4690-BDA5-C5E7A8FF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1479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8" name="dp42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BBDB1481-C6FA-41E8-BBF5-27EDE639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00500"/>
            <a:ext cx="2667000" cy="495300"/>
          </a:xfrm>
          <a:custGeom xmlns:a="http://schemas.openxmlformats.org/drawingml/2006/main">
            <a:pathLst>
              <a:path w="2667000" h="495300">
                <a:moveTo>
                  <a:pt x="2667000" y="0"/>
                </a:moveTo>
                <a:lnTo>
                  <a:pt x="2457450" y="0"/>
                </a:lnTo>
                <a:lnTo>
                  <a:pt x="2457450" y="495300"/>
                </a:lnTo>
                <a:lnTo>
                  <a:pt x="161925" y="495300"/>
                </a:lnTo>
                <a:lnTo>
                  <a:pt x="1619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09" name="dp42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4ABF4FED-2DE0-4311-8A35-118EF65E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9669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0" name="dp42-comparison / n134 / path">
            <a:extLst xmlns:a="http://schemas.openxmlformats.org/drawingml/2006/main">
              <a:ext uri="{FF2B5EF4-FFF2-40B4-BE49-F238E27FC236}">
                <a16:creationId xmlns:a16="http://schemas.microsoft.com/office/drawing/2014/main" id="{CF931000-66C3-4EA9-851B-7FBA20BC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063" y="4257675"/>
            <a:ext cx="953" cy="361950"/>
          </a:xfrm>
          <a:custGeom xmlns:a="http://schemas.openxmlformats.org/drawingml/2006/main">
            <a:pathLst>
              <a:path w="953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1" name="dp42-comparison / n134 / arrow">
            <a:extLst xmlns:a="http://schemas.openxmlformats.org/drawingml/2006/main">
              <a:ext uri="{FF2B5EF4-FFF2-40B4-BE49-F238E27FC236}">
                <a16:creationId xmlns:a16="http://schemas.microsoft.com/office/drawing/2014/main" id="{6EE65618-C90B-4BB6-972F-94416F176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535" y="45525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2" name="dp42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FB62232B-CEA1-4FDB-856A-DD1076BE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2313" y="3914775"/>
            <a:ext cx="953" cy="1028700"/>
          </a:xfrm>
          <a:custGeom xmlns:a="http://schemas.openxmlformats.org/drawingml/2006/main">
            <a:pathLst>
              <a:path w="953" h="1028700">
                <a:moveTo>
                  <a:pt x="0" y="10287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3" name="dp42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6EEB0829-519F-46BB-9F44-507EC7BD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785" y="39147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4" name="dp42-comparison / n138 / path">
            <a:extLst xmlns:a="http://schemas.openxmlformats.org/drawingml/2006/main">
              <a:ext uri="{FF2B5EF4-FFF2-40B4-BE49-F238E27FC236}">
                <a16:creationId xmlns:a16="http://schemas.microsoft.com/office/drawing/2014/main" id="{BED03308-A3BD-4FBA-8CBA-AFE77FF5E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86225"/>
            <a:ext cx="642938" cy="1238250"/>
          </a:xfrm>
          <a:custGeom xmlns:a="http://schemas.openxmlformats.org/drawingml/2006/main">
            <a:pathLst>
              <a:path w="642938" h="1238250">
                <a:moveTo>
                  <a:pt x="95250" y="0"/>
                </a:moveTo>
                <a:lnTo>
                  <a:pt x="0" y="0"/>
                </a:lnTo>
                <a:lnTo>
                  <a:pt x="0" y="1152525"/>
                </a:lnTo>
                <a:lnTo>
                  <a:pt x="642938" y="1152525"/>
                </a:lnTo>
                <a:lnTo>
                  <a:pt x="642938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5" name="dp42-comparison / n138 / arrow">
            <a:extLst xmlns:a="http://schemas.openxmlformats.org/drawingml/2006/main">
              <a:ext uri="{FF2B5EF4-FFF2-40B4-BE49-F238E27FC236}">
                <a16:creationId xmlns:a16="http://schemas.microsoft.com/office/drawing/2014/main" id="{D58FE16B-1EB5-40CC-97FE-61D0AC16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660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6" name="dp42-comparison / n139 / path">
            <a:extLst xmlns:a="http://schemas.openxmlformats.org/drawingml/2006/main">
              <a:ext uri="{FF2B5EF4-FFF2-40B4-BE49-F238E27FC236}">
                <a16:creationId xmlns:a16="http://schemas.microsoft.com/office/drawing/2014/main" id="{1B08C725-054B-4DC0-903F-597A0AE11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05275"/>
            <a:ext cx="381000" cy="1295400"/>
          </a:xfrm>
          <a:custGeom xmlns:a="http://schemas.openxmlformats.org/drawingml/2006/main">
            <a:pathLst>
              <a:path w="381000" h="1295400">
                <a:moveTo>
                  <a:pt x="0" y="1295400"/>
                </a:moveTo>
                <a:lnTo>
                  <a:pt x="381000" y="1295400"/>
                </a:lnTo>
                <a:lnTo>
                  <a:pt x="3810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7" name="dp42-comparison / n139 / arrow">
            <a:extLst xmlns:a="http://schemas.openxmlformats.org/drawingml/2006/main">
              <a:ext uri="{FF2B5EF4-FFF2-40B4-BE49-F238E27FC236}">
                <a16:creationId xmlns:a16="http://schemas.microsoft.com/office/drawing/2014/main" id="{8680B55C-AF0A-41CA-95F3-C7672B94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717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8" name="dp42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A97AEDEE-05D9-4D97-9E8A-CACD182DC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57675"/>
            <a:ext cx="953" cy="1066800"/>
          </a:xfrm>
          <a:custGeom xmlns:a="http://schemas.openxmlformats.org/drawingml/2006/main">
            <a:pathLst>
              <a:path w="953" h="1066800">
                <a:moveTo>
                  <a:pt x="0" y="0"/>
                </a:move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9" name="dp42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694D7372-E551-44C3-B713-5BC04A44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2222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0" name="dp42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C7E1F0BA-DD34-4FE9-A7EC-A6BF0A78A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86225"/>
            <a:ext cx="123825" cy="1409700"/>
          </a:xfrm>
          <a:custGeom xmlns:a="http://schemas.openxmlformats.org/drawingml/2006/main">
            <a:pathLst>
              <a:path w="123825" h="1409700">
                <a:moveTo>
                  <a:pt x="123825" y="1409700"/>
                </a:moveTo>
                <a:lnTo>
                  <a:pt x="0" y="1409700"/>
                </a:lnTo>
                <a:lnTo>
                  <a:pt x="0" y="0"/>
                </a:ln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1" name="dp42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41D64992-7AF0-41E7-AF19-030E3D04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2" name="dp42-comparison / n150">
            <a:extLst xmlns:a="http://schemas.openxmlformats.org/drawingml/2006/main">
              <a:ext uri="{FF2B5EF4-FFF2-40B4-BE49-F238E27FC236}">
                <a16:creationId xmlns:a16="http://schemas.microsoft.com/office/drawing/2014/main" id="{3E8E42F8-A8D3-442F-A26F-C7A35ED0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915025"/>
            <a:ext cx="209550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23" name="dp42-comparison / n151 / text 1">
            <a:extLst xmlns:a="http://schemas.openxmlformats.org/drawingml/2006/main">
              <a:ext uri="{FF2B5EF4-FFF2-40B4-BE49-F238E27FC236}">
                <a16:creationId xmlns:a16="http://schemas.microsoft.com/office/drawing/2014/main" id="{9AAC7865-A76E-430B-86DB-C3EA3AB4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957411"/>
            <a:ext cx="1924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트랜잭션 관리자</a:t>
            </a:r>
          </a:p>
        </p:txBody>
      </p:sp>
      <p:sp>
        <p:nvSpPr>
          <p:cNvPr id="124" name="dp42-comparison / n152">
            <a:extLst xmlns:a="http://schemas.openxmlformats.org/drawingml/2006/main">
              <a:ext uri="{FF2B5EF4-FFF2-40B4-BE49-F238E27FC236}">
                <a16:creationId xmlns:a16="http://schemas.microsoft.com/office/drawing/2014/main" id="{8E5691E9-0E9E-4077-96A9-606C2BC6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00800"/>
            <a:ext cx="1905000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5" name="dp42-comparison / n153 / text 1">
            <a:extLst xmlns:a="http://schemas.openxmlformats.org/drawingml/2006/main">
              <a:ext uri="{FF2B5EF4-FFF2-40B4-BE49-F238E27FC236}">
                <a16:creationId xmlns:a16="http://schemas.microsoft.com/office/drawing/2014/main" id="{AE413BDA-D156-499F-B8F3-B143356C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1733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26" name="dp42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39A4A96B-2F51-40F2-BF99-8AEF2DF5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38625"/>
            <a:ext cx="1000125" cy="1676400"/>
          </a:xfrm>
          <a:custGeom xmlns:a="http://schemas.openxmlformats.org/drawingml/2006/main">
            <a:pathLst>
              <a:path w="1000125" h="1676400">
                <a:moveTo>
                  <a:pt x="0" y="0"/>
                </a:moveTo>
                <a:lnTo>
                  <a:pt x="285750" y="0"/>
                </a:lnTo>
                <a:lnTo>
                  <a:pt x="285750" y="1600200"/>
                </a:lnTo>
                <a:lnTo>
                  <a:pt x="1000125" y="1600200"/>
                </a:lnTo>
                <a:lnTo>
                  <a:pt x="1000125" y="1676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7" name="dp42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6C8CA28D-60D5-4EB1-93C6-70B01668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9472" y="58479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8" name="dp42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31993372-096B-4D90-9173-F7C5EA0E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238625"/>
            <a:ext cx="619125" cy="1676400"/>
          </a:xfrm>
          <a:custGeom xmlns:a="http://schemas.openxmlformats.org/drawingml/2006/main">
            <a:pathLst>
              <a:path w="619125" h="1676400">
                <a:moveTo>
                  <a:pt x="619125" y="0"/>
                </a:moveTo>
                <a:lnTo>
                  <a:pt x="571500" y="0"/>
                </a:lnTo>
                <a:lnTo>
                  <a:pt x="571500" y="1600200"/>
                </a:lnTo>
                <a:lnTo>
                  <a:pt x="0" y="1600200"/>
                </a:lnTo>
                <a:lnTo>
                  <a:pt x="0" y="1676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9" name="dp42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49BB898E-A8D9-4238-A194-912677EF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58479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0" name="dp42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A25A9B6B-742C-416D-B972-A4AFA658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6210300"/>
            <a:ext cx="95250" cy="190500"/>
          </a:xfrm>
          <a:custGeom xmlns:a="http://schemas.openxmlformats.org/drawingml/2006/main">
            <a:pathLst>
              <a:path w="95250" h="190500">
                <a:moveTo>
                  <a:pt x="0" y="0"/>
                </a:moveTo>
                <a:lnTo>
                  <a:pt x="0" y="85725"/>
                </a:lnTo>
                <a:lnTo>
                  <a:pt x="95250" y="85725"/>
                </a:lnTo>
                <a:lnTo>
                  <a:pt x="9525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1" name="dp42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0E9DAE32-C969-41A1-9F06-23C9450E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8597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2" name="dp42-comparison / n157 / path">
            <a:extLst xmlns:a="http://schemas.openxmlformats.org/drawingml/2006/main">
              <a:ext uri="{FF2B5EF4-FFF2-40B4-BE49-F238E27FC236}">
                <a16:creationId xmlns:a16="http://schemas.microsoft.com/office/drawing/2014/main" id="{1D979FE1-4F22-45E7-BC16-27C85045F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915025"/>
            <a:ext cx="95250" cy="771525"/>
          </a:xfrm>
          <a:custGeom xmlns:a="http://schemas.openxmlformats.org/drawingml/2006/main">
            <a:pathLst>
              <a:path w="95250" h="771525">
                <a:moveTo>
                  <a:pt x="95250" y="771525"/>
                </a:moveTo>
                <a:lnTo>
                  <a:pt x="95250" y="400050"/>
                </a:lnTo>
                <a:lnTo>
                  <a:pt x="0" y="4000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3" name="dp42-comparison / n157 / arrow">
            <a:extLst xmlns:a="http://schemas.openxmlformats.org/drawingml/2006/main">
              <a:ext uri="{FF2B5EF4-FFF2-40B4-BE49-F238E27FC236}">
                <a16:creationId xmlns:a16="http://schemas.microsoft.com/office/drawing/2014/main" id="{B1E350C4-EA59-46B4-9CDC-0FA75A29C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591502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4" name="dp42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4CD1FCD1-3A67-4DC9-995B-B0263801C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29100"/>
            <a:ext cx="476250" cy="1833563"/>
          </a:xfrm>
          <a:custGeom xmlns:a="http://schemas.openxmlformats.org/drawingml/2006/main">
            <a:pathLst>
              <a:path w="476250" h="1833563">
                <a:moveTo>
                  <a:pt x="476250" y="1833563"/>
                </a:moveTo>
                <a:lnTo>
                  <a:pt x="228600" y="1833563"/>
                </a:lnTo>
                <a:lnTo>
                  <a:pt x="2286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5" name="dp42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607A2305-9A6B-45B9-8920-523918FDB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6" name="dp42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5DC146B7-1452-4A44-9318-6740ABF25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29100"/>
            <a:ext cx="95250" cy="1833563"/>
          </a:xfrm>
          <a:custGeom xmlns:a="http://schemas.openxmlformats.org/drawingml/2006/main">
            <a:pathLst>
              <a:path w="95250" h="1833563">
                <a:moveTo>
                  <a:pt x="0" y="1833563"/>
                </a:moveTo>
                <a:lnTo>
                  <a:pt x="66675" y="1833563"/>
                </a:lnTo>
                <a:lnTo>
                  <a:pt x="66675" y="0"/>
                </a:ln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7" name="dp42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C9FE2C12-8703-47F4-95D4-5173F14D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8" name="dp42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BB4562C2-DB6A-4AC2-A424-00E4E1116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95925"/>
            <a:ext cx="2962275" cy="904875"/>
          </a:xfrm>
          <a:custGeom xmlns:a="http://schemas.openxmlformats.org/drawingml/2006/main">
            <a:pathLst>
              <a:path w="2962275" h="904875">
                <a:moveTo>
                  <a:pt x="57150" y="0"/>
                </a:moveTo>
                <a:lnTo>
                  <a:pt x="0" y="0"/>
                </a:lnTo>
                <a:lnTo>
                  <a:pt x="0" y="762000"/>
                </a:lnTo>
                <a:lnTo>
                  <a:pt x="2962275" y="762000"/>
                </a:lnTo>
                <a:lnTo>
                  <a:pt x="2962275" y="9048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9" name="dp42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5E11F91C-BFCA-47A4-B5AC-A87EF97D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6097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0" name="dp42-comparison / n165">
            <a:extLst xmlns:a="http://schemas.openxmlformats.org/drawingml/2006/main">
              <a:ext uri="{FF2B5EF4-FFF2-40B4-BE49-F238E27FC236}">
                <a16:creationId xmlns:a16="http://schemas.microsoft.com/office/drawing/2014/main" id="{3FE1C58A-952A-4B11-BF8B-F5EE7F59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019925"/>
            <a:ext cx="2238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1" name="dp42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0DE7FD83-3725-4574-A682-46E6CA812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7067074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42" name="dp42-comparison / n167">
            <a:extLst xmlns:a="http://schemas.openxmlformats.org/drawingml/2006/main">
              <a:ext uri="{FF2B5EF4-FFF2-40B4-BE49-F238E27FC236}">
                <a16:creationId xmlns:a16="http://schemas.microsoft.com/office/drawing/2014/main" id="{7D240767-E354-45C3-8F38-D1DF77C4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7019925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3" name="dp42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86A77CFB-2B3D-469E-B443-199F83D5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7067074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44" name="dp42-comparison / n169">
            <a:extLst xmlns:a="http://schemas.openxmlformats.org/drawingml/2006/main">
              <a:ext uri="{FF2B5EF4-FFF2-40B4-BE49-F238E27FC236}">
                <a16:creationId xmlns:a16="http://schemas.microsoft.com/office/drawing/2014/main" id="{7728013B-58F4-4F0F-A65F-456C26DC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7019925"/>
            <a:ext cx="2333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5" name="dp42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C0F954B2-6D66-4109-9227-AF428B23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7067074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146" name="dp42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568AD41F-AA68-41A4-9179-D18B5928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86225"/>
            <a:ext cx="285750" cy="3086100"/>
          </a:xfrm>
          <a:custGeom xmlns:a="http://schemas.openxmlformats.org/drawingml/2006/main">
            <a:pathLst>
              <a:path w="285750" h="3086100">
                <a:moveTo>
                  <a:pt x="285750" y="3086100"/>
                </a:moveTo>
                <a:lnTo>
                  <a:pt x="0" y="3086100"/>
                </a:lnTo>
                <a:lnTo>
                  <a:pt x="0" y="0"/>
                </a:ln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7" name="dp42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BA2DF226-3D9E-4956-94E7-D838CE81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444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8" name="dp42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EBEBC101-0879-411C-A7C5-95BA4F7F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591175"/>
            <a:ext cx="985838" cy="1428750"/>
          </a:xfrm>
          <a:custGeom xmlns:a="http://schemas.openxmlformats.org/drawingml/2006/main">
            <a:pathLst>
              <a:path w="985838" h="1428750">
                <a:moveTo>
                  <a:pt x="152400" y="0"/>
                </a:moveTo>
                <a:lnTo>
                  <a:pt x="0" y="0"/>
                </a:lnTo>
                <a:lnTo>
                  <a:pt x="0" y="1304925"/>
                </a:lnTo>
                <a:lnTo>
                  <a:pt x="985838" y="1304925"/>
                </a:lnTo>
                <a:lnTo>
                  <a:pt x="985838" y="14287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9" name="dp42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C72DB567-3601-45DB-88BE-79BEF6257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41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0" name="dp42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2E2FD07D-FC83-4444-9533-FF30120F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91175"/>
            <a:ext cx="85725" cy="1647825"/>
          </a:xfrm>
          <a:custGeom xmlns:a="http://schemas.openxmlformats.org/drawingml/2006/main">
            <a:pathLst>
              <a:path w="85725" h="1647825">
                <a:moveTo>
                  <a:pt x="0" y="1647825"/>
                </a:moveTo>
                <a:lnTo>
                  <a:pt x="85725" y="1647825"/>
                </a:lnTo>
                <a:lnTo>
                  <a:pt x="857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1" name="dp42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369E2C07-FAE1-4DCF-BEF7-C87E8C79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2" name="dp42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A02132FF-5B00-4591-8A3F-7D88FFB5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781550"/>
            <a:ext cx="1095375" cy="2238375"/>
          </a:xfrm>
          <a:custGeom xmlns:a="http://schemas.openxmlformats.org/drawingml/2006/main">
            <a:pathLst>
              <a:path w="1095375" h="2238375">
                <a:moveTo>
                  <a:pt x="0" y="0"/>
                </a:moveTo>
                <a:lnTo>
                  <a:pt x="409575" y="0"/>
                </a:lnTo>
                <a:lnTo>
                  <a:pt x="409575" y="2124075"/>
                </a:lnTo>
                <a:lnTo>
                  <a:pt x="1095375" y="2124075"/>
                </a:lnTo>
                <a:lnTo>
                  <a:pt x="1095375" y="22383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3" name="dp42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3F887969-5A8F-4704-B3D2-D1BABDDB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472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4" name="dp42-comparison / n177 / path">
            <a:extLst xmlns:a="http://schemas.openxmlformats.org/drawingml/2006/main">
              <a:ext uri="{FF2B5EF4-FFF2-40B4-BE49-F238E27FC236}">
                <a16:creationId xmlns:a16="http://schemas.microsoft.com/office/drawing/2014/main" id="{AEDFDD4A-2778-44C3-815E-E7F442EC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876800"/>
            <a:ext cx="1285875" cy="2143125"/>
          </a:xfrm>
          <a:custGeom xmlns:a="http://schemas.openxmlformats.org/drawingml/2006/main">
            <a:pathLst>
              <a:path w="1285875" h="2143125">
                <a:moveTo>
                  <a:pt x="1285875" y="2143125"/>
                </a:moveTo>
                <a:lnTo>
                  <a:pt x="1285875" y="2066925"/>
                </a:lnTo>
                <a:lnTo>
                  <a:pt x="457200" y="2066925"/>
                </a:lnTo>
                <a:lnTo>
                  <a:pt x="4572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5" name="dp42-comparison / n177 / arrow">
            <a:extLst xmlns:a="http://schemas.openxmlformats.org/drawingml/2006/main">
              <a:ext uri="{FF2B5EF4-FFF2-40B4-BE49-F238E27FC236}">
                <a16:creationId xmlns:a16="http://schemas.microsoft.com/office/drawing/2014/main" id="{3A7C272E-3489-4625-B5B4-536932E41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8432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6" name="dp42-comparison / n178 / path">
            <a:extLst xmlns:a="http://schemas.openxmlformats.org/drawingml/2006/main">
              <a:ext uri="{FF2B5EF4-FFF2-40B4-BE49-F238E27FC236}">
                <a16:creationId xmlns:a16="http://schemas.microsoft.com/office/drawing/2014/main" id="{460F42F2-B7C4-4B4A-A136-5372BB63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34025"/>
            <a:ext cx="2047875" cy="1485900"/>
          </a:xfrm>
          <a:custGeom xmlns:a="http://schemas.openxmlformats.org/drawingml/2006/main">
            <a:pathLst>
              <a:path w="2047875" h="1485900">
                <a:moveTo>
                  <a:pt x="0" y="0"/>
                </a:moveTo>
                <a:lnTo>
                  <a:pt x="333375" y="0"/>
                </a:lnTo>
                <a:lnTo>
                  <a:pt x="333375" y="1314450"/>
                </a:lnTo>
                <a:lnTo>
                  <a:pt x="2047875" y="1314450"/>
                </a:lnTo>
                <a:lnTo>
                  <a:pt x="2047875" y="1485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7" name="dp42-comparison / n178 / arrow">
            <a:extLst xmlns:a="http://schemas.openxmlformats.org/drawingml/2006/main">
              <a:ext uri="{FF2B5EF4-FFF2-40B4-BE49-F238E27FC236}">
                <a16:creationId xmlns:a16="http://schemas.microsoft.com/office/drawing/2014/main" id="{5947D5A4-2283-41B0-92BA-11C46C8F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8" name="dp42-comparison / n179 / path">
            <a:extLst xmlns:a="http://schemas.openxmlformats.org/drawingml/2006/main">
              <a:ext uri="{FF2B5EF4-FFF2-40B4-BE49-F238E27FC236}">
                <a16:creationId xmlns:a16="http://schemas.microsoft.com/office/drawing/2014/main" id="{1F45D2BA-BAC5-4623-A497-89B12BCB4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91175"/>
            <a:ext cx="2238375" cy="1428750"/>
          </a:xfrm>
          <a:custGeom xmlns:a="http://schemas.openxmlformats.org/drawingml/2006/main">
            <a:pathLst>
              <a:path w="2238375" h="1428750">
                <a:moveTo>
                  <a:pt x="2238375" y="1428750"/>
                </a:moveTo>
                <a:lnTo>
                  <a:pt x="2238375" y="1295400"/>
                </a:lnTo>
                <a:lnTo>
                  <a:pt x="352425" y="1295400"/>
                </a:lnTo>
                <a:lnTo>
                  <a:pt x="3524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9" name="dp42-comparison / n179 / arrow">
            <a:extLst xmlns:a="http://schemas.openxmlformats.org/drawingml/2006/main">
              <a:ext uri="{FF2B5EF4-FFF2-40B4-BE49-F238E27FC236}">
                <a16:creationId xmlns:a16="http://schemas.microsoft.com/office/drawing/2014/main" id="{39349F24-1BED-4EAF-8152-FA8B946B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0" name="dp42-comparison / n180 / path">
            <a:extLst xmlns:a="http://schemas.openxmlformats.org/drawingml/2006/main">
              <a:ext uri="{FF2B5EF4-FFF2-40B4-BE49-F238E27FC236}">
                <a16:creationId xmlns:a16="http://schemas.microsoft.com/office/drawing/2014/main" id="{14B7A37A-05D9-4532-9CEA-8F103803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7188" y="5495925"/>
            <a:ext cx="1462088" cy="1524000"/>
          </a:xfrm>
          <a:custGeom xmlns:a="http://schemas.openxmlformats.org/drawingml/2006/main">
            <a:pathLst>
              <a:path w="1462088" h="1524000">
                <a:moveTo>
                  <a:pt x="1214438" y="0"/>
                </a:moveTo>
                <a:lnTo>
                  <a:pt x="1462088" y="0"/>
                </a:lnTo>
                <a:lnTo>
                  <a:pt x="1462088" y="1352550"/>
                </a:lnTo>
                <a:lnTo>
                  <a:pt x="0" y="1352550"/>
                </a:lnTo>
                <a:lnTo>
                  <a:pt x="0" y="15240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61" name="dp42-comparison / n180 / arrow">
            <a:extLst xmlns:a="http://schemas.openxmlformats.org/drawingml/2006/main">
              <a:ext uri="{FF2B5EF4-FFF2-40B4-BE49-F238E27FC236}">
                <a16:creationId xmlns:a16="http://schemas.microsoft.com/office/drawing/2014/main" id="{AAF2A876-A73F-4E24-81A2-2690A4A5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66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2" name="dp42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283989AB-A519-4811-96D3-0274C600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5591175"/>
            <a:ext cx="1052513" cy="1428750"/>
          </a:xfrm>
          <a:custGeom xmlns:a="http://schemas.openxmlformats.org/drawingml/2006/main">
            <a:pathLst>
              <a:path w="1052513" h="1428750">
                <a:moveTo>
                  <a:pt x="0" y="1428750"/>
                </a:moveTo>
                <a:lnTo>
                  <a:pt x="0" y="1323975"/>
                </a:lnTo>
                <a:lnTo>
                  <a:pt x="1052513" y="1323975"/>
                </a:lnTo>
                <a:lnTo>
                  <a:pt x="1052513" y="0"/>
                </a:lnTo>
                <a:lnTo>
                  <a:pt x="7381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63" name="dp42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5FB4083F-3395-49A2-9E7E-C2FD20BB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4" name="dp42-comparison / n82">
            <a:extLst xmlns:a="http://schemas.openxmlformats.org/drawingml/2006/main">
              <a:ext uri="{FF2B5EF4-FFF2-40B4-BE49-F238E27FC236}">
                <a16:creationId xmlns:a16="http://schemas.microsoft.com/office/drawing/2014/main" id="{A20B0437-33BE-41F5-A4EF-617EF37E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381250"/>
            <a:ext cx="43708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dp42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C9708617-8229-4EAE-BC8B-DF701123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390775"/>
            <a:ext cx="7810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“상반기로 할까요?”를 P1로 제시 → u2 “응, 상반기로”</a:t>
            </a:r>
          </a:p>
        </p:txBody>
      </p:sp>
      <p:sp>
        <p:nvSpPr>
          <p:cNvPr id="166" name="dp42-comparison / n84">
            <a:extLst xmlns:a="http://schemas.openxmlformats.org/drawingml/2006/main">
              <a:ext uri="{FF2B5EF4-FFF2-40B4-BE49-F238E27FC236}">
                <a16:creationId xmlns:a16="http://schemas.microsoft.com/office/drawing/2014/main" id="{18047F02-CFAE-421F-9B93-22FFD093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638425"/>
            <a:ext cx="131921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dp42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21851994-7AC5-44B8-9B73-A66525F8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4795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168" name="dp42-comparison / n87">
            <a:extLst xmlns:a="http://schemas.openxmlformats.org/drawingml/2006/main">
              <a:ext uri="{FF2B5EF4-FFF2-40B4-BE49-F238E27FC236}">
                <a16:creationId xmlns:a16="http://schemas.microsoft.com/office/drawing/2014/main" id="{8982A855-5BC2-46FE-9C7C-8146EE4A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628900"/>
            <a:ext cx="198577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p42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B4C6D162-8E5C-4BAA-BE5A-B5399115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63842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입력과 실제 응답의 연결 유지</a:t>
            </a:r>
          </a:p>
        </p:txBody>
      </p:sp>
      <p:sp>
        <p:nvSpPr>
          <p:cNvPr id="170" name="dp42-comparison / n89">
            <a:extLst xmlns:a="http://schemas.openxmlformats.org/drawingml/2006/main">
              <a:ext uri="{FF2B5EF4-FFF2-40B4-BE49-F238E27FC236}">
                <a16:creationId xmlns:a16="http://schemas.microsoft.com/office/drawing/2014/main" id="{31E1E58F-DD07-4F3A-9716-13DB3761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1940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dp42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BCF89135-F6D6-4E78-BB99-05E4CBBF7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82892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172" name="dp42-comparison / n92">
            <a:extLst xmlns:a="http://schemas.openxmlformats.org/drawingml/2006/main">
              <a:ext uri="{FF2B5EF4-FFF2-40B4-BE49-F238E27FC236}">
                <a16:creationId xmlns:a16="http://schemas.microsoft.com/office/drawing/2014/main" id="{87B4DC90-8637-473B-8123-7468116C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809875"/>
            <a:ext cx="22604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dp42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2CC3A3F5-3CAA-4061-AAFC-DC801F4B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81940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최초 위임 / Q1 답변 / 결과 수정</a:t>
            </a:r>
          </a:p>
        </p:txBody>
      </p:sp>
      <p:sp>
        <p:nvSpPr>
          <p:cNvPr id="174" name="dp42-comparison / n94">
            <a:extLst xmlns:a="http://schemas.openxmlformats.org/drawingml/2006/main">
              <a:ext uri="{FF2B5EF4-FFF2-40B4-BE49-F238E27FC236}">
                <a16:creationId xmlns:a16="http://schemas.microsoft.com/office/drawing/2014/main" id="{F2156609-ACB5-498B-8B96-BC7C0A43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000375"/>
            <a:ext cx="65627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dp42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B9755A8E-470F-425A-9E3F-AAE8E288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00990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T1</a:t>
            </a:r>
          </a:p>
        </p:txBody>
      </p:sp>
      <p:sp>
        <p:nvSpPr>
          <p:cNvPr id="176" name="dp42-comparison / n97">
            <a:extLst xmlns:a="http://schemas.openxmlformats.org/drawingml/2006/main">
              <a:ext uri="{FF2B5EF4-FFF2-40B4-BE49-F238E27FC236}">
                <a16:creationId xmlns:a16="http://schemas.microsoft.com/office/drawing/2014/main" id="{F13030EB-E182-4C5E-B325-7C7450459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990850"/>
            <a:ext cx="164172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dp42-comparison / n98 / text 1">
            <a:extLst xmlns:a="http://schemas.openxmlformats.org/drawingml/2006/main">
              <a:ext uri="{FF2B5EF4-FFF2-40B4-BE49-F238E27FC236}">
                <a16:creationId xmlns:a16="http://schemas.microsoft.com/office/drawing/2014/main" id="{6696796E-0993-4241-9B86-79E12A19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00037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보고서 업무와 결과 유지</a:t>
            </a:r>
          </a:p>
        </p:txBody>
      </p:sp>
      <p:sp>
        <p:nvSpPr>
          <p:cNvPr id="178" name="dp42-comparison / n99">
            <a:extLst xmlns:a="http://schemas.openxmlformats.org/drawingml/2006/main">
              <a:ext uri="{FF2B5EF4-FFF2-40B4-BE49-F238E27FC236}">
                <a16:creationId xmlns:a16="http://schemas.microsoft.com/office/drawing/2014/main" id="{D74F244B-5A25-4001-AE1E-8AE57F40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8135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dp42-comparison / n100 / text 1">
            <a:extLst xmlns:a="http://schemas.openxmlformats.org/drawingml/2006/main">
              <a:ext uri="{FF2B5EF4-FFF2-40B4-BE49-F238E27FC236}">
                <a16:creationId xmlns:a16="http://schemas.microsoft.com/office/drawing/2014/main" id="{44B0C4B8-4F00-447C-867B-0ADCA9ED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908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Execution / Question</a:t>
            </a:r>
          </a:p>
        </p:txBody>
      </p:sp>
      <p:sp>
        <p:nvSpPr>
          <p:cNvPr id="180" name="dp42-comparison / n102">
            <a:extLst xmlns:a="http://schemas.openxmlformats.org/drawingml/2006/main">
              <a:ext uri="{FF2B5EF4-FFF2-40B4-BE49-F238E27FC236}">
                <a16:creationId xmlns:a16="http://schemas.microsoft.com/office/drawing/2014/main" id="{E26A026C-7CF7-4B5A-A366-799FD05C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171825"/>
            <a:ext cx="219113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dp42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22C79BD8-FBA3-471D-926E-45F4DE779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18135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X1 완료 → X2 / Q1 제시 → 답변</a:t>
            </a:r>
          </a:p>
        </p:txBody>
      </p:sp>
      <p:sp>
        <p:nvSpPr>
          <p:cNvPr id="182" name="dp42-comparison / n104">
            <a:extLst xmlns:a="http://schemas.openxmlformats.org/drawingml/2006/main">
              <a:ext uri="{FF2B5EF4-FFF2-40B4-BE49-F238E27FC236}">
                <a16:creationId xmlns:a16="http://schemas.microsoft.com/office/drawing/2014/main" id="{753C05BC-AB14-4376-8ABB-0AA8264A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352800"/>
            <a:ext cx="344805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dp42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7BA29C23-B2B0-46B1-B5DC-8CB9AC36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362325"/>
            <a:ext cx="5286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강조 경계: Core/서비스 실행 영역 / 박스: 논리 Component</a:t>
            </a:r>
          </a:p>
        </p:txBody>
      </p:sp>
      <p:sp>
        <p:nvSpPr>
          <p:cNvPr id="184" name="dp42-comparison / n108">
            <a:extLst xmlns:a="http://schemas.openxmlformats.org/drawingml/2006/main">
              <a:ext uri="{FF2B5EF4-FFF2-40B4-BE49-F238E27FC236}">
                <a16:creationId xmlns:a16="http://schemas.microsoft.com/office/drawing/2014/main" id="{EA3B5BC5-02EB-47E8-86D0-584B4897B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71875"/>
            <a:ext cx="288226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dp42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62964174-8E36-4BC1-8E77-C319A596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81400"/>
            <a:ext cx="51435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같은 실행 경계 / 관련 변경의 공동 확정</a:t>
            </a:r>
          </a:p>
        </p:txBody>
      </p:sp>
      <p:sp>
        <p:nvSpPr>
          <p:cNvPr id="186" name="dp42-comparison / n120">
            <a:extLst xmlns:a="http://schemas.openxmlformats.org/drawingml/2006/main">
              <a:ext uri="{FF2B5EF4-FFF2-40B4-BE49-F238E27FC236}">
                <a16:creationId xmlns:a16="http://schemas.microsoft.com/office/drawing/2014/main" id="{CEAD7F72-FB65-4DD2-A426-A3374568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276725"/>
            <a:ext cx="250850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dp42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7B75F542-8AB5-4A72-823A-76121CAA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286250"/>
            <a:ext cx="28575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C1 / R2 / u2 → Q1 → T1 / P1 참조</a:t>
            </a:r>
          </a:p>
        </p:txBody>
      </p:sp>
      <p:sp>
        <p:nvSpPr>
          <p:cNvPr id="188" name="dp42-comparison / n122">
            <a:extLst xmlns:a="http://schemas.openxmlformats.org/drawingml/2006/main">
              <a:ext uri="{FF2B5EF4-FFF2-40B4-BE49-F238E27FC236}">
                <a16:creationId xmlns:a16="http://schemas.microsoft.com/office/drawing/2014/main" id="{7CFB82B6-A712-4972-83C4-15B9827E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95775"/>
            <a:ext cx="2044446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p42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DD632CF0-3E18-4694-BF3A-B6A0B9CD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0530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조회: T1 / X1 / Q1=OPEN,v7</a:t>
            </a:r>
          </a:p>
        </p:txBody>
      </p:sp>
      <p:sp>
        <p:nvSpPr>
          <p:cNvPr id="190" name="dp42-comparison / n126">
            <a:extLst xmlns:a="http://schemas.openxmlformats.org/drawingml/2006/main">
              <a:ext uri="{FF2B5EF4-FFF2-40B4-BE49-F238E27FC236}">
                <a16:creationId xmlns:a16="http://schemas.microsoft.com/office/drawing/2014/main" id="{EE6E88EB-F115-4F49-9251-A273C7A1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3800475"/>
            <a:ext cx="150514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p42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9E32802C-F627-48D5-B669-72A347AF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810000"/>
            <a:ext cx="22669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질문 조회 → / ← Q1,v7</a:t>
            </a:r>
          </a:p>
        </p:txBody>
      </p:sp>
      <p:sp>
        <p:nvSpPr>
          <p:cNvPr id="192" name="dp42-comparison / n129">
            <a:extLst xmlns:a="http://schemas.openxmlformats.org/drawingml/2006/main">
              <a:ext uri="{FF2B5EF4-FFF2-40B4-BE49-F238E27FC236}">
                <a16:creationId xmlns:a16="http://schemas.microsoft.com/office/drawing/2014/main" id="{55FC9D74-12A1-4399-B548-6613986F6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067175"/>
            <a:ext cx="162896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p42-comparison / n130 / text 1">
            <a:extLst xmlns:a="http://schemas.openxmlformats.org/drawingml/2006/main">
              <a:ext uri="{FF2B5EF4-FFF2-40B4-BE49-F238E27FC236}">
                <a16:creationId xmlns:a16="http://schemas.microsoft.com/office/drawing/2014/main" id="{8BE2F843-5C7F-4279-9924-727B6EF9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76700"/>
            <a:ext cx="22860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K1: Q1 답변=상반기 / v7</a:t>
            </a:r>
          </a:p>
        </p:txBody>
      </p:sp>
      <p:sp>
        <p:nvSpPr>
          <p:cNvPr id="194" name="dp42-comparison / n132">
            <a:extLst xmlns:a="http://schemas.openxmlformats.org/drawingml/2006/main">
              <a:ext uri="{FF2B5EF4-FFF2-40B4-BE49-F238E27FC236}">
                <a16:creationId xmlns:a16="http://schemas.microsoft.com/office/drawing/2014/main" id="{E976F0F7-4135-472B-B9B2-E2FD13A77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31482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p42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46989650-B816-466F-83E9-101E5098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24350"/>
            <a:ext cx="2286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접수 / 질문 / 결과</a:t>
            </a:r>
          </a:p>
        </p:txBody>
      </p:sp>
      <p:sp>
        <p:nvSpPr>
          <p:cNvPr id="196" name="dp42-comparison / n136">
            <a:extLst xmlns:a="http://schemas.openxmlformats.org/drawingml/2006/main">
              <a:ext uri="{FF2B5EF4-FFF2-40B4-BE49-F238E27FC236}">
                <a16:creationId xmlns:a16="http://schemas.microsoft.com/office/drawing/2014/main" id="{2B2F88DF-A683-4F98-BFFF-FD3A8296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962525"/>
            <a:ext cx="231990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p42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3DD94820-FA66-488A-ABD8-CBD1A9FB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972050"/>
            <a:ext cx="2571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+ 실제 제시 P1 → 답변 의미 제안</a:t>
            </a:r>
          </a:p>
        </p:txBody>
      </p:sp>
      <p:sp>
        <p:nvSpPr>
          <p:cNvPr id="198" name="dp42-comparison / n140">
            <a:extLst xmlns:a="http://schemas.openxmlformats.org/drawingml/2006/main">
              <a:ext uri="{FF2B5EF4-FFF2-40B4-BE49-F238E27FC236}">
                <a16:creationId xmlns:a16="http://schemas.microsoft.com/office/drawing/2014/main" id="{431B3385-6FD2-4883-8D03-0D3661DE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810125"/>
            <a:ext cx="1616964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p42-comparison / n141 / text 1">
            <a:extLst xmlns:a="http://schemas.openxmlformats.org/drawingml/2006/main">
              <a:ext uri="{FF2B5EF4-FFF2-40B4-BE49-F238E27FC236}">
                <a16:creationId xmlns:a16="http://schemas.microsoft.com/office/drawing/2014/main" id="{9C414FB3-DDF0-43A8-952C-83186936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81965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P2: 상반기 전달 확인</a:t>
            </a:r>
          </a:p>
        </p:txBody>
      </p:sp>
      <p:sp>
        <p:nvSpPr>
          <p:cNvPr id="200" name="dp42-comparison / n141 / text 2">
            <a:extLst xmlns:a="http://schemas.openxmlformats.org/drawingml/2006/main">
              <a:ext uri="{FF2B5EF4-FFF2-40B4-BE49-F238E27FC236}">
                <a16:creationId xmlns:a16="http://schemas.microsoft.com/office/drawing/2014/main" id="{5C0CF358-1D8E-49E7-8257-5F8FB9F35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681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게시 허용 / 실제 제시 반환</a:t>
            </a:r>
          </a:p>
        </p:txBody>
      </p:sp>
      <p:sp>
        <p:nvSpPr>
          <p:cNvPr id="201" name="dp42-comparison / n142">
            <a:extLst xmlns:a="http://schemas.openxmlformats.org/drawingml/2006/main">
              <a:ext uri="{FF2B5EF4-FFF2-40B4-BE49-F238E27FC236}">
                <a16:creationId xmlns:a16="http://schemas.microsoft.com/office/drawing/2014/main" id="{11134420-441D-426B-880A-FBA35D99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705475"/>
            <a:ext cx="222580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2-comparison / n143 / text 1">
            <a:extLst xmlns:a="http://schemas.openxmlformats.org/drawingml/2006/main">
              <a:ext uri="{FF2B5EF4-FFF2-40B4-BE49-F238E27FC236}">
                <a16:creationId xmlns:a16="http://schemas.microsoft.com/office/drawing/2014/main" id="{26467BC0-CF69-4CDD-8C30-FB501AD9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715000"/>
            <a:ext cx="2762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P1→Q1 실제 제시 / P2 전달 원장</a:t>
            </a:r>
          </a:p>
        </p:txBody>
      </p:sp>
      <p:sp>
        <p:nvSpPr>
          <p:cNvPr id="203" name="dp42-comparison / n146">
            <a:extLst xmlns:a="http://schemas.openxmlformats.org/drawingml/2006/main">
              <a:ext uri="{FF2B5EF4-FFF2-40B4-BE49-F238E27FC236}">
                <a16:creationId xmlns:a16="http://schemas.microsoft.com/office/drawing/2014/main" id="{C8F1CAA5-AD7C-40FF-B699-CC06E7409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577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2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7139D498-59B9-48E4-9D66-F747F773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66725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접수: Q1=ANSWERED,v8</a:t>
            </a:r>
          </a:p>
        </p:txBody>
      </p:sp>
      <p:sp>
        <p:nvSpPr>
          <p:cNvPr id="205" name="dp42-comparison / n147 / text 2">
            <a:extLst xmlns:a="http://schemas.openxmlformats.org/drawingml/2006/main">
              <a:ext uri="{FF2B5EF4-FFF2-40B4-BE49-F238E27FC236}">
                <a16:creationId xmlns:a16="http://schemas.microsoft.com/office/drawing/2014/main" id="{4C36E59C-2AF6-48B8-9886-6F925154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2727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K1=전송 대기</a:t>
            </a:r>
          </a:p>
        </p:txBody>
      </p:sp>
      <p:sp>
        <p:nvSpPr>
          <p:cNvPr id="206" name="dp42-comparison / n148">
            <a:extLst xmlns:a="http://schemas.openxmlformats.org/drawingml/2006/main">
              <a:ext uri="{FF2B5EF4-FFF2-40B4-BE49-F238E27FC236}">
                <a16:creationId xmlns:a16="http://schemas.microsoft.com/office/drawing/2014/main" id="{07E9617C-4E08-48EC-9509-882FBA5A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7054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p42-comparison / n149 / text 1">
            <a:extLst xmlns:a="http://schemas.openxmlformats.org/drawingml/2006/main">
              <a:ext uri="{FF2B5EF4-FFF2-40B4-BE49-F238E27FC236}">
                <a16:creationId xmlns:a16="http://schemas.microsoft.com/office/drawing/2014/main" id="{CA6BDC1D-1A3E-448E-BB1D-5F33397B1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715000"/>
            <a:ext cx="25812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외부 접수 / X1 관측 상태</a:t>
            </a:r>
          </a:p>
        </p:txBody>
      </p:sp>
      <p:sp>
        <p:nvSpPr>
          <p:cNvPr id="208" name="dp42-comparison / n158">
            <a:extLst xmlns:a="http://schemas.openxmlformats.org/drawingml/2006/main">
              <a:ext uri="{FF2B5EF4-FFF2-40B4-BE49-F238E27FC236}">
                <a16:creationId xmlns:a16="http://schemas.microsoft.com/office/drawing/2014/main" id="{455494F7-2790-40D3-8D0C-7E789832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000750"/>
            <a:ext cx="2105787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p42-comparison / n159 / text 1">
            <a:extLst xmlns:a="http://schemas.openxmlformats.org/drawingml/2006/main">
              <a:ext uri="{FF2B5EF4-FFF2-40B4-BE49-F238E27FC236}">
                <a16:creationId xmlns:a16="http://schemas.microsoft.com/office/drawing/2014/main" id="{34189CE9-5169-4A0D-AAAC-3C41222C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010275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R2↔Q1↔T1 연결과 K1을</a:t>
            </a:r>
          </a:p>
        </p:txBody>
      </p:sp>
      <p:sp>
        <p:nvSpPr>
          <p:cNvPr id="210" name="dp42-comparison / n159 / text 2">
            <a:extLst xmlns:a="http://schemas.openxmlformats.org/drawingml/2006/main">
              <a:ext uri="{FF2B5EF4-FFF2-40B4-BE49-F238E27FC236}">
                <a16:creationId xmlns:a16="http://schemas.microsoft.com/office/drawing/2014/main" id="{0E5241FA-08BE-45FF-8146-C2694015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170295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관련 owner 변경으로 함께 확정</a:t>
            </a:r>
          </a:p>
        </p:txBody>
      </p:sp>
      <p:sp>
        <p:nvSpPr>
          <p:cNvPr id="211" name="dp42-comparison / n160">
            <a:extLst xmlns:a="http://schemas.openxmlformats.org/drawingml/2006/main">
              <a:ext uri="{FF2B5EF4-FFF2-40B4-BE49-F238E27FC236}">
                <a16:creationId xmlns:a16="http://schemas.microsoft.com/office/drawing/2014/main" id="{B35150B1-A317-435C-8EDD-BA67B51A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6000750"/>
            <a:ext cx="181775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2-comparison / n161 / text 1">
            <a:extLst xmlns:a="http://schemas.openxmlformats.org/drawingml/2006/main">
              <a:ext uri="{FF2B5EF4-FFF2-40B4-BE49-F238E27FC236}">
                <a16:creationId xmlns:a16="http://schemas.microsoft.com/office/drawing/2014/main" id="{708C2A9A-5702-4922-90F9-F919D875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6010275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성공: 둘 다 반영</a:t>
            </a:r>
          </a:p>
        </p:txBody>
      </p:sp>
      <p:sp>
        <p:nvSpPr>
          <p:cNvPr id="213" name="dp42-comparison / n161 / text 2">
            <a:extLst xmlns:a="http://schemas.openxmlformats.org/drawingml/2006/main">
              <a:ext uri="{FF2B5EF4-FFF2-40B4-BE49-F238E27FC236}">
                <a16:creationId xmlns:a16="http://schemas.microsoft.com/office/drawing/2014/main" id="{3404E319-7E6F-4C49-9CC8-62F1FE47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6170295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충돌 / 실패: 둘 다 미반영</a:t>
            </a:r>
          </a:p>
        </p:txBody>
      </p:sp>
      <p:sp>
        <p:nvSpPr>
          <p:cNvPr id="214" name="dp42-comparison / n174">
            <a:extLst xmlns:a="http://schemas.openxmlformats.org/drawingml/2006/main">
              <a:ext uri="{FF2B5EF4-FFF2-40B4-BE49-F238E27FC236}">
                <a16:creationId xmlns:a16="http://schemas.microsoft.com/office/drawing/2014/main" id="{A5536A9D-CE3A-407C-A1DD-68651E22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6705600"/>
            <a:ext cx="3260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p42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13B3F9D8-6993-4390-93D7-D28A695E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715125"/>
            <a:ext cx="50863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release(P2,epoch) / receipt(P2,실제 전달 범위)</a:t>
            </a:r>
          </a:p>
        </p:txBody>
      </p:sp>
      <p:sp>
        <p:nvSpPr>
          <p:cNvPr id="216" name="dp42-comparison / n182">
            <a:extLst xmlns:a="http://schemas.openxmlformats.org/drawingml/2006/main">
              <a:ext uri="{FF2B5EF4-FFF2-40B4-BE49-F238E27FC236}">
                <a16:creationId xmlns:a16="http://schemas.microsoft.com/office/drawing/2014/main" id="{C521F387-1232-45DC-9328-1BA2D3E4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810375"/>
            <a:ext cx="223837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p42-comparison / n183 / text 1">
            <a:extLst xmlns:a="http://schemas.openxmlformats.org/drawingml/2006/main">
              <a:ext uri="{FF2B5EF4-FFF2-40B4-BE49-F238E27FC236}">
                <a16:creationId xmlns:a16="http://schemas.microsoft.com/office/drawing/2014/main" id="{34B34719-CA29-4232-9B1D-0036C0CF4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819900"/>
            <a:ext cx="22002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입력 / Text / Voice 실제 전달</a:t>
            </a:r>
          </a:p>
        </p:txBody>
      </p:sp>
      <p:sp>
        <p:nvSpPr>
          <p:cNvPr id="218" name="dp42-comparison / n184">
            <a:extLst xmlns:a="http://schemas.openxmlformats.org/drawingml/2006/main">
              <a:ext uri="{FF2B5EF4-FFF2-40B4-BE49-F238E27FC236}">
                <a16:creationId xmlns:a16="http://schemas.microsoft.com/office/drawing/2014/main" id="{22C1A177-229A-45D1-BC7B-0BBBC6E3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7343775"/>
            <a:ext cx="1732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p42-comparison / n185 / text 1">
            <a:extLst xmlns:a="http://schemas.openxmlformats.org/drawingml/2006/main">
              <a:ext uri="{FF2B5EF4-FFF2-40B4-BE49-F238E27FC236}">
                <a16:creationId xmlns:a16="http://schemas.microsoft.com/office/drawing/2014/main" id="{C697EFD5-8C1A-406E-AB48-5244B420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7353300"/>
            <a:ext cx="2190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같은 해석</a:t>
            </a:r>
          </a:p>
        </p:txBody>
      </p:sp>
      <p:sp>
        <p:nvSpPr>
          <p:cNvPr id="220" name="dp42-comparison / n186">
            <a:extLst xmlns:a="http://schemas.openxmlformats.org/drawingml/2006/main">
              <a:ext uri="{FF2B5EF4-FFF2-40B4-BE49-F238E27FC236}">
                <a16:creationId xmlns:a16="http://schemas.microsoft.com/office/drawing/2014/main" id="{D4D7FE4E-74D8-431C-8054-45C3C976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7343775"/>
            <a:ext cx="1641348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p42-comparison / n187 / text 1">
            <a:extLst xmlns:a="http://schemas.openxmlformats.org/drawingml/2006/main">
              <a:ext uri="{FF2B5EF4-FFF2-40B4-BE49-F238E27FC236}">
                <a16:creationId xmlns:a16="http://schemas.microsoft.com/office/drawing/2014/main" id="{C1AB4083-8098-45C6-A913-53465D26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7353300"/>
            <a:ext cx="23336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전송 / 외부 접수 확인</a:t>
            </a:r>
          </a:p>
        </p:txBody>
      </p:sp>
      <p:sp>
        <p:nvSpPr>
          <p:cNvPr id="222" name="dp42-comparison / n188">
            <a:extLst xmlns:a="http://schemas.openxmlformats.org/drawingml/2006/main">
              <a:ext uri="{FF2B5EF4-FFF2-40B4-BE49-F238E27FC236}">
                <a16:creationId xmlns:a16="http://schemas.microsoft.com/office/drawing/2014/main" id="{AC28239D-ED7E-4AE9-84EE-B43BA6E5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7343775"/>
            <a:ext cx="185928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p42-comparison / n189 / text 1">
            <a:extLst xmlns:a="http://schemas.openxmlformats.org/drawingml/2006/main">
              <a:ext uri="{FF2B5EF4-FFF2-40B4-BE49-F238E27FC236}">
                <a16:creationId xmlns:a16="http://schemas.microsoft.com/office/drawing/2014/main" id="{9D45F6D7-A9D3-4A6C-AD2E-216E6041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7353300"/>
            <a:ext cx="2238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Voice Runtime: 음성 I/O 구현</a:t>
            </a:r>
          </a:p>
        </p:txBody>
      </p:sp>
      <p:sp>
        <p:nvSpPr>
          <p:cNvPr id="224" name="dp42-comparison / n194 / path">
            <a:extLst xmlns:a="http://schemas.openxmlformats.org/drawingml/2006/main">
              <a:ext uri="{FF2B5EF4-FFF2-40B4-BE49-F238E27FC236}">
                <a16:creationId xmlns:a16="http://schemas.microsoft.com/office/drawing/2014/main" id="{A919421D-B1B8-46A4-9F73-EC9760CC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280035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5" name="dp42-comparison / n199 / path">
            <a:extLst xmlns:a="http://schemas.openxmlformats.org/drawingml/2006/main">
              <a:ext uri="{FF2B5EF4-FFF2-40B4-BE49-F238E27FC236}">
                <a16:creationId xmlns:a16="http://schemas.microsoft.com/office/drawing/2014/main" id="{EFE3BD0E-8A08-4259-89A4-BF88D1A4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2981325"/>
            <a:ext cx="4495800" cy="953"/>
          </a:xfrm>
          <a:custGeom xmlns:a="http://schemas.openxmlformats.org/drawingml/2006/main">
            <a:pathLst>
              <a:path w="4495800" h="953">
                <a:moveTo>
                  <a:pt x="0" y="0"/>
                </a:moveTo>
                <a:lnTo>
                  <a:pt x="449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6" name="dp42-comparison / n204 / path">
            <a:extLst xmlns:a="http://schemas.openxmlformats.org/drawingml/2006/main">
              <a:ext uri="{FF2B5EF4-FFF2-40B4-BE49-F238E27FC236}">
                <a16:creationId xmlns:a16="http://schemas.microsoft.com/office/drawing/2014/main" id="{49659515-EB55-4D3D-AF33-5BA84CEF3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316230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7" name="dp42-comparison / n209 / path">
            <a:extLst xmlns:a="http://schemas.openxmlformats.org/drawingml/2006/main">
              <a:ext uri="{FF2B5EF4-FFF2-40B4-BE49-F238E27FC236}">
                <a16:creationId xmlns:a16="http://schemas.microsoft.com/office/drawing/2014/main" id="{3E272796-F5F2-4DEB-9E09-0F85213D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3343275"/>
            <a:ext cx="5210175" cy="953"/>
          </a:xfrm>
          <a:custGeom xmlns:a="http://schemas.openxmlformats.org/drawingml/2006/main">
            <a:pathLst>
              <a:path w="5210175" h="953">
                <a:moveTo>
                  <a:pt x="0" y="0"/>
                </a:moveTo>
                <a:lnTo>
                  <a:pt x="521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8" name="dp42-comparison / n214">
            <a:extLst xmlns:a="http://schemas.openxmlformats.org/drawingml/2006/main">
              <a:ext uri="{FF2B5EF4-FFF2-40B4-BE49-F238E27FC236}">
                <a16:creationId xmlns:a16="http://schemas.microsoft.com/office/drawing/2014/main" id="{E7374F36-5772-4EED-9986-51D62B33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495675"/>
            <a:ext cx="4000500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229" name="dp42-comparison / n215 / text 1">
            <a:extLst xmlns:a="http://schemas.openxmlformats.org/drawingml/2006/main">
              <a:ext uri="{FF2B5EF4-FFF2-40B4-BE49-F238E27FC236}">
                <a16:creationId xmlns:a16="http://schemas.microsoft.com/office/drawing/2014/main" id="{EEED22FB-2B77-401D-9906-FBC351E4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3590925"/>
            <a:ext cx="37528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대화 서비스</a:t>
            </a:r>
          </a:p>
        </p:txBody>
      </p:sp>
      <p:sp>
        <p:nvSpPr>
          <p:cNvPr id="230" name="dp42-comparison / n216">
            <a:extLst xmlns:a="http://schemas.openxmlformats.org/drawingml/2006/main">
              <a:ext uri="{FF2B5EF4-FFF2-40B4-BE49-F238E27FC236}">
                <a16:creationId xmlns:a16="http://schemas.microsoft.com/office/drawing/2014/main" id="{0A8AEC83-E4A7-447C-8D13-9F088E06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3495675"/>
            <a:ext cx="338137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231" name="dp42-comparison / n217 / text 1">
            <a:extLst xmlns:a="http://schemas.openxmlformats.org/drawingml/2006/main">
              <a:ext uri="{FF2B5EF4-FFF2-40B4-BE49-F238E27FC236}">
                <a16:creationId xmlns:a16="http://schemas.microsoft.com/office/drawing/2014/main" id="{79D0E7DA-BE77-4EEE-AC54-2A5FA0F5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3590925"/>
            <a:ext cx="31337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업무 서비스</a:t>
            </a:r>
          </a:p>
        </p:txBody>
      </p:sp>
      <p:sp>
        <p:nvSpPr>
          <p:cNvPr id="232" name="dp42-comparison / n222">
            <a:extLst xmlns:a="http://schemas.openxmlformats.org/drawingml/2006/main">
              <a:ext uri="{FF2B5EF4-FFF2-40B4-BE49-F238E27FC236}">
                <a16:creationId xmlns:a16="http://schemas.microsoft.com/office/drawing/2014/main" id="{3FA68D3C-C0F8-4A9B-A0EF-81EE43716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9147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3" name="dp42-comparison / n223 / text 1">
            <a:extLst xmlns:a="http://schemas.openxmlformats.org/drawingml/2006/main">
              <a:ext uri="{FF2B5EF4-FFF2-40B4-BE49-F238E27FC236}">
                <a16:creationId xmlns:a16="http://schemas.microsoft.com/office/drawing/2014/main" id="{4DCF902C-EA78-46A5-BD01-A6279CA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39747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34" name="dp42-comparison / n224">
            <a:extLst xmlns:a="http://schemas.openxmlformats.org/drawingml/2006/main">
              <a:ext uri="{FF2B5EF4-FFF2-40B4-BE49-F238E27FC236}">
                <a16:creationId xmlns:a16="http://schemas.microsoft.com/office/drawing/2014/main" id="{B09EE3F8-16B0-45CA-89E3-B7A73ADC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39147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5" name="dp42-comparison / n225 / text 1">
            <a:extLst xmlns:a="http://schemas.openxmlformats.org/drawingml/2006/main">
              <a:ext uri="{FF2B5EF4-FFF2-40B4-BE49-F238E27FC236}">
                <a16:creationId xmlns:a16="http://schemas.microsoft.com/office/drawing/2014/main" id="{106D9430-9011-4DD0-A080-9448B8A5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350" y="39747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236" name="dp42-comparison / n226">
            <a:extLst xmlns:a="http://schemas.openxmlformats.org/drawingml/2006/main">
              <a:ext uri="{FF2B5EF4-FFF2-40B4-BE49-F238E27FC236}">
                <a16:creationId xmlns:a16="http://schemas.microsoft.com/office/drawing/2014/main" id="{48363BB2-AC2B-4783-9528-F000402A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619625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7" name="dp42-comparison / n227 / text 1">
            <a:extLst xmlns:a="http://schemas.openxmlformats.org/drawingml/2006/main">
              <a:ext uri="{FF2B5EF4-FFF2-40B4-BE49-F238E27FC236}">
                <a16:creationId xmlns:a16="http://schemas.microsoft.com/office/drawing/2014/main" id="{DBD802FF-03FB-4D2A-A7C8-419A150B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676299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238" name="dp42-comparison / n228">
            <a:extLst xmlns:a="http://schemas.openxmlformats.org/drawingml/2006/main">
              <a:ext uri="{FF2B5EF4-FFF2-40B4-BE49-F238E27FC236}">
                <a16:creationId xmlns:a16="http://schemas.microsoft.com/office/drawing/2014/main" id="{FEC3A8D6-1DCD-490B-AAD9-163DA790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3244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9" name="dp42-comparison / n229 / text 1">
            <a:extLst xmlns:a="http://schemas.openxmlformats.org/drawingml/2006/main">
              <a:ext uri="{FF2B5EF4-FFF2-40B4-BE49-F238E27FC236}">
                <a16:creationId xmlns:a16="http://schemas.microsoft.com/office/drawing/2014/main" id="{3E0B4D48-7439-4F37-A35F-F1D71304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3844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240" name="dp42-comparison / n230">
            <a:extLst xmlns:a="http://schemas.openxmlformats.org/drawingml/2006/main">
              <a:ext uri="{FF2B5EF4-FFF2-40B4-BE49-F238E27FC236}">
                <a16:creationId xmlns:a16="http://schemas.microsoft.com/office/drawing/2014/main" id="{DF097DB0-98F0-4FFE-B5FE-0CD59A67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53244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41" name="dp42-comparison / n231 / text 1">
            <a:extLst xmlns:a="http://schemas.openxmlformats.org/drawingml/2006/main">
              <a:ext uri="{FF2B5EF4-FFF2-40B4-BE49-F238E27FC236}">
                <a16:creationId xmlns:a16="http://schemas.microsoft.com/office/drawing/2014/main" id="{546E4476-D754-4CAD-AA2A-C27ABA0B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350" y="53844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242" name="dp42-comparison / n236 / path">
            <a:extLst xmlns:a="http://schemas.openxmlformats.org/drawingml/2006/main">
              <a:ext uri="{FF2B5EF4-FFF2-40B4-BE49-F238E27FC236}">
                <a16:creationId xmlns:a16="http://schemas.microsoft.com/office/drawing/2014/main" id="{5F294762-D378-43C9-A669-5E7E5D19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819525"/>
            <a:ext cx="3000375" cy="180975"/>
          </a:xfrm>
          <a:custGeom xmlns:a="http://schemas.openxmlformats.org/drawingml/2006/main">
            <a:pathLst>
              <a:path w="3000375" h="180975">
                <a:moveTo>
                  <a:pt x="0" y="180975"/>
                </a:moveTo>
                <a:lnTo>
                  <a:pt x="190500" y="180975"/>
                </a:lnTo>
                <a:lnTo>
                  <a:pt x="190500" y="0"/>
                </a:lnTo>
                <a:lnTo>
                  <a:pt x="3000375" y="0"/>
                </a:lnTo>
                <a:lnTo>
                  <a:pt x="3000375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3" name="dp42-comparison / n236 / arrow">
            <a:extLst xmlns:a="http://schemas.openxmlformats.org/drawingml/2006/main">
              <a:ext uri="{FF2B5EF4-FFF2-40B4-BE49-F238E27FC236}">
                <a16:creationId xmlns:a16="http://schemas.microsoft.com/office/drawing/2014/main" id="{5BFD428A-45C8-4A28-9668-9AA0D80F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6472" y="38477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4" name="dp42-comparison / n237 / path">
            <a:extLst xmlns:a="http://schemas.openxmlformats.org/drawingml/2006/main">
              <a:ext uri="{FF2B5EF4-FFF2-40B4-BE49-F238E27FC236}">
                <a16:creationId xmlns:a16="http://schemas.microsoft.com/office/drawing/2014/main" id="{E542AE28-1E84-4852-9FE6-5AB884A3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876675"/>
            <a:ext cx="3143250" cy="190500"/>
          </a:xfrm>
          <a:custGeom xmlns:a="http://schemas.openxmlformats.org/drawingml/2006/main">
            <a:pathLst>
              <a:path w="3143250" h="190500">
                <a:moveTo>
                  <a:pt x="3143250" y="38100"/>
                </a:moveTo>
                <a:lnTo>
                  <a:pt x="3143250" y="0"/>
                </a:lnTo>
                <a:lnTo>
                  <a:pt x="95250" y="0"/>
                </a:lnTo>
                <a:lnTo>
                  <a:pt x="95250" y="190500"/>
                </a:lnTo>
                <a:lnTo>
                  <a:pt x="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5" name="dp42-comparison / n237 / arrow">
            <a:extLst xmlns:a="http://schemas.openxmlformats.org/drawingml/2006/main">
              <a:ext uri="{FF2B5EF4-FFF2-40B4-BE49-F238E27FC236}">
                <a16:creationId xmlns:a16="http://schemas.microsoft.com/office/drawing/2014/main" id="{A324BC67-75CA-442D-B38C-0B057518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33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6" name="dp42-comparison / n240 / path">
            <a:extLst xmlns:a="http://schemas.openxmlformats.org/drawingml/2006/main">
              <a:ext uri="{FF2B5EF4-FFF2-40B4-BE49-F238E27FC236}">
                <a16:creationId xmlns:a16="http://schemas.microsoft.com/office/drawing/2014/main" id="{231E6E56-2F0F-4DD3-9572-3EF320FE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181475"/>
            <a:ext cx="2667000" cy="953"/>
          </a:xfrm>
          <a:custGeom xmlns:a="http://schemas.openxmlformats.org/drawingml/2006/main"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7" name="dp42-comparison / n240 / arrow">
            <a:extLst xmlns:a="http://schemas.openxmlformats.org/drawingml/2006/main">
              <a:ext uri="{FF2B5EF4-FFF2-40B4-BE49-F238E27FC236}">
                <a16:creationId xmlns:a16="http://schemas.microsoft.com/office/drawing/2014/main" id="{D855FF90-82EE-42C0-8656-6F89A892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9569" y="41479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8" name="dp42-comparison / n243 / path">
            <a:extLst xmlns:a="http://schemas.openxmlformats.org/drawingml/2006/main">
              <a:ext uri="{FF2B5EF4-FFF2-40B4-BE49-F238E27FC236}">
                <a16:creationId xmlns:a16="http://schemas.microsoft.com/office/drawing/2014/main" id="{A66DC805-85FF-436A-9A83-5DD510AA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00500"/>
            <a:ext cx="2667000" cy="495300"/>
          </a:xfrm>
          <a:custGeom xmlns:a="http://schemas.openxmlformats.org/drawingml/2006/main">
            <a:pathLst>
              <a:path w="2667000" h="495300">
                <a:moveTo>
                  <a:pt x="2667000" y="0"/>
                </a:moveTo>
                <a:lnTo>
                  <a:pt x="2457450" y="0"/>
                </a:lnTo>
                <a:lnTo>
                  <a:pt x="2457450" y="495300"/>
                </a:lnTo>
                <a:lnTo>
                  <a:pt x="161925" y="495300"/>
                </a:lnTo>
                <a:lnTo>
                  <a:pt x="1619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9" name="dp42-comparison / n243 / arrow">
            <a:extLst xmlns:a="http://schemas.openxmlformats.org/drawingml/2006/main">
              <a:ext uri="{FF2B5EF4-FFF2-40B4-BE49-F238E27FC236}">
                <a16:creationId xmlns:a16="http://schemas.microsoft.com/office/drawing/2014/main" id="{F9C8F40B-FAC3-4D4F-86A8-BC48AE4B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9669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0" name="dp42-comparison / n246 / path">
            <a:extLst xmlns:a="http://schemas.openxmlformats.org/drawingml/2006/main">
              <a:ext uri="{FF2B5EF4-FFF2-40B4-BE49-F238E27FC236}">
                <a16:creationId xmlns:a16="http://schemas.microsoft.com/office/drawing/2014/main" id="{41A4BA7C-AA2C-4C5D-89D5-F05520FA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1813" y="4257675"/>
            <a:ext cx="953" cy="361950"/>
          </a:xfrm>
          <a:custGeom xmlns:a="http://schemas.openxmlformats.org/drawingml/2006/main">
            <a:pathLst>
              <a:path w="953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1" name="dp42-comparison / n246 / arrow">
            <a:extLst xmlns:a="http://schemas.openxmlformats.org/drawingml/2006/main">
              <a:ext uri="{FF2B5EF4-FFF2-40B4-BE49-F238E27FC236}">
                <a16:creationId xmlns:a16="http://schemas.microsoft.com/office/drawing/2014/main" id="{71F0195D-E709-4E7E-9127-BB25A13A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285" y="45525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2" name="dp42-comparison / n247 / path">
            <a:extLst xmlns:a="http://schemas.openxmlformats.org/drawingml/2006/main">
              <a:ext uri="{FF2B5EF4-FFF2-40B4-BE49-F238E27FC236}">
                <a16:creationId xmlns:a16="http://schemas.microsoft.com/office/drawing/2014/main" id="{2F873692-F33B-4029-BFD2-3AF0D496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9063" y="3914775"/>
            <a:ext cx="953" cy="1028700"/>
          </a:xfrm>
          <a:custGeom xmlns:a="http://schemas.openxmlformats.org/drawingml/2006/main">
            <a:pathLst>
              <a:path w="953" h="1028700">
                <a:moveTo>
                  <a:pt x="0" y="10287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3" name="dp42-comparison / n247 / arrow">
            <a:extLst xmlns:a="http://schemas.openxmlformats.org/drawingml/2006/main">
              <a:ext uri="{FF2B5EF4-FFF2-40B4-BE49-F238E27FC236}">
                <a16:creationId xmlns:a16="http://schemas.microsoft.com/office/drawing/2014/main" id="{7CD6E4BF-52FA-456F-B601-BC927952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5535" y="39147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4" name="dp42-comparison / n250 / path">
            <a:extLst xmlns:a="http://schemas.openxmlformats.org/drawingml/2006/main">
              <a:ext uri="{FF2B5EF4-FFF2-40B4-BE49-F238E27FC236}">
                <a16:creationId xmlns:a16="http://schemas.microsoft.com/office/drawing/2014/main" id="{4F8537F6-772B-4044-B07C-57590D41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86225"/>
            <a:ext cx="642938" cy="1238250"/>
          </a:xfrm>
          <a:custGeom xmlns:a="http://schemas.openxmlformats.org/drawingml/2006/main">
            <a:pathLst>
              <a:path w="642938" h="1238250">
                <a:moveTo>
                  <a:pt x="95250" y="0"/>
                </a:moveTo>
                <a:lnTo>
                  <a:pt x="0" y="0"/>
                </a:lnTo>
                <a:lnTo>
                  <a:pt x="0" y="1152525"/>
                </a:lnTo>
                <a:lnTo>
                  <a:pt x="642938" y="1152525"/>
                </a:lnTo>
                <a:lnTo>
                  <a:pt x="642938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5" name="dp42-comparison / n250 / arrow">
            <a:extLst xmlns:a="http://schemas.openxmlformats.org/drawingml/2006/main">
              <a:ext uri="{FF2B5EF4-FFF2-40B4-BE49-F238E27FC236}">
                <a16:creationId xmlns:a16="http://schemas.microsoft.com/office/drawing/2014/main" id="{D0F0BD6B-8F58-4039-93BB-EE1B84DE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410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6" name="dp42-comparison / n251 / path">
            <a:extLst xmlns:a="http://schemas.openxmlformats.org/drawingml/2006/main">
              <a:ext uri="{FF2B5EF4-FFF2-40B4-BE49-F238E27FC236}">
                <a16:creationId xmlns:a16="http://schemas.microsoft.com/office/drawing/2014/main" id="{57109AE0-B13A-49FF-9510-AB095A79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105275"/>
            <a:ext cx="381000" cy="1295400"/>
          </a:xfrm>
          <a:custGeom xmlns:a="http://schemas.openxmlformats.org/drawingml/2006/main">
            <a:pathLst>
              <a:path w="381000" h="1295400">
                <a:moveTo>
                  <a:pt x="0" y="1295400"/>
                </a:moveTo>
                <a:lnTo>
                  <a:pt x="381000" y="1295400"/>
                </a:lnTo>
                <a:lnTo>
                  <a:pt x="3810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7" name="dp42-comparison / n251 / arrow">
            <a:extLst xmlns:a="http://schemas.openxmlformats.org/drawingml/2006/main">
              <a:ext uri="{FF2B5EF4-FFF2-40B4-BE49-F238E27FC236}">
                <a16:creationId xmlns:a16="http://schemas.microsoft.com/office/drawing/2014/main" id="{DD8570D9-7933-4B23-89DF-83130EAB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717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8" name="dp42-comparison / n256 / path">
            <a:extLst xmlns:a="http://schemas.openxmlformats.org/drawingml/2006/main">
              <a:ext uri="{FF2B5EF4-FFF2-40B4-BE49-F238E27FC236}">
                <a16:creationId xmlns:a16="http://schemas.microsoft.com/office/drawing/2014/main" id="{105FD260-1526-4A1C-9F61-E73506DF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0" y="4257675"/>
            <a:ext cx="953" cy="1066800"/>
          </a:xfrm>
          <a:custGeom xmlns:a="http://schemas.openxmlformats.org/drawingml/2006/main">
            <a:pathLst>
              <a:path w="953" h="1066800">
                <a:moveTo>
                  <a:pt x="0" y="0"/>
                </a:move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9" name="dp42-comparison / n256 / arrow">
            <a:extLst xmlns:a="http://schemas.openxmlformats.org/drawingml/2006/main">
              <a:ext uri="{FF2B5EF4-FFF2-40B4-BE49-F238E27FC236}">
                <a16:creationId xmlns:a16="http://schemas.microsoft.com/office/drawing/2014/main" id="{824417E2-9758-432A-881D-0039D16AC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58972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0" name="dp42-comparison / n257 / path">
            <a:extLst xmlns:a="http://schemas.openxmlformats.org/drawingml/2006/main">
              <a:ext uri="{FF2B5EF4-FFF2-40B4-BE49-F238E27FC236}">
                <a16:creationId xmlns:a16="http://schemas.microsoft.com/office/drawing/2014/main" id="{5E916C6B-4E9E-4D3F-9125-68444592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0" y="4086225"/>
            <a:ext cx="123825" cy="1409700"/>
          </a:xfrm>
          <a:custGeom xmlns:a="http://schemas.openxmlformats.org/drawingml/2006/main">
            <a:pathLst>
              <a:path w="123825" h="1409700">
                <a:moveTo>
                  <a:pt x="123825" y="1409700"/>
                </a:moveTo>
                <a:lnTo>
                  <a:pt x="0" y="1409700"/>
                </a:lnTo>
                <a:lnTo>
                  <a:pt x="0" y="0"/>
                </a:ln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1" name="dp42-comparison / n257 / arrow">
            <a:extLst xmlns:a="http://schemas.openxmlformats.org/drawingml/2006/main">
              <a:ext uri="{FF2B5EF4-FFF2-40B4-BE49-F238E27FC236}">
                <a16:creationId xmlns:a16="http://schemas.microsoft.com/office/drawing/2014/main" id="{6230FA88-5473-402B-8483-6A539565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9569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2" name="dp42-comparison / n262">
            <a:extLst xmlns:a="http://schemas.openxmlformats.org/drawingml/2006/main">
              <a:ext uri="{FF2B5EF4-FFF2-40B4-BE49-F238E27FC236}">
                <a16:creationId xmlns:a16="http://schemas.microsoft.com/office/drawing/2014/main" id="{5803ACA7-5994-40AF-945E-EA03E70B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3619500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63" name="dp42-comparison / n263 / text 1">
            <a:extLst xmlns:a="http://schemas.openxmlformats.org/drawingml/2006/main">
              <a:ext uri="{FF2B5EF4-FFF2-40B4-BE49-F238E27FC236}">
                <a16:creationId xmlns:a16="http://schemas.microsoft.com/office/drawing/2014/main" id="{2906B3A0-EDE6-4462-B674-45AA26B1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6515100"/>
            <a:ext cx="34480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대화 상태 저장소</a:t>
            </a:r>
          </a:p>
        </p:txBody>
      </p:sp>
      <p:sp>
        <p:nvSpPr>
          <p:cNvPr id="264" name="dp42-comparison / n264">
            <a:extLst xmlns:a="http://schemas.openxmlformats.org/drawingml/2006/main">
              <a:ext uri="{FF2B5EF4-FFF2-40B4-BE49-F238E27FC236}">
                <a16:creationId xmlns:a16="http://schemas.microsoft.com/office/drawing/2014/main" id="{C9656219-A41F-428C-A55A-5E2472C0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6400800"/>
            <a:ext cx="3000375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65" name="dp42-comparison / n265 / text 1">
            <a:extLst xmlns:a="http://schemas.openxmlformats.org/drawingml/2006/main">
              <a:ext uri="{FF2B5EF4-FFF2-40B4-BE49-F238E27FC236}">
                <a16:creationId xmlns:a16="http://schemas.microsoft.com/office/drawing/2014/main" id="{D66525D3-1E12-44EC-992C-ECAEE99FC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3725" y="6515100"/>
            <a:ext cx="2828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업무 상태 저장소</a:t>
            </a:r>
          </a:p>
        </p:txBody>
      </p:sp>
      <p:sp>
        <p:nvSpPr>
          <p:cNvPr id="266" name="dp42-comparison / n266 / path">
            <a:extLst xmlns:a="http://schemas.openxmlformats.org/drawingml/2006/main">
              <a:ext uri="{FF2B5EF4-FFF2-40B4-BE49-F238E27FC236}">
                <a16:creationId xmlns:a16="http://schemas.microsoft.com/office/drawing/2014/main" id="{3B16F963-0945-4784-97CF-73C1087B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238625"/>
            <a:ext cx="266700" cy="2162175"/>
          </a:xfrm>
          <a:custGeom xmlns:a="http://schemas.openxmlformats.org/drawingml/2006/main">
            <a:pathLst>
              <a:path w="266700" h="2162175">
                <a:moveTo>
                  <a:pt x="0" y="0"/>
                </a:moveTo>
                <a:lnTo>
                  <a:pt x="266700" y="0"/>
                </a:lnTo>
                <a:lnTo>
                  <a:pt x="266700" y="2057400"/>
                </a:lnTo>
                <a:lnTo>
                  <a:pt x="47625" y="2057400"/>
                </a:lnTo>
                <a:lnTo>
                  <a:pt x="47625" y="21621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7" name="dp42-comparison / n266 / arrow">
            <a:extLst xmlns:a="http://schemas.openxmlformats.org/drawingml/2006/main">
              <a:ext uri="{FF2B5EF4-FFF2-40B4-BE49-F238E27FC236}">
                <a16:creationId xmlns:a16="http://schemas.microsoft.com/office/drawing/2014/main" id="{A6CCD14B-5E5A-40E2-B76E-5A57C136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3722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8" name="dp42-comparison / n267 / path">
            <a:extLst xmlns:a="http://schemas.openxmlformats.org/drawingml/2006/main">
              <a:ext uri="{FF2B5EF4-FFF2-40B4-BE49-F238E27FC236}">
                <a16:creationId xmlns:a16="http://schemas.microsoft.com/office/drawing/2014/main" id="{113BDB7C-C6A2-40E5-BE02-39A97B49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92275" y="4238625"/>
            <a:ext cx="585788" cy="2162175"/>
          </a:xfrm>
          <a:custGeom xmlns:a="http://schemas.openxmlformats.org/drawingml/2006/main">
            <a:pathLst>
              <a:path w="585788" h="2162175">
                <a:moveTo>
                  <a:pt x="514350" y="0"/>
                </a:moveTo>
                <a:lnTo>
                  <a:pt x="0" y="0"/>
                </a:lnTo>
                <a:lnTo>
                  <a:pt x="0" y="2057400"/>
                </a:lnTo>
                <a:lnTo>
                  <a:pt x="585788" y="2057400"/>
                </a:lnTo>
                <a:lnTo>
                  <a:pt x="585788" y="21621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9" name="dp42-comparison / n267 / arrow">
            <a:extLst xmlns:a="http://schemas.openxmlformats.org/drawingml/2006/main">
              <a:ext uri="{FF2B5EF4-FFF2-40B4-BE49-F238E27FC236}">
                <a16:creationId xmlns:a16="http://schemas.microsoft.com/office/drawing/2014/main" id="{821D7300-9020-497D-A27E-C000E13C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4535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0" name="dp42-comparison / n268 / path">
            <a:extLst xmlns:a="http://schemas.openxmlformats.org/drawingml/2006/main">
              <a:ext uri="{FF2B5EF4-FFF2-40B4-BE49-F238E27FC236}">
                <a16:creationId xmlns:a16="http://schemas.microsoft.com/office/drawing/2014/main" id="{08C72CA6-2014-47FF-A57F-6D9D0505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1938" y="4257675"/>
            <a:ext cx="3929063" cy="285750"/>
          </a:xfrm>
          <a:custGeom xmlns:a="http://schemas.openxmlformats.org/drawingml/2006/main">
            <a:pathLst>
              <a:path w="3929063" h="285750">
                <a:moveTo>
                  <a:pt x="3929063" y="0"/>
                </a:moveTo>
                <a:lnTo>
                  <a:pt x="3929063" y="228600"/>
                </a:lnTo>
                <a:lnTo>
                  <a:pt x="2309813" y="228600"/>
                </a:lnTo>
                <a:lnTo>
                  <a:pt x="2309813" y="285750"/>
                </a:lnTo>
                <a:lnTo>
                  <a:pt x="0" y="2857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71" name="dp42-comparison / n268 / arrow">
            <a:extLst xmlns:a="http://schemas.openxmlformats.org/drawingml/2006/main">
              <a:ext uri="{FF2B5EF4-FFF2-40B4-BE49-F238E27FC236}">
                <a16:creationId xmlns:a16="http://schemas.microsoft.com/office/drawing/2014/main" id="{132C9274-79BF-445A-9C5A-7554AFEF5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410" y="42576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2" name="dp42-comparison / n275 / path">
            <a:extLst xmlns:a="http://schemas.openxmlformats.org/drawingml/2006/main">
              <a:ext uri="{FF2B5EF4-FFF2-40B4-BE49-F238E27FC236}">
                <a16:creationId xmlns:a16="http://schemas.microsoft.com/office/drawing/2014/main" id="{114D8D84-1371-44A2-B3CA-9DC7304B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5495925"/>
            <a:ext cx="914400" cy="904875"/>
          </a:xfrm>
          <a:custGeom xmlns:a="http://schemas.openxmlformats.org/drawingml/2006/main">
            <a:pathLst>
              <a:path w="914400" h="904875">
                <a:moveTo>
                  <a:pt x="57150" y="0"/>
                </a:moveTo>
                <a:lnTo>
                  <a:pt x="0" y="0"/>
                </a:lnTo>
                <a:lnTo>
                  <a:pt x="0" y="762000"/>
                </a:lnTo>
                <a:lnTo>
                  <a:pt x="914400" y="762000"/>
                </a:lnTo>
                <a:lnTo>
                  <a:pt x="914400" y="9048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73" name="dp42-comparison / n275 / arrow">
            <a:extLst xmlns:a="http://schemas.openxmlformats.org/drawingml/2006/main">
              <a:ext uri="{FF2B5EF4-FFF2-40B4-BE49-F238E27FC236}">
                <a16:creationId xmlns:a16="http://schemas.microsoft.com/office/drawing/2014/main" id="{116E0515-2524-4088-8C97-1568AD460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4972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4" name="dp42-comparison / n276">
            <a:extLst xmlns:a="http://schemas.openxmlformats.org/drawingml/2006/main">
              <a:ext uri="{FF2B5EF4-FFF2-40B4-BE49-F238E27FC236}">
                <a16:creationId xmlns:a16="http://schemas.microsoft.com/office/drawing/2014/main" id="{71E1CFF1-8476-4D57-A65F-4D23E66AD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7019925"/>
            <a:ext cx="2238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5" name="dp42-comparison / n277 / text 1">
            <a:extLst xmlns:a="http://schemas.openxmlformats.org/drawingml/2006/main">
              <a:ext uri="{FF2B5EF4-FFF2-40B4-BE49-F238E27FC236}">
                <a16:creationId xmlns:a16="http://schemas.microsoft.com/office/drawing/2014/main" id="{BA135505-B45B-4EBC-B72F-3B438BD96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7067074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276" name="dp42-comparison / n278">
            <a:extLst xmlns:a="http://schemas.openxmlformats.org/drawingml/2006/main">
              <a:ext uri="{FF2B5EF4-FFF2-40B4-BE49-F238E27FC236}">
                <a16:creationId xmlns:a16="http://schemas.microsoft.com/office/drawing/2014/main" id="{596ED37A-D013-4085-856A-9F229C2F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7019925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7" name="dp42-comparison / n279 / text 1">
            <a:extLst xmlns:a="http://schemas.openxmlformats.org/drawingml/2006/main">
              <a:ext uri="{FF2B5EF4-FFF2-40B4-BE49-F238E27FC236}">
                <a16:creationId xmlns:a16="http://schemas.microsoft.com/office/drawing/2014/main" id="{43619D77-A3C4-4583-8FB7-88257CE4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7067074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278" name="dp42-comparison / n280">
            <a:extLst xmlns:a="http://schemas.openxmlformats.org/drawingml/2006/main">
              <a:ext uri="{FF2B5EF4-FFF2-40B4-BE49-F238E27FC236}">
                <a16:creationId xmlns:a16="http://schemas.microsoft.com/office/drawing/2014/main" id="{486AD4C7-9E58-456B-9F47-01099858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0" y="7019925"/>
            <a:ext cx="2333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9" name="dp42-comparison / n281 / text 1">
            <a:extLst xmlns:a="http://schemas.openxmlformats.org/drawingml/2006/main">
              <a:ext uri="{FF2B5EF4-FFF2-40B4-BE49-F238E27FC236}">
                <a16:creationId xmlns:a16="http://schemas.microsoft.com/office/drawing/2014/main" id="{6F3C0B7C-1EC2-4F1F-9E87-A3A05D95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20975" y="7067074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280" name="dp42-comparison / n282 / path">
            <a:extLst xmlns:a="http://schemas.openxmlformats.org/drawingml/2006/main">
              <a:ext uri="{FF2B5EF4-FFF2-40B4-BE49-F238E27FC236}">
                <a16:creationId xmlns:a16="http://schemas.microsoft.com/office/drawing/2014/main" id="{CAD1C2D8-83ED-4C87-AEC9-3D815117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86225"/>
            <a:ext cx="285750" cy="3086100"/>
          </a:xfrm>
          <a:custGeom xmlns:a="http://schemas.openxmlformats.org/drawingml/2006/main">
            <a:pathLst>
              <a:path w="285750" h="3086100">
                <a:moveTo>
                  <a:pt x="285750" y="3086100"/>
                </a:moveTo>
                <a:lnTo>
                  <a:pt x="0" y="3086100"/>
                </a:lnTo>
                <a:lnTo>
                  <a:pt x="0" y="0"/>
                </a:ln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1" name="dp42-comparison / n282 / arrow">
            <a:extLst xmlns:a="http://schemas.openxmlformats.org/drawingml/2006/main">
              <a:ext uri="{FF2B5EF4-FFF2-40B4-BE49-F238E27FC236}">
                <a16:creationId xmlns:a16="http://schemas.microsoft.com/office/drawing/2014/main" id="{426F2160-0CB0-4119-AE9B-48A4375C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194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2" name="dp42-comparison / n283 / path">
            <a:extLst xmlns:a="http://schemas.openxmlformats.org/drawingml/2006/main">
              <a:ext uri="{FF2B5EF4-FFF2-40B4-BE49-F238E27FC236}">
                <a16:creationId xmlns:a16="http://schemas.microsoft.com/office/drawing/2014/main" id="{8DA573AF-F7D9-4706-96CB-F1095FCA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591175"/>
            <a:ext cx="985838" cy="1428750"/>
          </a:xfrm>
          <a:custGeom xmlns:a="http://schemas.openxmlformats.org/drawingml/2006/main">
            <a:pathLst>
              <a:path w="985838" h="1428750">
                <a:moveTo>
                  <a:pt x="152400" y="0"/>
                </a:moveTo>
                <a:lnTo>
                  <a:pt x="0" y="0"/>
                </a:lnTo>
                <a:lnTo>
                  <a:pt x="0" y="1304925"/>
                </a:lnTo>
                <a:lnTo>
                  <a:pt x="985838" y="1304925"/>
                </a:lnTo>
                <a:lnTo>
                  <a:pt x="985838" y="14287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3" name="dp42-comparison / n283 / arrow">
            <a:extLst xmlns:a="http://schemas.openxmlformats.org/drawingml/2006/main">
              <a:ext uri="{FF2B5EF4-FFF2-40B4-BE49-F238E27FC236}">
                <a16:creationId xmlns:a16="http://schemas.microsoft.com/office/drawing/2014/main" id="{A94FD590-C9B6-4D89-96A3-69436D81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16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4" name="dp42-comparison / n284 / path">
            <a:extLst xmlns:a="http://schemas.openxmlformats.org/drawingml/2006/main">
              <a:ext uri="{FF2B5EF4-FFF2-40B4-BE49-F238E27FC236}">
                <a16:creationId xmlns:a16="http://schemas.microsoft.com/office/drawing/2014/main" id="{06250986-CC8E-4C63-A0C8-B2C36BB6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400675"/>
            <a:ext cx="2457450" cy="1838325"/>
          </a:xfrm>
          <a:custGeom xmlns:a="http://schemas.openxmlformats.org/drawingml/2006/main">
            <a:pathLst>
              <a:path w="2457450" h="1838325">
                <a:moveTo>
                  <a:pt x="2352675" y="1838325"/>
                </a:moveTo>
                <a:lnTo>
                  <a:pt x="2457450" y="1838325"/>
                </a:lnTo>
                <a:lnTo>
                  <a:pt x="2457450" y="1552575"/>
                </a:lnTo>
                <a:lnTo>
                  <a:pt x="0" y="1552575"/>
                </a:lnTo>
                <a:lnTo>
                  <a:pt x="0" y="0"/>
                </a:ln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85" name="dp42-comparison / n284 / arrow">
            <a:extLst xmlns:a="http://schemas.openxmlformats.org/drawingml/2006/main">
              <a:ext uri="{FF2B5EF4-FFF2-40B4-BE49-F238E27FC236}">
                <a16:creationId xmlns:a16="http://schemas.microsoft.com/office/drawing/2014/main" id="{5688BA66-1DE4-4F78-B1AD-07C62BAD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194" y="53671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6" name="dp42-comparison / n287 / path">
            <a:extLst xmlns:a="http://schemas.openxmlformats.org/drawingml/2006/main">
              <a:ext uri="{FF2B5EF4-FFF2-40B4-BE49-F238E27FC236}">
                <a16:creationId xmlns:a16="http://schemas.microsoft.com/office/drawing/2014/main" id="{5E19A266-A203-4F11-94EE-3FE0DCCC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781550"/>
            <a:ext cx="1666875" cy="2238375"/>
          </a:xfrm>
          <a:custGeom xmlns:a="http://schemas.openxmlformats.org/drawingml/2006/main">
            <a:pathLst>
              <a:path w="1666875" h="2238375">
                <a:moveTo>
                  <a:pt x="0" y="0"/>
                </a:moveTo>
                <a:lnTo>
                  <a:pt x="1666875" y="0"/>
                </a:lnTo>
                <a:lnTo>
                  <a:pt x="1666875" y="2124075"/>
                </a:lnTo>
                <a:lnTo>
                  <a:pt x="1095375" y="2124075"/>
                </a:lnTo>
                <a:lnTo>
                  <a:pt x="1095375" y="22383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7" name="dp42-comparison / n287 / arrow">
            <a:extLst xmlns:a="http://schemas.openxmlformats.org/drawingml/2006/main">
              <a:ext uri="{FF2B5EF4-FFF2-40B4-BE49-F238E27FC236}">
                <a16:creationId xmlns:a16="http://schemas.microsoft.com/office/drawing/2014/main" id="{4C09AE8A-7592-421F-8112-8E17F71F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0147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8" name="dp42-comparison / n288 / path">
            <a:extLst xmlns:a="http://schemas.openxmlformats.org/drawingml/2006/main">
              <a:ext uri="{FF2B5EF4-FFF2-40B4-BE49-F238E27FC236}">
                <a16:creationId xmlns:a16="http://schemas.microsoft.com/office/drawing/2014/main" id="{2564EF95-C743-44B0-86E5-82F20B6F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876800"/>
            <a:ext cx="1724025" cy="2143125"/>
          </a:xfrm>
          <a:custGeom xmlns:a="http://schemas.openxmlformats.org/drawingml/2006/main">
            <a:pathLst>
              <a:path w="1724025" h="2143125">
                <a:moveTo>
                  <a:pt x="1285875" y="2143125"/>
                </a:moveTo>
                <a:lnTo>
                  <a:pt x="1285875" y="2066925"/>
                </a:lnTo>
                <a:lnTo>
                  <a:pt x="1724025" y="2066925"/>
                </a:lnTo>
                <a:lnTo>
                  <a:pt x="17240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89" name="dp42-comparison / n288 / arrow">
            <a:extLst xmlns:a="http://schemas.openxmlformats.org/drawingml/2006/main">
              <a:ext uri="{FF2B5EF4-FFF2-40B4-BE49-F238E27FC236}">
                <a16:creationId xmlns:a16="http://schemas.microsoft.com/office/drawing/2014/main" id="{72E173EC-BCF9-4A6F-BE6B-F6CAEF516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8432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0" name="dp42-comparison / n289 / path">
            <a:extLst xmlns:a="http://schemas.openxmlformats.org/drawingml/2006/main">
              <a:ext uri="{FF2B5EF4-FFF2-40B4-BE49-F238E27FC236}">
                <a16:creationId xmlns:a16="http://schemas.microsoft.com/office/drawing/2014/main" id="{5E4E3724-6884-4419-96A3-E73A54D4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34025"/>
            <a:ext cx="2047875" cy="1485900"/>
          </a:xfrm>
          <a:custGeom xmlns:a="http://schemas.openxmlformats.org/drawingml/2006/main">
            <a:pathLst>
              <a:path w="2047875" h="1485900">
                <a:moveTo>
                  <a:pt x="0" y="0"/>
                </a:moveTo>
                <a:lnTo>
                  <a:pt x="1781175" y="0"/>
                </a:lnTo>
                <a:lnTo>
                  <a:pt x="1781175" y="1314450"/>
                </a:lnTo>
                <a:lnTo>
                  <a:pt x="2047875" y="1314450"/>
                </a:lnTo>
                <a:lnTo>
                  <a:pt x="2047875" y="1485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91" name="dp42-comparison / n289 / arrow">
            <a:extLst xmlns:a="http://schemas.openxmlformats.org/drawingml/2006/main">
              <a:ext uri="{FF2B5EF4-FFF2-40B4-BE49-F238E27FC236}">
                <a16:creationId xmlns:a16="http://schemas.microsoft.com/office/drawing/2014/main" id="{32FC3034-1F3C-4BCD-ACC2-24C55239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97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2" name="dp42-comparison / n290 / path">
            <a:extLst xmlns:a="http://schemas.openxmlformats.org/drawingml/2006/main">
              <a:ext uri="{FF2B5EF4-FFF2-40B4-BE49-F238E27FC236}">
                <a16:creationId xmlns:a16="http://schemas.microsoft.com/office/drawing/2014/main" id="{31D7E240-9183-48F9-A592-DED5403D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91175"/>
            <a:ext cx="2238375" cy="1428750"/>
          </a:xfrm>
          <a:custGeom xmlns:a="http://schemas.openxmlformats.org/drawingml/2006/main">
            <a:pathLst>
              <a:path w="2238375" h="1428750">
                <a:moveTo>
                  <a:pt x="2238375" y="1428750"/>
                </a:moveTo>
                <a:lnTo>
                  <a:pt x="2238375" y="1295400"/>
                </a:lnTo>
                <a:lnTo>
                  <a:pt x="1838325" y="1295400"/>
                </a:lnTo>
                <a:lnTo>
                  <a:pt x="18383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93" name="dp42-comparison / n290 / arrow">
            <a:extLst xmlns:a="http://schemas.openxmlformats.org/drawingml/2006/main">
              <a:ext uri="{FF2B5EF4-FFF2-40B4-BE49-F238E27FC236}">
                <a16:creationId xmlns:a16="http://schemas.microsoft.com/office/drawing/2014/main" id="{CB457F5A-399F-4BDE-A5BF-263F825E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4" name="dp42-comparison / n291 / path">
            <a:extLst xmlns:a="http://schemas.openxmlformats.org/drawingml/2006/main">
              <a:ext uri="{FF2B5EF4-FFF2-40B4-BE49-F238E27FC236}">
                <a16:creationId xmlns:a16="http://schemas.microsoft.com/office/drawing/2014/main" id="{1ABFCD6D-6933-47A6-B37D-78CDF0215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63938" y="5495925"/>
            <a:ext cx="1462088" cy="1524000"/>
          </a:xfrm>
          <a:custGeom xmlns:a="http://schemas.openxmlformats.org/drawingml/2006/main">
            <a:pathLst>
              <a:path w="1462088" h="1524000">
                <a:moveTo>
                  <a:pt x="1214438" y="0"/>
                </a:moveTo>
                <a:lnTo>
                  <a:pt x="1462088" y="0"/>
                </a:lnTo>
                <a:lnTo>
                  <a:pt x="1462088" y="1352550"/>
                </a:lnTo>
                <a:lnTo>
                  <a:pt x="0" y="1352550"/>
                </a:lnTo>
                <a:lnTo>
                  <a:pt x="0" y="15240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95" name="dp42-comparison / n291 / arrow">
            <a:extLst xmlns:a="http://schemas.openxmlformats.org/drawingml/2006/main">
              <a:ext uri="{FF2B5EF4-FFF2-40B4-BE49-F238E27FC236}">
                <a16:creationId xmlns:a16="http://schemas.microsoft.com/office/drawing/2014/main" id="{6228B74A-60EB-411B-A433-B6350329E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3041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6" name="dp42-comparison / n292 / path">
            <a:extLst xmlns:a="http://schemas.openxmlformats.org/drawingml/2006/main">
              <a:ext uri="{FF2B5EF4-FFF2-40B4-BE49-F238E27FC236}">
                <a16:creationId xmlns:a16="http://schemas.microsoft.com/office/drawing/2014/main" id="{32C2A880-2CD3-45C1-8279-22E3EAED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0188" y="5591175"/>
            <a:ext cx="1052513" cy="1428750"/>
          </a:xfrm>
          <a:custGeom xmlns:a="http://schemas.openxmlformats.org/drawingml/2006/main">
            <a:pathLst>
              <a:path w="1052513" h="1428750">
                <a:moveTo>
                  <a:pt x="0" y="1428750"/>
                </a:moveTo>
                <a:lnTo>
                  <a:pt x="0" y="1323975"/>
                </a:lnTo>
                <a:lnTo>
                  <a:pt x="1052513" y="1323975"/>
                </a:lnTo>
                <a:lnTo>
                  <a:pt x="1052513" y="0"/>
                </a:lnTo>
                <a:lnTo>
                  <a:pt x="7381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97" name="dp42-comparison / n292 / arrow">
            <a:extLst xmlns:a="http://schemas.openxmlformats.org/drawingml/2006/main">
              <a:ext uri="{FF2B5EF4-FFF2-40B4-BE49-F238E27FC236}">
                <a16:creationId xmlns:a16="http://schemas.microsoft.com/office/drawing/2014/main" id="{16E819B7-3263-4911-B6B7-A9F8A21A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783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8" name="dp42-comparison / n190">
            <a:extLst xmlns:a="http://schemas.openxmlformats.org/drawingml/2006/main">
              <a:ext uri="{FF2B5EF4-FFF2-40B4-BE49-F238E27FC236}">
                <a16:creationId xmlns:a16="http://schemas.microsoft.com/office/drawing/2014/main" id="{D82C77F6-F880-4AF3-BD58-2061A9CB6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81250"/>
            <a:ext cx="43708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dp42-comparison / n191 / text 1">
            <a:extLst xmlns:a="http://schemas.openxmlformats.org/drawingml/2006/main">
              <a:ext uri="{FF2B5EF4-FFF2-40B4-BE49-F238E27FC236}">
                <a16:creationId xmlns:a16="http://schemas.microsoft.com/office/drawing/2014/main" id="{132C218A-162E-48BC-A4C9-514FE234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390775"/>
            <a:ext cx="7810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“상반기로 할까요?”를 P1로 제시 → u2 “응, 상반기로”</a:t>
            </a:r>
          </a:p>
        </p:txBody>
      </p:sp>
      <p:sp>
        <p:nvSpPr>
          <p:cNvPr id="300" name="dp42-comparison / n192">
            <a:extLst xmlns:a="http://schemas.openxmlformats.org/drawingml/2006/main">
              <a:ext uri="{FF2B5EF4-FFF2-40B4-BE49-F238E27FC236}">
                <a16:creationId xmlns:a16="http://schemas.microsoft.com/office/drawing/2014/main" id="{4395187E-930F-4E48-A19C-9E73B1A3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38425"/>
            <a:ext cx="131921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dp42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3C24D727-713B-44F5-A3B0-15D3C94A0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4795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302" name="dp42-comparison / n195">
            <a:extLst xmlns:a="http://schemas.openxmlformats.org/drawingml/2006/main">
              <a:ext uri="{FF2B5EF4-FFF2-40B4-BE49-F238E27FC236}">
                <a16:creationId xmlns:a16="http://schemas.microsoft.com/office/drawing/2014/main" id="{83046212-4081-428F-B4CC-35C516C20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628900"/>
            <a:ext cx="198577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dp42-comparison / n196 / text 1">
            <a:extLst xmlns:a="http://schemas.openxmlformats.org/drawingml/2006/main">
              <a:ext uri="{FF2B5EF4-FFF2-40B4-BE49-F238E27FC236}">
                <a16:creationId xmlns:a16="http://schemas.microsoft.com/office/drawing/2014/main" id="{F8FA5015-7F5C-44F5-B7E9-95E0A582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263842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입력과 실제 응답의 연결 유지</a:t>
            </a:r>
          </a:p>
        </p:txBody>
      </p:sp>
      <p:sp>
        <p:nvSpPr>
          <p:cNvPr id="304" name="dp42-comparison / n197">
            <a:extLst xmlns:a="http://schemas.openxmlformats.org/drawingml/2006/main">
              <a:ext uri="{FF2B5EF4-FFF2-40B4-BE49-F238E27FC236}">
                <a16:creationId xmlns:a16="http://schemas.microsoft.com/office/drawing/2014/main" id="{13780312-9A77-4AA6-9787-3638810A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81940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dp42-comparison / n198 / text 1">
            <a:extLst xmlns:a="http://schemas.openxmlformats.org/drawingml/2006/main">
              <a:ext uri="{FF2B5EF4-FFF2-40B4-BE49-F238E27FC236}">
                <a16:creationId xmlns:a16="http://schemas.microsoft.com/office/drawing/2014/main" id="{CBD5DA3B-77B6-40D5-8298-7D764BA1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82892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306" name="dp42-comparison / n200">
            <a:extLst xmlns:a="http://schemas.openxmlformats.org/drawingml/2006/main">
              <a:ext uri="{FF2B5EF4-FFF2-40B4-BE49-F238E27FC236}">
                <a16:creationId xmlns:a16="http://schemas.microsoft.com/office/drawing/2014/main" id="{153D74B1-0AAD-4D78-BDFE-F1417F67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809875"/>
            <a:ext cx="22604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p42-comparison / n201 / text 1">
            <a:extLst xmlns:a="http://schemas.openxmlformats.org/drawingml/2006/main">
              <a:ext uri="{FF2B5EF4-FFF2-40B4-BE49-F238E27FC236}">
                <a16:creationId xmlns:a16="http://schemas.microsoft.com/office/drawing/2014/main" id="{25ED1600-D64D-410B-B948-E178A1D5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281940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최초 위임 / Q1 답변 / 결과 수정</a:t>
            </a:r>
          </a:p>
        </p:txBody>
      </p:sp>
      <p:sp>
        <p:nvSpPr>
          <p:cNvPr id="308" name="dp42-comparison / n202">
            <a:extLst xmlns:a="http://schemas.openxmlformats.org/drawingml/2006/main">
              <a:ext uri="{FF2B5EF4-FFF2-40B4-BE49-F238E27FC236}">
                <a16:creationId xmlns:a16="http://schemas.microsoft.com/office/drawing/2014/main" id="{A40CCDC3-F9D6-4971-898C-3E5DD27F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000375"/>
            <a:ext cx="65627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dp42-comparison / n203 / text 1">
            <a:extLst xmlns:a="http://schemas.openxmlformats.org/drawingml/2006/main">
              <a:ext uri="{FF2B5EF4-FFF2-40B4-BE49-F238E27FC236}">
                <a16:creationId xmlns:a16="http://schemas.microsoft.com/office/drawing/2014/main" id="{C81EA946-BF7B-4FC4-B93A-7C736827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00990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T1</a:t>
            </a:r>
          </a:p>
        </p:txBody>
      </p:sp>
      <p:sp>
        <p:nvSpPr>
          <p:cNvPr id="310" name="dp42-comparison / n205">
            <a:extLst xmlns:a="http://schemas.openxmlformats.org/drawingml/2006/main">
              <a:ext uri="{FF2B5EF4-FFF2-40B4-BE49-F238E27FC236}">
                <a16:creationId xmlns:a16="http://schemas.microsoft.com/office/drawing/2014/main" id="{8C92AB20-E3BF-4A1F-8A38-5D214BB5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990850"/>
            <a:ext cx="164172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dp42-comparison / n206 / text 1">
            <a:extLst xmlns:a="http://schemas.openxmlformats.org/drawingml/2006/main">
              <a:ext uri="{FF2B5EF4-FFF2-40B4-BE49-F238E27FC236}">
                <a16:creationId xmlns:a16="http://schemas.microsoft.com/office/drawing/2014/main" id="{BC771A4A-46FC-4F08-9CB6-C0AAB8A9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00037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보고서 업무와 결과 유지</a:t>
            </a:r>
          </a:p>
        </p:txBody>
      </p:sp>
      <p:sp>
        <p:nvSpPr>
          <p:cNvPr id="312" name="dp42-comparison / n207">
            <a:extLst xmlns:a="http://schemas.openxmlformats.org/drawingml/2006/main">
              <a:ext uri="{FF2B5EF4-FFF2-40B4-BE49-F238E27FC236}">
                <a16:creationId xmlns:a16="http://schemas.microsoft.com/office/drawing/2014/main" id="{6506FAD0-21AC-4268-8422-1D0E2D489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18135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p42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A2A51953-F072-4354-8FD7-2A9F0D06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1908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Execution / Question</a:t>
            </a:r>
          </a:p>
        </p:txBody>
      </p:sp>
      <p:sp>
        <p:nvSpPr>
          <p:cNvPr id="314" name="dp42-comparison / n210">
            <a:extLst xmlns:a="http://schemas.openxmlformats.org/drawingml/2006/main">
              <a:ext uri="{FF2B5EF4-FFF2-40B4-BE49-F238E27FC236}">
                <a16:creationId xmlns:a16="http://schemas.microsoft.com/office/drawing/2014/main" id="{F017ADD6-09FC-4910-82D7-E109E5AC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3171825"/>
            <a:ext cx="219113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p42-comparison / n211 / text 1">
            <a:extLst xmlns:a="http://schemas.openxmlformats.org/drawingml/2006/main">
              <a:ext uri="{FF2B5EF4-FFF2-40B4-BE49-F238E27FC236}">
                <a16:creationId xmlns:a16="http://schemas.microsoft.com/office/drawing/2014/main" id="{FF19D94E-0045-44E8-A0C2-087BB17A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18135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X1 완료 → X2 / Q1 제시 → 답변</a:t>
            </a:r>
          </a:p>
        </p:txBody>
      </p:sp>
      <p:sp>
        <p:nvSpPr>
          <p:cNvPr id="316" name="dp42-comparison / n212">
            <a:extLst xmlns:a="http://schemas.openxmlformats.org/drawingml/2006/main">
              <a:ext uri="{FF2B5EF4-FFF2-40B4-BE49-F238E27FC236}">
                <a16:creationId xmlns:a16="http://schemas.microsoft.com/office/drawing/2014/main" id="{38B2D526-05F5-483F-AF0A-4DCE365F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3352800"/>
            <a:ext cx="344805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p42-comparison / n213 / text 1">
            <a:extLst xmlns:a="http://schemas.openxmlformats.org/drawingml/2006/main">
              <a:ext uri="{FF2B5EF4-FFF2-40B4-BE49-F238E27FC236}">
                <a16:creationId xmlns:a16="http://schemas.microsoft.com/office/drawing/2014/main" id="{578B8394-0A66-408A-9F7C-2AE9E43B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362325"/>
            <a:ext cx="5286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강조 경계: Core/서비스 실행 영역 / 박스: 논리 Component</a:t>
            </a:r>
          </a:p>
        </p:txBody>
      </p:sp>
      <p:sp>
        <p:nvSpPr>
          <p:cNvPr id="318" name="dp42-comparison / n218">
            <a:extLst xmlns:a="http://schemas.openxmlformats.org/drawingml/2006/main">
              <a:ext uri="{FF2B5EF4-FFF2-40B4-BE49-F238E27FC236}">
                <a16:creationId xmlns:a16="http://schemas.microsoft.com/office/drawing/2014/main" id="{EDD48BEB-8631-4E32-AA0C-0BBC4967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3581400"/>
            <a:ext cx="1529715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dp42-comparison / n219 / text 1">
            <a:extLst xmlns:a="http://schemas.openxmlformats.org/drawingml/2006/main">
              <a:ext uri="{FF2B5EF4-FFF2-40B4-BE49-F238E27FC236}">
                <a16:creationId xmlns:a16="http://schemas.microsoft.com/office/drawing/2014/main" id="{D9A0CEAE-2EFE-44D5-8B0E-F683FC72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3590925"/>
            <a:ext cx="2190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독립 상태 / 실행 수명</a:t>
            </a:r>
          </a:p>
        </p:txBody>
      </p:sp>
      <p:sp>
        <p:nvSpPr>
          <p:cNvPr id="320" name="dp42-comparison / n220">
            <a:extLst xmlns:a="http://schemas.openxmlformats.org/drawingml/2006/main">
              <a:ext uri="{FF2B5EF4-FFF2-40B4-BE49-F238E27FC236}">
                <a16:creationId xmlns:a16="http://schemas.microsoft.com/office/drawing/2014/main" id="{4F50A152-1877-4D15-89ED-995FACAB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3581400"/>
            <a:ext cx="1529715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dp42-comparison / n221 / text 1">
            <a:extLst xmlns:a="http://schemas.openxmlformats.org/drawingml/2006/main">
              <a:ext uri="{FF2B5EF4-FFF2-40B4-BE49-F238E27FC236}">
                <a16:creationId xmlns:a16="http://schemas.microsoft.com/office/drawing/2014/main" id="{5B9BF026-B987-48FC-BA4E-79375172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3590925"/>
            <a:ext cx="1809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독립 상태 / 실행 수명</a:t>
            </a:r>
          </a:p>
        </p:txBody>
      </p:sp>
      <p:sp>
        <p:nvSpPr>
          <p:cNvPr id="322" name="dp42-comparison / n232">
            <a:extLst xmlns:a="http://schemas.openxmlformats.org/drawingml/2006/main">
              <a:ext uri="{FF2B5EF4-FFF2-40B4-BE49-F238E27FC236}">
                <a16:creationId xmlns:a16="http://schemas.microsoft.com/office/drawing/2014/main" id="{900879BD-D2E3-4634-A882-543AE27FA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4276725"/>
            <a:ext cx="250850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p42-comparison / n233 / text 1">
            <a:extLst xmlns:a="http://schemas.openxmlformats.org/drawingml/2006/main">
              <a:ext uri="{FF2B5EF4-FFF2-40B4-BE49-F238E27FC236}">
                <a16:creationId xmlns:a16="http://schemas.microsoft.com/office/drawing/2014/main" id="{5BF211DD-D392-4603-A0FB-241BFA2D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286250"/>
            <a:ext cx="28575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C1 / R2 / u2 → Q1 → T1 / P1 참조</a:t>
            </a:r>
          </a:p>
        </p:txBody>
      </p:sp>
      <p:sp>
        <p:nvSpPr>
          <p:cNvPr id="324" name="dp42-comparison / n234">
            <a:extLst xmlns:a="http://schemas.openxmlformats.org/drawingml/2006/main">
              <a:ext uri="{FF2B5EF4-FFF2-40B4-BE49-F238E27FC236}">
                <a16:creationId xmlns:a16="http://schemas.microsoft.com/office/drawing/2014/main" id="{47A04EB9-DF97-47ED-936E-D50E7F6E4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295775"/>
            <a:ext cx="2044446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p42-comparison / n235 / text 1">
            <a:extLst xmlns:a="http://schemas.openxmlformats.org/drawingml/2006/main">
              <a:ext uri="{FF2B5EF4-FFF2-40B4-BE49-F238E27FC236}">
                <a16:creationId xmlns:a16="http://schemas.microsoft.com/office/drawing/2014/main" id="{B1186D0F-AC6C-403E-8CF0-00905E6E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30530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조회: T1 / X1 / Q1=OPEN,v7</a:t>
            </a:r>
          </a:p>
        </p:txBody>
      </p:sp>
      <p:sp>
        <p:nvSpPr>
          <p:cNvPr id="326" name="dp42-comparison / n238">
            <a:extLst xmlns:a="http://schemas.openxmlformats.org/drawingml/2006/main">
              <a:ext uri="{FF2B5EF4-FFF2-40B4-BE49-F238E27FC236}">
                <a16:creationId xmlns:a16="http://schemas.microsoft.com/office/drawing/2014/main" id="{E978BD6F-EB60-4C0B-A3FD-DDDC9794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68225" y="3800475"/>
            <a:ext cx="150514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p42-comparison / n239 / text 1">
            <a:extLst xmlns:a="http://schemas.openxmlformats.org/drawingml/2006/main">
              <a:ext uri="{FF2B5EF4-FFF2-40B4-BE49-F238E27FC236}">
                <a16:creationId xmlns:a16="http://schemas.microsoft.com/office/drawing/2014/main" id="{D6855DD0-D8EE-40E3-8A77-4BCA311F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3810000"/>
            <a:ext cx="22669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질문 조회 → / ← Q1,v7</a:t>
            </a:r>
          </a:p>
        </p:txBody>
      </p:sp>
      <p:sp>
        <p:nvSpPr>
          <p:cNvPr id="328" name="dp42-comparison / n241">
            <a:extLst xmlns:a="http://schemas.openxmlformats.org/drawingml/2006/main">
              <a:ext uri="{FF2B5EF4-FFF2-40B4-BE49-F238E27FC236}">
                <a16:creationId xmlns:a16="http://schemas.microsoft.com/office/drawing/2014/main" id="{DCC8B25A-ACE9-43C8-AA23-9E813585A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067175"/>
            <a:ext cx="162896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dp42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054C61DF-22A1-4C86-9A4B-D98B2A1F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4076700"/>
            <a:ext cx="22860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K1: Q1 답변=상반기 / v7</a:t>
            </a:r>
          </a:p>
        </p:txBody>
      </p:sp>
      <p:sp>
        <p:nvSpPr>
          <p:cNvPr id="330" name="dp42-comparison / n244">
            <a:extLst xmlns:a="http://schemas.openxmlformats.org/drawingml/2006/main">
              <a:ext uri="{FF2B5EF4-FFF2-40B4-BE49-F238E27FC236}">
                <a16:creationId xmlns:a16="http://schemas.microsoft.com/office/drawing/2014/main" id="{64262CB7-B946-41BB-B50B-63BD9783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31482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p42-comparison / n245 / text 1">
            <a:extLst xmlns:a="http://schemas.openxmlformats.org/drawingml/2006/main">
              <a:ext uri="{FF2B5EF4-FFF2-40B4-BE49-F238E27FC236}">
                <a16:creationId xmlns:a16="http://schemas.microsoft.com/office/drawing/2014/main" id="{94658E88-9B4C-42BA-8E3E-E0F5E6EA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4324350"/>
            <a:ext cx="2286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접수 / 질문 / 결과</a:t>
            </a:r>
          </a:p>
        </p:txBody>
      </p:sp>
      <p:sp>
        <p:nvSpPr>
          <p:cNvPr id="332" name="dp42-comparison / n248">
            <a:extLst xmlns:a="http://schemas.openxmlformats.org/drawingml/2006/main">
              <a:ext uri="{FF2B5EF4-FFF2-40B4-BE49-F238E27FC236}">
                <a16:creationId xmlns:a16="http://schemas.microsoft.com/office/drawing/2014/main" id="{2A7E9688-7061-4F16-A888-68C8819A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4962525"/>
            <a:ext cx="231990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p42-comparison / n249 / text 1">
            <a:extLst xmlns:a="http://schemas.openxmlformats.org/drawingml/2006/main">
              <a:ext uri="{FF2B5EF4-FFF2-40B4-BE49-F238E27FC236}">
                <a16:creationId xmlns:a16="http://schemas.microsoft.com/office/drawing/2014/main" id="{C766FD1F-5FCB-4464-B8AF-1CC3D2E1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972050"/>
            <a:ext cx="2571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+ 실제 제시 P1 → 답변 의미 제안</a:t>
            </a:r>
          </a:p>
        </p:txBody>
      </p:sp>
      <p:sp>
        <p:nvSpPr>
          <p:cNvPr id="334" name="dp42-comparison / n252">
            <a:extLst xmlns:a="http://schemas.openxmlformats.org/drawingml/2006/main">
              <a:ext uri="{FF2B5EF4-FFF2-40B4-BE49-F238E27FC236}">
                <a16:creationId xmlns:a16="http://schemas.microsoft.com/office/drawing/2014/main" id="{F515162A-DA9B-47BC-BDCC-9FF526401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725" y="4810125"/>
            <a:ext cx="1616964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dp42-comparison / n253 / text 1">
            <a:extLst xmlns:a="http://schemas.openxmlformats.org/drawingml/2006/main">
              <a:ext uri="{FF2B5EF4-FFF2-40B4-BE49-F238E27FC236}">
                <a16:creationId xmlns:a16="http://schemas.microsoft.com/office/drawing/2014/main" id="{51FBE5E5-9EA1-4F50-8066-1F79F8072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7775" y="481965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P2: 상반기 전달 확인</a:t>
            </a:r>
          </a:p>
        </p:txBody>
      </p:sp>
      <p:sp>
        <p:nvSpPr>
          <p:cNvPr id="336" name="dp42-comparison / n253 / text 2">
            <a:extLst xmlns:a="http://schemas.openxmlformats.org/drawingml/2006/main">
              <a:ext uri="{FF2B5EF4-FFF2-40B4-BE49-F238E27FC236}">
                <a16:creationId xmlns:a16="http://schemas.microsoft.com/office/drawing/2014/main" id="{784D831B-8B4D-4DFC-BD50-5EDEE8AF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7775" y="495681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게시 허용 / 실제 제시 반환</a:t>
            </a:r>
          </a:p>
        </p:txBody>
      </p:sp>
      <p:sp>
        <p:nvSpPr>
          <p:cNvPr id="337" name="dp42-comparison / n254">
            <a:extLst xmlns:a="http://schemas.openxmlformats.org/drawingml/2006/main">
              <a:ext uri="{FF2B5EF4-FFF2-40B4-BE49-F238E27FC236}">
                <a16:creationId xmlns:a16="http://schemas.microsoft.com/office/drawing/2014/main" id="{F5461CA6-8BED-4895-939C-08AC1D67E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705475"/>
            <a:ext cx="222580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dp42-comparison / n255 / text 1">
            <a:extLst xmlns:a="http://schemas.openxmlformats.org/drawingml/2006/main">
              <a:ext uri="{FF2B5EF4-FFF2-40B4-BE49-F238E27FC236}">
                <a16:creationId xmlns:a16="http://schemas.microsoft.com/office/drawing/2014/main" id="{FEBA51CE-7B3A-41F7-BA9E-67A8E074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715000"/>
            <a:ext cx="2762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P1→Q1 실제 제시 / P2 전달 원장</a:t>
            </a:r>
          </a:p>
        </p:txBody>
      </p:sp>
      <p:sp>
        <p:nvSpPr>
          <p:cNvPr id="339" name="dp42-comparison / n258">
            <a:extLst xmlns:a="http://schemas.openxmlformats.org/drawingml/2006/main">
              <a:ext uri="{FF2B5EF4-FFF2-40B4-BE49-F238E27FC236}">
                <a16:creationId xmlns:a16="http://schemas.microsoft.com/office/drawing/2014/main" id="{BDED7B6B-ED67-4D16-B7D1-C13FA2AE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6577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dp42-comparison / n259 / text 1">
            <a:extLst xmlns:a="http://schemas.openxmlformats.org/drawingml/2006/main">
              <a:ext uri="{FF2B5EF4-FFF2-40B4-BE49-F238E27FC236}">
                <a16:creationId xmlns:a16="http://schemas.microsoft.com/office/drawing/2014/main" id="{0FE81EBF-4AB3-4DE5-B143-9846FDC71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66725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접수: Q1=ANSWERED,v8</a:t>
            </a:r>
          </a:p>
        </p:txBody>
      </p:sp>
      <p:sp>
        <p:nvSpPr>
          <p:cNvPr id="341" name="dp42-comparison / n259 / text 2">
            <a:extLst xmlns:a="http://schemas.openxmlformats.org/drawingml/2006/main">
              <a:ext uri="{FF2B5EF4-FFF2-40B4-BE49-F238E27FC236}">
                <a16:creationId xmlns:a16="http://schemas.microsoft.com/office/drawing/2014/main" id="{45E88B7A-92E6-45AA-88AE-61388D5E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82727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K1=전송 대기</a:t>
            </a:r>
          </a:p>
        </p:txBody>
      </p:sp>
      <p:sp>
        <p:nvSpPr>
          <p:cNvPr id="342" name="dp42-comparison / n260">
            <a:extLst xmlns:a="http://schemas.openxmlformats.org/drawingml/2006/main">
              <a:ext uri="{FF2B5EF4-FFF2-40B4-BE49-F238E27FC236}">
                <a16:creationId xmlns:a16="http://schemas.microsoft.com/office/drawing/2014/main" id="{C7D08C8B-F7CA-4DD3-8A28-B4192812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7054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dp42-comparison / n261 / text 1">
            <a:extLst xmlns:a="http://schemas.openxmlformats.org/drawingml/2006/main">
              <a:ext uri="{FF2B5EF4-FFF2-40B4-BE49-F238E27FC236}">
                <a16:creationId xmlns:a16="http://schemas.microsoft.com/office/drawing/2014/main" id="{5AE5F802-6615-46D2-A12E-4C7CDC5C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5715000"/>
            <a:ext cx="25812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외부 접수 / X1 관측 상태</a:t>
            </a:r>
          </a:p>
        </p:txBody>
      </p:sp>
      <p:sp>
        <p:nvSpPr>
          <p:cNvPr id="344" name="dp42-comparison / n269">
            <a:extLst xmlns:a="http://schemas.openxmlformats.org/drawingml/2006/main">
              <a:ext uri="{FF2B5EF4-FFF2-40B4-BE49-F238E27FC236}">
                <a16:creationId xmlns:a16="http://schemas.microsoft.com/office/drawing/2014/main" id="{A4E04F43-412A-45AB-B630-0FE084E43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6000750"/>
            <a:ext cx="1860423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dp42-comparison / n270 / text 1">
            <a:extLst xmlns:a="http://schemas.openxmlformats.org/drawingml/2006/main">
              <a:ext uri="{FF2B5EF4-FFF2-40B4-BE49-F238E27FC236}">
                <a16:creationId xmlns:a16="http://schemas.microsoft.com/office/drawing/2014/main" id="{F9ACC11A-490E-4C1E-9DC4-40DE89DE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010275"/>
            <a:ext cx="35337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선저장: R2=접수 대기 / K1</a:t>
            </a:r>
          </a:p>
        </p:txBody>
      </p:sp>
      <p:sp>
        <p:nvSpPr>
          <p:cNvPr id="346" name="dp42-comparison / n270 / text 2">
            <a:extLst xmlns:a="http://schemas.openxmlformats.org/drawingml/2006/main">
              <a:ext uri="{FF2B5EF4-FFF2-40B4-BE49-F238E27FC236}">
                <a16:creationId xmlns:a16="http://schemas.microsoft.com/office/drawing/2014/main" id="{84098215-DEB0-486C-9FD2-2EFAD84E0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70295"/>
            <a:ext cx="35337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후반영: K1 내부 접수 확인</a:t>
            </a:r>
          </a:p>
        </p:txBody>
      </p:sp>
      <p:sp>
        <p:nvSpPr>
          <p:cNvPr id="347" name="dp42-comparison / n271">
            <a:extLst xmlns:a="http://schemas.openxmlformats.org/drawingml/2006/main">
              <a:ext uri="{FF2B5EF4-FFF2-40B4-BE49-F238E27FC236}">
                <a16:creationId xmlns:a16="http://schemas.microsoft.com/office/drawing/2014/main" id="{D86C1012-1640-47A0-AAE4-70D4C553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06575" y="6000750"/>
            <a:ext cx="2148459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dp42-comparison / n272 / text 1">
            <a:extLst xmlns:a="http://schemas.openxmlformats.org/drawingml/2006/main">
              <a:ext uri="{FF2B5EF4-FFF2-40B4-BE49-F238E27FC236}">
                <a16:creationId xmlns:a16="http://schemas.microsoft.com/office/drawing/2014/main" id="{A071E68D-388D-41B7-A0DF-A5BC0E5D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5625" y="6010275"/>
            <a:ext cx="29718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변경 + K1 + 내부 접수 결과</a:t>
            </a:r>
          </a:p>
        </p:txBody>
      </p:sp>
      <p:sp>
        <p:nvSpPr>
          <p:cNvPr id="349" name="dp42-comparison / n272 / text 2">
            <a:extLst xmlns:a="http://schemas.openxmlformats.org/drawingml/2006/main">
              <a:ext uri="{FF2B5EF4-FFF2-40B4-BE49-F238E27FC236}">
                <a16:creationId xmlns:a16="http://schemas.microsoft.com/office/drawing/2014/main" id="{9B706FB3-06D5-4397-99B4-6A7E88149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5625" y="6170295"/>
            <a:ext cx="29718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업무의 로컬 transaction</a:t>
            </a:r>
          </a:p>
        </p:txBody>
      </p:sp>
      <p:sp>
        <p:nvSpPr>
          <p:cNvPr id="350" name="dp42-comparison / n273">
            <a:extLst xmlns:a="http://schemas.openxmlformats.org/drawingml/2006/main">
              <a:ext uri="{FF2B5EF4-FFF2-40B4-BE49-F238E27FC236}">
                <a16:creationId xmlns:a16="http://schemas.microsoft.com/office/drawing/2014/main" id="{69DA83C3-DE33-48D6-9D90-AA63CBC8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0" y="4619625"/>
            <a:ext cx="1497711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dp42-comparison / n274 / text 1">
            <a:extLst xmlns:a="http://schemas.openxmlformats.org/drawingml/2006/main">
              <a:ext uri="{FF2B5EF4-FFF2-40B4-BE49-F238E27FC236}">
                <a16:creationId xmlns:a16="http://schemas.microsoft.com/office/drawing/2014/main" id="{243BA4FF-CC29-4FB9-A027-CA7937A1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87300" y="4629150"/>
            <a:ext cx="20478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내부 접수 결과 반환</a:t>
            </a:r>
          </a:p>
        </p:txBody>
      </p:sp>
      <p:sp>
        <p:nvSpPr>
          <p:cNvPr id="352" name="dp42-comparison / n285">
            <a:extLst xmlns:a="http://schemas.openxmlformats.org/drawingml/2006/main">
              <a:ext uri="{FF2B5EF4-FFF2-40B4-BE49-F238E27FC236}">
                <a16:creationId xmlns:a16="http://schemas.microsoft.com/office/drawing/2014/main" id="{76306547-B986-472B-89FD-93088CED2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6705600"/>
            <a:ext cx="3260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dp42-comparison / n286 / text 1">
            <a:extLst xmlns:a="http://schemas.openxmlformats.org/drawingml/2006/main">
              <a:ext uri="{FF2B5EF4-FFF2-40B4-BE49-F238E27FC236}">
                <a16:creationId xmlns:a16="http://schemas.microsoft.com/office/drawing/2014/main" id="{D71B68CD-15A2-451E-ABEA-B5B59418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6715125"/>
            <a:ext cx="50863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release(P2,epoch) / receipt(P2,실제 전달 범위)</a:t>
            </a:r>
          </a:p>
        </p:txBody>
      </p:sp>
      <p:sp>
        <p:nvSpPr>
          <p:cNvPr id="354" name="dp42-comparison / n293">
            <a:extLst xmlns:a="http://schemas.openxmlformats.org/drawingml/2006/main">
              <a:ext uri="{FF2B5EF4-FFF2-40B4-BE49-F238E27FC236}">
                <a16:creationId xmlns:a16="http://schemas.microsoft.com/office/drawing/2014/main" id="{18857D36-D71B-477E-9C09-0D819E60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6810375"/>
            <a:ext cx="223837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dp42-comparison / n294 / text 1">
            <a:extLst xmlns:a="http://schemas.openxmlformats.org/drawingml/2006/main">
              <a:ext uri="{FF2B5EF4-FFF2-40B4-BE49-F238E27FC236}">
                <a16:creationId xmlns:a16="http://schemas.microsoft.com/office/drawing/2014/main" id="{77C87000-E925-41A2-B026-ED495CEC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819900"/>
            <a:ext cx="22002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입력 / Text / Voice 실제 전달</a:t>
            </a:r>
          </a:p>
        </p:txBody>
      </p:sp>
      <p:sp>
        <p:nvSpPr>
          <p:cNvPr id="356" name="dp42-comparison / n295">
            <a:extLst xmlns:a="http://schemas.openxmlformats.org/drawingml/2006/main">
              <a:ext uri="{FF2B5EF4-FFF2-40B4-BE49-F238E27FC236}">
                <a16:creationId xmlns:a16="http://schemas.microsoft.com/office/drawing/2014/main" id="{6EE4738F-E614-4FFE-8105-EE1AFF0CC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7343775"/>
            <a:ext cx="1732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dp42-comparison / n296 / text 1">
            <a:extLst xmlns:a="http://schemas.openxmlformats.org/drawingml/2006/main">
              <a:ext uri="{FF2B5EF4-FFF2-40B4-BE49-F238E27FC236}">
                <a16:creationId xmlns:a16="http://schemas.microsoft.com/office/drawing/2014/main" id="{1DEC06BE-CF01-44B1-95C2-F13EBAAD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5425" y="7353300"/>
            <a:ext cx="2190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같은 해석</a:t>
            </a:r>
          </a:p>
        </p:txBody>
      </p:sp>
      <p:sp>
        <p:nvSpPr>
          <p:cNvPr id="358" name="dp42-comparison / n297">
            <a:extLst xmlns:a="http://schemas.openxmlformats.org/drawingml/2006/main">
              <a:ext uri="{FF2B5EF4-FFF2-40B4-BE49-F238E27FC236}">
                <a16:creationId xmlns:a16="http://schemas.microsoft.com/office/drawing/2014/main" id="{C6CA61F5-C879-43D8-8C27-953C29B1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4775" y="7343775"/>
            <a:ext cx="1641348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dp42-comparison / n298 / text 1">
            <a:extLst xmlns:a="http://schemas.openxmlformats.org/drawingml/2006/main">
              <a:ext uri="{FF2B5EF4-FFF2-40B4-BE49-F238E27FC236}">
                <a16:creationId xmlns:a16="http://schemas.microsoft.com/office/drawing/2014/main" id="{8114E392-2C29-42A3-A8C1-C0ED182E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3825" y="7353300"/>
            <a:ext cx="23336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전송 / 외부 접수 확인</a:t>
            </a:r>
          </a:p>
        </p:txBody>
      </p:sp>
      <p:sp>
        <p:nvSpPr>
          <p:cNvPr id="360" name="dp42-comparison / n299">
            <a:extLst xmlns:a="http://schemas.openxmlformats.org/drawingml/2006/main">
              <a:ext uri="{FF2B5EF4-FFF2-40B4-BE49-F238E27FC236}">
                <a16:creationId xmlns:a16="http://schemas.microsoft.com/office/drawing/2014/main" id="{59BBF83D-8A7E-488F-9F24-BFAC8360A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7343775"/>
            <a:ext cx="185928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dp42-comparison / n300 / text 1">
            <a:extLst xmlns:a="http://schemas.openxmlformats.org/drawingml/2006/main">
              <a:ext uri="{FF2B5EF4-FFF2-40B4-BE49-F238E27FC236}">
                <a16:creationId xmlns:a16="http://schemas.microsoft.com/office/drawing/2014/main" id="{12A6CCDD-9E8B-4DC8-9A7E-A412CB4E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7353300"/>
            <a:ext cx="2238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Voice Runtime: 음성 I/O 구현</a:t>
            </a:r>
          </a:p>
        </p:txBody>
      </p:sp>
    </p:spTree>
    <p:extLst>
      <p:ext uri="{BB962C8B-B14F-4D97-AF65-F5344CB8AC3E}">
        <p14:creationId xmlns:p14="http://schemas.microsoft.com/office/powerpoint/2010/main" val="704876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dp43-background / n1">
            <a:extLst xmlns:a="http://schemas.openxmlformats.org/drawingml/2006/main">
              <a:ext uri="{FF2B5EF4-FFF2-40B4-BE49-F238E27FC236}">
                <a16:creationId xmlns:a16="http://schemas.microsoft.com/office/drawing/2014/main" id="{51732F8F-9DE4-4E3E-85B0-E9E954A7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3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43B7752C-BA32-40A0-8038-25CC91A8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3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52E6EB53-4ACA-4C0C-AB8D-6366B80C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04-43</a:t>
            </a:r>
          </a:p>
        </p:txBody>
      </p:sp>
      <p:sp>
        <p:nvSpPr>
          <p:cNvPr id="4" name="dp43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59C55532-D64C-4183-8C0D-3ACC06F8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04-43. 기능 정확성을 위한 VIA Request 의미 판단 설계</a:t>
            </a:r>
          </a:p>
        </p:txBody>
      </p:sp>
      <p:sp>
        <p:nvSpPr>
          <p:cNvPr id="5" name="dp43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55E14FC1-6ABE-40E4-A16F-624BDD95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3-background / n6">
            <a:extLst xmlns:a="http://schemas.openxmlformats.org/drawingml/2006/main">
              <a:ext uri="{FF2B5EF4-FFF2-40B4-BE49-F238E27FC236}">
                <a16:creationId xmlns:a16="http://schemas.microsoft.com/office/drawing/2014/main" id="{1416CE0B-5ED0-43D0-9899-AAAFF8E2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3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8288F0E6-DD71-4F01-B4C0-A178EF42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정정에 따른 관련 참조 오류와 기존 조건 누락 위험</a:t>
            </a:r>
          </a:p>
        </p:txBody>
      </p:sp>
      <p:sp>
        <p:nvSpPr>
          <p:cNvPr id="8" name="dp43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FD4BF337-781E-4C48-8226-7DF2D28B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3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E76C0721-7B8B-4A3B-A00D-6AB2BF12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3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648A9FB7-D942-4664-A5EB-89886A4B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3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C51688B1-4822-4F79-8BE3-AE247AEF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3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73625086-68E7-46B9-8940-D613A41F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연관된 의미 판단의 생산 책임과 조정 방식 설계</a:t>
            </a:r>
          </a:p>
        </p:txBody>
      </p:sp>
      <p:sp>
        <p:nvSpPr>
          <p:cNvPr id="13" name="dp43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FF501319-EB63-4E6C-A727-EF5CE9C3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기능 지원 범위 / 변경 용이성</a:t>
            </a:r>
          </a:p>
        </p:txBody>
      </p:sp>
      <p:sp>
        <p:nvSpPr>
          <p:cNvPr id="14" name="dp43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B8A63EAB-2992-4E71-AC49-505F5C69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3-background / n15">
            <a:extLst xmlns:a="http://schemas.openxmlformats.org/drawingml/2006/main">
              <a:ext uri="{FF2B5EF4-FFF2-40B4-BE49-F238E27FC236}">
                <a16:creationId xmlns:a16="http://schemas.microsoft.com/office/drawing/2014/main" id="{ACC1A435-EC33-4E1F-8858-1EE46134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51435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dp43-background / n16">
            <a:extLst xmlns:a="http://schemas.openxmlformats.org/drawingml/2006/main">
              <a:ext uri="{FF2B5EF4-FFF2-40B4-BE49-F238E27FC236}">
                <a16:creationId xmlns:a16="http://schemas.microsoft.com/office/drawing/2014/main" id="{1773C2CA-6593-48FB-BD9C-B5BB437B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19375"/>
            <a:ext cx="49720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p43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6D760CF0-AB9E-4E2D-89F0-AEEE2D90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33675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진행 중인 두 Task의 조건 지정</a:t>
            </a:r>
          </a:p>
        </p:txBody>
      </p:sp>
      <p:sp>
        <p:nvSpPr>
          <p:cNvPr id="18" name="dp43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81C7B011-1166-428A-A00F-17570DD0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47625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PDF로, 메일에는</a:t>
            </a:r>
          </a:p>
        </p:txBody>
      </p:sp>
      <p:sp>
        <p:nvSpPr>
          <p:cNvPr id="19" name="dp43-background / n18 / text 2">
            <a:extLst xmlns:a="http://schemas.openxmlformats.org/drawingml/2006/main">
              <a:ext uri="{FF2B5EF4-FFF2-40B4-BE49-F238E27FC236}">
                <a16:creationId xmlns:a16="http://schemas.microsoft.com/office/drawing/2014/main" id="{53A370C0-992C-4DFD-ABC5-D780565A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47625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그 보고서의 결론을 넣어줘.”</a:t>
            </a:r>
          </a:p>
        </p:txBody>
      </p:sp>
      <p:sp>
        <p:nvSpPr>
          <p:cNvPr id="20" name="dp43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C683A2C6-C095-438D-8211-B54DBC6F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476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/ PDF 조건과 메일 내용</a:t>
            </a:r>
          </a:p>
        </p:txBody>
      </p:sp>
      <p:sp>
        <p:nvSpPr>
          <p:cNvPr id="21" name="dp43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3F3FA63A-B132-4AAA-8E02-8E04D308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33675"/>
            <a:ext cx="4591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잠시 뒤 / 메일 내용 정정</a:t>
            </a:r>
          </a:p>
        </p:txBody>
      </p:sp>
      <p:sp>
        <p:nvSpPr>
          <p:cNvPr id="22" name="dp43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B5DA42F3-CE0C-43C2-9B81-BE584192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86100"/>
            <a:ext cx="45910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“메일에는 결론 대신</a:t>
            </a:r>
          </a:p>
        </p:txBody>
      </p:sp>
      <p:sp>
        <p:nvSpPr>
          <p:cNvPr id="23" name="dp43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C338F965-EDB7-483C-BD68-06118B92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90900"/>
            <a:ext cx="45910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표만 넣어줘.”</a:t>
            </a:r>
          </a:p>
        </p:txBody>
      </p:sp>
      <p:sp>
        <p:nvSpPr>
          <p:cNvPr id="24" name="dp43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014C26B2-F6FB-4278-9678-D2ABE052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24275"/>
            <a:ext cx="45910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/ 메일 내용 교체</a:t>
            </a:r>
          </a:p>
        </p:txBody>
      </p:sp>
      <p:sp>
        <p:nvSpPr>
          <p:cNvPr id="25" name="dp43-background / n23 / path">
            <a:extLst xmlns:a="http://schemas.openxmlformats.org/drawingml/2006/main">
              <a:ext uri="{FF2B5EF4-FFF2-40B4-BE49-F238E27FC236}">
                <a16:creationId xmlns:a16="http://schemas.microsoft.com/office/drawing/2014/main" id="{289221A3-61D4-4AB9-9605-0912746B1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95650"/>
            <a:ext cx="228600" cy="953"/>
          </a:xfrm>
          <a:custGeom xmlns:a="http://schemas.openxmlformats.org/drawingml/2006/main">
            <a:pathLst>
              <a:path w="228600" h="953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6" name="dp43-background / n23 / arrow">
            <a:extLst xmlns:a="http://schemas.openxmlformats.org/drawingml/2006/main">
              <a:ext uri="{FF2B5EF4-FFF2-40B4-BE49-F238E27FC236}">
                <a16:creationId xmlns:a16="http://schemas.microsoft.com/office/drawing/2014/main" id="{539B802B-D53E-4EA2-8AA2-7D73DB8E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4080" y="32346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7" name="dp43-background / n24">
            <a:extLst xmlns:a="http://schemas.openxmlformats.org/drawingml/2006/main">
              <a:ext uri="{FF2B5EF4-FFF2-40B4-BE49-F238E27FC236}">
                <a16:creationId xmlns:a16="http://schemas.microsoft.com/office/drawing/2014/main" id="{FFB6FA70-F806-488A-98C9-1E2C3638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2857500" cy="1943100"/>
          </a:xfrm>
          <a:custGeom xmlns:a="http://schemas.openxmlformats.org/drawingml/2006/main">
            <a:pathLst>
              <a:path w="2857500" h="1943100">
                <a:moveTo>
                  <a:pt x="0" y="0"/>
                </a:moveTo>
                <a:lnTo>
                  <a:pt x="2686050" y="0"/>
                </a:lnTo>
                <a:lnTo>
                  <a:pt x="2857500" y="171450"/>
                </a:lnTo>
                <a:lnTo>
                  <a:pt x="2857500" y="1943100"/>
                </a:lnTo>
                <a:lnTo>
                  <a:pt x="0" y="1943100"/>
                </a:lnTo>
                <a:close/>
              </a:path>
            </a:pathLst>
          </a:custGeom>
          <a:solidFill xmlns:a="http://schemas.openxmlformats.org/drawingml/2006/main">
            <a:srgbClr val="F3F7F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8" name="dp43-background / n24 / fold">
            <a:extLst xmlns:a="http://schemas.openxmlformats.org/drawingml/2006/main">
              <a:ext uri="{FF2B5EF4-FFF2-40B4-BE49-F238E27FC236}">
                <a16:creationId xmlns:a16="http://schemas.microsoft.com/office/drawing/2014/main" id="{CB957DAD-9E8F-4592-99A4-EEC18053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533900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9" name="dp43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932638EA-2722-47B5-B7B5-CAA65A4A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57725"/>
            <a:ext cx="24765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Task</a:t>
            </a:r>
          </a:p>
        </p:txBody>
      </p:sp>
      <p:sp>
        <p:nvSpPr>
          <p:cNvPr id="30" name="dp43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5327D118-9809-4A63-9A09-698F6D08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14925"/>
            <a:ext cx="247650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PDF 조건 유지</a:t>
            </a:r>
          </a:p>
        </p:txBody>
      </p:sp>
      <p:sp>
        <p:nvSpPr>
          <p:cNvPr id="31" name="dp43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B4EAED37-18E2-47F7-8A11-42BAD024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247650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결과 / 결론과 표</a:t>
            </a:r>
          </a:p>
        </p:txBody>
      </p:sp>
      <p:sp>
        <p:nvSpPr>
          <p:cNvPr id="32" name="dp43-background / n28">
            <a:extLst xmlns:a="http://schemas.openxmlformats.org/drawingml/2006/main">
              <a:ext uri="{FF2B5EF4-FFF2-40B4-BE49-F238E27FC236}">
                <a16:creationId xmlns:a16="http://schemas.microsoft.com/office/drawing/2014/main" id="{D3F59ECD-E251-4934-BFA3-764A10B7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33900"/>
            <a:ext cx="4019550" cy="1943100"/>
          </a:xfrm>
          <a:custGeom xmlns:a="http://schemas.openxmlformats.org/drawingml/2006/main">
            <a:pathLst>
              <a:path w="4019550" h="1943100">
                <a:moveTo>
                  <a:pt x="0" y="0"/>
                </a:moveTo>
                <a:lnTo>
                  <a:pt x="3848100" y="0"/>
                </a:lnTo>
                <a:lnTo>
                  <a:pt x="4019550" y="171450"/>
                </a:lnTo>
                <a:lnTo>
                  <a:pt x="4019550" y="1943100"/>
                </a:lnTo>
                <a:lnTo>
                  <a:pt x="0" y="1943100"/>
                </a:lnTo>
                <a:close/>
              </a:path>
            </a:pathLst>
          </a:custGeom>
          <a:solidFill xmlns:a="http://schemas.openxmlformats.org/drawingml/2006/main">
            <a:srgbClr val="F3F6FA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33" name="dp43-background / n28 / fold">
            <a:extLst xmlns:a="http://schemas.openxmlformats.org/drawingml/2006/main">
              <a:ext uri="{FF2B5EF4-FFF2-40B4-BE49-F238E27FC236}">
                <a16:creationId xmlns:a16="http://schemas.microsoft.com/office/drawing/2014/main" id="{1D625921-1A78-49A2-BAAC-317F2121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533900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34" name="dp43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54115012-186D-425B-A2DD-E1CE6EF3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57725"/>
            <a:ext cx="36385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35" name="dp43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524ECCFD-09D6-4FBE-9D42-55F686479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114925"/>
            <a:ext cx="36385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기존 / 보고서 결론</a:t>
            </a:r>
          </a:p>
        </p:txBody>
      </p:sp>
      <p:sp>
        <p:nvSpPr>
          <p:cNvPr id="36" name="dp43-background / n31 / path">
            <a:extLst xmlns:a="http://schemas.openxmlformats.org/drawingml/2006/main">
              <a:ext uri="{FF2B5EF4-FFF2-40B4-BE49-F238E27FC236}">
                <a16:creationId xmlns:a16="http://schemas.microsoft.com/office/drawing/2014/main" id="{67969977-D7C2-424C-AB73-B0C74752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267325"/>
            <a:ext cx="1666875" cy="953"/>
          </a:xfrm>
          <a:custGeom xmlns:a="http://schemas.openxmlformats.org/drawingml/2006/main">
            <a:pathLst>
              <a:path w="1666875" h="953">
                <a:moveTo>
                  <a:pt x="0" y="0"/>
                </a:moveTo>
                <a:lnTo>
                  <a:pt x="1666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37" name="dp43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16731498-9CE8-4E6A-8ED3-4B949137F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762625"/>
            <a:ext cx="36385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같은 보고서의 표만 사용</a:t>
            </a:r>
          </a:p>
        </p:txBody>
      </p:sp>
      <p:sp>
        <p:nvSpPr>
          <p:cNvPr id="38" name="dp43-background / n33 / path">
            <a:extLst xmlns:a="http://schemas.openxmlformats.org/drawingml/2006/main">
              <a:ext uri="{FF2B5EF4-FFF2-40B4-BE49-F238E27FC236}">
                <a16:creationId xmlns:a16="http://schemas.microsoft.com/office/drawing/2014/main" id="{49614C8F-3B3F-43E0-8F23-4B7F4198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505450"/>
            <a:ext cx="3333750" cy="953"/>
          </a:xfrm>
          <a:custGeom xmlns:a="http://schemas.openxmlformats.org/drawingml/2006/main">
            <a:pathLst>
              <a:path w="3333750" h="953">
                <a:moveTo>
                  <a:pt x="0" y="0"/>
                </a:moveTo>
                <a:lnTo>
                  <a:pt x="333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87E8B"/>
            </a:solidFill>
            <a:prstDash val="solid"/>
          </a:ln>
        </p:spPr>
      </p:sp>
      <p:sp>
        <p:nvSpPr>
          <p:cNvPr id="39" name="dp43-background / n33 / arrow">
            <a:extLst xmlns:a="http://schemas.openxmlformats.org/drawingml/2006/main">
              <a:ext uri="{FF2B5EF4-FFF2-40B4-BE49-F238E27FC236}">
                <a16:creationId xmlns:a16="http://schemas.microsoft.com/office/drawing/2014/main" id="{F7C8D706-7038-464B-9232-6E422F84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0370" y="5414010"/>
            <a:ext cx="182880" cy="182880"/>
          </a:xfrm>
          <a:custGeom xmlns:a="http://schemas.openxmlformats.org/drawingml/2006/main">
            <a:pathLst>
              <a:path w="182880" h="182880">
                <a:moveTo>
                  <a:pt x="0" y="182880"/>
                </a:moveTo>
                <a:lnTo>
                  <a:pt x="182880" y="9144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6576">
            <a:solidFill>
              <a:srgbClr val="087E8B"/>
            </a:solidFill>
            <a:prstDash val="solid"/>
          </a:ln>
        </p:spPr>
      </p:sp>
      <p:sp>
        <p:nvSpPr>
          <p:cNvPr id="40" name="dp43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16074B11-AD86-4E4E-913D-96CF42FA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714875"/>
            <a:ext cx="30670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메일의 보고서 참조 변경</a:t>
            </a:r>
          </a:p>
        </p:txBody>
      </p:sp>
      <p:sp>
        <p:nvSpPr>
          <p:cNvPr id="41" name="dp43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13DB03C1-1EEB-42BE-AF15-CAB9D6C06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962650"/>
            <a:ext cx="30670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결과 준비 후 사용</a:t>
            </a:r>
          </a:p>
        </p:txBody>
      </p:sp>
      <p:sp>
        <p:nvSpPr>
          <p:cNvPr id="42" name="dp43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11C34C11-98B0-4F8E-BCFB-CDBE5EFC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0"/>
            <a:ext cx="1057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시 함께 맞춰야 할 판단</a:t>
            </a:r>
          </a:p>
        </p:txBody>
      </p:sp>
      <p:sp>
        <p:nvSpPr>
          <p:cNvPr id="43" name="dp43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723C7412-9D92-45CD-9839-0CF685AE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Referent</a:t>
            </a:r>
          </a:p>
        </p:txBody>
      </p:sp>
      <p:sp>
        <p:nvSpPr>
          <p:cNvPr id="44" name="dp43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4E3F62EB-6C51-4CFC-8281-748ACB3D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같은 보고서의 표</a:t>
            </a:r>
          </a:p>
        </p:txBody>
      </p:sp>
      <p:sp>
        <p:nvSpPr>
          <p:cNvPr id="45" name="dp43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3F445319-03DD-4638-A65A-D9A6D9DA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Association</a:t>
            </a:r>
          </a:p>
        </p:txBody>
      </p:sp>
      <p:sp>
        <p:nvSpPr>
          <p:cNvPr id="46" name="dp43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E292942B-9150-49BD-AE66-C7384526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47" name="dp43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8E951E91-4B68-4570-B0D2-8DC2A4CE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범위</a:t>
            </a:r>
          </a:p>
        </p:txBody>
      </p:sp>
      <p:sp>
        <p:nvSpPr>
          <p:cNvPr id="48" name="dp43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74CEB6B7-FA85-4E97-AD67-EE59E366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내용만 교체</a:t>
            </a:r>
          </a:p>
        </p:txBody>
      </p:sp>
      <p:sp>
        <p:nvSpPr>
          <p:cNvPr id="49" name="dp43-background / n43 / path">
            <a:extLst xmlns:a="http://schemas.openxmlformats.org/drawingml/2006/main">
              <a:ext uri="{FF2B5EF4-FFF2-40B4-BE49-F238E27FC236}">
                <a16:creationId xmlns:a16="http://schemas.microsoft.com/office/drawing/2014/main" id="{3D2DC769-2EDA-4633-92E5-D3B5BA66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7800975"/>
            <a:ext cx="419100" cy="953"/>
          </a:xfrm>
          <a:custGeom xmlns:a="http://schemas.openxmlformats.org/drawingml/2006/main">
            <a:pathLst>
              <a:path w="419100" h="953">
                <a:moveTo>
                  <a:pt x="0" y="0"/>
                </a:moveTo>
                <a:lnTo>
                  <a:pt x="419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0" name="dp43-background / n44 / path">
            <a:extLst xmlns:a="http://schemas.openxmlformats.org/drawingml/2006/main">
              <a:ext uri="{FF2B5EF4-FFF2-40B4-BE49-F238E27FC236}">
                <a16:creationId xmlns:a16="http://schemas.microsoft.com/office/drawing/2014/main" id="{7A23F118-AF3F-42D2-BEB6-3F87C984C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7800975"/>
            <a:ext cx="438150" cy="953"/>
          </a:xfrm>
          <a:custGeom xmlns:a="http://schemas.openxmlformats.org/drawingml/2006/main">
            <a:pathLst>
              <a:path w="438150" h="953">
                <a:moveTo>
                  <a:pt x="0" y="0"/>
                </a:moveTo>
                <a:lnTo>
                  <a:pt x="438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1" name="dp43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837753B5-08B2-4E26-9229-BA35E30C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의도와 처리 방향</a:t>
            </a:r>
          </a:p>
        </p:txBody>
      </p:sp>
      <p:sp>
        <p:nvSpPr>
          <p:cNvPr id="52" name="dp43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ED5AF4B3-29B0-4CB5-9498-7B785308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요청 목표와 Delegation 및 자료 대기의 판단</a:t>
            </a:r>
          </a:p>
        </p:txBody>
      </p:sp>
      <p:sp>
        <p:nvSpPr>
          <p:cNvPr id="53" name="dp43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E9BB46D0-8869-4CA5-8D50-DCB833CD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Referent와 Task Association</a:t>
            </a:r>
          </a:p>
        </p:txBody>
      </p:sp>
      <p:sp>
        <p:nvSpPr>
          <p:cNvPr id="54" name="dp43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53AECD46-1C02-46BC-8821-DB796A55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자료와 관련 Task 및 결과 사용 관계의 일치</a:t>
            </a:r>
          </a:p>
        </p:txBody>
      </p:sp>
      <p:sp>
        <p:nvSpPr>
          <p:cNvPr id="55" name="dp43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EA9B4516-4CA8-458F-BE0C-F55A6DDC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정정 범위와 기존 조건</a:t>
            </a:r>
          </a:p>
        </p:txBody>
      </p:sp>
      <p:sp>
        <p:nvSpPr>
          <p:cNvPr id="56" name="dp43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3262DD9C-3443-4040-9B93-F7FBA5CF4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메일 내용만 교체하고 PDF 조건 유지</a:t>
            </a:r>
          </a:p>
        </p:txBody>
      </p:sp>
    </p:spTree>
    <p:extLst>
      <p:ext uri="{BB962C8B-B14F-4D97-AF65-F5344CB8AC3E}">
        <p14:creationId xmlns:p14="http://schemas.microsoft.com/office/powerpoint/2010/main" val="5885508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7" name="dp43-comparison / n1">
            <a:extLst xmlns:a="http://schemas.openxmlformats.org/drawingml/2006/main">
              <a:ext uri="{FF2B5EF4-FFF2-40B4-BE49-F238E27FC236}">
                <a16:creationId xmlns:a16="http://schemas.microsoft.com/office/drawing/2014/main" id="{539C452D-04D3-44D7-A9E4-1FC19FA7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3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1AF511D2-734C-4FF3-95FF-37DE60BC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3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18041859-E2D9-438C-95BF-A4AE043D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3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8541CF34-7C33-45EA-BE8B-E2C8E3E8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04-43. 기능 정확성을 위한 VIA Request 의미 판단 설계</a:t>
            </a:r>
          </a:p>
        </p:txBody>
      </p:sp>
      <p:sp>
        <p:nvSpPr>
          <p:cNvPr id="5" name="dp43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BA783C28-D448-44F6-9777-7D4817CA8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3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EAB8D128-1AA1-470E-B640-7B6EBB1C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PDF로, 메일에는 결론을 넣어줘.” → “메일에는 결론 대신 표만 넣어줘.”</a:t>
            </a:r>
          </a:p>
        </p:txBody>
      </p:sp>
      <p:sp>
        <p:nvSpPr>
          <p:cNvPr id="7" name="dp43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B3E36739-3DB8-4FD8-936F-5CA3990A0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3-comparison / n8">
            <a:extLst xmlns:a="http://schemas.openxmlformats.org/drawingml/2006/main">
              <a:ext uri="{FF2B5EF4-FFF2-40B4-BE49-F238E27FC236}">
                <a16:creationId xmlns:a16="http://schemas.microsoft.com/office/drawing/2014/main" id="{D98578CF-C4D0-4F38-8A31-6CEC4136E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3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9E6C049F-3B59-4A83-BD17-797CA59E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3-comparison / n10">
            <a:extLst xmlns:a="http://schemas.openxmlformats.org/drawingml/2006/main">
              <a:ext uri="{FF2B5EF4-FFF2-40B4-BE49-F238E27FC236}">
                <a16:creationId xmlns:a16="http://schemas.microsoft.com/office/drawing/2014/main" id="{1B074960-1C0C-434F-A19F-1C392B9C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3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6AA04085-07F1-445B-B048-8D577D6A4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3-comparison / n12">
            <a:extLst xmlns:a="http://schemas.openxmlformats.org/drawingml/2006/main">
              <a:ext uri="{FF2B5EF4-FFF2-40B4-BE49-F238E27FC236}">
                <a16:creationId xmlns:a16="http://schemas.microsoft.com/office/drawing/2014/main" id="{24E71620-0EC8-415A-BD46-16A76DE2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3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2A39EEC0-B53B-4097-8AD9-CF701A71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3-comparison / n14">
            <a:extLst xmlns:a="http://schemas.openxmlformats.org/drawingml/2006/main">
              <a:ext uri="{FF2B5EF4-FFF2-40B4-BE49-F238E27FC236}">
                <a16:creationId xmlns:a16="http://schemas.microsoft.com/office/drawing/2014/main" id="{3B8BFC31-C9FE-4DDB-A521-367A69E9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3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CE16D8CD-E39A-4A9C-8269-1D62F9AF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3-comparison / n16">
            <a:extLst xmlns:a="http://schemas.openxmlformats.org/drawingml/2006/main">
              <a:ext uri="{FF2B5EF4-FFF2-40B4-BE49-F238E27FC236}">
                <a16:creationId xmlns:a16="http://schemas.microsoft.com/office/drawing/2014/main" id="{0A555600-8B57-45E0-9216-06A5B5E8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3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437A61E9-F475-42E4-9BAC-787AA36D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3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3569D43A-9857-4AA2-96B6-8AB0F7A6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3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618D0942-1015-4946-98FF-E1C6B168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3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0DE7B190-2392-49C7-9027-4C2E0FDB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3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72E10A3A-800A-4114-B406-24C3533A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통합 의미 생산</a:t>
            </a:r>
          </a:p>
        </p:txBody>
      </p:sp>
      <p:sp>
        <p:nvSpPr>
          <p:cNvPr id="22" name="dp43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3C7CB60D-8659-4930-B4E4-91B4257A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의미의 공동 판단으로 정확 처리율 94% (기능 정확성 ↑)</a:t>
            </a:r>
          </a:p>
        </p:txBody>
      </p:sp>
      <p:sp>
        <p:nvSpPr>
          <p:cNvPr id="23" name="dp43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C4924AE7-F39F-485F-AF73-4CCC0208E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제안 간 교환 축소로 평균 VIA 처리시간 5.5 s (요청 완료 신속성 ↑)</a:t>
            </a:r>
          </a:p>
        </p:txBody>
      </p:sp>
      <p:sp>
        <p:nvSpPr>
          <p:cNvPr id="24" name="dp43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8C87F833-8327-4A09-9B32-04CB385E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통합 의미 생산 계약의 변경 전파, 평균 4.0개 (변경 용이성 ↓)</a:t>
            </a:r>
          </a:p>
        </p:txBody>
      </p:sp>
      <p:sp>
        <p:nvSpPr>
          <p:cNvPr id="25" name="dp43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ABCCB5C1-C3C3-4EF5-971A-FE21EEF7A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26" name="dp43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4482D985-A034-41E9-AAC0-C94F236F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3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4B0D876F-6220-43B9-9B1B-70758487E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28" name="dp43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F627ACF7-FCB7-45F0-BB7F-F1923D5C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29" name="dp43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3E7ABA87-B396-4182-930A-9EC07AD1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3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8DBE83C3-68E7-456B-B58F-AFF33E2C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1" name="dp43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D90E4027-DBC7-4E92-9B48-FFA1E7D2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5.5 s</a:t>
            </a:r>
          </a:p>
        </p:txBody>
      </p:sp>
      <p:sp>
        <p:nvSpPr>
          <p:cNvPr id="32" name="dp43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73B4F518-4BD4-48BC-89AB-F429F9E6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3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F335998E-1FFA-4BBE-9763-C0B307D5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3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5643F7D8-9B5B-4D45-8E65-0CAE1A8C4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35" name="dp43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4BE5EBE4-E3A5-47AE-A573-89096B8F9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6" name="dp43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4CC890DA-792F-40FC-A40C-5F0FC4C5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3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F626A3EC-17AB-430F-A688-A0152E4A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 기능별 의미 생산과 코드 조정</a:t>
            </a:r>
          </a:p>
        </p:txBody>
      </p:sp>
      <p:sp>
        <p:nvSpPr>
          <p:cNvPr id="38" name="dp43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BEAE2B34-1652-49A6-9AC1-01E2C71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특정 기능의 생산 책임 분리로 변경 평균 2.0개 (변경 용이성 ↑)</a:t>
            </a:r>
          </a:p>
        </p:txBody>
      </p:sp>
      <p:sp>
        <p:nvSpPr>
          <p:cNvPr id="39" name="dp43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43E9D56D-11AB-4D63-9BDB-85159A2E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의미 불일치와 오류 전파로 정확 처리율 91% (기능 정확성 ↓)</a:t>
            </a:r>
          </a:p>
        </p:txBody>
      </p:sp>
      <p:sp>
        <p:nvSpPr>
          <p:cNvPr id="40" name="dp43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8FA81610-BF6D-40E3-9333-D39D1E88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제안 교환과 재판단으로 평균 VIA 처리시간 7.2 s (요청 완료 신속성 ↓)</a:t>
            </a:r>
          </a:p>
        </p:txBody>
      </p:sp>
      <p:sp>
        <p:nvSpPr>
          <p:cNvPr id="41" name="dp43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5D291DC6-94F8-4DE6-BD3E-90302E836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42" name="dp43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1DF387DD-4DF1-42DD-B5CA-AC5F27AF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3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A966638B-4EA2-40DB-9B19-27B995B9D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91%</a:t>
            </a:r>
          </a:p>
        </p:txBody>
      </p:sp>
      <p:sp>
        <p:nvSpPr>
          <p:cNvPr id="44" name="dp43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9FFE1D00-2F6A-4FE8-A2BB-0E2FCC6E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45" name="dp43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5E1959AE-BE3A-4BBA-81F4-BD55185B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3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BFFB8B84-F29A-434C-BB33-6C5BA65D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7" name="dp43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FC2AA897-7E0F-4F9B-8A15-950A9A2D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7.2 s</a:t>
            </a:r>
          </a:p>
        </p:txBody>
      </p:sp>
      <p:sp>
        <p:nvSpPr>
          <p:cNvPr id="48" name="dp43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2128D152-A142-439B-9A07-721C1CB5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3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465C21C3-3CC0-48B0-981A-02EE5884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3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AC73B9C0-1C29-4138-AC5F-3F05941BF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51" name="dp43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55AD4F62-19E0-4047-A358-AD5787817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52" name="dp43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DAD9C242-C87A-4DE6-8EDC-956B40C2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3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C1E1B04D-5EAF-455C-B326-D9F4D76A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교차 의미 정정 / 특정 지칭 기능의 독립 변경 / 동일한 공유 Omni</a:t>
            </a:r>
          </a:p>
        </p:txBody>
      </p:sp>
      <p:sp>
        <p:nvSpPr>
          <p:cNvPr id="54" name="dp43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94FFAE1F-5A13-43C6-8D8C-9ABF78E1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3-comparison / n54">
            <a:extLst xmlns:a="http://schemas.openxmlformats.org/drawingml/2006/main">
              <a:ext uri="{FF2B5EF4-FFF2-40B4-BE49-F238E27FC236}">
                <a16:creationId xmlns:a16="http://schemas.microsoft.com/office/drawing/2014/main" id="{5688087B-97B8-425C-BBC8-035FC392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3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51F407B3-4F26-4C1A-A329-7AA2EC07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57" name="dp43-comparison / n56">
            <a:extLst xmlns:a="http://schemas.openxmlformats.org/drawingml/2006/main">
              <a:ext uri="{FF2B5EF4-FFF2-40B4-BE49-F238E27FC236}">
                <a16:creationId xmlns:a16="http://schemas.microsoft.com/office/drawing/2014/main" id="{32549CE1-57EC-4256-91D1-985861AE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3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42F4BFFF-47AD-4BB3-A53F-4534E0B31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9" name="dp43-comparison / n58">
            <a:extLst xmlns:a="http://schemas.openxmlformats.org/drawingml/2006/main">
              <a:ext uri="{FF2B5EF4-FFF2-40B4-BE49-F238E27FC236}">
                <a16:creationId xmlns:a16="http://schemas.microsoft.com/office/drawing/2014/main" id="{F143FCE3-B8B2-438A-809C-0725171D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3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967CA26D-16EA-4499-88D5-556AD057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61" name="dp43-comparison / n64 / path">
            <a:extLst xmlns:a="http://schemas.openxmlformats.org/drawingml/2006/main">
              <a:ext uri="{FF2B5EF4-FFF2-40B4-BE49-F238E27FC236}">
                <a16:creationId xmlns:a16="http://schemas.microsoft.com/office/drawing/2014/main" id="{84C52DA1-2B62-44D7-9A6F-8999A06F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2" name="dp43-comparison / n64 / arrow">
            <a:extLst xmlns:a="http://schemas.openxmlformats.org/drawingml/2006/main">
              <a:ext uri="{FF2B5EF4-FFF2-40B4-BE49-F238E27FC236}">
                <a16:creationId xmlns:a16="http://schemas.microsoft.com/office/drawing/2014/main" id="{1F7FBB5F-9348-49E4-AE38-3FDDD87F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50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3" name="dp43-comparison / n69">
            <a:extLst xmlns:a="http://schemas.openxmlformats.org/drawingml/2006/main">
              <a:ext uri="{FF2B5EF4-FFF2-40B4-BE49-F238E27FC236}">
                <a16:creationId xmlns:a16="http://schemas.microsoft.com/office/drawing/2014/main" id="{7B58EFA8-DAD1-49FF-ACDE-37CCB183E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3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A588F682-0AB5-42AF-9020-8EA35906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65" name="dp43-comparison / n71">
            <a:extLst xmlns:a="http://schemas.openxmlformats.org/drawingml/2006/main">
              <a:ext uri="{FF2B5EF4-FFF2-40B4-BE49-F238E27FC236}">
                <a16:creationId xmlns:a16="http://schemas.microsoft.com/office/drawing/2014/main" id="{DC9F725E-6BA5-463B-AB3F-36A9138B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914775"/>
            <a:ext cx="527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6" name="dp43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0DAF9F56-0CC6-4F49-B7BD-7EDBF53C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013359"/>
            <a:ext cx="5105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Integrated Semantic Interpreter</a:t>
            </a:r>
          </a:p>
        </p:txBody>
      </p:sp>
      <p:sp>
        <p:nvSpPr>
          <p:cNvPr id="67" name="dp43-comparison / n73">
            <a:extLst xmlns:a="http://schemas.openxmlformats.org/drawingml/2006/main">
              <a:ext uri="{FF2B5EF4-FFF2-40B4-BE49-F238E27FC236}">
                <a16:creationId xmlns:a16="http://schemas.microsoft.com/office/drawing/2014/main" id="{B94D9ECF-FA1E-4C33-9F52-A09FA624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095875"/>
            <a:ext cx="3124200" cy="50482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8" name="dp43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7C181668-739E-4EED-A68D-9B9A12C6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5257800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 Attempt State</a:t>
            </a:r>
          </a:p>
        </p:txBody>
      </p:sp>
      <p:sp>
        <p:nvSpPr>
          <p:cNvPr id="69" name="dp43-comparison / n75 / path">
            <a:extLst xmlns:a="http://schemas.openxmlformats.org/drawingml/2006/main">
              <a:ext uri="{FF2B5EF4-FFF2-40B4-BE49-F238E27FC236}">
                <a16:creationId xmlns:a16="http://schemas.microsoft.com/office/drawing/2014/main" id="{5EF9B40D-C619-4D7B-A3FB-B630B443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3038475"/>
            <a:ext cx="1133475" cy="876300"/>
          </a:xfrm>
          <a:custGeom xmlns:a="http://schemas.openxmlformats.org/drawingml/2006/main">
            <a:pathLst>
              <a:path w="1133475" h="876300">
                <a:moveTo>
                  <a:pt x="1133475" y="0"/>
                </a:moveTo>
                <a:lnTo>
                  <a:pt x="1133475" y="266700"/>
                </a:lnTo>
                <a:lnTo>
                  <a:pt x="0" y="266700"/>
                </a:lnTo>
                <a:lnTo>
                  <a:pt x="0" y="876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0" name="dp43-comparison / n75 / arrow">
            <a:extLst xmlns:a="http://schemas.openxmlformats.org/drawingml/2006/main">
              <a:ext uri="{FF2B5EF4-FFF2-40B4-BE49-F238E27FC236}">
                <a16:creationId xmlns:a16="http://schemas.microsoft.com/office/drawing/2014/main" id="{0D7203BD-175F-4499-A897-2E925EF3D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865" y="37928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1" name="dp43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C1A749B3-C100-472B-AB08-51B841D0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71975"/>
            <a:ext cx="9525" cy="723900"/>
          </a:xfrm>
          <a:custGeom xmlns:a="http://schemas.openxmlformats.org/drawingml/2006/main">
            <a:pathLst>
              <a:path w="9525" h="723900">
                <a:moveTo>
                  <a:pt x="9525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2" name="dp43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622F17F0-C5E2-474C-9B47-85DB6BE1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8949" y="4973164"/>
            <a:ext cx="121909" cy="122711"/>
          </a:xfrm>
          <a:custGeom xmlns:a="http://schemas.openxmlformats.org/drawingml/2006/main">
            <a:pathLst>
              <a:path w="121909" h="122711">
                <a:moveTo>
                  <a:pt x="0" y="0"/>
                </a:moveTo>
                <a:lnTo>
                  <a:pt x="59351" y="122711"/>
                </a:lnTo>
                <a:lnTo>
                  <a:pt x="121909" y="160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3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BF64A209-217F-4631-8613-FBB4F4B3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143375"/>
            <a:ext cx="1266825" cy="1209675"/>
          </a:xfrm>
          <a:custGeom xmlns:a="http://schemas.openxmlformats.org/drawingml/2006/main">
            <a:pathLst>
              <a:path w="1266825" h="1209675">
                <a:moveTo>
                  <a:pt x="1266825" y="1204913"/>
                </a:moveTo>
                <a:lnTo>
                  <a:pt x="0" y="1209675"/>
                </a:lnTo>
                <a:lnTo>
                  <a:pt x="0" y="0"/>
                </a:lnTo>
                <a:lnTo>
                  <a:pt x="200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4" name="dp43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6DD28D1D-0224-4411-946F-5F1B647B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40824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3-comparison / n84 / path">
            <a:extLst xmlns:a="http://schemas.openxmlformats.org/drawingml/2006/main">
              <a:ext uri="{FF2B5EF4-FFF2-40B4-BE49-F238E27FC236}">
                <a16:creationId xmlns:a16="http://schemas.microsoft.com/office/drawing/2014/main" id="{747D1825-368E-4818-8C8C-48C9C702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8475"/>
            <a:ext cx="1114425" cy="1104900"/>
          </a:xfrm>
          <a:custGeom xmlns:a="http://schemas.openxmlformats.org/drawingml/2006/main">
            <a:pathLst>
              <a:path w="1114425" h="1104900">
                <a:moveTo>
                  <a:pt x="0" y="1104900"/>
                </a:moveTo>
                <a:lnTo>
                  <a:pt x="1114425" y="1104900"/>
                </a:lnTo>
                <a:lnTo>
                  <a:pt x="1114425" y="266700"/>
                </a:lnTo>
                <a:lnTo>
                  <a:pt x="304800" y="266700"/>
                </a:lnTo>
                <a:lnTo>
                  <a:pt x="304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76" name="dp43-comparison / n84 / arrow">
            <a:extLst xmlns:a="http://schemas.openxmlformats.org/drawingml/2006/main">
              <a:ext uri="{FF2B5EF4-FFF2-40B4-BE49-F238E27FC236}">
                <a16:creationId xmlns:a16="http://schemas.microsoft.com/office/drawing/2014/main" id="{906F6B28-ED4D-4879-84B7-BA72B6F7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09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77" name="dp43-comparison / n87">
            <a:extLst xmlns:a="http://schemas.openxmlformats.org/drawingml/2006/main">
              <a:ext uri="{FF2B5EF4-FFF2-40B4-BE49-F238E27FC236}">
                <a16:creationId xmlns:a16="http://schemas.microsoft.com/office/drawing/2014/main" id="{BA295497-A19C-4E37-A676-E8CD44D3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8" name="dp43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0361C634-3C2A-40F9-8E68-8288E6D2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79" name="dp43-comparison / n89">
            <a:extLst xmlns:a="http://schemas.openxmlformats.org/drawingml/2006/main">
              <a:ext uri="{FF2B5EF4-FFF2-40B4-BE49-F238E27FC236}">
                <a16:creationId xmlns:a16="http://schemas.microsoft.com/office/drawing/2014/main" id="{BA7E949E-1BF8-4CC5-BD4C-A4DE5BD2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80" name="dp43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FC66E178-C469-438D-8AFC-2F26EDE20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81" name="dp43-comparison / n91">
            <a:extLst xmlns:a="http://schemas.openxmlformats.org/drawingml/2006/main">
              <a:ext uri="{FF2B5EF4-FFF2-40B4-BE49-F238E27FC236}">
                <a16:creationId xmlns:a16="http://schemas.microsoft.com/office/drawing/2014/main" id="{53E8D436-1DEB-4C7D-B575-45CD0FBE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2" name="dp43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6D28A8D6-69D8-4C55-8018-BD3E67EF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83" name="dp43-comparison / n93 / path">
            <a:extLst xmlns:a="http://schemas.openxmlformats.org/drawingml/2006/main">
              <a:ext uri="{FF2B5EF4-FFF2-40B4-BE49-F238E27FC236}">
                <a16:creationId xmlns:a16="http://schemas.microsoft.com/office/drawing/2014/main" id="{AA713E6C-1E8E-419E-9F0A-305448B0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600700"/>
            <a:ext cx="2638425" cy="923925"/>
          </a:xfrm>
          <a:custGeom xmlns:a="http://schemas.openxmlformats.org/drawingml/2006/main">
            <a:pathLst>
              <a:path w="2638425" h="923925">
                <a:moveTo>
                  <a:pt x="2638425" y="0"/>
                </a:moveTo>
                <a:lnTo>
                  <a:pt x="2638425" y="857250"/>
                </a:lnTo>
                <a:lnTo>
                  <a:pt x="0" y="857250"/>
                </a:lnTo>
                <a:lnTo>
                  <a:pt x="0" y="923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4" name="dp43-comparison / n93 / arrow">
            <a:extLst xmlns:a="http://schemas.openxmlformats.org/drawingml/2006/main">
              <a:ext uri="{FF2B5EF4-FFF2-40B4-BE49-F238E27FC236}">
                <a16:creationId xmlns:a16="http://schemas.microsoft.com/office/drawing/2014/main" id="{0E2123E8-2C07-4E22-9815-8E01340F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891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3-comparison / n94 / path">
            <a:extLst xmlns:a="http://schemas.openxmlformats.org/drawingml/2006/main">
              <a:ext uri="{FF2B5EF4-FFF2-40B4-BE49-F238E27FC236}">
                <a16:creationId xmlns:a16="http://schemas.microsoft.com/office/drawing/2014/main" id="{16D009AB-D524-4CF9-AE23-C2F9F44F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86" name="dp43-comparison / n94 / arrow">
            <a:extLst xmlns:a="http://schemas.openxmlformats.org/drawingml/2006/main">
              <a:ext uri="{FF2B5EF4-FFF2-40B4-BE49-F238E27FC236}">
                <a16:creationId xmlns:a16="http://schemas.microsoft.com/office/drawing/2014/main" id="{F56BA3FA-863D-4E4F-8EA9-4712405A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7" name="dp43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6D4D73E9-3EE2-4C5F-9E27-4B0D41F2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8" name="dp43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5B032A44-F1E2-4ECF-89A1-913D9924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9" name="dp43-comparison / n60">
            <a:extLst xmlns:a="http://schemas.openxmlformats.org/drawingml/2006/main">
              <a:ext uri="{FF2B5EF4-FFF2-40B4-BE49-F238E27FC236}">
                <a16:creationId xmlns:a16="http://schemas.microsoft.com/office/drawing/2014/main" id="{6E10ED2B-713C-4A1B-8440-D07F7C6F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p43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E59AB8CF-6311-4FC5-BE18-DD7292EB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91" name="dp43-comparison / n62">
            <a:extLst xmlns:a="http://schemas.openxmlformats.org/drawingml/2006/main">
              <a:ext uri="{FF2B5EF4-FFF2-40B4-BE49-F238E27FC236}">
                <a16:creationId xmlns:a16="http://schemas.microsoft.com/office/drawing/2014/main" id="{12747DD7-69C9-4DD6-8A6A-7B01A1AB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p43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E66E1991-1B9B-402E-9DE6-053C5BEE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93" name="dp43-comparison / n65">
            <a:extLst xmlns:a="http://schemas.openxmlformats.org/drawingml/2006/main">
              <a:ext uri="{FF2B5EF4-FFF2-40B4-BE49-F238E27FC236}">
                <a16:creationId xmlns:a16="http://schemas.microsoft.com/office/drawing/2014/main" id="{375A72A0-F4B7-4A8A-AA8E-5D82EE53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p43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62C492AD-90E4-4630-87BF-D131E0C7D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95" name="dp43-comparison / n67">
            <a:extLst xmlns:a="http://schemas.openxmlformats.org/drawingml/2006/main">
              <a:ext uri="{FF2B5EF4-FFF2-40B4-BE49-F238E27FC236}">
                <a16:creationId xmlns:a16="http://schemas.microsoft.com/office/drawing/2014/main" id="{7CCB18E2-C0B2-44E2-900D-28C46D9D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p43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D4347CD6-A305-4752-A65F-3137AE4F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97" name="dp43-comparison / n76">
            <a:extLst xmlns:a="http://schemas.openxmlformats.org/drawingml/2006/main">
              <a:ext uri="{FF2B5EF4-FFF2-40B4-BE49-F238E27FC236}">
                <a16:creationId xmlns:a16="http://schemas.microsoft.com/office/drawing/2014/main" id="{C53D9399-6E45-4A38-B9FC-7675B1E7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467225"/>
            <a:ext cx="4531805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p43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51448E2F-5DA0-43DA-8997-34973CB9C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476750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F1 의도 / F2 Referent / F3 Task Association</a:t>
            </a:r>
          </a:p>
        </p:txBody>
      </p:sp>
      <p:sp>
        <p:nvSpPr>
          <p:cNvPr id="99" name="dp43-comparison / n78">
            <a:extLst xmlns:a="http://schemas.openxmlformats.org/drawingml/2006/main">
              <a:ext uri="{FF2B5EF4-FFF2-40B4-BE49-F238E27FC236}">
                <a16:creationId xmlns:a16="http://schemas.microsoft.com/office/drawing/2014/main" id="{ADCA5E2E-C132-47C4-AC96-3251D617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724400"/>
            <a:ext cx="4510088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p43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F96F4D17-E887-4B41-B7CF-4CC586CC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733925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F4 Request 관계 / F5 정정 범위 / F6 처리 방향</a:t>
            </a:r>
          </a:p>
        </p:txBody>
      </p:sp>
      <p:sp>
        <p:nvSpPr>
          <p:cNvPr id="101" name="dp43-comparison / n82">
            <a:extLst xmlns:a="http://schemas.openxmlformats.org/drawingml/2006/main">
              <a:ext uri="{FF2B5EF4-FFF2-40B4-BE49-F238E27FC236}">
                <a16:creationId xmlns:a16="http://schemas.microsoft.com/office/drawing/2014/main" id="{3C2CC1F4-7988-4CB1-B057-ABCF8D24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5676900"/>
            <a:ext cx="425386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p43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F5D64343-752D-4F70-AD5B-76CEAE79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686425"/>
            <a:ext cx="7410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조건 유지와 부분 갱신 / 검색과 전문 보조 허용</a:t>
            </a:r>
          </a:p>
        </p:txBody>
      </p:sp>
      <p:sp>
        <p:nvSpPr>
          <p:cNvPr id="103" name="dp43-comparison / n85">
            <a:extLst xmlns:a="http://schemas.openxmlformats.org/drawingml/2006/main">
              <a:ext uri="{FF2B5EF4-FFF2-40B4-BE49-F238E27FC236}">
                <a16:creationId xmlns:a16="http://schemas.microsoft.com/office/drawing/2014/main" id="{77C8035F-808F-476A-86D8-AA6EFF3D1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3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7A73ACAA-A1A8-4795-9560-866D2F84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105" name="dp43-comparison / n96">
            <a:extLst xmlns:a="http://schemas.openxmlformats.org/drawingml/2006/main">
              <a:ext uri="{FF2B5EF4-FFF2-40B4-BE49-F238E27FC236}">
                <a16:creationId xmlns:a16="http://schemas.microsoft.com/office/drawing/2014/main" id="{47716AE6-3CB2-448D-B99E-226B9C1D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3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2F291518-7AA9-42AA-A1BE-F9CDAD46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107" name="dp43-comparison / n98">
            <a:extLst xmlns:a="http://schemas.openxmlformats.org/drawingml/2006/main">
              <a:ext uri="{FF2B5EF4-FFF2-40B4-BE49-F238E27FC236}">
                <a16:creationId xmlns:a16="http://schemas.microsoft.com/office/drawing/2014/main" id="{21B23380-A54F-412C-938C-2093BD70E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3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F7667E42-2585-40B7-8079-0238E500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109" name="dp43-comparison / n100">
            <a:extLst xmlns:a="http://schemas.openxmlformats.org/drawingml/2006/main">
              <a:ext uri="{FF2B5EF4-FFF2-40B4-BE49-F238E27FC236}">
                <a16:creationId xmlns:a16="http://schemas.microsoft.com/office/drawing/2014/main" id="{A70D7046-3003-4914-9839-FC32016F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3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CC998A12-D534-4DAD-A7B7-EDA8DFDF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11" name="dp43-comparison / n102">
            <a:extLst xmlns:a="http://schemas.openxmlformats.org/drawingml/2006/main">
              <a:ext uri="{FF2B5EF4-FFF2-40B4-BE49-F238E27FC236}">
                <a16:creationId xmlns:a16="http://schemas.microsoft.com/office/drawing/2014/main" id="{769CE3B4-EAEE-4B86-84B6-E71314A8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3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BFA1D431-3BD1-4762-BBC1-68EAFE98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  <p:sp>
        <p:nvSpPr>
          <p:cNvPr id="113" name="dp43-comparison / n104">
            <a:extLst xmlns:a="http://schemas.openxmlformats.org/drawingml/2006/main">
              <a:ext uri="{FF2B5EF4-FFF2-40B4-BE49-F238E27FC236}">
                <a16:creationId xmlns:a16="http://schemas.microsoft.com/office/drawing/2014/main" id="{9C9D2335-9DCF-46C6-80EA-23B2405B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4" name="dp43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0A1D2E1E-35F0-4A9F-A413-A2EBB893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15" name="dp43-comparison / n106">
            <a:extLst xmlns:a="http://schemas.openxmlformats.org/drawingml/2006/main">
              <a:ext uri="{FF2B5EF4-FFF2-40B4-BE49-F238E27FC236}">
                <a16:creationId xmlns:a16="http://schemas.microsoft.com/office/drawing/2014/main" id="{600F5067-FD89-498D-825B-31FBA860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017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6" name="dp43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7DFDAC06-D9CC-4613-8037-C969721AD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17" name="dp43-comparison / n108">
            <a:extLst xmlns:a="http://schemas.openxmlformats.org/drawingml/2006/main">
              <a:ext uri="{FF2B5EF4-FFF2-40B4-BE49-F238E27FC236}">
                <a16:creationId xmlns:a16="http://schemas.microsoft.com/office/drawing/2014/main" id="{1FF22B66-F179-4C13-8360-81ED116E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8" name="dp43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94613178-2B12-48D1-AA92-A6E9C657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19" name="dp43-comparison / n114 / path">
            <a:extLst xmlns:a="http://schemas.openxmlformats.org/drawingml/2006/main">
              <a:ext uri="{FF2B5EF4-FFF2-40B4-BE49-F238E27FC236}">
                <a16:creationId xmlns:a16="http://schemas.microsoft.com/office/drawing/2014/main" id="{83934ECB-7D77-440A-848C-40F6A66E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20" name="dp43-comparison / n114 / arrow">
            <a:extLst xmlns:a="http://schemas.openxmlformats.org/drawingml/2006/main">
              <a:ext uri="{FF2B5EF4-FFF2-40B4-BE49-F238E27FC236}">
                <a16:creationId xmlns:a16="http://schemas.microsoft.com/office/drawing/2014/main" id="{60B8A4A2-6091-4EEE-A1E3-DD5ABACB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825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21" name="dp43-comparison / n119">
            <a:extLst xmlns:a="http://schemas.openxmlformats.org/drawingml/2006/main">
              <a:ext uri="{FF2B5EF4-FFF2-40B4-BE49-F238E27FC236}">
                <a16:creationId xmlns:a16="http://schemas.microsoft.com/office/drawing/2014/main" id="{B0E8E0EE-5A4F-4FDF-BA14-8D124AEC6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2" name="dp43-comparison / n120 / text 1">
            <a:extLst xmlns:a="http://schemas.openxmlformats.org/drawingml/2006/main">
              <a:ext uri="{FF2B5EF4-FFF2-40B4-BE49-F238E27FC236}">
                <a16:creationId xmlns:a16="http://schemas.microsoft.com/office/drawing/2014/main" id="{B138BBE4-B747-44E3-AD19-79265BAB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23" name="dp43-comparison / n121">
            <a:extLst xmlns:a="http://schemas.openxmlformats.org/drawingml/2006/main">
              <a:ext uri="{FF2B5EF4-FFF2-40B4-BE49-F238E27FC236}">
                <a16:creationId xmlns:a16="http://schemas.microsoft.com/office/drawing/2014/main" id="{FF075346-A894-4BC3-833B-8FC70A19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3867150"/>
            <a:ext cx="2286000" cy="1419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24" name="dp43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11C730C5-3EFB-4B89-9933-1D023335E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32911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</a:t>
            </a:r>
          </a:p>
        </p:txBody>
      </p:sp>
      <p:sp>
        <p:nvSpPr>
          <p:cNvPr id="125" name="dp43-comparison / n122 / text 2">
            <a:extLst xmlns:a="http://schemas.openxmlformats.org/drawingml/2006/main">
              <a:ext uri="{FF2B5EF4-FFF2-40B4-BE49-F238E27FC236}">
                <a16:creationId xmlns:a16="http://schemas.microsoft.com/office/drawing/2014/main" id="{CA0A428B-4326-4E98-A6A5-394561EEC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57676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Coordinator</a:t>
            </a:r>
          </a:p>
        </p:txBody>
      </p:sp>
      <p:sp>
        <p:nvSpPr>
          <p:cNvPr id="126" name="dp43-comparison / n123">
            <a:extLst xmlns:a="http://schemas.openxmlformats.org/drawingml/2006/main">
              <a:ext uri="{FF2B5EF4-FFF2-40B4-BE49-F238E27FC236}">
                <a16:creationId xmlns:a16="http://schemas.microsoft.com/office/drawing/2014/main" id="{B96EE867-99B9-4DF0-AA7E-8E58AEAC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5400675"/>
            <a:ext cx="228600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27" name="dp43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136E5748-A19A-4A40-BF51-7D8832CE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5562600"/>
            <a:ext cx="21145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Partial Interpretation Ledger</a:t>
            </a:r>
          </a:p>
        </p:txBody>
      </p:sp>
      <p:sp>
        <p:nvSpPr>
          <p:cNvPr id="128" name="dp43-comparison / n125">
            <a:extLst xmlns:a="http://schemas.openxmlformats.org/drawingml/2006/main">
              <a:ext uri="{FF2B5EF4-FFF2-40B4-BE49-F238E27FC236}">
                <a16:creationId xmlns:a16="http://schemas.microsoft.com/office/drawing/2014/main" id="{1883D8C2-9A30-41A1-B391-69A3E7C5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9" name="dp43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627AE03D-261B-45D3-813E-D5F2DBBF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Intent</a:t>
            </a:r>
          </a:p>
        </p:txBody>
      </p:sp>
      <p:sp>
        <p:nvSpPr>
          <p:cNvPr id="130" name="dp43-comparison / n126 / text 2">
            <a:extLst xmlns:a="http://schemas.openxmlformats.org/drawingml/2006/main">
              <a:ext uri="{FF2B5EF4-FFF2-40B4-BE49-F238E27FC236}">
                <a16:creationId xmlns:a16="http://schemas.microsoft.com/office/drawing/2014/main" id="{EABE7F2A-D08D-4BF0-AF77-B7ABB498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31" name="dp43-comparison / n129 / path">
            <a:extLst xmlns:a="http://schemas.openxmlformats.org/drawingml/2006/main">
              <a:ext uri="{FF2B5EF4-FFF2-40B4-BE49-F238E27FC236}">
                <a16:creationId xmlns:a16="http://schemas.microsoft.com/office/drawing/2014/main" id="{B34A68BD-B2EE-4ECC-9D3F-C06BFCBD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986213"/>
            <a:ext cx="342900" cy="19050"/>
          </a:xfrm>
          <a:custGeom xmlns:a="http://schemas.openxmlformats.org/drawingml/2006/main">
            <a:pathLst>
              <a:path w="342900" h="19050">
                <a:moveTo>
                  <a:pt x="0" y="0"/>
                </a:moveTo>
                <a:lnTo>
                  <a:pt x="34290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2" name="dp43-comparison / n129 / arrow">
            <a:extLst xmlns:a="http://schemas.openxmlformats.org/drawingml/2006/main">
              <a:ext uri="{FF2B5EF4-FFF2-40B4-BE49-F238E27FC236}">
                <a16:creationId xmlns:a16="http://schemas.microsoft.com/office/drawing/2014/main" id="{69884A12-213A-4011-8689-8D4C48BEB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5036" y="3937633"/>
            <a:ext cx="125114" cy="121732"/>
          </a:xfrm>
          <a:custGeom xmlns:a="http://schemas.openxmlformats.org/drawingml/2006/main">
            <a:pathLst>
              <a:path w="125114" h="121732">
                <a:moveTo>
                  <a:pt x="0" y="121732"/>
                </a:moveTo>
                <a:lnTo>
                  <a:pt x="125114" y="67629"/>
                </a:lnTo>
                <a:lnTo>
                  <a:pt x="67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3" name="dp43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813D8099-8D57-4E54-B523-0A827707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57663"/>
            <a:ext cx="342900" cy="19050"/>
          </a:xfrm>
          <a:custGeom xmlns:a="http://schemas.openxmlformats.org/drawingml/2006/main">
            <a:pathLst>
              <a:path w="342900" h="19050">
                <a:moveTo>
                  <a:pt x="342900" y="190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34" name="dp43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0E41E04C-D987-4A7C-A09C-9156A76A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03559"/>
            <a:ext cx="125114" cy="121732"/>
          </a:xfrm>
          <a:custGeom xmlns:a="http://schemas.openxmlformats.org/drawingml/2006/main">
            <a:pathLst>
              <a:path w="125114" h="121732">
                <a:moveTo>
                  <a:pt x="125114" y="0"/>
                </a:moveTo>
                <a:lnTo>
                  <a:pt x="0" y="54103"/>
                </a:lnTo>
                <a:lnTo>
                  <a:pt x="118351" y="12173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5" name="dp43-comparison / n131">
            <a:extLst xmlns:a="http://schemas.openxmlformats.org/drawingml/2006/main">
              <a:ext uri="{FF2B5EF4-FFF2-40B4-BE49-F238E27FC236}">
                <a16:creationId xmlns:a16="http://schemas.microsoft.com/office/drawing/2014/main" id="{3CF00CB7-ED8E-4FC5-955C-CDA134B6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36" name="dp43-comparison / n132 / text 1">
            <a:extLst xmlns:a="http://schemas.openxmlformats.org/drawingml/2006/main">
              <a:ext uri="{FF2B5EF4-FFF2-40B4-BE49-F238E27FC236}">
                <a16:creationId xmlns:a16="http://schemas.microsoft.com/office/drawing/2014/main" id="{1AA6F1D5-4611-403E-8B47-BF425557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623911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Referent Resolver</a:t>
            </a:r>
          </a:p>
        </p:txBody>
      </p:sp>
      <p:sp>
        <p:nvSpPr>
          <p:cNvPr id="137" name="dp43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7727D3AE-16FA-4889-A1CA-31772CEC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49103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0" y="15240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8" name="dp43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66BAFDDA-806C-4E51-BFF5-C77660FF5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3980" y="4484848"/>
            <a:ext cx="136170" cy="111412"/>
          </a:xfrm>
          <a:custGeom xmlns:a="http://schemas.openxmlformats.org/drawingml/2006/main">
            <a:pathLst>
              <a:path w="136170" h="111412">
                <a:moveTo>
                  <a:pt x="49516" y="111412"/>
                </a:moveTo>
                <a:lnTo>
                  <a:pt x="136170" y="619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9" name="dp43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91F7C9B4-3385-4209-AC72-90CE83E6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66248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34290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0" name="dp43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88B7E6C5-93FC-450C-8CAD-7371EFD5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709665"/>
            <a:ext cx="136170" cy="111412"/>
          </a:xfrm>
          <a:custGeom xmlns:a="http://schemas.openxmlformats.org/drawingml/2006/main">
            <a:pathLst>
              <a:path w="136170" h="111412">
                <a:moveTo>
                  <a:pt x="86654" y="0"/>
                </a:moveTo>
                <a:lnTo>
                  <a:pt x="0" y="105222"/>
                </a:lnTo>
                <a:lnTo>
                  <a:pt x="136170" y="11141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1" name="dp43-comparison / n137">
            <a:extLst xmlns:a="http://schemas.openxmlformats.org/drawingml/2006/main">
              <a:ext uri="{FF2B5EF4-FFF2-40B4-BE49-F238E27FC236}">
                <a16:creationId xmlns:a16="http://schemas.microsoft.com/office/drawing/2014/main" id="{952EDE3E-0FF6-421F-ABE2-CE22C6DD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2" name="dp43-comparison / n138 / text 1">
            <a:extLst xmlns:a="http://schemas.openxmlformats.org/drawingml/2006/main">
              <a:ext uri="{FF2B5EF4-FFF2-40B4-BE49-F238E27FC236}">
                <a16:creationId xmlns:a16="http://schemas.microsoft.com/office/drawing/2014/main" id="{B268FB6C-3FCB-45CF-AC8D-94A94A0E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Association</a:t>
            </a:r>
          </a:p>
        </p:txBody>
      </p:sp>
      <p:sp>
        <p:nvSpPr>
          <p:cNvPr id="143" name="dp43-comparison / n138 / text 2">
            <a:extLst xmlns:a="http://schemas.openxmlformats.org/drawingml/2006/main">
              <a:ext uri="{FF2B5EF4-FFF2-40B4-BE49-F238E27FC236}">
                <a16:creationId xmlns:a16="http://schemas.microsoft.com/office/drawing/2014/main" id="{3C68582E-705B-4D62-A049-F263AAAE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Resolver</a:t>
            </a:r>
          </a:p>
        </p:txBody>
      </p:sp>
      <p:sp>
        <p:nvSpPr>
          <p:cNvPr id="144" name="dp43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9AC98265-F968-4D04-BDEE-8818809E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97681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0" y="32385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45" name="dp43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D7BB7FB8-473D-45D7-9413-23057173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9656" y="4976813"/>
            <a:ext cx="130494" cy="128032"/>
          </a:xfrm>
          <a:custGeom xmlns:a="http://schemas.openxmlformats.org/drawingml/2006/main">
            <a:pathLst>
              <a:path w="130494" h="128032">
                <a:moveTo>
                  <a:pt x="83713" y="128032"/>
                </a:moveTo>
                <a:lnTo>
                  <a:pt x="130494" y="0"/>
                </a:lnTo>
                <a:lnTo>
                  <a:pt x="0" y="3939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6" name="dp43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9C9283B9-6190-4971-8D67-F73364B4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14826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342900" y="0"/>
                </a:moveTo>
                <a:lnTo>
                  <a:pt x="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7" name="dp43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3C254935-1660-40EA-870F-7E4ACFEC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344081"/>
            <a:ext cx="130494" cy="128032"/>
          </a:xfrm>
          <a:custGeom xmlns:a="http://schemas.openxmlformats.org/drawingml/2006/main">
            <a:pathLst>
              <a:path w="130494" h="128032">
                <a:moveTo>
                  <a:pt x="46781" y="0"/>
                </a:moveTo>
                <a:lnTo>
                  <a:pt x="0" y="128032"/>
                </a:lnTo>
                <a:lnTo>
                  <a:pt x="130494" y="88637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8" name="dp43-comparison / n143">
            <a:extLst xmlns:a="http://schemas.openxmlformats.org/drawingml/2006/main">
              <a:ext uri="{FF2B5EF4-FFF2-40B4-BE49-F238E27FC236}">
                <a16:creationId xmlns:a16="http://schemas.microsoft.com/office/drawing/2014/main" id="{33CEF426-A550-490A-B49A-C16717A9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9" name="dp43-comparison / n144 / text 1">
            <a:extLst xmlns:a="http://schemas.openxmlformats.org/drawingml/2006/main">
              <a:ext uri="{FF2B5EF4-FFF2-40B4-BE49-F238E27FC236}">
                <a16:creationId xmlns:a16="http://schemas.microsoft.com/office/drawing/2014/main" id="{AE05C7F9-AC66-46B0-A683-0EFE56A39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Relation</a:t>
            </a:r>
          </a:p>
        </p:txBody>
      </p:sp>
      <p:sp>
        <p:nvSpPr>
          <p:cNvPr id="150" name="dp43-comparison / n144 / text 2">
            <a:extLst xmlns:a="http://schemas.openxmlformats.org/drawingml/2006/main">
              <a:ext uri="{FF2B5EF4-FFF2-40B4-BE49-F238E27FC236}">
                <a16:creationId xmlns:a16="http://schemas.microsoft.com/office/drawing/2014/main" id="{BD515B41-83E1-4733-BFB7-B165C55F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1" name="dp43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E77887D6-A8B5-4BA0-BDE0-4CC2A5B9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86213"/>
            <a:ext cx="323850" cy="19050"/>
          </a:xfrm>
          <a:custGeom xmlns:a="http://schemas.openxmlformats.org/drawingml/2006/main">
            <a:pathLst>
              <a:path w="323850" h="19050">
                <a:moveTo>
                  <a:pt x="323850" y="0"/>
                </a:moveTo>
                <a:lnTo>
                  <a:pt x="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2" name="dp43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796EF363-7A86-4A61-852B-48FECB62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37248"/>
            <a:ext cx="125289" cy="121710"/>
          </a:xfrm>
          <a:custGeom xmlns:a="http://schemas.openxmlformats.org/drawingml/2006/main">
            <a:pathLst>
              <a:path w="125289" h="121710">
                <a:moveTo>
                  <a:pt x="118130" y="0"/>
                </a:moveTo>
                <a:lnTo>
                  <a:pt x="0" y="68014"/>
                </a:lnTo>
                <a:lnTo>
                  <a:pt x="125289" y="12171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3" name="dp43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C2A54A6A-9D42-4FAE-9F10-D67FB8EE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157663"/>
            <a:ext cx="323850" cy="19050"/>
          </a:xfrm>
          <a:custGeom xmlns:a="http://schemas.openxmlformats.org/drawingml/2006/main">
            <a:pathLst>
              <a:path w="323850" h="19050">
                <a:moveTo>
                  <a:pt x="0" y="1905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54" name="dp43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0247FA53-886B-49BE-B3CB-3DE2D141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4711" y="4103967"/>
            <a:ext cx="125289" cy="121710"/>
          </a:xfrm>
          <a:custGeom xmlns:a="http://schemas.openxmlformats.org/drawingml/2006/main">
            <a:pathLst>
              <a:path w="125289" h="121710">
                <a:moveTo>
                  <a:pt x="7159" y="121710"/>
                </a:moveTo>
                <a:lnTo>
                  <a:pt x="125289" y="5369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5" name="dp43-comparison / n149">
            <a:extLst xmlns:a="http://schemas.openxmlformats.org/drawingml/2006/main">
              <a:ext uri="{FF2B5EF4-FFF2-40B4-BE49-F238E27FC236}">
                <a16:creationId xmlns:a16="http://schemas.microsoft.com/office/drawing/2014/main" id="{15BB7B21-2A08-4542-AB5D-51654CA3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56" name="dp43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4F88F384-C49A-4627-AFB5-029CBA50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518660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Revision</a:t>
            </a:r>
          </a:p>
        </p:txBody>
      </p:sp>
      <p:sp>
        <p:nvSpPr>
          <p:cNvPr id="157" name="dp43-comparison / n150 / text 2">
            <a:extLst xmlns:a="http://schemas.openxmlformats.org/drawingml/2006/main">
              <a:ext uri="{FF2B5EF4-FFF2-40B4-BE49-F238E27FC236}">
                <a16:creationId xmlns:a16="http://schemas.microsoft.com/office/drawing/2014/main" id="{2196D395-C71B-424F-A3B6-B71FB9E99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729163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8" name="dp43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93BF6DA8-E630-4501-A901-BCDC73A8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9103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323850" y="1524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9" name="dp43-comparison / n153 / arrow">
            <a:extLst xmlns:a="http://schemas.openxmlformats.org/drawingml/2006/main">
              <a:ext uri="{FF2B5EF4-FFF2-40B4-BE49-F238E27FC236}">
                <a16:creationId xmlns:a16="http://schemas.microsoft.com/office/drawing/2014/main" id="{2A4771B0-B29F-4AEF-9BD3-34FE1F94F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87793"/>
            <a:ext cx="136272" cy="110315"/>
          </a:xfrm>
          <a:custGeom xmlns:a="http://schemas.openxmlformats.org/drawingml/2006/main">
            <a:pathLst>
              <a:path w="136272" h="110315">
                <a:moveTo>
                  <a:pt x="136272" y="0"/>
                </a:moveTo>
                <a:lnTo>
                  <a:pt x="0" y="3245"/>
                </a:lnTo>
                <a:lnTo>
                  <a:pt x="84359" y="110315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0" name="dp43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41BAF96C-986B-4816-87B5-50F74B94F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66248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0" y="0"/>
                </a:moveTo>
                <a:lnTo>
                  <a:pt x="32385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1" name="dp43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C95F8F80-CD0A-40F8-AAE9-BA340B24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03728" y="4707817"/>
            <a:ext cx="136272" cy="110315"/>
          </a:xfrm>
          <a:custGeom xmlns:a="http://schemas.openxmlformats.org/drawingml/2006/main">
            <a:pathLst>
              <a:path w="136272" h="110315">
                <a:moveTo>
                  <a:pt x="0" y="110315"/>
                </a:moveTo>
                <a:lnTo>
                  <a:pt x="136272" y="107071"/>
                </a:lnTo>
                <a:lnTo>
                  <a:pt x="519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2" name="dp43-comparison / n155">
            <a:extLst xmlns:a="http://schemas.openxmlformats.org/drawingml/2006/main">
              <a:ext uri="{FF2B5EF4-FFF2-40B4-BE49-F238E27FC236}">
                <a16:creationId xmlns:a16="http://schemas.microsoft.com/office/drawing/2014/main" id="{0EC0449E-68D9-40A6-ACF9-8E9BCB19C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63" name="dp43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6502A7E6-8A8A-4ACF-A7C5-0D284333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Handling</a:t>
            </a:r>
          </a:p>
        </p:txBody>
      </p:sp>
      <p:sp>
        <p:nvSpPr>
          <p:cNvPr id="164" name="dp43-comparison / n156 / text 2">
            <a:extLst xmlns:a="http://schemas.openxmlformats.org/drawingml/2006/main">
              <a:ext uri="{FF2B5EF4-FFF2-40B4-BE49-F238E27FC236}">
                <a16:creationId xmlns:a16="http://schemas.microsoft.com/office/drawing/2014/main" id="{B2843BEA-5D02-4E3C-9889-AADE9B46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65" name="dp43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6C5DB757-6F10-41FD-B270-99BED1CA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323850" y="323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66" name="dp43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952540C5-25DB-43C8-B72C-0A10036F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129316" cy="129316"/>
          </a:xfrm>
          <a:custGeom xmlns:a="http://schemas.openxmlformats.org/drawingml/2006/main">
            <a:pathLst>
              <a:path w="129316" h="129316">
                <a:moveTo>
                  <a:pt x="129316" y="43105"/>
                </a:moveTo>
                <a:lnTo>
                  <a:pt x="0" y="0"/>
                </a:lnTo>
                <a:lnTo>
                  <a:pt x="43105" y="129316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7" name="dp43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4BD65947-07E5-4750-A07D-3DE421A9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14826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0" y="0"/>
                </a:moveTo>
                <a:lnTo>
                  <a:pt x="32385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8" name="dp43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FFD289AF-5B8B-4E69-A974-0B89C6F3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0684" y="5342797"/>
            <a:ext cx="129316" cy="129316"/>
          </a:xfrm>
          <a:custGeom xmlns:a="http://schemas.openxmlformats.org/drawingml/2006/main">
            <a:pathLst>
              <a:path w="129316" h="129316">
                <a:moveTo>
                  <a:pt x="0" y="86210"/>
                </a:moveTo>
                <a:lnTo>
                  <a:pt x="129316" y="129316"/>
                </a:lnTo>
                <a:lnTo>
                  <a:pt x="862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9" name="dp43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A8047B0C-0235-48D0-BDC9-442F689E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3038475"/>
            <a:ext cx="1247775" cy="828675"/>
          </a:xfrm>
          <a:custGeom xmlns:a="http://schemas.openxmlformats.org/drawingml/2006/main">
            <a:pathLst>
              <a:path w="1247775" h="828675">
                <a:moveTo>
                  <a:pt x="1104900" y="0"/>
                </a:moveTo>
                <a:lnTo>
                  <a:pt x="1104900" y="266700"/>
                </a:lnTo>
                <a:lnTo>
                  <a:pt x="1247775" y="266700"/>
                </a:lnTo>
                <a:lnTo>
                  <a:pt x="1247775" y="781050"/>
                </a:lnTo>
                <a:lnTo>
                  <a:pt x="0" y="781050"/>
                </a:lnTo>
                <a:lnTo>
                  <a:pt x="0" y="8286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0" name="dp43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8E3B377A-F05C-4E50-AD2A-B7634AA1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37452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1" name="dp43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CB60EB7E-84FA-4AB8-A3F0-B11BB9C7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5286375"/>
            <a:ext cx="953" cy="114300"/>
          </a:xfrm>
          <a:custGeom xmlns:a="http://schemas.openxmlformats.org/drawingml/2006/main">
            <a:pathLst>
              <a:path w="953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2" name="dp43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30AFB217-110A-443A-8ADB-281319B87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52787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3" name="dp43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4B709071-6841-47FA-93E5-0DB7DA47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38475"/>
            <a:ext cx="7791450" cy="742950"/>
          </a:xfrm>
          <a:custGeom xmlns:a="http://schemas.openxmlformats.org/drawingml/2006/main">
            <a:pathLst>
              <a:path w="7791450" h="742950">
                <a:moveTo>
                  <a:pt x="0" y="742950"/>
                </a:moveTo>
                <a:lnTo>
                  <a:pt x="7791450" y="742950"/>
                </a:lnTo>
                <a:lnTo>
                  <a:pt x="7791450" y="266700"/>
                </a:lnTo>
                <a:lnTo>
                  <a:pt x="6743700" y="266700"/>
                </a:lnTo>
                <a:lnTo>
                  <a:pt x="6743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4" name="dp43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9885B000-F079-461F-8828-357AB556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4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75" name="dp43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99BED5CE-B02E-4D61-841D-3FCA1C3F0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290513"/>
          </a:xfrm>
          <a:custGeom xmlns:a="http://schemas.openxmlformats.org/drawingml/2006/main">
            <a:pathLst>
              <a:path w="95250" h="290513">
                <a:moveTo>
                  <a:pt x="95250" y="290513"/>
                </a:moveTo>
                <a:lnTo>
                  <a:pt x="0" y="29051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6" name="dp43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A46318C1-90A6-4DDB-A07C-2995691A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947738"/>
          </a:xfrm>
          <a:custGeom xmlns:a="http://schemas.openxmlformats.org/drawingml/2006/main">
            <a:pathLst>
              <a:path w="95250" h="947738">
                <a:moveTo>
                  <a:pt x="95250" y="947738"/>
                </a:moveTo>
                <a:lnTo>
                  <a:pt x="0" y="94773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7" name="dp43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B25EFED7-BC5C-4496-8AFC-47420333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1604963"/>
          </a:xfrm>
          <a:custGeom xmlns:a="http://schemas.openxmlformats.org/drawingml/2006/main">
            <a:pathLst>
              <a:path w="95250" h="1604963">
                <a:moveTo>
                  <a:pt x="95250" y="1604963"/>
                </a:moveTo>
                <a:lnTo>
                  <a:pt x="0" y="160496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8" name="dp43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F4A0C98D-DE60-4B4C-8304-8335C74F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290513"/>
          </a:xfrm>
          <a:custGeom xmlns:a="http://schemas.openxmlformats.org/drawingml/2006/main">
            <a:pathLst>
              <a:path w="247650" h="290513">
                <a:moveTo>
                  <a:pt x="0" y="290513"/>
                </a:moveTo>
                <a:lnTo>
                  <a:pt x="247650" y="29051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9" name="dp43-comparison / n168 / path">
            <a:extLst xmlns:a="http://schemas.openxmlformats.org/drawingml/2006/main">
              <a:ext uri="{FF2B5EF4-FFF2-40B4-BE49-F238E27FC236}">
                <a16:creationId xmlns:a16="http://schemas.microsoft.com/office/drawing/2014/main" id="{F6939EA8-03A9-4FD2-8674-4E559F5C9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947738"/>
          </a:xfrm>
          <a:custGeom xmlns:a="http://schemas.openxmlformats.org/drawingml/2006/main">
            <a:pathLst>
              <a:path w="247650" h="947738">
                <a:moveTo>
                  <a:pt x="0" y="947738"/>
                </a:moveTo>
                <a:lnTo>
                  <a:pt x="247650" y="947738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0" name="dp43-comparison / n169 / path">
            <a:extLst xmlns:a="http://schemas.openxmlformats.org/drawingml/2006/main">
              <a:ext uri="{FF2B5EF4-FFF2-40B4-BE49-F238E27FC236}">
                <a16:creationId xmlns:a16="http://schemas.microsoft.com/office/drawing/2014/main" id="{D440C08F-1EF6-4876-A0C3-F376502A2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1604963"/>
          </a:xfrm>
          <a:custGeom xmlns:a="http://schemas.openxmlformats.org/drawingml/2006/main">
            <a:pathLst>
              <a:path w="247650" h="1604963">
                <a:moveTo>
                  <a:pt x="0" y="1604963"/>
                </a:moveTo>
                <a:lnTo>
                  <a:pt x="247650" y="160496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1" name="dp43-comparison / n176">
            <a:extLst xmlns:a="http://schemas.openxmlformats.org/drawingml/2006/main">
              <a:ext uri="{FF2B5EF4-FFF2-40B4-BE49-F238E27FC236}">
                <a16:creationId xmlns:a16="http://schemas.microsoft.com/office/drawing/2014/main" id="{013D0395-B7E9-4DE0-AAF5-2164A2E0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2" name="dp43-comparison / n177 / text 1">
            <a:extLst xmlns:a="http://schemas.openxmlformats.org/drawingml/2006/main">
              <a:ext uri="{FF2B5EF4-FFF2-40B4-BE49-F238E27FC236}">
                <a16:creationId xmlns:a16="http://schemas.microsoft.com/office/drawing/2014/main" id="{4F785923-9EBB-45C7-B8F2-52A169FB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3" name="dp43-comparison / n178">
            <a:extLst xmlns:a="http://schemas.openxmlformats.org/drawingml/2006/main">
              <a:ext uri="{FF2B5EF4-FFF2-40B4-BE49-F238E27FC236}">
                <a16:creationId xmlns:a16="http://schemas.microsoft.com/office/drawing/2014/main" id="{1CC840AA-2A96-4D66-BA01-F6D415F3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4" name="dp43-comparison / n179 / text 1">
            <a:extLst xmlns:a="http://schemas.openxmlformats.org/drawingml/2006/main">
              <a:ext uri="{FF2B5EF4-FFF2-40B4-BE49-F238E27FC236}">
                <a16:creationId xmlns:a16="http://schemas.microsoft.com/office/drawing/2014/main" id="{13961A4A-6B08-4DFD-A287-2BCF45CB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85" name="dp43-comparison / n180">
            <a:extLst xmlns:a="http://schemas.openxmlformats.org/drawingml/2006/main">
              <a:ext uri="{FF2B5EF4-FFF2-40B4-BE49-F238E27FC236}">
                <a16:creationId xmlns:a16="http://schemas.microsoft.com/office/drawing/2014/main" id="{71E490D8-CA97-4441-AB05-E533D51F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862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6" name="dp43-comparison / n181 / text 1">
            <a:extLst xmlns:a="http://schemas.openxmlformats.org/drawingml/2006/main">
              <a:ext uri="{FF2B5EF4-FFF2-40B4-BE49-F238E27FC236}">
                <a16:creationId xmlns:a16="http://schemas.microsoft.com/office/drawing/2014/main" id="{299151BA-F830-459E-A67B-AAAD86F7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87" name="dp43-comparison / n182 / path">
            <a:extLst xmlns:a="http://schemas.openxmlformats.org/drawingml/2006/main">
              <a:ext uri="{FF2B5EF4-FFF2-40B4-BE49-F238E27FC236}">
                <a16:creationId xmlns:a16="http://schemas.microsoft.com/office/drawing/2014/main" id="{256A4B1C-CCDE-4036-B764-506A789A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810250"/>
            <a:ext cx="2676525" cy="714375"/>
          </a:xfrm>
          <a:custGeom xmlns:a="http://schemas.openxmlformats.org/drawingml/2006/main">
            <a:pathLst>
              <a:path w="2676525" h="714375">
                <a:moveTo>
                  <a:pt x="2676525" y="0"/>
                </a:moveTo>
                <a:lnTo>
                  <a:pt x="2676525" y="647700"/>
                </a:lnTo>
                <a:lnTo>
                  <a:pt x="0" y="647700"/>
                </a:ln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88" name="dp43-comparison / n182 / arrow">
            <a:extLst xmlns:a="http://schemas.openxmlformats.org/drawingml/2006/main">
              <a:ext uri="{FF2B5EF4-FFF2-40B4-BE49-F238E27FC236}">
                <a16:creationId xmlns:a16="http://schemas.microsoft.com/office/drawing/2014/main" id="{8DB97C90-0CF1-404C-96D5-E2F82C6A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566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89" name="dp43-comparison / n183 / path">
            <a:extLst xmlns:a="http://schemas.openxmlformats.org/drawingml/2006/main">
              <a:ext uri="{FF2B5EF4-FFF2-40B4-BE49-F238E27FC236}">
                <a16:creationId xmlns:a16="http://schemas.microsoft.com/office/drawing/2014/main" id="{82F1A60D-58BD-481D-B897-392466047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0" name="dp43-comparison / n183 / arrow">
            <a:extLst xmlns:a="http://schemas.openxmlformats.org/drawingml/2006/main">
              <a:ext uri="{FF2B5EF4-FFF2-40B4-BE49-F238E27FC236}">
                <a16:creationId xmlns:a16="http://schemas.microsoft.com/office/drawing/2014/main" id="{9124D4B8-8B55-4EC9-B40D-9C513AB3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1" name="dp43-comparison / n184 / path">
            <a:extLst xmlns:a="http://schemas.openxmlformats.org/drawingml/2006/main">
              <a:ext uri="{FF2B5EF4-FFF2-40B4-BE49-F238E27FC236}">
                <a16:creationId xmlns:a16="http://schemas.microsoft.com/office/drawing/2014/main" id="{4688ADCC-F336-47D9-B8C2-6DBB5857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92" name="dp43-comparison / n184 / arrow">
            <a:extLst xmlns:a="http://schemas.openxmlformats.org/drawingml/2006/main">
              <a:ext uri="{FF2B5EF4-FFF2-40B4-BE49-F238E27FC236}">
                <a16:creationId xmlns:a16="http://schemas.microsoft.com/office/drawing/2014/main" id="{BCA6E32B-847A-4892-900C-F50CC57F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445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93" name="dp43-comparison / n110">
            <a:extLst xmlns:a="http://schemas.openxmlformats.org/drawingml/2006/main">
              <a:ext uri="{FF2B5EF4-FFF2-40B4-BE49-F238E27FC236}">
                <a16:creationId xmlns:a16="http://schemas.microsoft.com/office/drawing/2014/main" id="{4181A5C3-3EBC-4B5E-9BCF-BC4E6E53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3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7E9C46C3-F06D-4B92-A607-4174A42F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95" name="dp43-comparison / n112">
            <a:extLst xmlns:a="http://schemas.openxmlformats.org/drawingml/2006/main">
              <a:ext uri="{FF2B5EF4-FFF2-40B4-BE49-F238E27FC236}">
                <a16:creationId xmlns:a16="http://schemas.microsoft.com/office/drawing/2014/main" id="{97765100-4BE0-47F2-9AA7-637FE83F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3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C5F44CEB-3C5B-4BB6-B05D-EABEAAA2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97" name="dp43-comparison / n115">
            <a:extLst xmlns:a="http://schemas.openxmlformats.org/drawingml/2006/main">
              <a:ext uri="{FF2B5EF4-FFF2-40B4-BE49-F238E27FC236}">
                <a16:creationId xmlns:a16="http://schemas.microsoft.com/office/drawing/2014/main" id="{3FC340C3-1DE3-4396-8E59-428EEB5D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3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55CFA5DA-01BD-461F-9BB2-29240A1F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867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199" name="dp43-comparison / n117">
            <a:extLst xmlns:a="http://schemas.openxmlformats.org/drawingml/2006/main">
              <a:ext uri="{FF2B5EF4-FFF2-40B4-BE49-F238E27FC236}">
                <a16:creationId xmlns:a16="http://schemas.microsoft.com/office/drawing/2014/main" id="{EA8F9E46-FC83-49A6-9F27-083C27AD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3-comparison / n118 / text 1">
            <a:extLst xmlns:a="http://schemas.openxmlformats.org/drawingml/2006/main">
              <a:ext uri="{FF2B5EF4-FFF2-40B4-BE49-F238E27FC236}">
                <a16:creationId xmlns:a16="http://schemas.microsoft.com/office/drawing/2014/main" id="{3C99236A-F6B4-4984-BB7C-264C0F7F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201" name="dp43-comparison / n127">
            <a:extLst xmlns:a="http://schemas.openxmlformats.org/drawingml/2006/main">
              <a:ext uri="{FF2B5EF4-FFF2-40B4-BE49-F238E27FC236}">
                <a16:creationId xmlns:a16="http://schemas.microsoft.com/office/drawing/2014/main" id="{5D9BA927-C8E7-4A78-AEEB-A89AD6B3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3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2A8BBB86-9F80-41D4-8123-63706539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F1 목표와 완료 조건</a:t>
            </a:r>
          </a:p>
        </p:txBody>
      </p:sp>
      <p:sp>
        <p:nvSpPr>
          <p:cNvPr id="203" name="dp43-comparison / n133">
            <a:extLst xmlns:a="http://schemas.openxmlformats.org/drawingml/2006/main">
              <a:ext uri="{FF2B5EF4-FFF2-40B4-BE49-F238E27FC236}">
                <a16:creationId xmlns:a16="http://schemas.microsoft.com/office/drawing/2014/main" id="{5A7A953A-81D5-4F77-ACA1-C8EE68F8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943475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3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447AA3A2-AFA1-42FC-8AD4-2DBA2284F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F2 표와 결론의 범위</a:t>
            </a:r>
          </a:p>
        </p:txBody>
      </p:sp>
      <p:sp>
        <p:nvSpPr>
          <p:cNvPr id="205" name="dp43-comparison / n139">
            <a:extLst xmlns:a="http://schemas.openxmlformats.org/drawingml/2006/main">
              <a:ext uri="{FF2B5EF4-FFF2-40B4-BE49-F238E27FC236}">
                <a16:creationId xmlns:a16="http://schemas.microsoft.com/office/drawing/2014/main" id="{E9ACB78A-61E6-47E2-8D97-E26FD735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600700"/>
            <a:ext cx="226790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3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86C8AE52-C44A-48D2-BDC2-57955F4B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F3 Conversation / Task 연결</a:t>
            </a:r>
          </a:p>
        </p:txBody>
      </p:sp>
      <p:sp>
        <p:nvSpPr>
          <p:cNvPr id="207" name="dp43-comparison / n145">
            <a:extLst xmlns:a="http://schemas.openxmlformats.org/drawingml/2006/main">
              <a:ext uri="{FF2B5EF4-FFF2-40B4-BE49-F238E27FC236}">
                <a16:creationId xmlns:a16="http://schemas.microsoft.com/office/drawing/2014/main" id="{C2A9569D-2F7E-4DA7-A358-CFFE0208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p43-comparison / n146 / text 1">
            <a:extLst xmlns:a="http://schemas.openxmlformats.org/drawingml/2006/main">
              <a:ext uri="{FF2B5EF4-FFF2-40B4-BE49-F238E27FC236}">
                <a16:creationId xmlns:a16="http://schemas.microsoft.com/office/drawing/2014/main" id="{505D19AC-66BE-417E-9DBD-C330C574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F4 조건과 의존 관계</a:t>
            </a:r>
          </a:p>
        </p:txBody>
      </p:sp>
      <p:sp>
        <p:nvSpPr>
          <p:cNvPr id="209" name="dp43-comparison / n151">
            <a:extLst xmlns:a="http://schemas.openxmlformats.org/drawingml/2006/main">
              <a:ext uri="{FF2B5EF4-FFF2-40B4-BE49-F238E27FC236}">
                <a16:creationId xmlns:a16="http://schemas.microsoft.com/office/drawing/2014/main" id="{60BD6D1B-C2FC-4C8E-BDE0-1435AA7D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943475"/>
            <a:ext cx="170211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p43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49785A56-79C0-4F1F-B7E4-BDF90126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F5 PDF 유지 / 결론→표</a:t>
            </a:r>
          </a:p>
        </p:txBody>
      </p:sp>
      <p:sp>
        <p:nvSpPr>
          <p:cNvPr id="211" name="dp43-comparison / n157">
            <a:extLst xmlns:a="http://schemas.openxmlformats.org/drawingml/2006/main">
              <a:ext uri="{FF2B5EF4-FFF2-40B4-BE49-F238E27FC236}">
                <a16:creationId xmlns:a16="http://schemas.microsoft.com/office/drawing/2014/main" id="{00A6AC04-02BA-47E5-B5A9-228C7383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5600700"/>
            <a:ext cx="222218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3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C9C06587-84AD-44FA-8B4C-FE6D47C9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F6 Delegation / 질문 / 대기</a:t>
            </a:r>
          </a:p>
        </p:txBody>
      </p:sp>
      <p:sp>
        <p:nvSpPr>
          <p:cNvPr id="213" name="dp43-comparison / n170">
            <a:extLst xmlns:a="http://schemas.openxmlformats.org/drawingml/2006/main">
              <a:ext uri="{FF2B5EF4-FFF2-40B4-BE49-F238E27FC236}">
                <a16:creationId xmlns:a16="http://schemas.microsoft.com/office/drawing/2014/main" id="{71BD90F2-E5D1-4B26-AC5A-EF3AD9430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3475" y="3514725"/>
            <a:ext cx="264223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p43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520304A8-10BE-4B52-9FB4-5C4943AC5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3524250"/>
            <a:ext cx="49625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각 F1~F6 생산자의 모델 호출 / 반환</a:t>
            </a:r>
          </a:p>
        </p:txBody>
      </p:sp>
      <p:sp>
        <p:nvSpPr>
          <p:cNvPr id="215" name="dp43-comparison / n172">
            <a:extLst xmlns:a="http://schemas.openxmlformats.org/drawingml/2006/main">
              <a:ext uri="{FF2B5EF4-FFF2-40B4-BE49-F238E27FC236}">
                <a16:creationId xmlns:a16="http://schemas.microsoft.com/office/drawing/2014/main" id="{67A8C5F5-C717-4D3F-BCFC-30690404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810250"/>
            <a:ext cx="546201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p43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A2E433FB-693C-4C72-8D4B-3239FA36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819775"/>
            <a:ext cx="75057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실선 제안 / 점선 원생산자 재판단 / Coordinator의 의미 덮어쓰기 금지</a:t>
            </a:r>
          </a:p>
        </p:txBody>
      </p:sp>
      <p:sp>
        <p:nvSpPr>
          <p:cNvPr id="217" name="dp43-comparison / n174">
            <a:extLst xmlns:a="http://schemas.openxmlformats.org/drawingml/2006/main">
              <a:ext uri="{FF2B5EF4-FFF2-40B4-BE49-F238E27FC236}">
                <a16:creationId xmlns:a16="http://schemas.microsoft.com/office/drawing/2014/main" id="{3899F3A2-3A85-4C74-AA13-5BDFAAA1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p43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EEC1CFA1-F5C4-47A4-9836-21335FA6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219" name="dp43-comparison / n185">
            <a:extLst xmlns:a="http://schemas.openxmlformats.org/drawingml/2006/main">
              <a:ext uri="{FF2B5EF4-FFF2-40B4-BE49-F238E27FC236}">
                <a16:creationId xmlns:a16="http://schemas.microsoft.com/office/drawing/2014/main" id="{5AC9CDA2-E5BB-4E61-A8AC-D5DE8746B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2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p43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5DF7D618-69FD-4311-8776-EFBCB9FD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221" name="dp43-comparison / n187">
            <a:extLst xmlns:a="http://schemas.openxmlformats.org/drawingml/2006/main">
              <a:ext uri="{FF2B5EF4-FFF2-40B4-BE49-F238E27FC236}">
                <a16:creationId xmlns:a16="http://schemas.microsoft.com/office/drawing/2014/main" id="{E89C0477-816A-4A08-9D15-2965AAAC3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257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3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BF754C77-1AD9-425D-B87A-36D3EE1A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223" name="dp43-comparison / n189">
            <a:extLst xmlns:a="http://schemas.openxmlformats.org/drawingml/2006/main">
              <a:ext uri="{FF2B5EF4-FFF2-40B4-BE49-F238E27FC236}">
                <a16:creationId xmlns:a16="http://schemas.microsoft.com/office/drawing/2014/main" id="{7DC94E20-4AF0-4A86-A28E-A08C2D64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3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0CFD3590-B83F-4F4D-9027-C257EFB2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225" name="dp43-comparison / n191">
            <a:extLst xmlns:a="http://schemas.openxmlformats.org/drawingml/2006/main">
              <a:ext uri="{FF2B5EF4-FFF2-40B4-BE49-F238E27FC236}">
                <a16:creationId xmlns:a16="http://schemas.microsoft.com/office/drawing/2014/main" id="{707BDD6E-C099-4B8B-A8BE-A70382A8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p43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E751F4EB-5CAF-47BB-9854-4CB2BCBC6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</p:spTree>
    <p:extLst>
      <p:ext uri="{BB962C8B-B14F-4D97-AF65-F5344CB8AC3E}">
        <p14:creationId xmlns:p14="http://schemas.microsoft.com/office/powerpoint/2010/main" val="15111853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dp44-background / n1">
            <a:extLst xmlns:a="http://schemas.openxmlformats.org/drawingml/2006/main">
              <a:ext uri="{FF2B5EF4-FFF2-40B4-BE49-F238E27FC236}">
                <a16:creationId xmlns:a16="http://schemas.microsoft.com/office/drawing/2014/main" id="{0E69307E-461A-485D-AB73-AE59F9C9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4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902C3277-B3DE-43F2-BB2A-EDDF8C3F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4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EA21EABC-6818-4A58-9702-70FB99CFA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04-44</a:t>
            </a:r>
          </a:p>
        </p:txBody>
      </p:sp>
      <p:sp>
        <p:nvSpPr>
          <p:cNvPr id="4" name="dp44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BBB4FDF8-8236-484E-88E0-08FF37A6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04-44. 반응성을 위한 VIA 지속 입력과 Response 전달 설계</a:t>
            </a:r>
          </a:p>
        </p:txBody>
      </p:sp>
      <p:sp>
        <p:nvSpPr>
          <p:cNvPr id="5" name="dp44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6F71EA15-EE33-4441-9EEF-DF5212B7E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4-background / n6">
            <a:extLst xmlns:a="http://schemas.openxmlformats.org/drawingml/2006/main">
              <a:ext uri="{FF2B5EF4-FFF2-40B4-BE49-F238E27FC236}">
                <a16:creationId xmlns:a16="http://schemas.microsoft.com/office/drawing/2014/main" id="{02530544-A891-44B9-9F8F-01AC79CB1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4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1DB3D147-3115-427D-BD9A-F952FEF3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새 발화 누락과 현재 대화에 맞지 않는 Response 전달 위험</a:t>
            </a:r>
          </a:p>
        </p:txBody>
      </p:sp>
      <p:sp>
        <p:nvSpPr>
          <p:cNvPr id="8" name="dp44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68C00784-7655-4F1C-B5AE-827A3F0E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4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21254219-01E9-45CE-86C9-A206BCDE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4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FC8B0CE9-37F3-47B2-86BB-A6EE94D0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4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7C3BE31F-10A0-4D79-AC57-992A7CD9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4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2E75A5A4-077F-42FD-86B6-D6BD9A9E5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겹친 사건의 후속 실행과 전달을 이어가는 실행 구조 설계</a:t>
            </a:r>
          </a:p>
        </p:txBody>
      </p:sp>
      <p:sp>
        <p:nvSpPr>
          <p:cNvPr id="13" name="dp44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84E87EC7-8E9B-4F3E-A9C0-3E5643D7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반응성 / 기능 정확성 / 자원 활용성</a:t>
            </a:r>
          </a:p>
        </p:txBody>
      </p:sp>
      <p:sp>
        <p:nvSpPr>
          <p:cNvPr id="14" name="dp44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07D8E6B2-4496-40D4-82F4-AD1B05EB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4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221C0AC3-AD14-48C6-9C80-364E99F2E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057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처음 / “보고서 내용 설명해주고, 내일 회의 안내 메일 초안도 만들어줘.”</a:t>
            </a:r>
          </a:p>
        </p:txBody>
      </p:sp>
      <p:sp>
        <p:nvSpPr>
          <p:cNvPr id="16" name="dp44-background / n16 / text 1">
            <a:extLst xmlns:a="http://schemas.openxmlformats.org/drawingml/2006/main">
              <a:ext uri="{FF2B5EF4-FFF2-40B4-BE49-F238E27FC236}">
                <a16:creationId xmlns:a16="http://schemas.microsoft.com/office/drawing/2014/main" id="{4B18F507-7E29-4F5A-8D40-2B6F4DA7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처리 시작</a:t>
            </a:r>
          </a:p>
        </p:txBody>
      </p:sp>
      <p:sp>
        <p:nvSpPr>
          <p:cNvPr id="17" name="dp44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E1F076F6-013A-4413-8070-BD634B58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설명 도중 / 두 사건 도착</a:t>
            </a:r>
          </a:p>
        </p:txBody>
      </p:sp>
      <p:sp>
        <p:nvSpPr>
          <p:cNvPr id="18" name="dp44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1B7130FE-368B-4415-A595-B1F968FF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발화 해석 후</a:t>
            </a:r>
          </a:p>
        </p:txBody>
      </p:sp>
      <p:sp>
        <p:nvSpPr>
          <p:cNvPr id="19" name="dp44-background / n19 / path">
            <a:extLst xmlns:a="http://schemas.openxmlformats.org/drawingml/2006/main">
              <a:ext uri="{FF2B5EF4-FFF2-40B4-BE49-F238E27FC236}">
                <a16:creationId xmlns:a16="http://schemas.microsoft.com/office/drawing/2014/main" id="{4466E9D9-45B8-4B03-B899-7D72B051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105150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0" name="dp44-background / n19 / arrow">
            <a:extLst xmlns:a="http://schemas.openxmlformats.org/drawingml/2006/main">
              <a:ext uri="{FF2B5EF4-FFF2-40B4-BE49-F238E27FC236}">
                <a16:creationId xmlns:a16="http://schemas.microsoft.com/office/drawing/2014/main" id="{FBE07F6C-39E8-4077-9837-75D23B93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0441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1" name="dp44-background / n20 / path">
            <a:extLst xmlns:a="http://schemas.openxmlformats.org/drawingml/2006/main">
              <a:ext uri="{FF2B5EF4-FFF2-40B4-BE49-F238E27FC236}">
                <a16:creationId xmlns:a16="http://schemas.microsoft.com/office/drawing/2014/main" id="{BDB12527-15E9-4503-9D55-BD8480CD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105150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2" name="dp44-background / n20 / arrow">
            <a:extLst xmlns:a="http://schemas.openxmlformats.org/drawingml/2006/main">
              <a:ext uri="{FF2B5EF4-FFF2-40B4-BE49-F238E27FC236}">
                <a16:creationId xmlns:a16="http://schemas.microsoft.com/office/drawing/2014/main" id="{51534F93-40C4-4591-814D-B195C1FC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30441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3" name="dp44-background / n21">
            <a:extLst xmlns:a="http://schemas.openxmlformats.org/drawingml/2006/main">
              <a:ext uri="{FF2B5EF4-FFF2-40B4-BE49-F238E27FC236}">
                <a16:creationId xmlns:a16="http://schemas.microsoft.com/office/drawing/2014/main" id="{B7F7D7BE-9529-48FD-ACB8-BD9868B4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dp44-background / n22">
            <a:extLst xmlns:a="http://schemas.openxmlformats.org/drawingml/2006/main">
              <a:ext uri="{FF2B5EF4-FFF2-40B4-BE49-F238E27FC236}">
                <a16:creationId xmlns:a16="http://schemas.microsoft.com/office/drawing/2014/main" id="{F4341878-B394-4B07-B5DB-C024C4A9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p44-background / n23">
            <a:extLst xmlns:a="http://schemas.openxmlformats.org/drawingml/2006/main">
              <a:ext uri="{FF2B5EF4-FFF2-40B4-BE49-F238E27FC236}">
                <a16:creationId xmlns:a16="http://schemas.microsoft.com/office/drawing/2014/main" id="{77CE869E-702C-4A39-AB4F-D6CA0AB6F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dp44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4223B86E-941D-4905-84D4-6274E6A4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27" name="dp44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198C7D19-E8C5-4FAB-9FDB-5862BDF0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설명 중</a:t>
            </a:r>
          </a:p>
        </p:txBody>
      </p:sp>
      <p:sp>
        <p:nvSpPr>
          <p:cNvPr id="28" name="dp44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626C8756-5700-47C1-BCC1-D7728E51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96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사용자 발화 계속 수신</a:t>
            </a:r>
          </a:p>
        </p:txBody>
      </p:sp>
      <p:sp>
        <p:nvSpPr>
          <p:cNvPr id="29" name="dp44-background / n27 / path">
            <a:extLst xmlns:a="http://schemas.openxmlformats.org/drawingml/2006/main">
              <a:ext uri="{FF2B5EF4-FFF2-40B4-BE49-F238E27FC236}">
                <a16:creationId xmlns:a16="http://schemas.microsoft.com/office/drawing/2014/main" id="{D5438D12-15EF-4356-9E09-1BA943D4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991100"/>
            <a:ext cx="953" cy="76200"/>
          </a:xfrm>
          <a:custGeom xmlns:a="http://schemas.openxmlformats.org/drawingml/2006/main"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0" name="dp44-background / n28 / path">
            <a:extLst xmlns:a="http://schemas.openxmlformats.org/drawingml/2006/main">
              <a:ext uri="{FF2B5EF4-FFF2-40B4-BE49-F238E27FC236}">
                <a16:creationId xmlns:a16="http://schemas.microsoft.com/office/drawing/2014/main" id="{9FDB9214-B03A-40D6-9C08-2ED64E463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933950"/>
            <a:ext cx="953" cy="133350"/>
          </a:xfrm>
          <a:custGeom xmlns:a="http://schemas.openxmlformats.org/drawingml/2006/main">
            <a:pathLst>
              <a:path w="953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1" name="dp44-background / n29 / path">
            <a:extLst xmlns:a="http://schemas.openxmlformats.org/drawingml/2006/main">
              <a:ext uri="{FF2B5EF4-FFF2-40B4-BE49-F238E27FC236}">
                <a16:creationId xmlns:a16="http://schemas.microsoft.com/office/drawing/2014/main" id="{EBFDBB11-0AE6-467A-BC5C-719456AE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848225"/>
            <a:ext cx="953" cy="219075"/>
          </a:xfrm>
          <a:custGeom xmlns:a="http://schemas.openxmlformats.org/drawingml/2006/main">
            <a:pathLst>
              <a:path w="953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2" name="dp44-background / n30 / path">
            <a:extLst xmlns:a="http://schemas.openxmlformats.org/drawingml/2006/main">
              <a:ext uri="{FF2B5EF4-FFF2-40B4-BE49-F238E27FC236}">
                <a16:creationId xmlns:a16="http://schemas.microsoft.com/office/drawing/2014/main" id="{A84D5CF7-1931-44F1-812A-8033B186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962525"/>
            <a:ext cx="953" cy="104775"/>
          </a:xfrm>
          <a:custGeom xmlns:a="http://schemas.openxmlformats.org/drawingml/2006/main"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3" name="dp44-background / n31 / path">
            <a:extLst xmlns:a="http://schemas.openxmlformats.org/drawingml/2006/main">
              <a:ext uri="{FF2B5EF4-FFF2-40B4-BE49-F238E27FC236}">
                <a16:creationId xmlns:a16="http://schemas.microsoft.com/office/drawing/2014/main" id="{8389234B-6F62-4C88-9C56-56BB2577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895850"/>
            <a:ext cx="953" cy="171450"/>
          </a:xfrm>
          <a:custGeom xmlns:a="http://schemas.openxmlformats.org/drawingml/2006/main">
            <a:pathLst>
              <a:path w="953" h="171450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4" name="dp44-background / n32 / path">
            <a:extLst xmlns:a="http://schemas.openxmlformats.org/drawingml/2006/main">
              <a:ext uri="{FF2B5EF4-FFF2-40B4-BE49-F238E27FC236}">
                <a16:creationId xmlns:a16="http://schemas.microsoft.com/office/drawing/2014/main" id="{F9DEE1CB-08BF-4768-8CA4-A3A3AC44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81575"/>
            <a:ext cx="953" cy="85725"/>
          </a:xfrm>
          <a:custGeom xmlns:a="http://schemas.openxmlformats.org/drawingml/2006/main">
            <a:pathLst>
              <a:path w="953" h="85725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5" name="dp44-background / n33 / text 1">
            <a:extLst xmlns:a="http://schemas.openxmlformats.org/drawingml/2006/main">
              <a:ext uri="{FF2B5EF4-FFF2-40B4-BE49-F238E27FC236}">
                <a16:creationId xmlns:a16="http://schemas.microsoft.com/office/drawing/2014/main" id="{46C6E809-9108-4BE5-B7D4-BF2843DE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새 User Turn</a:t>
            </a:r>
          </a:p>
        </p:txBody>
      </p:sp>
      <p:sp>
        <p:nvSpPr>
          <p:cNvPr id="36" name="dp44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286F107B-F795-4EBC-ACBA-8B76B339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86200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“잠깐, 표부터</a:t>
            </a:r>
          </a:p>
        </p:txBody>
      </p:sp>
      <p:sp>
        <p:nvSpPr>
          <p:cNvPr id="37" name="dp44-background / n34 / text 2">
            <a:extLst xmlns:a="http://schemas.openxmlformats.org/drawingml/2006/main">
              <a:ext uri="{FF2B5EF4-FFF2-40B4-BE49-F238E27FC236}">
                <a16:creationId xmlns:a16="http://schemas.microsoft.com/office/drawing/2014/main" id="{D394A254-B03A-451B-B2BA-CD53ADBF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10050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설명해줘.”</a:t>
            </a:r>
          </a:p>
        </p:txBody>
      </p:sp>
      <p:sp>
        <p:nvSpPr>
          <p:cNvPr id="38" name="dp44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7D90EBA4-28F4-441B-95E8-E815E18E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196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음성 중단과 발화 해석</a:t>
            </a:r>
          </a:p>
        </p:txBody>
      </p:sp>
      <p:sp>
        <p:nvSpPr>
          <p:cNvPr id="39" name="dp44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DC6FBC55-8127-4B21-B76F-C71AE7A47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Request의 Response</a:t>
            </a:r>
          </a:p>
        </p:txBody>
      </p:sp>
      <p:sp>
        <p:nvSpPr>
          <p:cNvPr id="40" name="dp44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59A7EB1D-706A-404C-ABD1-10CE5C4D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952875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표 설명으로 전환</a:t>
            </a:r>
          </a:p>
        </p:txBody>
      </p:sp>
      <p:sp>
        <p:nvSpPr>
          <p:cNvPr id="41" name="dp44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1EB83392-20B2-4E9D-805A-00AB753F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196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Text 및 음성 전달</a:t>
            </a:r>
          </a:p>
        </p:txBody>
      </p:sp>
      <p:sp>
        <p:nvSpPr>
          <p:cNvPr id="42" name="dp44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764E2F5B-167C-4EA9-B3F3-AC10FF39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57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 / Downstream Agent의 작업 실행</a:t>
            </a:r>
          </a:p>
        </p:txBody>
      </p:sp>
      <p:sp>
        <p:nvSpPr>
          <p:cNvPr id="43" name="dp44-background / n40">
            <a:extLst xmlns:a="http://schemas.openxmlformats.org/drawingml/2006/main">
              <a:ext uri="{FF2B5EF4-FFF2-40B4-BE49-F238E27FC236}">
                <a16:creationId xmlns:a16="http://schemas.microsoft.com/office/drawing/2014/main" id="{A38FEAD5-3BE6-4B8A-AD14-7908F6BB8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p44-background / n41">
            <a:extLst xmlns:a="http://schemas.openxmlformats.org/drawingml/2006/main">
              <a:ext uri="{FF2B5EF4-FFF2-40B4-BE49-F238E27FC236}">
                <a16:creationId xmlns:a16="http://schemas.microsoft.com/office/drawing/2014/main" id="{8370D525-A537-4CB0-A961-180FFB8A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p44-background / n42">
            <a:extLst xmlns:a="http://schemas.openxmlformats.org/drawingml/2006/main">
              <a:ext uri="{FF2B5EF4-FFF2-40B4-BE49-F238E27FC236}">
                <a16:creationId xmlns:a16="http://schemas.microsoft.com/office/drawing/2014/main" id="{AA6D3375-9BD8-4334-889E-EEF09165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dp44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34610FC9-16A9-4603-9E11-5374EBA0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Delegation 후 초안 작성</a:t>
            </a:r>
          </a:p>
        </p:txBody>
      </p:sp>
      <p:sp>
        <p:nvSpPr>
          <p:cNvPr id="47" name="dp44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965B30ED-16AA-4DE3-AA42-842BF427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151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 진행 중</a:t>
            </a:r>
          </a:p>
        </p:txBody>
      </p:sp>
      <p:sp>
        <p:nvSpPr>
          <p:cNvPr id="48" name="dp44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E42BF152-97C0-4606-8812-2770C29F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메일 Task의 질문 도착</a:t>
            </a:r>
          </a:p>
        </p:txBody>
      </p:sp>
      <p:sp>
        <p:nvSpPr>
          <p:cNvPr id="49" name="dp44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2BA4133C-E319-4221-B2FB-2475D7F7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68655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“받는 사람은</a:t>
            </a:r>
          </a:p>
        </p:txBody>
      </p:sp>
      <p:sp>
        <p:nvSpPr>
          <p:cNvPr id="50" name="dp44-background / n46 / text 2">
            <a:extLst xmlns:a="http://schemas.openxmlformats.org/drawingml/2006/main">
              <a:ext uri="{FF2B5EF4-FFF2-40B4-BE49-F238E27FC236}">
                <a16:creationId xmlns:a16="http://schemas.microsoft.com/office/drawing/2014/main" id="{34BB18C3-08AF-4917-81DC-44D80E033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0104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누구인가요?”</a:t>
            </a:r>
          </a:p>
        </p:txBody>
      </p:sp>
      <p:sp>
        <p:nvSpPr>
          <p:cNvPr id="51" name="dp44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9D0BB081-9200-4E29-B28C-09F3AAC3E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표 설명 후 메일 질문 전달</a:t>
            </a:r>
          </a:p>
        </p:txBody>
      </p:sp>
      <p:sp>
        <p:nvSpPr>
          <p:cNvPr id="52" name="dp44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939A940F-714C-40A3-B50A-E14F8AA7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6865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“메일 초안의 받는 사람은</a:t>
            </a:r>
          </a:p>
        </p:txBody>
      </p:sp>
      <p:sp>
        <p:nvSpPr>
          <p:cNvPr id="53" name="dp44-background / n48 / text 2">
            <a:extLst xmlns:a="http://schemas.openxmlformats.org/drawingml/2006/main">
              <a:ext uri="{FF2B5EF4-FFF2-40B4-BE49-F238E27FC236}">
                <a16:creationId xmlns:a16="http://schemas.microsoft.com/office/drawing/2014/main" id="{A36A72FC-F212-43E0-812E-C083719A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97230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누구인가요?”</a:t>
            </a:r>
          </a:p>
        </p:txBody>
      </p:sp>
      <p:sp>
        <p:nvSpPr>
          <p:cNvPr id="54" name="dp44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EF9D9C3E-85DF-4FB4-8DB6-809D1B17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7533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 / 답변 대기</a:t>
            </a:r>
          </a:p>
        </p:txBody>
      </p:sp>
      <p:sp>
        <p:nvSpPr>
          <p:cNvPr id="55" name="dp44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A6400DDD-81AA-4E74-9D6F-45576F4F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67675"/>
            <a:ext cx="1057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음성 중단 / Task 취소 의도 확인은 별도</a:t>
            </a:r>
          </a:p>
        </p:txBody>
      </p:sp>
      <p:sp>
        <p:nvSpPr>
          <p:cNvPr id="56" name="dp44-background / n51 / path">
            <a:extLst xmlns:a="http://schemas.openxmlformats.org/drawingml/2006/main">
              <a:ext uri="{FF2B5EF4-FFF2-40B4-BE49-F238E27FC236}">
                <a16:creationId xmlns:a16="http://schemas.microsoft.com/office/drawing/2014/main" id="{E88516AE-AC55-4CCA-B49D-893EC19E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333750"/>
            <a:ext cx="953" cy="4610100"/>
          </a:xfrm>
          <a:custGeom xmlns:a="http://schemas.openxmlformats.org/drawingml/2006/main">
            <a:pathLst>
              <a:path w="953" h="4610100">
                <a:moveTo>
                  <a:pt x="0" y="0"/>
                </a:moveTo>
                <a:lnTo>
                  <a:pt x="0" y="4610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57" name="dp44-background / n52 / path">
            <a:extLst xmlns:a="http://schemas.openxmlformats.org/drawingml/2006/main">
              <a:ext uri="{FF2B5EF4-FFF2-40B4-BE49-F238E27FC236}">
                <a16:creationId xmlns:a16="http://schemas.microsoft.com/office/drawing/2014/main" id="{72524623-8DD0-4293-BE67-7FE534D4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33750"/>
            <a:ext cx="953" cy="4610100"/>
          </a:xfrm>
          <a:custGeom xmlns:a="http://schemas.openxmlformats.org/drawingml/2006/main">
            <a:pathLst>
              <a:path w="953" h="4610100">
                <a:moveTo>
                  <a:pt x="0" y="0"/>
                </a:moveTo>
                <a:lnTo>
                  <a:pt x="0" y="4610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58" name="dp44-background / n53 / text 1">
            <a:extLst xmlns:a="http://schemas.openxmlformats.org/drawingml/2006/main">
              <a:ext uri="{FF2B5EF4-FFF2-40B4-BE49-F238E27FC236}">
                <a16:creationId xmlns:a16="http://schemas.microsoft.com/office/drawing/2014/main" id="{6532BC1D-4F94-482F-8F22-A0E4A501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수신과 중단의 우선 처리</a:t>
            </a:r>
          </a:p>
        </p:txBody>
      </p:sp>
      <p:sp>
        <p:nvSpPr>
          <p:cNvPr id="59" name="dp44-background / n54 / text 1">
            <a:extLst xmlns:a="http://schemas.openxmlformats.org/drawingml/2006/main">
              <a:ext uri="{FF2B5EF4-FFF2-40B4-BE49-F238E27FC236}">
                <a16:creationId xmlns:a16="http://schemas.microsoft.com/office/drawing/2014/main" id="{F18E3D29-3270-4E3F-A9F8-7ED48E74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긴 해석 중에도 새 발화의 수신과 음성 중단</a:t>
            </a:r>
          </a:p>
        </p:txBody>
      </p:sp>
      <p:sp>
        <p:nvSpPr>
          <p:cNvPr id="60" name="dp44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496C2FC5-1321-4B44-B8CC-18C0F998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후속 실행과 대기 상태</a:t>
            </a:r>
          </a:p>
        </p:txBody>
      </p:sp>
      <p:sp>
        <p:nvSpPr>
          <p:cNvPr id="61" name="dp44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9261CB4A-4F18-4500-9F57-8FDBE9F55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Request와 메일 질문의 처리 연결</a:t>
            </a:r>
          </a:p>
        </p:txBody>
      </p:sp>
      <p:sp>
        <p:nvSpPr>
          <p:cNvPr id="62" name="dp44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C09B8CC1-9AD6-4440-972F-2EA4B8D19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현재성 확인과 실제 전달</a:t>
            </a:r>
          </a:p>
        </p:txBody>
      </p:sp>
      <p:sp>
        <p:nvSpPr>
          <p:cNvPr id="63" name="dp44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F3E8A759-CB74-4AE1-8018-E8A7C72C0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전 Response 보류와 전달 차례 결정</a:t>
            </a:r>
          </a:p>
        </p:txBody>
      </p:sp>
    </p:spTree>
    <p:extLst>
      <p:ext uri="{BB962C8B-B14F-4D97-AF65-F5344CB8AC3E}">
        <p14:creationId xmlns:p14="http://schemas.microsoft.com/office/powerpoint/2010/main" val="11372504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0" name="dp44-comparison / n1">
            <a:extLst xmlns:a="http://schemas.openxmlformats.org/drawingml/2006/main">
              <a:ext uri="{FF2B5EF4-FFF2-40B4-BE49-F238E27FC236}">
                <a16:creationId xmlns:a16="http://schemas.microsoft.com/office/drawing/2014/main" id="{9880AA08-CD1C-4F2D-9711-A86AAD51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4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0E8E68BD-606F-4946-9800-2D2AF59A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4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373E87F7-8897-4D0F-BCB0-1C63B080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4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8C535DE1-BCEB-4B61-A88C-21E453B46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04-44. 반응성을 위한 VIA 지속 입력과 Response 전달 설계</a:t>
            </a:r>
          </a:p>
        </p:txBody>
      </p:sp>
      <p:sp>
        <p:nvSpPr>
          <p:cNvPr id="5" name="dp44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EC1D5486-4E52-4309-A257-29AB4CCB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4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BEE1EABA-051C-4E4E-8E18-C7872D3B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66825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설명 도중 새 발화와 메일 질문 도착 / 표 설명 후 메일 질문 전달</a:t>
            </a:r>
          </a:p>
        </p:txBody>
      </p:sp>
      <p:sp>
        <p:nvSpPr>
          <p:cNvPr id="7" name="dp44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1C1FF38D-49B6-4137-9C3D-D1310217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4-comparison / n8 / text 1">
            <a:extLst xmlns:a="http://schemas.openxmlformats.org/drawingml/2006/main">
              <a:ext uri="{FF2B5EF4-FFF2-40B4-BE49-F238E27FC236}">
                <a16:creationId xmlns:a16="http://schemas.microsoft.com/office/drawing/2014/main" id="{62A1ED82-359C-41FE-B1CC-23C8881FE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00200"/>
            <a:ext cx="14573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양안 공통: Agent Gateway ↔ Downstream Agent / Model Access ↔ 공유 Omni 1벌</a:t>
            </a:r>
          </a:p>
        </p:txBody>
      </p:sp>
      <p:sp>
        <p:nvSpPr>
          <p:cNvPr id="9" name="dp44-comparison / n9">
            <a:extLst xmlns:a="http://schemas.openxmlformats.org/drawingml/2006/main">
              <a:ext uri="{FF2B5EF4-FFF2-40B4-BE49-F238E27FC236}">
                <a16:creationId xmlns:a16="http://schemas.microsoft.com/office/drawing/2014/main" id="{545E8B73-3CD4-4C4E-98D1-7E4755A2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0" name="dp44-comparison / n10 / text 1">
            <a:extLst xmlns:a="http://schemas.openxmlformats.org/drawingml/2006/main">
              <a:ext uri="{FF2B5EF4-FFF2-40B4-BE49-F238E27FC236}">
                <a16:creationId xmlns:a16="http://schemas.microsoft.com/office/drawing/2014/main" id="{F8CAD886-F885-4EF4-B697-B1EB0475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1" name="dp44-comparison / n11">
            <a:extLst xmlns:a="http://schemas.openxmlformats.org/drawingml/2006/main">
              <a:ext uri="{FF2B5EF4-FFF2-40B4-BE49-F238E27FC236}">
                <a16:creationId xmlns:a16="http://schemas.microsoft.com/office/drawing/2014/main" id="{5ABBC6E7-DB5A-4409-B672-E24E60F1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2" name="dp44-comparison / n12 / text 1">
            <a:extLst xmlns:a="http://schemas.openxmlformats.org/drawingml/2006/main">
              <a:ext uri="{FF2B5EF4-FFF2-40B4-BE49-F238E27FC236}">
                <a16:creationId xmlns:a16="http://schemas.microsoft.com/office/drawing/2014/main" id="{030A932F-C5BD-41B4-80F2-79DF2FEB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3" name="dp44-comparison / n13">
            <a:extLst xmlns:a="http://schemas.openxmlformats.org/drawingml/2006/main">
              <a:ext uri="{FF2B5EF4-FFF2-40B4-BE49-F238E27FC236}">
                <a16:creationId xmlns:a16="http://schemas.microsoft.com/office/drawing/2014/main" id="{6F251D16-5717-4185-9E2F-6FF96898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4" name="dp44-comparison / n14 / text 1">
            <a:extLst xmlns:a="http://schemas.openxmlformats.org/drawingml/2006/main">
              <a:ext uri="{FF2B5EF4-FFF2-40B4-BE49-F238E27FC236}">
                <a16:creationId xmlns:a16="http://schemas.microsoft.com/office/drawing/2014/main" id="{8B8503FB-5209-4F53-92CD-853FB8ED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5" name="dp44-comparison / n15">
            <a:extLst xmlns:a="http://schemas.openxmlformats.org/drawingml/2006/main">
              <a:ext uri="{FF2B5EF4-FFF2-40B4-BE49-F238E27FC236}">
                <a16:creationId xmlns:a16="http://schemas.microsoft.com/office/drawing/2014/main" id="{6518EFFC-5719-4205-9105-A12B1E3B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6" name="dp44-comparison / n16 / text 1">
            <a:extLst xmlns:a="http://schemas.openxmlformats.org/drawingml/2006/main">
              <a:ext uri="{FF2B5EF4-FFF2-40B4-BE49-F238E27FC236}">
                <a16:creationId xmlns:a16="http://schemas.microsoft.com/office/drawing/2014/main" id="{4BDC2F97-6211-42BE-82D0-A1031572D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7" name="dp44-comparison / n17">
            <a:extLst xmlns:a="http://schemas.openxmlformats.org/drawingml/2006/main">
              <a:ext uri="{FF2B5EF4-FFF2-40B4-BE49-F238E27FC236}">
                <a16:creationId xmlns:a16="http://schemas.microsoft.com/office/drawing/2014/main" id="{4DE3434E-61D5-41F5-A4BB-0C592537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8" name="dp44-comparison / n18 / text 1">
            <a:extLst xmlns:a="http://schemas.openxmlformats.org/drawingml/2006/main">
              <a:ext uri="{FF2B5EF4-FFF2-40B4-BE49-F238E27FC236}">
                <a16:creationId xmlns:a16="http://schemas.microsoft.com/office/drawing/2014/main" id="{302B132B-D663-4D80-A931-DC5174A2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9" name="dp44-comparison / n18 / text 2">
            <a:extLst xmlns:a="http://schemas.openxmlformats.org/drawingml/2006/main">
              <a:ext uri="{FF2B5EF4-FFF2-40B4-BE49-F238E27FC236}">
                <a16:creationId xmlns:a16="http://schemas.microsoft.com/office/drawing/2014/main" id="{C2B60E4E-2825-4E6F-9AE8-1747A33E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20" name="dp44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1C1A80A9-1018-4F7C-A278-DCC19D3E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4-comparison / n20 / path">
            <a:extLst xmlns:a="http://schemas.openxmlformats.org/drawingml/2006/main">
              <a:ext uri="{FF2B5EF4-FFF2-40B4-BE49-F238E27FC236}">
                <a16:creationId xmlns:a16="http://schemas.microsoft.com/office/drawing/2014/main" id="{43317ED6-FAEA-41EE-B34C-F97DDDF1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2" name="dp44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6265FD9E-8219-4AB7-955B-8E6935E9D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28800"/>
            <a:ext cx="79819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중앙 조정 방식</a:t>
            </a:r>
          </a:p>
        </p:txBody>
      </p:sp>
      <p:sp>
        <p:nvSpPr>
          <p:cNvPr id="23" name="dp44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E203783C-7CA4-4C8F-8106-F940EC23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133600"/>
            <a:ext cx="79819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중앙 비동기 Orchestration</a:t>
            </a:r>
          </a:p>
        </p:txBody>
      </p:sp>
      <p:sp>
        <p:nvSpPr>
          <p:cNvPr id="24" name="dp44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CDBDF101-EBE3-4F6C-BDF2-704BDB1E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집중된 실행 상태로 전체 메모리 13.3 GB (메모리 효율성 ↑)</a:t>
            </a:r>
          </a:p>
        </p:txBody>
      </p:sp>
      <p:sp>
        <p:nvSpPr>
          <p:cNvPr id="25" name="dp44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ED1C7196-DCF9-4688-A9E5-D275864AC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반환 회수와 재배정으로 평균 반응시간 0.85 s (응답 신속성 ↓)</a:t>
            </a:r>
          </a:p>
        </p:txBody>
      </p:sp>
      <p:sp>
        <p:nvSpPr>
          <p:cNvPr id="26" name="dp44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AE34A9D1-6C9F-4314-85F3-5B7A6998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교차 사건의 중앙 전이 변경, 평균 4.0개 (변경 용이성 ↓)</a:t>
            </a:r>
          </a:p>
        </p:txBody>
      </p:sp>
      <p:sp>
        <p:nvSpPr>
          <p:cNvPr id="27" name="dp44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AFA5DC51-F65E-417E-B831-CCFCF9F1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28" name="dp44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49B5C055-3F83-4291-8AB3-7807146B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29" name="dp44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A8242BEA-8EE1-4CF7-9929-1E3E68BE0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0.85 s</a:t>
            </a:r>
          </a:p>
        </p:txBody>
      </p:sp>
      <p:sp>
        <p:nvSpPr>
          <p:cNvPr id="30" name="dp44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69C7FE99-ADDC-4319-8F41-CB94AA36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반응시간 ↓</a:t>
            </a:r>
          </a:p>
        </p:txBody>
      </p:sp>
      <p:sp>
        <p:nvSpPr>
          <p:cNvPr id="31" name="dp44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F70C6606-265D-4DA6-B59C-52ABE488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2" name="dp44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A31355E0-614C-4257-939C-7DF89CDA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3" name="dp44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54FE3E40-7064-4BFE-9FC3-96C2430A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4" name="dp44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09E1D95E-FCFC-4867-A3E2-75772C68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5" name="dp44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A7AE6C5C-E4EF-4843-BDC7-CF570D85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6" name="dp44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799C4132-2C6C-4F4C-B5CA-A974C362C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7" name="dp44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9A3C80B7-3F6B-4EBB-8CC2-F4ADAFDB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13.3 GB</a:t>
            </a:r>
          </a:p>
        </p:txBody>
      </p:sp>
      <p:sp>
        <p:nvSpPr>
          <p:cNvPr id="38" name="dp44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2219DA97-5A03-42B3-B330-FDF7935D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9" name="dp44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E3D5759D-ACF3-4C0F-9AA4-4272CD4E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828800"/>
            <a:ext cx="79819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이벤트 흐름을 연결하는 방식</a:t>
            </a:r>
          </a:p>
        </p:txBody>
      </p:sp>
      <p:sp>
        <p:nvSpPr>
          <p:cNvPr id="40" name="dp44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BD4F3710-4A45-46CC-8C26-1D0BBE03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33600"/>
            <a:ext cx="79819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반응형 Dataflow</a:t>
            </a:r>
          </a:p>
        </p:txBody>
      </p:sp>
      <p:sp>
        <p:nvSpPr>
          <p:cNvPr id="41" name="dp44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28253114-269C-461A-9354-00DEEC4C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사건의 직접 활성화로 평균 반응시간 0.62 s (응답 신속성 ↑)</a:t>
            </a:r>
          </a:p>
        </p:txBody>
      </p:sp>
      <p:sp>
        <p:nvSpPr>
          <p:cNvPr id="42" name="dp44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1DA52863-A6C0-45AB-9D68-42E06929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동일 schema 안의 단계 조합 변경, 평균 2.5개 (변경 용이성 ↑)</a:t>
            </a:r>
          </a:p>
        </p:txBody>
      </p:sp>
      <p:sp>
        <p:nvSpPr>
          <p:cNvPr id="43" name="dp44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EA7A35C3-E2C8-49BF-A99D-5FB311DA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다수 window와 buffer로 전체 메모리 13.8 GB (메모리 효율성 ↓)</a:t>
            </a:r>
          </a:p>
        </p:txBody>
      </p:sp>
      <p:sp>
        <p:nvSpPr>
          <p:cNvPr id="44" name="dp44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BB6F1EBC-DE1E-4120-B6D5-9A8C9CE9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45" name="dp44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0AC016D3-3F0B-4E74-AF0F-D7F7B07D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6" name="dp44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D617D986-6596-4B62-8FE4-2ECDF86D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0.62 s</a:t>
            </a:r>
          </a:p>
        </p:txBody>
      </p:sp>
      <p:sp>
        <p:nvSpPr>
          <p:cNvPr id="47" name="dp44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36363DEC-1632-4486-98B8-1C2F4631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반응시간 ↓</a:t>
            </a:r>
          </a:p>
        </p:txBody>
      </p:sp>
      <p:sp>
        <p:nvSpPr>
          <p:cNvPr id="48" name="dp44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D2B6E738-2BE5-4B5A-AD5E-B40132E26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9" name="dp44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28C7F02B-D8DC-4586-83C4-994BCE60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50" name="dp44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D02BF6A9-777E-4E4E-90B8-11E01A717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51" name="dp44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773BB26B-D3A3-4752-82B4-AB368F4D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2" name="dp44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2DA46055-A255-4B4B-BF09-F409F1A3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3" name="dp44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FD46A750-3FE7-42EF-A80D-55BEE48A5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4" name="dp44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2FD59040-7391-4BAD-8A21-59B26FBB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13.8 GB</a:t>
            </a:r>
          </a:p>
        </p:txBody>
      </p:sp>
      <p:sp>
        <p:nvSpPr>
          <p:cNvPr id="55" name="dp44-comparison / n54 / text 1">
            <a:extLst xmlns:a="http://schemas.openxmlformats.org/drawingml/2006/main">
              <a:ext uri="{FF2B5EF4-FFF2-40B4-BE49-F238E27FC236}">
                <a16:creationId xmlns:a16="http://schemas.microsoft.com/office/drawing/2014/main" id="{522B93BF-DCF7-4D1A-8EA4-D1526D6A3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6" name="dp44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F42389B4-7D3C-47D4-9985-D81133DA4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여러 사건의 집중 도착 / 양안의 입력 수신과 로컬 음성 중단은 동일</a:t>
            </a:r>
          </a:p>
        </p:txBody>
      </p:sp>
      <p:sp>
        <p:nvSpPr>
          <p:cNvPr id="57" name="dp44-comparison / n56 / text 1">
            <a:extLst xmlns:a="http://schemas.openxmlformats.org/drawingml/2006/main">
              <a:ext uri="{FF2B5EF4-FFF2-40B4-BE49-F238E27FC236}">
                <a16:creationId xmlns:a16="http://schemas.microsoft.com/office/drawing/2014/main" id="{7F6848C4-0EE9-4227-A73A-45B28040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8" name="dp44-comparison / n57">
            <a:extLst xmlns:a="http://schemas.openxmlformats.org/drawingml/2006/main">
              <a:ext uri="{FF2B5EF4-FFF2-40B4-BE49-F238E27FC236}">
                <a16:creationId xmlns:a16="http://schemas.microsoft.com/office/drawing/2014/main" id="{5534661B-1758-45FF-84E4-3B5766D1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9" name="dp44-comparison / n58">
            <a:extLst xmlns:a="http://schemas.openxmlformats.org/drawingml/2006/main">
              <a:ext uri="{FF2B5EF4-FFF2-40B4-BE49-F238E27FC236}">
                <a16:creationId xmlns:a16="http://schemas.microsoft.com/office/drawing/2014/main" id="{E7F614BF-7465-4850-A645-D673DB32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121" y="2771775"/>
            <a:ext cx="502158" cy="1845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dp44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EDF62A10-BAD7-4FCC-A997-E5219093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781300"/>
            <a:ext cx="762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61" name="dp44-comparison / n60">
            <a:extLst xmlns:a="http://schemas.openxmlformats.org/drawingml/2006/main">
              <a:ext uri="{FF2B5EF4-FFF2-40B4-BE49-F238E27FC236}">
                <a16:creationId xmlns:a16="http://schemas.microsoft.com/office/drawing/2014/main" id="{7CD86BF2-1717-4C11-990D-939AB8D7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14675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2" name="dp44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45819D16-FAD4-463F-978C-8818D122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92304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3" name="dp44-comparison / n62">
            <a:extLst xmlns:a="http://schemas.openxmlformats.org/drawingml/2006/main">
              <a:ext uri="{FF2B5EF4-FFF2-40B4-BE49-F238E27FC236}">
                <a16:creationId xmlns:a16="http://schemas.microsoft.com/office/drawing/2014/main" id="{A5BB1F51-D278-4E65-B131-08217D797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429000"/>
            <a:ext cx="585026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dp44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AA4FC839-9FBF-405A-9CCD-E94985DC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43852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5" name="dp44-comparison / n64">
            <a:extLst xmlns:a="http://schemas.openxmlformats.org/drawingml/2006/main">
              <a:ext uri="{FF2B5EF4-FFF2-40B4-BE49-F238E27FC236}">
                <a16:creationId xmlns:a16="http://schemas.microsoft.com/office/drawing/2014/main" id="{5D5ADE9C-B360-4A79-88A9-624882D8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733800"/>
            <a:ext cx="704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6" name="dp44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61B76F5C-DB03-4030-A1B5-D956E871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1429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7" name="dp44-comparison / n66">
            <a:extLst xmlns:a="http://schemas.openxmlformats.org/drawingml/2006/main">
              <a:ext uri="{FF2B5EF4-FFF2-40B4-BE49-F238E27FC236}">
                <a16:creationId xmlns:a16="http://schemas.microsoft.com/office/drawing/2014/main" id="{E7BB60D9-2C64-4286-9CEA-0AA5ABA8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048125"/>
            <a:ext cx="673037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dp44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FB36AD25-1364-4ACD-9427-E67DF875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Module</a:t>
            </a:r>
          </a:p>
        </p:txBody>
      </p:sp>
      <p:sp>
        <p:nvSpPr>
          <p:cNvPr id="69" name="dp44-comparison / n68">
            <a:extLst xmlns:a="http://schemas.openxmlformats.org/drawingml/2006/main">
              <a:ext uri="{FF2B5EF4-FFF2-40B4-BE49-F238E27FC236}">
                <a16:creationId xmlns:a16="http://schemas.microsoft.com/office/drawing/2014/main" id="{3A0BA059-FA6A-479D-9890-839CDF99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352925"/>
            <a:ext cx="704850" cy="2667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0" name="dp44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604847D5-07D0-476D-9C5D-D218205D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68654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71" name="dp44-comparison / n70">
            <a:extLst xmlns:a="http://schemas.openxmlformats.org/drawingml/2006/main">
              <a:ext uri="{FF2B5EF4-FFF2-40B4-BE49-F238E27FC236}">
                <a16:creationId xmlns:a16="http://schemas.microsoft.com/office/drawing/2014/main" id="{33836928-1D7A-4DDB-95F8-9F441E5C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667250"/>
            <a:ext cx="622745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dp44-comparison / n71 / text 1">
            <a:extLst xmlns:a="http://schemas.openxmlformats.org/drawingml/2006/main">
              <a:ext uri="{FF2B5EF4-FFF2-40B4-BE49-F238E27FC236}">
                <a16:creationId xmlns:a16="http://schemas.microsoft.com/office/drawing/2014/main" id="{00B856B7-EB3B-46A1-A9EF-E15998D7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67677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데이터 상태</a:t>
            </a:r>
          </a:p>
        </p:txBody>
      </p:sp>
      <p:sp>
        <p:nvSpPr>
          <p:cNvPr id="73" name="dp44-comparison / n72">
            <a:extLst xmlns:a="http://schemas.openxmlformats.org/drawingml/2006/main">
              <a:ext uri="{FF2B5EF4-FFF2-40B4-BE49-F238E27FC236}">
                <a16:creationId xmlns:a16="http://schemas.microsoft.com/office/drawing/2014/main" id="{58443EB9-6D8F-4FCD-91D6-79F28DE4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115050"/>
            <a:ext cx="704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4" name="dp44-comparison / n73 / text 1">
            <a:extLst xmlns:a="http://schemas.openxmlformats.org/drawingml/2006/main">
              <a:ext uri="{FF2B5EF4-FFF2-40B4-BE49-F238E27FC236}">
                <a16:creationId xmlns:a16="http://schemas.microsoft.com/office/drawing/2014/main" id="{E0AC2832-FD10-45F6-8B18-D20AD4F6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2679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5" name="dp44-comparison / n74">
            <a:extLst xmlns:a="http://schemas.openxmlformats.org/drawingml/2006/main">
              <a:ext uri="{FF2B5EF4-FFF2-40B4-BE49-F238E27FC236}">
                <a16:creationId xmlns:a16="http://schemas.microsoft.com/office/drawing/2014/main" id="{E7684B07-0A51-418C-A2A1-F9694881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6429375"/>
            <a:ext cx="683514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dp44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EB072A5A-C5F4-4773-BB73-92775ADC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438900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7" name="dp44-comparison / n76">
            <a:extLst xmlns:a="http://schemas.openxmlformats.org/drawingml/2006/main">
              <a:ext uri="{FF2B5EF4-FFF2-40B4-BE49-F238E27FC236}">
                <a16:creationId xmlns:a16="http://schemas.microsoft.com/office/drawing/2014/main" id="{3FEB1B4D-0DC9-45F6-9543-B4B834BE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734175"/>
            <a:ext cx="704850" cy="2667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8" name="dp44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B087331B-9C9C-44B5-B346-6390F41E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811804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External</a:t>
            </a:r>
          </a:p>
        </p:txBody>
      </p:sp>
      <p:sp>
        <p:nvSpPr>
          <p:cNvPr id="79" name="dp44-comparison / n78">
            <a:extLst xmlns:a="http://schemas.openxmlformats.org/drawingml/2006/main">
              <a:ext uri="{FF2B5EF4-FFF2-40B4-BE49-F238E27FC236}">
                <a16:creationId xmlns:a16="http://schemas.microsoft.com/office/drawing/2014/main" id="{9500F57A-20B6-4DFE-97B5-036AA26B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7048500"/>
            <a:ext cx="622745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dp44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79D1D6C0-4DC9-47A0-85A3-69907E7A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705802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의존성</a:t>
            </a:r>
          </a:p>
        </p:txBody>
      </p:sp>
      <p:sp>
        <p:nvSpPr>
          <p:cNvPr id="81" name="dp44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0C6F1535-E208-49E2-AFBF-85863FEA1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38725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2" name="dp44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6D65B2E1-33B5-4ED6-9F75-94D139B11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0051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3" name="dp44-comparison / n81">
            <a:extLst xmlns:a="http://schemas.openxmlformats.org/drawingml/2006/main">
              <a:ext uri="{FF2B5EF4-FFF2-40B4-BE49-F238E27FC236}">
                <a16:creationId xmlns:a16="http://schemas.microsoft.com/office/drawing/2014/main" id="{DBF89EBE-8F54-48F7-838E-4E731BA9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24450"/>
            <a:ext cx="639509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dp44-comparison / n82 / text 1">
            <a:extLst xmlns:a="http://schemas.openxmlformats.org/drawingml/2006/main">
              <a:ext uri="{FF2B5EF4-FFF2-40B4-BE49-F238E27FC236}">
                <a16:creationId xmlns:a16="http://schemas.microsoft.com/office/drawing/2014/main" id="{83062F93-D7AB-4AAD-B9B2-10A71AAC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5" name="dp44-comparison / n83 / path">
            <a:extLst xmlns:a="http://schemas.openxmlformats.org/drawingml/2006/main">
              <a:ext uri="{FF2B5EF4-FFF2-40B4-BE49-F238E27FC236}">
                <a16:creationId xmlns:a16="http://schemas.microsoft.com/office/drawing/2014/main" id="{1B2702C7-DC6A-415F-8238-AFB2A3A3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388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6" name="dp44-comparison / n83 / arrow">
            <a:extLst xmlns:a="http://schemas.openxmlformats.org/drawingml/2006/main">
              <a:ext uri="{FF2B5EF4-FFF2-40B4-BE49-F238E27FC236}">
                <a16:creationId xmlns:a16="http://schemas.microsoft.com/office/drawing/2014/main" id="{2F41D136-7B6E-4D10-A052-E9C83EB5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6052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7" name="dp44-comparison / n84">
            <a:extLst xmlns:a="http://schemas.openxmlformats.org/drawingml/2006/main">
              <a:ext uri="{FF2B5EF4-FFF2-40B4-BE49-F238E27FC236}">
                <a16:creationId xmlns:a16="http://schemas.microsoft.com/office/drawing/2014/main" id="{C8EB70D2-1A5D-4669-9E86-DAF68C0C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24525"/>
            <a:ext cx="639509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dp44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250FEE92-B9A0-433C-AC51-BEAA8A4C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734050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9" name="dp44-comparison / n86">
            <a:extLst xmlns:a="http://schemas.openxmlformats.org/drawingml/2006/main">
              <a:ext uri="{FF2B5EF4-FFF2-40B4-BE49-F238E27FC236}">
                <a16:creationId xmlns:a16="http://schemas.microsoft.com/office/drawing/2014/main" id="{02CFC5A5-E351-498A-AD8B-4B8B853F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7286625"/>
            <a:ext cx="569595" cy="2514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p44-comparison / n87 / text 1">
            <a:extLst xmlns:a="http://schemas.openxmlformats.org/drawingml/2006/main">
              <a:ext uri="{FF2B5EF4-FFF2-40B4-BE49-F238E27FC236}">
                <a16:creationId xmlns:a16="http://schemas.microsoft.com/office/drawing/2014/main" id="{AB1838B5-01E7-44BA-9E53-415E1DD8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7296150"/>
            <a:ext cx="7620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공통: 흰색</a:t>
            </a:r>
          </a:p>
        </p:txBody>
      </p:sp>
      <p:sp>
        <p:nvSpPr>
          <p:cNvPr id="91" name="dp44-comparison / n87 / text 2">
            <a:extLst xmlns:a="http://schemas.openxmlformats.org/drawingml/2006/main">
              <a:ext uri="{FF2B5EF4-FFF2-40B4-BE49-F238E27FC236}">
                <a16:creationId xmlns:a16="http://schemas.microsoft.com/office/drawing/2014/main" id="{887138E9-6D8A-4758-9F31-11D6F37F3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7407593"/>
            <a:ext cx="7620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검정 테두리</a:t>
            </a:r>
          </a:p>
        </p:txBody>
      </p:sp>
      <p:sp>
        <p:nvSpPr>
          <p:cNvPr id="92" name="dp44-comparison / n88">
            <a:extLst xmlns:a="http://schemas.openxmlformats.org/drawingml/2006/main">
              <a:ext uri="{FF2B5EF4-FFF2-40B4-BE49-F238E27FC236}">
                <a16:creationId xmlns:a16="http://schemas.microsoft.com/office/drawing/2014/main" id="{C3DB22FF-4114-4A71-AF72-9F50EF72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2341721"/>
            <a:ext cx="1084898" cy="25527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3" name="dp44-comparison / n89 / text 1">
            <a:extLst xmlns:a="http://schemas.openxmlformats.org/drawingml/2006/main">
              <a:ext uri="{FF2B5EF4-FFF2-40B4-BE49-F238E27FC236}">
                <a16:creationId xmlns:a16="http://schemas.microsoft.com/office/drawing/2014/main" id="{D7F5248A-08D6-4CC5-B15A-552C1BE2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2394690"/>
            <a:ext cx="995553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94" name="dp44-comparison / n90">
            <a:extLst xmlns:a="http://schemas.openxmlformats.org/drawingml/2006/main">
              <a:ext uri="{FF2B5EF4-FFF2-40B4-BE49-F238E27FC236}">
                <a16:creationId xmlns:a16="http://schemas.microsoft.com/office/drawing/2014/main" id="{95CDB5C6-0D26-43D1-8F44-24A71063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2756535"/>
            <a:ext cx="2169795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5" name="dp44-comparison / n91 / text 1">
            <a:extLst xmlns:a="http://schemas.openxmlformats.org/drawingml/2006/main">
              <a:ext uri="{FF2B5EF4-FFF2-40B4-BE49-F238E27FC236}">
                <a16:creationId xmlns:a16="http://schemas.microsoft.com/office/drawing/2014/main" id="{4F4FA75D-60F0-4FB7-AE39-48E7D939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591" y="2813971"/>
            <a:ext cx="2016633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96" name="dp44-comparison / n92">
            <a:extLst xmlns:a="http://schemas.openxmlformats.org/drawingml/2006/main">
              <a:ext uri="{FF2B5EF4-FFF2-40B4-BE49-F238E27FC236}">
                <a16:creationId xmlns:a16="http://schemas.microsoft.com/office/drawing/2014/main" id="{681FC625-8631-47E2-839F-81D014C4A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7" name="dp44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D29960B4-CF06-488B-8672-820B4F9B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408" y="3189760"/>
            <a:ext cx="836009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98" name="dp44-comparison / n94">
            <a:extLst xmlns:a="http://schemas.openxmlformats.org/drawingml/2006/main">
              <a:ext uri="{FF2B5EF4-FFF2-40B4-BE49-F238E27FC236}">
                <a16:creationId xmlns:a16="http://schemas.microsoft.com/office/drawing/2014/main" id="{D677BDC3-9007-4B93-A136-F8DD04B69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961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9" name="dp44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82FF6910-7B4D-4C16-82E7-95290A1A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126294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Turn-Taking</a:t>
            </a:r>
          </a:p>
        </p:txBody>
      </p:sp>
      <p:sp>
        <p:nvSpPr>
          <p:cNvPr id="100" name="dp44-comparison / n95 / text 2">
            <a:extLst xmlns:a="http://schemas.openxmlformats.org/drawingml/2006/main">
              <a:ext uri="{FF2B5EF4-FFF2-40B4-BE49-F238E27FC236}">
                <a16:creationId xmlns:a16="http://schemas.microsoft.com/office/drawing/2014/main" id="{26B4E667-63C2-4DDB-8847-9C07FA44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260693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101" name="dp44-comparison / n96">
            <a:extLst xmlns:a="http://schemas.openxmlformats.org/drawingml/2006/main">
              <a:ext uri="{FF2B5EF4-FFF2-40B4-BE49-F238E27FC236}">
                <a16:creationId xmlns:a16="http://schemas.microsoft.com/office/drawing/2014/main" id="{DA43C3C6-E40A-48F6-9162-7660CDE4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02" name="dp44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B0632290-79CA-4B86-9DF0-8622A76D7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408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Evidence</a:t>
            </a:r>
          </a:p>
        </p:txBody>
      </p:sp>
      <p:sp>
        <p:nvSpPr>
          <p:cNvPr id="103" name="dp44-comparison / n97 / text 2">
            <a:extLst xmlns:a="http://schemas.openxmlformats.org/drawingml/2006/main">
              <a:ext uri="{FF2B5EF4-FFF2-40B4-BE49-F238E27FC236}">
                <a16:creationId xmlns:a16="http://schemas.microsoft.com/office/drawing/2014/main" id="{5C06D15C-A0E0-4A60-8EA3-84B33E33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408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Capture</a:t>
            </a:r>
          </a:p>
        </p:txBody>
      </p:sp>
      <p:sp>
        <p:nvSpPr>
          <p:cNvPr id="104" name="dp44-comparison / n98">
            <a:extLst xmlns:a="http://schemas.openxmlformats.org/drawingml/2006/main">
              <a:ext uri="{FF2B5EF4-FFF2-40B4-BE49-F238E27FC236}">
                <a16:creationId xmlns:a16="http://schemas.microsoft.com/office/drawing/2014/main" id="{B5D6E019-140A-4705-9C7D-825C8AD4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961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05" name="dp44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0ACAB3F1-473C-4F6F-9984-03D3DB4E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Timeline &amp;</a:t>
            </a:r>
          </a:p>
        </p:txBody>
      </p:sp>
      <p:sp>
        <p:nvSpPr>
          <p:cNvPr id="106" name="dp44-comparison / n99 / text 2">
            <a:extLst xmlns:a="http://schemas.openxmlformats.org/drawingml/2006/main">
              <a:ext uri="{FF2B5EF4-FFF2-40B4-BE49-F238E27FC236}">
                <a16:creationId xmlns:a16="http://schemas.microsoft.com/office/drawing/2014/main" id="{30549983-D064-4314-B843-D68A45420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Buffer</a:t>
            </a:r>
          </a:p>
        </p:txBody>
      </p:sp>
      <p:sp>
        <p:nvSpPr>
          <p:cNvPr id="107" name="dp44-comparison / n100">
            <a:extLst xmlns:a="http://schemas.openxmlformats.org/drawingml/2006/main">
              <a:ext uri="{FF2B5EF4-FFF2-40B4-BE49-F238E27FC236}">
                <a16:creationId xmlns:a16="http://schemas.microsoft.com/office/drawing/2014/main" id="{E4077B11-0710-4999-B57B-680018BB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6459" y="4128611"/>
            <a:ext cx="1116806" cy="331851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08" name="dp44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419A0619-84F7-4F25-B2B1-A75AF858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1131" y="4252864"/>
            <a:ext cx="1027462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109" name="dp44-comparison / n102">
            <a:extLst xmlns:a="http://schemas.openxmlformats.org/drawingml/2006/main">
              <a:ext uri="{FF2B5EF4-FFF2-40B4-BE49-F238E27FC236}">
                <a16:creationId xmlns:a16="http://schemas.microsoft.com/office/drawing/2014/main" id="{D4544353-D502-445D-AB38-9FF777D7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2756535"/>
            <a:ext cx="4403408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10" name="dp44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1C0B637D-BCF3-430A-8EC5-5346339E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4744" y="2813971"/>
            <a:ext cx="425024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11" name="dp44-comparison / n104">
            <a:extLst xmlns:a="http://schemas.openxmlformats.org/drawingml/2006/main">
              <a:ext uri="{FF2B5EF4-FFF2-40B4-BE49-F238E27FC236}">
                <a16:creationId xmlns:a16="http://schemas.microsoft.com/office/drawing/2014/main" id="{80E5D603-348E-4529-A561-70A2FD4F3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5798" y="3152204"/>
            <a:ext cx="1786890" cy="382905"/>
          </a:xfrm>
          <a:prstGeom xmlns:a="http://schemas.openxmlformats.org/drawingml/2006/main" prst="roundRect">
            <a:avLst>
              <a:gd name="adj" fmla="val 199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112" name="dp44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B9A80344-EEF4-40DA-BBA8-EA606341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0470" y="3261523"/>
            <a:ext cx="1697546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Dialogue Dispatcher</a:t>
            </a:r>
          </a:p>
        </p:txBody>
      </p:sp>
      <p:sp>
        <p:nvSpPr>
          <p:cNvPr id="113" name="dp44-comparison / n106">
            <a:extLst xmlns:a="http://schemas.openxmlformats.org/drawingml/2006/main">
              <a:ext uri="{FF2B5EF4-FFF2-40B4-BE49-F238E27FC236}">
                <a16:creationId xmlns:a16="http://schemas.microsoft.com/office/drawing/2014/main" id="{53001492-F1A7-4437-A65D-95EDB371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5593" y="3152204"/>
            <a:ext cx="1946434" cy="446723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114" name="dp44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DD6E548E-D779-4D6A-9914-12A14A3D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265" y="3326425"/>
            <a:ext cx="1857089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Dialogue Progress State</a:t>
            </a:r>
          </a:p>
        </p:txBody>
      </p:sp>
      <p:sp>
        <p:nvSpPr>
          <p:cNvPr id="115" name="dp44-comparison / n108">
            <a:extLst xmlns:a="http://schemas.openxmlformats.org/drawingml/2006/main">
              <a:ext uri="{FF2B5EF4-FFF2-40B4-BE49-F238E27FC236}">
                <a16:creationId xmlns:a16="http://schemas.microsoft.com/office/drawing/2014/main" id="{96EB43FE-1995-4C1A-A917-B2B8E832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5022056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16" name="dp44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AD712517-3A37-4609-823F-30671C0E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5112230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17" name="dp44-comparison / n110">
            <a:extLst xmlns:a="http://schemas.openxmlformats.org/drawingml/2006/main">
              <a:ext uri="{FF2B5EF4-FFF2-40B4-BE49-F238E27FC236}">
                <a16:creationId xmlns:a16="http://schemas.microsoft.com/office/drawing/2014/main" id="{EB292B0B-93D6-4983-9D6C-C49C9867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5583650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18" name="dp44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F612E0A3-B668-44F1-B493-1E630C35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5677558"/>
            <a:ext cx="1569911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19" name="dp44-comparison / n112">
            <a:extLst xmlns:a="http://schemas.openxmlformats.org/drawingml/2006/main">
              <a:ext uri="{FF2B5EF4-FFF2-40B4-BE49-F238E27FC236}">
                <a16:creationId xmlns:a16="http://schemas.microsoft.com/office/drawing/2014/main" id="{AF507707-276A-439E-9486-50DA0B6B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0528" y="5022056"/>
            <a:ext cx="2871788" cy="162734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0" name="dp44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B0F92A3F-0884-47E6-96C3-76046084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109" y="5079492"/>
            <a:ext cx="271862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21" name="dp44-comparison / n114">
            <a:extLst xmlns:a="http://schemas.openxmlformats.org/drawingml/2006/main">
              <a:ext uri="{FF2B5EF4-FFF2-40B4-BE49-F238E27FC236}">
                <a16:creationId xmlns:a16="http://schemas.microsoft.com/office/drawing/2014/main" id="{94699784-436B-4428-A976-3C4E53DD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254" y="5373053"/>
            <a:ext cx="1212533" cy="350996"/>
          </a:xfrm>
          <a:prstGeom xmlns:a="http://schemas.openxmlformats.org/drawingml/2006/main" prst="roundRect">
            <a:avLst>
              <a:gd name="adj" fmla="val 217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2" name="dp44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4F19E2B3-A714-46B0-AB1A-488BE922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5391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123" name="dp44-comparison / n115 / text 2">
            <a:extLst xmlns:a="http://schemas.openxmlformats.org/drawingml/2006/main">
              <a:ext uri="{FF2B5EF4-FFF2-40B4-BE49-F238E27FC236}">
                <a16:creationId xmlns:a16="http://schemas.microsoft.com/office/drawing/2014/main" id="{28453DAC-5ECA-4865-A528-D93C710F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55485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Composer</a:t>
            </a:r>
          </a:p>
        </p:txBody>
      </p:sp>
      <p:sp>
        <p:nvSpPr>
          <p:cNvPr id="124" name="dp44-comparison / n116">
            <a:extLst xmlns:a="http://schemas.openxmlformats.org/drawingml/2006/main">
              <a:ext uri="{FF2B5EF4-FFF2-40B4-BE49-F238E27FC236}">
                <a16:creationId xmlns:a16="http://schemas.microsoft.com/office/drawing/2014/main" id="{C26AFD5A-ECF1-4564-B812-2F00B2869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254" y="6215444"/>
            <a:ext cx="1212533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5" name="dp44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535ADB6A-C5E9-430D-8D67-46D772952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62309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126" name="dp44-comparison / n117 / text 2">
            <a:extLst xmlns:a="http://schemas.openxmlformats.org/drawingml/2006/main">
              <a:ext uri="{FF2B5EF4-FFF2-40B4-BE49-F238E27FC236}">
                <a16:creationId xmlns:a16="http://schemas.microsoft.com/office/drawing/2014/main" id="{1B9757E3-7C40-4C73-9609-E4B2104B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6387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127" name="dp44-comparison / n118">
            <a:extLst xmlns:a="http://schemas.openxmlformats.org/drawingml/2006/main">
              <a:ext uri="{FF2B5EF4-FFF2-40B4-BE49-F238E27FC236}">
                <a16:creationId xmlns:a16="http://schemas.microsoft.com/office/drawing/2014/main" id="{4D43355F-4962-479D-8746-443725DD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4056" y="6215444"/>
            <a:ext cx="1212533" cy="34461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8" name="dp44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7F868317-E7CF-441D-9518-E30B95953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8728" y="6349811"/>
            <a:ext cx="112318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129" name="dp44-comparison / n120">
            <a:extLst xmlns:a="http://schemas.openxmlformats.org/drawingml/2006/main">
              <a:ext uri="{FF2B5EF4-FFF2-40B4-BE49-F238E27FC236}">
                <a16:creationId xmlns:a16="http://schemas.microsoft.com/office/drawing/2014/main" id="{6E7BF9D3-BF24-470A-8D38-05CEC7A5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5022056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0" name="dp44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AB727E77-9605-477A-A7CC-627B1769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5112230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31" name="dp44-comparison / n122">
            <a:extLst xmlns:a="http://schemas.openxmlformats.org/drawingml/2006/main">
              <a:ext uri="{FF2B5EF4-FFF2-40B4-BE49-F238E27FC236}">
                <a16:creationId xmlns:a16="http://schemas.microsoft.com/office/drawing/2014/main" id="{0F9E3943-387C-4017-ADCD-489D3E7E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5583650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2" name="dp44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0B8DD054-B471-4E59-BEDB-1B1038935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5673824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133" name="dp44-comparison / n124">
            <a:extLst xmlns:a="http://schemas.openxmlformats.org/drawingml/2006/main">
              <a:ext uri="{FF2B5EF4-FFF2-40B4-BE49-F238E27FC236}">
                <a16:creationId xmlns:a16="http://schemas.microsoft.com/office/drawing/2014/main" id="{E27A88FA-0ABF-423D-ACDE-9862C7F7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6138863"/>
            <a:ext cx="1212533" cy="344615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4" name="dp44-comparison / n125 / text 1">
            <a:extLst xmlns:a="http://schemas.openxmlformats.org/drawingml/2006/main">
              <a:ext uri="{FF2B5EF4-FFF2-40B4-BE49-F238E27FC236}">
                <a16:creationId xmlns:a16="http://schemas.microsoft.com/office/drawing/2014/main" id="{72EBB830-E25A-46B0-B1DC-783B3556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6240237"/>
            <a:ext cx="1123188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135" name="dp44-comparison / n126">
            <a:extLst xmlns:a="http://schemas.openxmlformats.org/drawingml/2006/main">
              <a:ext uri="{FF2B5EF4-FFF2-40B4-BE49-F238E27FC236}">
                <a16:creationId xmlns:a16="http://schemas.microsoft.com/office/drawing/2014/main" id="{BD502FA6-7CD3-44EF-942A-7A0B4174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6343079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6" name="dp44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7C623915-75FB-42F4-91D7-651CED0D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6433253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37" name="dp44-comparison / n128">
            <a:extLst xmlns:a="http://schemas.openxmlformats.org/drawingml/2006/main">
              <a:ext uri="{FF2B5EF4-FFF2-40B4-BE49-F238E27FC236}">
                <a16:creationId xmlns:a16="http://schemas.microsoft.com/office/drawing/2014/main" id="{CDCC60DE-6B2E-4D9D-9A48-D5FE5C18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6949345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8" name="dp44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B9A0AD93-59F1-40CC-876D-C02F1A3B0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7039519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39" name="dp44-comparison / n130">
            <a:extLst xmlns:a="http://schemas.openxmlformats.org/drawingml/2006/main">
              <a:ext uri="{FF2B5EF4-FFF2-40B4-BE49-F238E27FC236}">
                <a16:creationId xmlns:a16="http://schemas.microsoft.com/office/drawing/2014/main" id="{F3DCCE64-12C1-4C72-AC12-D9F5678A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6725984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40" name="dp44-comparison / n131 / text 1">
            <a:extLst xmlns:a="http://schemas.openxmlformats.org/drawingml/2006/main">
              <a:ext uri="{FF2B5EF4-FFF2-40B4-BE49-F238E27FC236}">
                <a16:creationId xmlns:a16="http://schemas.microsoft.com/office/drawing/2014/main" id="{4C161474-2396-42AF-AD4D-31125788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6816158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41" name="dp44-comparison / n132">
            <a:extLst xmlns:a="http://schemas.openxmlformats.org/drawingml/2006/main">
              <a:ext uri="{FF2B5EF4-FFF2-40B4-BE49-F238E27FC236}">
                <a16:creationId xmlns:a16="http://schemas.microsoft.com/office/drawing/2014/main" id="{777E0193-0A2F-44B1-A3A0-30A300DA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7223760"/>
            <a:ext cx="1212533" cy="26803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42" name="dp44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8C8A6C28-8CEB-4D21-B1B3-BF2FBFB9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7283110"/>
            <a:ext cx="1123188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Shared Omni</a:t>
            </a:r>
          </a:p>
        </p:txBody>
      </p:sp>
      <p:sp>
        <p:nvSpPr>
          <p:cNvPr id="143" name="dp44-comparison / n134 / path">
            <a:extLst xmlns:a="http://schemas.openxmlformats.org/drawingml/2006/main">
              <a:ext uri="{FF2B5EF4-FFF2-40B4-BE49-F238E27FC236}">
                <a16:creationId xmlns:a16="http://schemas.microsoft.com/office/drawing/2014/main" id="{FA62CC46-C581-431B-9D35-4915FB5A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6574" y="2596991"/>
            <a:ext cx="615839" cy="529685"/>
          </a:xfrm>
          <a:custGeom xmlns:a="http://schemas.openxmlformats.org/drawingml/2006/main">
            <a:pathLst>
              <a:path w="615839" h="529685">
                <a:moveTo>
                  <a:pt x="599885" y="0"/>
                </a:moveTo>
                <a:lnTo>
                  <a:pt x="0" y="0"/>
                </a:lnTo>
                <a:lnTo>
                  <a:pt x="0" y="529685"/>
                </a:lnTo>
                <a:lnTo>
                  <a:pt x="615839" y="52968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44" name="dp44-comparison / n134 / arrow">
            <a:extLst xmlns:a="http://schemas.openxmlformats.org/drawingml/2006/main">
              <a:ext uri="{FF2B5EF4-FFF2-40B4-BE49-F238E27FC236}">
                <a16:creationId xmlns:a16="http://schemas.microsoft.com/office/drawing/2014/main" id="{11461854-899E-4497-9502-B9E91178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7486" y="31042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45" name="dp44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97ADF14D-E29C-4981-9907-D820F46DC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260693"/>
            <a:ext cx="114871" cy="953"/>
          </a:xfrm>
          <a:custGeom xmlns:a="http://schemas.openxmlformats.org/drawingml/2006/main">
            <a:pathLst>
              <a:path w="114871" h="953">
                <a:moveTo>
                  <a:pt x="114871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46" name="dp44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4C0C9AA2-6760-4AC7-96F3-3050D1364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23822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47" name="dp44-comparison / n136">
            <a:extLst xmlns:a="http://schemas.openxmlformats.org/drawingml/2006/main">
              <a:ext uri="{FF2B5EF4-FFF2-40B4-BE49-F238E27FC236}">
                <a16:creationId xmlns:a16="http://schemas.microsoft.com/office/drawing/2014/main" id="{49047940-2DD0-40B0-B19F-7BA714DD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3355" y="3433001"/>
            <a:ext cx="2042160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dp44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3C468019-91BF-4E75-A9A3-B02D7428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118" y="3439382"/>
            <a:ext cx="2042160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InputStarted: 즉시 stop / epoch 무효화</a:t>
            </a:r>
          </a:p>
        </p:txBody>
      </p:sp>
      <p:sp>
        <p:nvSpPr>
          <p:cNvPr id="149" name="dp44-comparison / n138 / path">
            <a:extLst xmlns:a="http://schemas.openxmlformats.org/drawingml/2006/main">
              <a:ext uri="{FF2B5EF4-FFF2-40B4-BE49-F238E27FC236}">
                <a16:creationId xmlns:a16="http://schemas.microsoft.com/office/drawing/2014/main" id="{26A768A5-563F-4BE7-89B0-7A0454047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790379"/>
            <a:ext cx="114871" cy="953"/>
          </a:xfrm>
          <a:custGeom xmlns:a="http://schemas.openxmlformats.org/drawingml/2006/main">
            <a:pathLst>
              <a:path w="114871" h="953">
                <a:moveTo>
                  <a:pt x="0" y="0"/>
                </a:moveTo>
                <a:lnTo>
                  <a:pt x="1148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0" name="dp44-comparison / n138 / arrow">
            <a:extLst xmlns:a="http://schemas.openxmlformats.org/drawingml/2006/main">
              <a:ext uri="{FF2B5EF4-FFF2-40B4-BE49-F238E27FC236}">
                <a16:creationId xmlns:a16="http://schemas.microsoft.com/office/drawing/2014/main" id="{3A9292C7-0004-4B5B-A145-ED17D194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034" y="376791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1" name="dp44-comparison / n139">
            <a:extLst xmlns:a="http://schemas.openxmlformats.org/drawingml/2006/main">
              <a:ext uri="{FF2B5EF4-FFF2-40B4-BE49-F238E27FC236}">
                <a16:creationId xmlns:a16="http://schemas.microsoft.com/office/drawing/2014/main" id="{68F564B8-4C63-4D2C-B7A3-36BBB996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973" y="3969068"/>
            <a:ext cx="1779742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p44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01921D1A-1637-4059-B6FC-DCD590E5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975449"/>
            <a:ext cx="1914525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시점별 evidence ↔ 입력 revision</a:t>
            </a:r>
          </a:p>
        </p:txBody>
      </p:sp>
      <p:sp>
        <p:nvSpPr>
          <p:cNvPr id="153" name="dp44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A30615AF-BFBA-478C-BAAF-28916D8B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413" y="3394710"/>
            <a:ext cx="542449" cy="733901"/>
          </a:xfrm>
          <a:custGeom xmlns:a="http://schemas.openxmlformats.org/drawingml/2006/main">
            <a:pathLst>
              <a:path w="542449" h="733901">
                <a:moveTo>
                  <a:pt x="0" y="0"/>
                </a:moveTo>
                <a:lnTo>
                  <a:pt x="542449" y="0"/>
                </a:lnTo>
                <a:lnTo>
                  <a:pt x="542449" y="73390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4" name="dp44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E76D725D-333A-4A2B-8FCB-66105200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398" y="408368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5" name="dp44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BADD25C9-6A10-427E-9C16-8387E342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315" y="3343656"/>
            <a:ext cx="810482" cy="446722"/>
          </a:xfrm>
          <a:custGeom xmlns:a="http://schemas.openxmlformats.org/drawingml/2006/main">
            <a:pathLst>
              <a:path w="810482" h="446722">
                <a:moveTo>
                  <a:pt x="0" y="446722"/>
                </a:moveTo>
                <a:lnTo>
                  <a:pt x="0" y="0"/>
                </a:lnTo>
                <a:lnTo>
                  <a:pt x="81048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6" name="dp44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51E49DFB-9A96-4387-9A6F-A24B48F8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32119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7" name="dp44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7835138F-4F3F-4359-AF15-494B6AC5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094768"/>
            <a:ext cx="1850708" cy="172307"/>
          </a:xfrm>
          <a:custGeom xmlns:a="http://schemas.openxmlformats.org/drawingml/2006/main">
            <a:pathLst>
              <a:path w="1850708" h="172307">
                <a:moveTo>
                  <a:pt x="0" y="121253"/>
                </a:moveTo>
                <a:lnTo>
                  <a:pt x="0" y="0"/>
                </a:lnTo>
                <a:lnTo>
                  <a:pt x="1850708" y="0"/>
                </a:lnTo>
                <a:lnTo>
                  <a:pt x="1850708" y="172307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8" name="dp44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28340B4D-7E2A-48BA-AAC6-13E136E4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334" y="322214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9" name="dp44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3AA9620C-873C-4159-BBE4-F6CCF54F1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805" y="3388328"/>
            <a:ext cx="701992" cy="255270"/>
          </a:xfrm>
          <a:custGeom xmlns:a="http://schemas.openxmlformats.org/drawingml/2006/main">
            <a:pathLst>
              <a:path w="701992" h="255270">
                <a:moveTo>
                  <a:pt x="0" y="255270"/>
                </a:moveTo>
                <a:lnTo>
                  <a:pt x="0" y="0"/>
                </a:lnTo>
                <a:lnTo>
                  <a:pt x="70199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60" name="dp44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0DA2DB01-C271-4AAA-9161-77B687E8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36586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1" name="dp44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656336BD-02D3-4EF2-B4D7-7E0B9B05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3420237"/>
            <a:ext cx="2042160" cy="1601819"/>
          </a:xfrm>
          <a:custGeom xmlns:a="http://schemas.openxmlformats.org/drawingml/2006/main">
            <a:pathLst>
              <a:path w="2042160" h="1601819">
                <a:moveTo>
                  <a:pt x="2042160" y="0"/>
                </a:moveTo>
                <a:lnTo>
                  <a:pt x="2042160" y="1601819"/>
                </a:lnTo>
                <a:lnTo>
                  <a:pt x="0" y="160181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62" name="dp44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EB0401A1-419F-48D9-AED2-FE384A67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3" name="dp44-comparison / n146 / path">
            <a:extLst xmlns:a="http://schemas.openxmlformats.org/drawingml/2006/main">
              <a:ext uri="{FF2B5EF4-FFF2-40B4-BE49-F238E27FC236}">
                <a16:creationId xmlns:a16="http://schemas.microsoft.com/office/drawing/2014/main" id="{3E7D6A15-7607-44F3-A6B7-5C10866BF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3458528"/>
            <a:ext cx="1212533" cy="1735836"/>
          </a:xfrm>
          <a:custGeom xmlns:a="http://schemas.openxmlformats.org/drawingml/2006/main">
            <a:pathLst>
              <a:path w="1212533" h="1735836">
                <a:moveTo>
                  <a:pt x="0" y="1735836"/>
                </a:moveTo>
                <a:lnTo>
                  <a:pt x="899827" y="1735836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64" name="dp44-comparison / n146 / arrow">
            <a:extLst xmlns:a="http://schemas.openxmlformats.org/drawingml/2006/main">
              <a:ext uri="{FF2B5EF4-FFF2-40B4-BE49-F238E27FC236}">
                <a16:creationId xmlns:a16="http://schemas.microsoft.com/office/drawing/2014/main" id="{8FE7A758-2CDD-4391-8529-BF51D4EC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43606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5" name="dp44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294C29DE-C15E-4080-9847-6EA1D6879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3490436"/>
            <a:ext cx="2042160" cy="2093214"/>
          </a:xfrm>
          <a:custGeom xmlns:a="http://schemas.openxmlformats.org/drawingml/2006/main">
            <a:pathLst>
              <a:path w="2042160" h="2093214">
                <a:moveTo>
                  <a:pt x="2042160" y="0"/>
                </a:moveTo>
                <a:lnTo>
                  <a:pt x="1397603" y="0"/>
                </a:lnTo>
                <a:lnTo>
                  <a:pt x="1397603" y="2093214"/>
                </a:lnTo>
                <a:lnTo>
                  <a:pt x="0" y="209321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66" name="dp44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38301A5B-37CB-4C6C-A79E-1654BE808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556118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7" name="dp44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FFC8380F-9EB5-4215-841F-DEE244EA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3496818"/>
            <a:ext cx="1212533" cy="2259139"/>
          </a:xfrm>
          <a:custGeom xmlns:a="http://schemas.openxmlformats.org/drawingml/2006/main">
            <a:pathLst>
              <a:path w="1212533" h="2259139">
                <a:moveTo>
                  <a:pt x="0" y="2259139"/>
                </a:moveTo>
                <a:lnTo>
                  <a:pt x="899827" y="2259139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68" name="dp44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D4E6C50D-FCF6-45F4-984F-D4D40C0E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47435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9" name="dp44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7DBCE5B9-DC4D-46FB-967F-054D9298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4224338"/>
            <a:ext cx="606266" cy="797719"/>
          </a:xfrm>
          <a:custGeom xmlns:a="http://schemas.openxmlformats.org/drawingml/2006/main">
            <a:pathLst>
              <a:path w="606266" h="797719">
                <a:moveTo>
                  <a:pt x="606266" y="0"/>
                </a:moveTo>
                <a:lnTo>
                  <a:pt x="606266" y="797719"/>
                </a:lnTo>
                <a:lnTo>
                  <a:pt x="0" y="79771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70" name="dp44-comparison / n149 / arrow">
            <a:extLst xmlns:a="http://schemas.openxmlformats.org/drawingml/2006/main">
              <a:ext uri="{FF2B5EF4-FFF2-40B4-BE49-F238E27FC236}">
                <a16:creationId xmlns:a16="http://schemas.microsoft.com/office/drawing/2014/main" id="{ADBA2DAC-9513-4CC9-85DA-33D14A0D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1" name="dp44-comparison / n150 / path">
            <a:extLst xmlns:a="http://schemas.openxmlformats.org/drawingml/2006/main">
              <a:ext uri="{FF2B5EF4-FFF2-40B4-BE49-F238E27FC236}">
                <a16:creationId xmlns:a16="http://schemas.microsoft.com/office/drawing/2014/main" id="{D43B4125-C1DE-4776-8805-497F9850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0"/>
                </a:moveTo>
                <a:lnTo>
                  <a:pt x="0" y="21697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72" name="dp44-comparison / n150 / arrow">
            <a:extLst xmlns:a="http://schemas.openxmlformats.org/drawingml/2006/main">
              <a:ext uri="{FF2B5EF4-FFF2-40B4-BE49-F238E27FC236}">
                <a16:creationId xmlns:a16="http://schemas.microsoft.com/office/drawing/2014/main" id="{15613A69-9CE2-4128-AE16-7E00A8435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840" y="553872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3" name="dp44-comparison / n151 / path">
            <a:extLst xmlns:a="http://schemas.openxmlformats.org/drawingml/2006/main">
              <a:ext uri="{FF2B5EF4-FFF2-40B4-BE49-F238E27FC236}">
                <a16:creationId xmlns:a16="http://schemas.microsoft.com/office/drawing/2014/main" id="{EF6AF082-9CB2-4AE9-A375-FD2D426C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0"/>
                </a:moveTo>
                <a:lnTo>
                  <a:pt x="0" y="21059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74" name="dp44-comparison / n151 / arrow">
            <a:extLst xmlns:a="http://schemas.openxmlformats.org/drawingml/2006/main">
              <a:ext uri="{FF2B5EF4-FFF2-40B4-BE49-F238E27FC236}">
                <a16:creationId xmlns:a16="http://schemas.microsoft.com/office/drawing/2014/main" id="{5DB4ECCF-ECFD-4CD7-96A7-BB8CDAC8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840" y="609393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5" name="dp44-comparison / n152 / path">
            <a:extLst xmlns:a="http://schemas.openxmlformats.org/drawingml/2006/main">
              <a:ext uri="{FF2B5EF4-FFF2-40B4-BE49-F238E27FC236}">
                <a16:creationId xmlns:a16="http://schemas.microsoft.com/office/drawing/2014/main" id="{12BFFC5D-A107-4445-AEA6-B622587CF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57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21697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76" name="dp44-comparison / n152 / arrow">
            <a:extLst xmlns:a="http://schemas.openxmlformats.org/drawingml/2006/main">
              <a:ext uri="{FF2B5EF4-FFF2-40B4-BE49-F238E27FC236}">
                <a16:creationId xmlns:a16="http://schemas.microsoft.com/office/drawing/2014/main" id="{339E6B07-5617-499C-9805-296704A8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8110" y="536667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7" name="dp44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02963C54-8D86-4926-8250-9B31C62B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57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21059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78" name="dp44-comparison / n153 / arrow">
            <a:extLst xmlns:a="http://schemas.openxmlformats.org/drawingml/2006/main">
              <a:ext uri="{FF2B5EF4-FFF2-40B4-BE49-F238E27FC236}">
                <a16:creationId xmlns:a16="http://schemas.microsoft.com/office/drawing/2014/main" id="{261DE405-41F1-4AFD-91C8-854E3FCA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8110" y="592826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9" name="dp44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303FBDB7-A164-4A82-B170-4A033886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439382"/>
            <a:ext cx="1276350" cy="1754981"/>
          </a:xfrm>
          <a:custGeom xmlns:a="http://schemas.openxmlformats.org/drawingml/2006/main">
            <a:pathLst>
              <a:path w="1276350" h="1754981">
                <a:moveTo>
                  <a:pt x="1276350" y="1754981"/>
                </a:moveTo>
                <a:lnTo>
                  <a:pt x="1276350" y="216979"/>
                </a:lnTo>
                <a:lnTo>
                  <a:pt x="0" y="21697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80" name="dp44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86310732-C9BA-4436-81D6-2A0E9950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224" y="343938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1" name="dp44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B4E89D63-7A07-494B-91EB-159B180CE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638" y="3394710"/>
            <a:ext cx="1113615" cy="2993041"/>
          </a:xfrm>
          <a:custGeom xmlns:a="http://schemas.openxmlformats.org/drawingml/2006/main">
            <a:pathLst>
              <a:path w="1113615" h="2993041">
                <a:moveTo>
                  <a:pt x="1113615" y="2993041"/>
                </a:moveTo>
                <a:lnTo>
                  <a:pt x="520113" y="2993041"/>
                </a:lnTo>
                <a:lnTo>
                  <a:pt x="520113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82" name="dp44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932EA6B2-49C2-48D2-9ED1-21EE7CAE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638" y="337224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3" name="dp44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71F08556-96DB-4F44-BA8E-1712ABE6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260693"/>
            <a:ext cx="2616518" cy="3222784"/>
          </a:xfrm>
          <a:custGeom xmlns:a="http://schemas.openxmlformats.org/drawingml/2006/main">
            <a:pathLst>
              <a:path w="2616518" h="3222784">
                <a:moveTo>
                  <a:pt x="0" y="0"/>
                </a:moveTo>
                <a:lnTo>
                  <a:pt x="0" y="1703927"/>
                </a:lnTo>
                <a:lnTo>
                  <a:pt x="2463356" y="1703927"/>
                </a:lnTo>
                <a:lnTo>
                  <a:pt x="2463356" y="3222784"/>
                </a:lnTo>
                <a:lnTo>
                  <a:pt x="2616518" y="322278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84" name="dp44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5BEC45E6-83EA-4804-9D91-712A6E8A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26" y="64610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5" name="dp44-comparison / n157 / path">
            <a:extLst xmlns:a="http://schemas.openxmlformats.org/drawingml/2006/main">
              <a:ext uri="{FF2B5EF4-FFF2-40B4-BE49-F238E27FC236}">
                <a16:creationId xmlns:a16="http://schemas.microsoft.com/office/drawing/2014/main" id="{B745A1CA-FA9B-408B-B686-9FFF042C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6387751"/>
            <a:ext cx="255270" cy="953"/>
          </a:xfrm>
          <a:custGeom xmlns:a="http://schemas.openxmlformats.org/drawingml/2006/main">
            <a:pathLst>
              <a:path w="255270" h="953">
                <a:moveTo>
                  <a:pt x="0" y="0"/>
                </a:moveTo>
                <a:lnTo>
                  <a:pt x="2552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86" name="dp44-comparison / n157 / arrow">
            <a:extLst xmlns:a="http://schemas.openxmlformats.org/drawingml/2006/main">
              <a:ext uri="{FF2B5EF4-FFF2-40B4-BE49-F238E27FC236}">
                <a16:creationId xmlns:a16="http://schemas.microsoft.com/office/drawing/2014/main" id="{EEE259F8-E6B5-4060-B651-54E16FBC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9129" y="63652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7" name="dp44-comparison / n158 / path">
            <a:extLst xmlns:a="http://schemas.openxmlformats.org/drawingml/2006/main">
              <a:ext uri="{FF2B5EF4-FFF2-40B4-BE49-F238E27FC236}">
                <a16:creationId xmlns:a16="http://schemas.microsoft.com/office/drawing/2014/main" id="{149B2695-0E11-4E3B-8DCF-3E10FFFD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1319" y="4543425"/>
            <a:ext cx="408432" cy="1844326"/>
          </a:xfrm>
          <a:custGeom xmlns:a="http://schemas.openxmlformats.org/drawingml/2006/main">
            <a:pathLst>
              <a:path w="408432" h="1844326">
                <a:moveTo>
                  <a:pt x="255270" y="1844326"/>
                </a:moveTo>
                <a:lnTo>
                  <a:pt x="408432" y="1844326"/>
                </a:lnTo>
                <a:lnTo>
                  <a:pt x="408432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88" name="dp44-comparison / n158 / arrow">
            <a:extLst xmlns:a="http://schemas.openxmlformats.org/drawingml/2006/main">
              <a:ext uri="{FF2B5EF4-FFF2-40B4-BE49-F238E27FC236}">
                <a16:creationId xmlns:a16="http://schemas.microsoft.com/office/drawing/2014/main" id="{1F8DA33A-CDFB-4D37-8D76-B6743D41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1319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9" name="dp44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AD463459-C08E-40D4-AD70-7C678BDB0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343656"/>
            <a:ext cx="382905" cy="31909"/>
          </a:xfrm>
          <a:custGeom xmlns:a="http://schemas.openxmlformats.org/drawingml/2006/main">
            <a:pathLst>
              <a:path w="382905" h="31909">
                <a:moveTo>
                  <a:pt x="0" y="0"/>
                </a:moveTo>
                <a:lnTo>
                  <a:pt x="0" y="31909"/>
                </a:lnTo>
                <a:lnTo>
                  <a:pt x="382905" y="3190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90" name="dp44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9B3A5097-5A1D-45E1-97B5-F91C6D4E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665" y="3353101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1" name="dp44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C73AFE0A-0085-407D-BDB3-EEE22055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439382"/>
            <a:ext cx="382905" cy="31909"/>
          </a:xfrm>
          <a:custGeom xmlns:a="http://schemas.openxmlformats.org/drawingml/2006/main">
            <a:pathLst>
              <a:path w="382905" h="31909">
                <a:moveTo>
                  <a:pt x="382905" y="31909"/>
                </a:moveTo>
                <a:lnTo>
                  <a:pt x="38290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92" name="dp44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471DED7A-4314-4987-9B43-73D56E82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41691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3" name="dp44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6187076B-9C6F-4A6F-8BF5-96E6DBE8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3092" y="3535109"/>
            <a:ext cx="1206151" cy="1837944"/>
          </a:xfrm>
          <a:custGeom xmlns:a="http://schemas.openxmlformats.org/drawingml/2006/main">
            <a:pathLst>
              <a:path w="1206151" h="1837944">
                <a:moveTo>
                  <a:pt x="1206151" y="0"/>
                </a:moveTo>
                <a:lnTo>
                  <a:pt x="0" y="0"/>
                </a:lnTo>
                <a:lnTo>
                  <a:pt x="0" y="1837944"/>
                </a:lnTo>
                <a:lnTo>
                  <a:pt x="759428" y="183794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94" name="dp44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7B388EFA-4B4B-434E-A355-A6472C50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7592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5" name="dp44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7B5D024E-2B3E-42C1-8143-274B8C5E4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3092" y="3535109"/>
            <a:ext cx="1461421" cy="1837944"/>
          </a:xfrm>
          <a:custGeom xmlns:a="http://schemas.openxmlformats.org/drawingml/2006/main">
            <a:pathLst>
              <a:path w="1461421" h="1837944">
                <a:moveTo>
                  <a:pt x="1014698" y="1837944"/>
                </a:moveTo>
                <a:lnTo>
                  <a:pt x="0" y="1837944"/>
                </a:lnTo>
                <a:lnTo>
                  <a:pt x="0" y="0"/>
                </a:lnTo>
                <a:lnTo>
                  <a:pt x="146142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96" name="dp44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1513FE85-93AE-4698-9FFB-D1F9F22E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9585" y="351264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7" name="dp44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D680682E-B89B-44B3-AA6F-4EDCB639B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3092" y="3535109"/>
            <a:ext cx="631793" cy="2852642"/>
          </a:xfrm>
          <a:custGeom xmlns:a="http://schemas.openxmlformats.org/drawingml/2006/main">
            <a:pathLst>
              <a:path w="631793" h="2852642">
                <a:moveTo>
                  <a:pt x="631793" y="0"/>
                </a:moveTo>
                <a:lnTo>
                  <a:pt x="0" y="0"/>
                </a:lnTo>
                <a:lnTo>
                  <a:pt x="0" y="2852642"/>
                </a:lnTo>
                <a:lnTo>
                  <a:pt x="153162" y="285264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98" name="dp44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F2E1318B-C97B-4B42-8F3F-9FD458A4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26" y="63652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9" name="dp44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CAD5E78F-F501-4B67-9B4D-15CC1B07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4543425"/>
            <a:ext cx="1620964" cy="1767745"/>
          </a:xfrm>
          <a:custGeom xmlns:a="http://schemas.openxmlformats.org/drawingml/2006/main">
            <a:pathLst>
              <a:path w="1620964" h="1767745">
                <a:moveTo>
                  <a:pt x="0" y="1767745"/>
                </a:moveTo>
                <a:lnTo>
                  <a:pt x="0" y="880682"/>
                </a:lnTo>
                <a:lnTo>
                  <a:pt x="1620964" y="880682"/>
                </a:lnTo>
                <a:lnTo>
                  <a:pt x="1620964" y="0"/>
                </a:lnTo>
                <a:lnTo>
                  <a:pt x="829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00" name="dp44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D15A4AE1-7C70-4BD4-AA28-BD9223011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8414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1" name="dp44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0C184231-6E28-4FAC-9F4F-FB4C7B077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4543425"/>
            <a:ext cx="1620964" cy="1716691"/>
          </a:xfrm>
          <a:custGeom xmlns:a="http://schemas.openxmlformats.org/drawingml/2006/main">
            <a:pathLst>
              <a:path w="1620964" h="1716691">
                <a:moveTo>
                  <a:pt x="957263" y="0"/>
                </a:moveTo>
                <a:lnTo>
                  <a:pt x="1620964" y="0"/>
                </a:lnTo>
                <a:lnTo>
                  <a:pt x="1620964" y="1614583"/>
                </a:lnTo>
                <a:lnTo>
                  <a:pt x="0" y="1614583"/>
                </a:lnTo>
                <a:lnTo>
                  <a:pt x="0" y="171669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02" name="dp44-comparison / n165 / arrow">
            <a:extLst xmlns:a="http://schemas.openxmlformats.org/drawingml/2006/main">
              <a:ext uri="{FF2B5EF4-FFF2-40B4-BE49-F238E27FC236}">
                <a16:creationId xmlns:a16="http://schemas.microsoft.com/office/drawing/2014/main" id="{0361528F-EB42-4BD0-B357-D278560BD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6322" y="6215188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3" name="dp44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A251EFE8-5E1E-4951-B919-AA271D7AE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5194364"/>
            <a:ext cx="2010251" cy="1257205"/>
          </a:xfrm>
          <a:custGeom xmlns:a="http://schemas.openxmlformats.org/drawingml/2006/main">
            <a:pathLst>
              <a:path w="2010251" h="1257205">
                <a:moveTo>
                  <a:pt x="0" y="1257205"/>
                </a:moveTo>
                <a:lnTo>
                  <a:pt x="0" y="229743"/>
                </a:lnTo>
                <a:lnTo>
                  <a:pt x="2010251" y="229743"/>
                </a:lnTo>
                <a:lnTo>
                  <a:pt x="20102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04" name="dp44-comparison / n166 / arrow">
            <a:extLst xmlns:a="http://schemas.openxmlformats.org/drawingml/2006/main">
              <a:ext uri="{FF2B5EF4-FFF2-40B4-BE49-F238E27FC236}">
                <a16:creationId xmlns:a16="http://schemas.microsoft.com/office/drawing/2014/main" id="{85874129-DC2E-431E-A20E-EF6B10DC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574" y="519436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5" name="dp44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21095BFE-5E1F-4FBB-9447-1681FA58F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5258181"/>
            <a:ext cx="2010251" cy="1225296"/>
          </a:xfrm>
          <a:custGeom xmlns:a="http://schemas.openxmlformats.org/drawingml/2006/main">
            <a:pathLst>
              <a:path w="2010251" h="1225296">
                <a:moveTo>
                  <a:pt x="2010251" y="0"/>
                </a:moveTo>
                <a:lnTo>
                  <a:pt x="2010251" y="899827"/>
                </a:lnTo>
                <a:lnTo>
                  <a:pt x="0" y="899827"/>
                </a:lnTo>
                <a:lnTo>
                  <a:pt x="0" y="122529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06" name="dp44-comparison / n167 / arrow">
            <a:extLst xmlns:a="http://schemas.openxmlformats.org/drawingml/2006/main">
              <a:ext uri="{FF2B5EF4-FFF2-40B4-BE49-F238E27FC236}">
                <a16:creationId xmlns:a16="http://schemas.microsoft.com/office/drawing/2014/main" id="{54320FC8-E78E-40C9-B1F7-E843604D5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6322" y="643854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7" name="dp44-comparison / n168 / path">
            <a:extLst xmlns:a="http://schemas.openxmlformats.org/drawingml/2006/main">
              <a:ext uri="{FF2B5EF4-FFF2-40B4-BE49-F238E27FC236}">
                <a16:creationId xmlns:a16="http://schemas.microsoft.com/office/drawing/2014/main" id="{13C6E2F7-48EC-4993-9D22-B22ADBAA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323933"/>
            <a:ext cx="1052989" cy="127635"/>
          </a:xfrm>
          <a:custGeom xmlns:a="http://schemas.openxmlformats.org/drawingml/2006/main">
            <a:pathLst>
              <a:path w="1052989" h="127635">
                <a:moveTo>
                  <a:pt x="1052989" y="0"/>
                </a:moveTo>
                <a:lnTo>
                  <a:pt x="1052989" y="127635"/>
                </a:lnTo>
                <a:lnTo>
                  <a:pt x="0" y="12763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08" name="dp44-comparison / n168 / arrow">
            <a:extLst xmlns:a="http://schemas.openxmlformats.org/drawingml/2006/main">
              <a:ext uri="{FF2B5EF4-FFF2-40B4-BE49-F238E27FC236}">
                <a16:creationId xmlns:a16="http://schemas.microsoft.com/office/drawing/2014/main" id="{BF6FEC72-74D1-4AC4-9FF4-10E7EE22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42910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9" name="dp44-comparison / n169 / path">
            <a:extLst xmlns:a="http://schemas.openxmlformats.org/drawingml/2006/main">
              <a:ext uri="{FF2B5EF4-FFF2-40B4-BE49-F238E27FC236}">
                <a16:creationId xmlns:a16="http://schemas.microsoft.com/office/drawing/2014/main" id="{FF35C8D7-56DA-485D-B951-5E401029D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4288155"/>
            <a:ext cx="1084897" cy="2227231"/>
          </a:xfrm>
          <a:custGeom xmlns:a="http://schemas.openxmlformats.org/drawingml/2006/main">
            <a:pathLst>
              <a:path w="1084897" h="2227231">
                <a:moveTo>
                  <a:pt x="1084897" y="0"/>
                </a:moveTo>
                <a:lnTo>
                  <a:pt x="567976" y="0"/>
                </a:lnTo>
                <a:lnTo>
                  <a:pt x="567976" y="2227231"/>
                </a:lnTo>
                <a:lnTo>
                  <a:pt x="0" y="222723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10" name="dp44-comparison / n169 / arrow">
            <a:extLst xmlns:a="http://schemas.openxmlformats.org/drawingml/2006/main">
              <a:ext uri="{FF2B5EF4-FFF2-40B4-BE49-F238E27FC236}">
                <a16:creationId xmlns:a16="http://schemas.microsoft.com/office/drawing/2014/main" id="{590CAAD7-43C8-427A-8F6C-7DC75208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49292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1" name="dp44-comparison / n170 / path">
            <a:extLst xmlns:a="http://schemas.openxmlformats.org/drawingml/2006/main">
              <a:ext uri="{FF2B5EF4-FFF2-40B4-BE49-F238E27FC236}">
                <a16:creationId xmlns:a16="http://schemas.microsoft.com/office/drawing/2014/main" id="{E0DC7230-7F7F-458A-B47A-1D0E3561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4351973"/>
            <a:ext cx="1084897" cy="2259140"/>
          </a:xfrm>
          <a:custGeom xmlns:a="http://schemas.openxmlformats.org/drawingml/2006/main">
            <a:pathLst>
              <a:path w="1084897" h="2259140">
                <a:moveTo>
                  <a:pt x="0" y="2259140"/>
                </a:moveTo>
                <a:lnTo>
                  <a:pt x="899827" y="2259140"/>
                </a:lnTo>
                <a:lnTo>
                  <a:pt x="899827" y="0"/>
                </a:lnTo>
                <a:lnTo>
                  <a:pt x="1084897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12" name="dp44-comparison / n170 / arrow">
            <a:extLst xmlns:a="http://schemas.openxmlformats.org/drawingml/2006/main">
              <a:ext uri="{FF2B5EF4-FFF2-40B4-BE49-F238E27FC236}">
                <a16:creationId xmlns:a16="http://schemas.microsoft.com/office/drawing/2014/main" id="{DBD05D02-444F-4CD7-9D9A-6E497F2F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3235" y="432950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3" name="dp44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4B9D8D8B-737E-4DAF-BF76-EFE91910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560058"/>
            <a:ext cx="3127057" cy="561594"/>
          </a:xfrm>
          <a:custGeom xmlns:a="http://schemas.openxmlformats.org/drawingml/2006/main">
            <a:pathLst>
              <a:path w="3127057" h="561594">
                <a:moveTo>
                  <a:pt x="3127057" y="0"/>
                </a:moveTo>
                <a:lnTo>
                  <a:pt x="3127057" y="561594"/>
                </a:lnTo>
                <a:lnTo>
                  <a:pt x="0" y="56159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14" name="dp44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67301564-883D-449E-B41C-9175DF353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709918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5" name="dp44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C3CA374C-AAE6-4A17-866A-824F9DDC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560058"/>
            <a:ext cx="3318510" cy="657320"/>
          </a:xfrm>
          <a:custGeom xmlns:a="http://schemas.openxmlformats.org/drawingml/2006/main">
            <a:pathLst>
              <a:path w="3318510" h="657320">
                <a:moveTo>
                  <a:pt x="0" y="657320"/>
                </a:moveTo>
                <a:lnTo>
                  <a:pt x="0" y="0"/>
                </a:lnTo>
                <a:lnTo>
                  <a:pt x="33185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16" name="dp44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E03E1D4D-653F-4670-ABFF-8ADFE5E7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6847" y="653759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7" name="dp44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745DCCED-83B9-409F-87DB-9D8D9AFB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5928265"/>
            <a:ext cx="5105400" cy="970026"/>
          </a:xfrm>
          <a:custGeom xmlns:a="http://schemas.openxmlformats.org/drawingml/2006/main">
            <a:pathLst>
              <a:path w="5105400" h="970026">
                <a:moveTo>
                  <a:pt x="0" y="0"/>
                </a:moveTo>
                <a:lnTo>
                  <a:pt x="1729454" y="0"/>
                </a:lnTo>
                <a:lnTo>
                  <a:pt x="1729454" y="970026"/>
                </a:lnTo>
                <a:lnTo>
                  <a:pt x="5105400" y="97002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18" name="dp44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8BB76755-3C12-4E83-95A8-4E91A57E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110" y="687582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9" name="dp44-comparison / n174 / path">
            <a:extLst xmlns:a="http://schemas.openxmlformats.org/drawingml/2006/main">
              <a:ext uri="{FF2B5EF4-FFF2-40B4-BE49-F238E27FC236}">
                <a16:creationId xmlns:a16="http://schemas.microsoft.com/office/drawing/2014/main" id="{490AAA63-C3A7-4A4F-BDE8-FD9092193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1068" y="5724049"/>
            <a:ext cx="2807970" cy="1269968"/>
          </a:xfrm>
          <a:custGeom xmlns:a="http://schemas.openxmlformats.org/drawingml/2006/main">
            <a:pathLst>
              <a:path w="2807970" h="1269968">
                <a:moveTo>
                  <a:pt x="0" y="0"/>
                </a:moveTo>
                <a:lnTo>
                  <a:pt x="2807970" y="0"/>
                </a:lnTo>
                <a:lnTo>
                  <a:pt x="2807970" y="126996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20" name="dp44-comparison / n174 / arrow">
            <a:extLst xmlns:a="http://schemas.openxmlformats.org/drawingml/2006/main">
              <a:ext uri="{FF2B5EF4-FFF2-40B4-BE49-F238E27FC236}">
                <a16:creationId xmlns:a16="http://schemas.microsoft.com/office/drawing/2014/main" id="{D53B403F-BFB8-4ED1-ABBF-A28D6ECA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574" y="69490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1" name="dp44-comparison / n175 / path">
            <a:extLst xmlns:a="http://schemas.openxmlformats.org/drawingml/2006/main">
              <a:ext uri="{FF2B5EF4-FFF2-40B4-BE49-F238E27FC236}">
                <a16:creationId xmlns:a16="http://schemas.microsoft.com/office/drawing/2014/main" id="{500D5023-F191-4373-92AA-D8A2F13C3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805" y="4351973"/>
            <a:ext cx="3765232" cy="2450592"/>
          </a:xfrm>
          <a:custGeom xmlns:a="http://schemas.openxmlformats.org/drawingml/2006/main">
            <a:pathLst>
              <a:path w="3765232" h="2450592">
                <a:moveTo>
                  <a:pt x="0" y="0"/>
                </a:moveTo>
                <a:lnTo>
                  <a:pt x="0" y="2450592"/>
                </a:lnTo>
                <a:lnTo>
                  <a:pt x="3765232" y="245059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22" name="dp44-comparison / n175 / arrow">
            <a:extLst xmlns:a="http://schemas.openxmlformats.org/drawingml/2006/main">
              <a:ext uri="{FF2B5EF4-FFF2-40B4-BE49-F238E27FC236}">
                <a16:creationId xmlns:a16="http://schemas.microsoft.com/office/drawing/2014/main" id="{AC204362-8B83-4F3B-9604-EA40607F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110" y="6780101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3" name="dp44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F82471FF-403B-4169-90FD-0B484511B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5928265"/>
            <a:ext cx="4913948" cy="1033843"/>
          </a:xfrm>
          <a:custGeom xmlns:a="http://schemas.openxmlformats.org/drawingml/2006/main">
            <a:pathLst>
              <a:path w="4913948" h="1033843">
                <a:moveTo>
                  <a:pt x="4913948" y="1033843"/>
                </a:moveTo>
                <a:lnTo>
                  <a:pt x="695611" y="1033843"/>
                </a:lnTo>
                <a:lnTo>
                  <a:pt x="695611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24" name="dp44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A6A3F614-7CCD-490F-80AF-D3E3EA75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590580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5" name="dp44-comparison / n177 / path">
            <a:extLst xmlns:a="http://schemas.openxmlformats.org/drawingml/2006/main">
              <a:ext uri="{FF2B5EF4-FFF2-40B4-BE49-F238E27FC236}">
                <a16:creationId xmlns:a16="http://schemas.microsoft.com/office/drawing/2014/main" id="{E86731C8-EB2F-4DC6-94B6-D3006FFC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973" y="5724049"/>
            <a:ext cx="2425065" cy="1110424"/>
          </a:xfrm>
          <a:custGeom xmlns:a="http://schemas.openxmlformats.org/drawingml/2006/main">
            <a:pathLst>
              <a:path w="2425065" h="1110424">
                <a:moveTo>
                  <a:pt x="2425065" y="1110424"/>
                </a:moveTo>
                <a:lnTo>
                  <a:pt x="242506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26" name="dp44-comparison / n177 / arrow">
            <a:extLst xmlns:a="http://schemas.openxmlformats.org/drawingml/2006/main">
              <a:ext uri="{FF2B5EF4-FFF2-40B4-BE49-F238E27FC236}">
                <a16:creationId xmlns:a16="http://schemas.microsoft.com/office/drawing/2014/main" id="{23165905-B741-495B-8041-E24E167B4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973" y="570158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7" name="dp44-comparison / n178 / path">
            <a:extLst xmlns:a="http://schemas.openxmlformats.org/drawingml/2006/main">
              <a:ext uri="{FF2B5EF4-FFF2-40B4-BE49-F238E27FC236}">
                <a16:creationId xmlns:a16="http://schemas.microsoft.com/office/drawing/2014/main" id="{21AF23BC-014A-4E33-A2B1-F5F7D9BC1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805" y="4288155"/>
            <a:ext cx="3765232" cy="2482501"/>
          </a:xfrm>
          <a:custGeom xmlns:a="http://schemas.openxmlformats.org/drawingml/2006/main">
            <a:pathLst>
              <a:path w="3765232" h="2482501">
                <a:moveTo>
                  <a:pt x="3765232" y="2482501"/>
                </a:moveTo>
                <a:lnTo>
                  <a:pt x="0" y="248250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28" name="dp44-comparison / n178 / arrow">
            <a:extLst xmlns:a="http://schemas.openxmlformats.org/drawingml/2006/main">
              <a:ext uri="{FF2B5EF4-FFF2-40B4-BE49-F238E27FC236}">
                <a16:creationId xmlns:a16="http://schemas.microsoft.com/office/drawing/2014/main" id="{1FEEB208-B63A-4708-A679-DDAB7B5A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41" y="428815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9" name="dp44-comparison / n179 / path">
            <a:extLst xmlns:a="http://schemas.openxmlformats.org/drawingml/2006/main">
              <a:ext uri="{FF2B5EF4-FFF2-40B4-BE49-F238E27FC236}">
                <a16:creationId xmlns:a16="http://schemas.microsoft.com/office/drawing/2014/main" id="{5F15D109-B087-410E-9ABC-6C3D4918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0"/>
                </a:moveTo>
                <a:lnTo>
                  <a:pt x="0" y="15316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30" name="dp44-comparison / n179 / arrow">
            <a:extLst xmlns:a="http://schemas.openxmlformats.org/drawingml/2006/main">
              <a:ext uri="{FF2B5EF4-FFF2-40B4-BE49-F238E27FC236}">
                <a16:creationId xmlns:a16="http://schemas.microsoft.com/office/drawing/2014/main" id="{A699EA95-9AA1-40F2-B538-60E5687E4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840" y="717883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31" name="dp44-comparison / n180 / path">
            <a:extLst xmlns:a="http://schemas.openxmlformats.org/drawingml/2006/main">
              <a:ext uri="{FF2B5EF4-FFF2-40B4-BE49-F238E27FC236}">
                <a16:creationId xmlns:a16="http://schemas.microsoft.com/office/drawing/2014/main" id="{47D26587-FB36-4986-8283-F8731958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483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15316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32" name="dp44-comparison / n180 / arrow">
            <a:extLst xmlns:a="http://schemas.openxmlformats.org/drawingml/2006/main">
              <a:ext uri="{FF2B5EF4-FFF2-40B4-BE49-F238E27FC236}">
                <a16:creationId xmlns:a16="http://schemas.microsoft.com/office/drawing/2014/main" id="{826673DE-5E0D-41BA-BCEC-A22C4715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019" y="707059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33" name="dp44-comparison / n181">
            <a:extLst xmlns:a="http://schemas.openxmlformats.org/drawingml/2006/main">
              <a:ext uri="{FF2B5EF4-FFF2-40B4-BE49-F238E27FC236}">
                <a16:creationId xmlns:a16="http://schemas.microsoft.com/office/drawing/2014/main" id="{403033F7-2A15-4E5E-B852-89E9FB83D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973" y="4588097"/>
            <a:ext cx="175268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dp44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F9FC5D11-D1C3-4D4D-B19F-D0DCF8C28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4594479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/ revision / evidence</a:t>
            </a:r>
          </a:p>
        </p:txBody>
      </p:sp>
      <p:sp>
        <p:nvSpPr>
          <p:cNvPr id="235" name="dp44-comparison / n183">
            <a:extLst xmlns:a="http://schemas.openxmlformats.org/drawingml/2006/main">
              <a:ext uri="{FF2B5EF4-FFF2-40B4-BE49-F238E27FC236}">
                <a16:creationId xmlns:a16="http://schemas.microsoft.com/office/drawing/2014/main" id="{D80BFB55-48FA-4E7E-9853-BFD3E6C1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2950" y="2494883"/>
            <a:ext cx="780616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" name="dp44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D6AC9ECC-C7AD-49FA-BBCA-E5F891A5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5714" y="2501265"/>
            <a:ext cx="191452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</a:t>
            </a:r>
          </a:p>
        </p:txBody>
      </p:sp>
      <p:sp>
        <p:nvSpPr>
          <p:cNvPr id="237" name="dp44-comparison / n185">
            <a:extLst xmlns:a="http://schemas.openxmlformats.org/drawingml/2006/main">
              <a:ext uri="{FF2B5EF4-FFF2-40B4-BE49-F238E27FC236}">
                <a16:creationId xmlns:a16="http://schemas.microsoft.com/office/drawing/2014/main" id="{BF28C28F-647B-44B2-AC9D-BBC26D2D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9332" y="3637217"/>
            <a:ext cx="1717967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dp44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6777EBF0-A492-4B77-A303-09881E3E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096" y="3643598"/>
            <a:ext cx="210597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Direct 후보 → 좁은 admission</a:t>
            </a:r>
          </a:p>
        </p:txBody>
      </p:sp>
      <p:sp>
        <p:nvSpPr>
          <p:cNvPr id="239" name="dp44-comparison / n187">
            <a:extLst xmlns:a="http://schemas.openxmlformats.org/drawingml/2006/main">
              <a:ext uri="{FF2B5EF4-FFF2-40B4-BE49-F238E27FC236}">
                <a16:creationId xmlns:a16="http://schemas.microsoft.com/office/drawing/2014/main" id="{ADA87CA5-944C-4311-AC65-1290F3FD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4760405"/>
            <a:ext cx="103665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" name="dp44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031FD0D3-5992-418E-B4D3-0351A933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774" y="4766786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허용된 근거 조회</a:t>
            </a:r>
          </a:p>
        </p:txBody>
      </p:sp>
      <p:sp>
        <p:nvSpPr>
          <p:cNvPr id="241" name="dp44-comparison / n189">
            <a:extLst xmlns:a="http://schemas.openxmlformats.org/drawingml/2006/main">
              <a:ext uri="{FF2B5EF4-FFF2-40B4-BE49-F238E27FC236}">
                <a16:creationId xmlns:a16="http://schemas.microsoft.com/office/drawing/2014/main" id="{A61A9DEC-5619-45CE-946C-2DD980E7A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5411343"/>
            <a:ext cx="187202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p44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ECF01E4F-ECD9-452D-A14F-33E77A614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774" y="5417725"/>
            <a:ext cx="2137886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입력 / 근거 / revision / 예산</a:t>
            </a:r>
          </a:p>
        </p:txBody>
      </p:sp>
      <p:sp>
        <p:nvSpPr>
          <p:cNvPr id="243" name="dp44-comparison / n191">
            <a:extLst xmlns:a="http://schemas.openxmlformats.org/drawingml/2006/main">
              <a:ext uri="{FF2B5EF4-FFF2-40B4-BE49-F238E27FC236}">
                <a16:creationId xmlns:a16="http://schemas.microsoft.com/office/drawing/2014/main" id="{8C4C6306-AB23-4E56-943F-0FA96849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6011228"/>
            <a:ext cx="148796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p44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9E55E009-45E2-4C9E-AB62-58406D3A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774" y="6017609"/>
            <a:ext cx="216979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/ 추가 근거 요구</a:t>
            </a:r>
          </a:p>
        </p:txBody>
      </p:sp>
      <p:sp>
        <p:nvSpPr>
          <p:cNvPr id="245" name="dp44-comparison / n193">
            <a:extLst xmlns:a="http://schemas.openxmlformats.org/drawingml/2006/main">
              <a:ext uri="{FF2B5EF4-FFF2-40B4-BE49-F238E27FC236}">
                <a16:creationId xmlns:a16="http://schemas.microsoft.com/office/drawing/2014/main" id="{AB19C2DB-248F-44B3-BB84-9851A6AF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501" y="4798695"/>
            <a:ext cx="18438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dp44-comparison / n194 / text 1">
            <a:extLst xmlns:a="http://schemas.openxmlformats.org/drawingml/2006/main">
              <a:ext uri="{FF2B5EF4-FFF2-40B4-BE49-F238E27FC236}">
                <a16:creationId xmlns:a16="http://schemas.microsoft.com/office/drawing/2014/main" id="{362D8572-C41A-4E83-802E-DC07CD74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265" y="4805077"/>
            <a:ext cx="2157032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4 채택 의미 / hold / admission</a:t>
            </a:r>
          </a:p>
        </p:txBody>
      </p:sp>
      <p:sp>
        <p:nvSpPr>
          <p:cNvPr id="247" name="dp44-comparison / n195">
            <a:extLst xmlns:a="http://schemas.openxmlformats.org/drawingml/2006/main">
              <a:ext uri="{FF2B5EF4-FFF2-40B4-BE49-F238E27FC236}">
                <a16:creationId xmlns:a16="http://schemas.microsoft.com/office/drawing/2014/main" id="{BD40EA35-E2B3-4A81-A938-E5B06C49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9295" y="5404961"/>
            <a:ext cx="1368630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dp44-comparison / n196 / text 1">
            <a:extLst xmlns:a="http://schemas.openxmlformats.org/drawingml/2006/main">
              <a:ext uri="{FF2B5EF4-FFF2-40B4-BE49-F238E27FC236}">
                <a16:creationId xmlns:a16="http://schemas.microsoft.com/office/drawing/2014/main" id="{2C0ECEA2-5DE6-49C7-AB8C-62BDBDA7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058" y="5411343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명령 / hold / 반환 사건</a:t>
            </a:r>
          </a:p>
        </p:txBody>
      </p:sp>
      <p:sp>
        <p:nvSpPr>
          <p:cNvPr id="249" name="dp44-comparison / n197">
            <a:extLst xmlns:a="http://schemas.openxmlformats.org/drawingml/2006/main">
              <a:ext uri="{FF2B5EF4-FFF2-40B4-BE49-F238E27FC236}">
                <a16:creationId xmlns:a16="http://schemas.microsoft.com/office/drawing/2014/main" id="{D7B1DDC0-CC4B-46C1-BD91-AF2761603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349" y="5960174"/>
            <a:ext cx="145503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dp44-comparison / n198 / text 1">
            <a:extLst xmlns:a="http://schemas.openxmlformats.org/drawingml/2006/main">
              <a:ext uri="{FF2B5EF4-FFF2-40B4-BE49-F238E27FC236}">
                <a16:creationId xmlns:a16="http://schemas.microsoft.com/office/drawing/2014/main" id="{8F7B8C2E-08A6-4964-8206-814CC155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3112" y="5966555"/>
            <a:ext cx="145503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전송 / 외부 접수 / 질문 / 결과</a:t>
            </a:r>
          </a:p>
        </p:txBody>
      </p:sp>
      <p:sp>
        <p:nvSpPr>
          <p:cNvPr id="251" name="dp44-comparison / n199">
            <a:extLst xmlns:a="http://schemas.openxmlformats.org/drawingml/2006/main">
              <a:ext uri="{FF2B5EF4-FFF2-40B4-BE49-F238E27FC236}">
                <a16:creationId xmlns:a16="http://schemas.microsoft.com/office/drawing/2014/main" id="{B627EC18-8057-46FB-97F7-A00281B61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8954" y="4620006"/>
            <a:ext cx="163117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dp44-comparison / n200 / text 1">
            <a:extLst xmlns:a="http://schemas.openxmlformats.org/drawingml/2006/main">
              <a:ext uri="{FF2B5EF4-FFF2-40B4-BE49-F238E27FC236}">
                <a16:creationId xmlns:a16="http://schemas.microsoft.com/office/drawing/2014/main" id="{964F28AD-28C1-4774-9492-3C39BEDDB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1717" y="4626388"/>
            <a:ext cx="196557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Q1: 확인 / 저장 후 대화 연결</a:t>
            </a:r>
          </a:p>
        </p:txBody>
      </p:sp>
      <p:sp>
        <p:nvSpPr>
          <p:cNvPr id="253" name="dp44-comparison / n201">
            <a:extLst xmlns:a="http://schemas.openxmlformats.org/drawingml/2006/main">
              <a:ext uri="{FF2B5EF4-FFF2-40B4-BE49-F238E27FC236}">
                <a16:creationId xmlns:a16="http://schemas.microsoft.com/office/drawing/2014/main" id="{171BFA14-B8F6-4993-8617-0BFBC790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129" y="6725984"/>
            <a:ext cx="178740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dp44-comparison / n202 / text 1">
            <a:extLst xmlns:a="http://schemas.openxmlformats.org/drawingml/2006/main">
              <a:ext uri="{FF2B5EF4-FFF2-40B4-BE49-F238E27FC236}">
                <a16:creationId xmlns:a16="http://schemas.microsoft.com/office/drawing/2014/main" id="{0E7617F8-ED80-481A-A956-FC294CF9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893" y="6732365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7 release / P2 / Q1 identity</a:t>
            </a:r>
          </a:p>
        </p:txBody>
      </p:sp>
      <p:sp>
        <p:nvSpPr>
          <p:cNvPr id="255" name="dp44-comparison / n203">
            <a:extLst xmlns:a="http://schemas.openxmlformats.org/drawingml/2006/main">
              <a:ext uri="{FF2B5EF4-FFF2-40B4-BE49-F238E27FC236}">
                <a16:creationId xmlns:a16="http://schemas.microsoft.com/office/drawing/2014/main" id="{B6280BDC-5E96-43CB-B8DC-7053AB9E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483" y="6764274"/>
            <a:ext cx="23754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dp44-comparison / n204 / text 1">
            <a:extLst xmlns:a="http://schemas.openxmlformats.org/drawingml/2006/main">
              <a:ext uri="{FF2B5EF4-FFF2-40B4-BE49-F238E27FC236}">
                <a16:creationId xmlns:a16="http://schemas.microsoft.com/office/drawing/2014/main" id="{BD6DEC15-9CAD-4D6C-A08F-A6FDF686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247" y="6770656"/>
            <a:ext cx="382905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실제 전달 / 중단 receipt / actual range</a:t>
            </a:r>
          </a:p>
        </p:txBody>
      </p:sp>
      <p:sp>
        <p:nvSpPr>
          <p:cNvPr id="257" name="dp44-comparison / n205">
            <a:extLst xmlns:a="http://schemas.openxmlformats.org/drawingml/2006/main">
              <a:ext uri="{FF2B5EF4-FFF2-40B4-BE49-F238E27FC236}">
                <a16:creationId xmlns:a16="http://schemas.microsoft.com/office/drawing/2014/main" id="{3CDCA12A-267E-4BD5-A00F-0219B4141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0894" y="6585585"/>
            <a:ext cx="80231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" name="dp44-comparison / n206 / text 1">
            <a:extLst xmlns:a="http://schemas.openxmlformats.org/drawingml/2006/main">
              <a:ext uri="{FF2B5EF4-FFF2-40B4-BE49-F238E27FC236}">
                <a16:creationId xmlns:a16="http://schemas.microsoft.com/office/drawing/2014/main" id="{12AC7433-889E-4AE8-A1B8-3B1BD3CCC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3658" y="6591967"/>
            <a:ext cx="135931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전달 기록 갱신</a:t>
            </a:r>
          </a:p>
        </p:txBody>
      </p:sp>
      <p:sp>
        <p:nvSpPr>
          <p:cNvPr id="259" name="dp44-comparison / n207">
            <a:extLst xmlns:a="http://schemas.openxmlformats.org/drawingml/2006/main">
              <a:ext uri="{FF2B5EF4-FFF2-40B4-BE49-F238E27FC236}">
                <a16:creationId xmlns:a16="http://schemas.microsoft.com/office/drawing/2014/main" id="{E70BF3ED-AD64-4D1F-AD6D-53FAB762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781" y="4862513"/>
            <a:ext cx="154004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dp44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0FE58FDA-1C6F-4C84-8B9D-E4842036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4544" y="4868894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8 확인된 제시 → 질문 focus</a:t>
            </a:r>
          </a:p>
        </p:txBody>
      </p:sp>
      <p:sp>
        <p:nvSpPr>
          <p:cNvPr id="261" name="dp44-comparison / n209">
            <a:extLst xmlns:a="http://schemas.openxmlformats.org/drawingml/2006/main">
              <a:ext uri="{FF2B5EF4-FFF2-40B4-BE49-F238E27FC236}">
                <a16:creationId xmlns:a16="http://schemas.microsoft.com/office/drawing/2014/main" id="{A3DB64D5-B328-4820-9FF6-6A957AF60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559" y="3656362"/>
            <a:ext cx="159211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dp44-comparison / n210 / text 1">
            <a:extLst xmlns:a="http://schemas.openxmlformats.org/drawingml/2006/main">
              <a:ext uri="{FF2B5EF4-FFF2-40B4-BE49-F238E27FC236}">
                <a16:creationId xmlns:a16="http://schemas.microsoft.com/office/drawing/2014/main" id="{B0A62E7E-683B-4E67-93DE-2A399C2F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0323" y="3662744"/>
            <a:ext cx="232933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job / revision / 대기 참조</a:t>
            </a:r>
          </a:p>
        </p:txBody>
      </p:sp>
      <p:sp>
        <p:nvSpPr>
          <p:cNvPr id="263" name="dp44-comparison / n211">
            <a:extLst xmlns:a="http://schemas.openxmlformats.org/drawingml/2006/main">
              <a:ext uri="{FF2B5EF4-FFF2-40B4-BE49-F238E27FC236}">
                <a16:creationId xmlns:a16="http://schemas.microsoft.com/office/drawing/2014/main" id="{F6D364E6-CC59-4A01-B8FB-24C60817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636" y="4683824"/>
            <a:ext cx="1900230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dp44-comparison / n212 / text 1">
            <a:extLst xmlns:a="http://schemas.openxmlformats.org/drawingml/2006/main">
              <a:ext uri="{FF2B5EF4-FFF2-40B4-BE49-F238E27FC236}">
                <a16:creationId xmlns:a16="http://schemas.microsoft.com/office/drawing/2014/main" id="{04F42F0D-8AE2-4C30-A396-BB2E5BF8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5399" y="4690205"/>
            <a:ext cx="2010251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5 채택 의미 / 허용 사실 / job ID</a:t>
            </a:r>
          </a:p>
        </p:txBody>
      </p:sp>
      <p:sp>
        <p:nvSpPr>
          <p:cNvPr id="265" name="dp44-comparison / n213">
            <a:extLst xmlns:a="http://schemas.openxmlformats.org/drawingml/2006/main">
              <a:ext uri="{FF2B5EF4-FFF2-40B4-BE49-F238E27FC236}">
                <a16:creationId xmlns:a16="http://schemas.microsoft.com/office/drawing/2014/main" id="{9555688D-4EBF-4690-B938-1446F6F3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9872" y="5768721"/>
            <a:ext cx="1494478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" name="dp44-comparison / n214 / text 1">
            <a:extLst xmlns:a="http://schemas.openxmlformats.org/drawingml/2006/main">
              <a:ext uri="{FF2B5EF4-FFF2-40B4-BE49-F238E27FC236}">
                <a16:creationId xmlns:a16="http://schemas.microsoft.com/office/drawing/2014/main" id="{77D9C91E-58CC-4EF0-A190-9B25AB5F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636" y="5775103"/>
            <a:ext cx="210597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후보 반환 / 시작 revision</a:t>
            </a:r>
          </a:p>
        </p:txBody>
      </p:sp>
      <p:sp>
        <p:nvSpPr>
          <p:cNvPr id="267" name="dp44-comparison / n215">
            <a:extLst xmlns:a="http://schemas.openxmlformats.org/drawingml/2006/main">
              <a:ext uri="{FF2B5EF4-FFF2-40B4-BE49-F238E27FC236}">
                <a16:creationId xmlns:a16="http://schemas.microsoft.com/office/drawing/2014/main" id="{492A1DC4-68D9-4EB2-9FFC-22D33927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254" y="6043136"/>
            <a:ext cx="133391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" name="dp44-comparison / n216 / text 1">
            <a:extLst xmlns:a="http://schemas.openxmlformats.org/drawingml/2006/main">
              <a:ext uri="{FF2B5EF4-FFF2-40B4-BE49-F238E27FC236}">
                <a16:creationId xmlns:a16="http://schemas.microsoft.com/office/drawing/2014/main" id="{F0CC1F5B-9D84-46D4-9EB5-2B07BDFA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017" y="6049518"/>
            <a:ext cx="2118741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6 유효 후보 → 게시 요청</a:t>
            </a:r>
          </a:p>
        </p:txBody>
      </p:sp>
      <p:sp>
        <p:nvSpPr>
          <p:cNvPr id="269" name="dp44-comparison / n217">
            <a:extLst xmlns:a="http://schemas.openxmlformats.org/drawingml/2006/main">
              <a:ext uri="{FF2B5EF4-FFF2-40B4-BE49-F238E27FC236}">
                <a16:creationId xmlns:a16="http://schemas.microsoft.com/office/drawing/2014/main" id="{1E4297F8-8265-48EA-A082-D7C89E33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2341721"/>
            <a:ext cx="1084898" cy="25527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0" name="dp44-comparison / n218 / text 1">
            <a:extLst xmlns:a="http://schemas.openxmlformats.org/drawingml/2006/main">
              <a:ext uri="{FF2B5EF4-FFF2-40B4-BE49-F238E27FC236}">
                <a16:creationId xmlns:a16="http://schemas.microsoft.com/office/drawing/2014/main" id="{98891078-79EE-4117-9E8C-19E0765A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2394690"/>
            <a:ext cx="995553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271" name="dp44-comparison / n219">
            <a:extLst xmlns:a="http://schemas.openxmlformats.org/drawingml/2006/main">
              <a:ext uri="{FF2B5EF4-FFF2-40B4-BE49-F238E27FC236}">
                <a16:creationId xmlns:a16="http://schemas.microsoft.com/office/drawing/2014/main" id="{BCD09636-1F11-4CF2-8DA6-D6913759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2756535"/>
            <a:ext cx="2169795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2" name="dp44-comparison / n220 / text 1">
            <a:extLst xmlns:a="http://schemas.openxmlformats.org/drawingml/2006/main">
              <a:ext uri="{FF2B5EF4-FFF2-40B4-BE49-F238E27FC236}">
                <a16:creationId xmlns:a16="http://schemas.microsoft.com/office/drawing/2014/main" id="{182E2FB5-5834-45FF-8905-B9DB4F40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7341" y="2813971"/>
            <a:ext cx="2016633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273" name="dp44-comparison / n221">
            <a:extLst xmlns:a="http://schemas.openxmlformats.org/drawingml/2006/main">
              <a:ext uri="{FF2B5EF4-FFF2-40B4-BE49-F238E27FC236}">
                <a16:creationId xmlns:a16="http://schemas.microsoft.com/office/drawing/2014/main" id="{891569F0-1C8A-49D0-9A2C-492B3A744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4" name="dp44-comparison / n222 / text 1">
            <a:extLst xmlns:a="http://schemas.openxmlformats.org/drawingml/2006/main">
              <a:ext uri="{FF2B5EF4-FFF2-40B4-BE49-F238E27FC236}">
                <a16:creationId xmlns:a16="http://schemas.microsoft.com/office/drawing/2014/main" id="{94B465F1-40BE-4793-8491-5B420E65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159" y="3189760"/>
            <a:ext cx="836009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275" name="dp44-comparison / n223">
            <a:extLst xmlns:a="http://schemas.openxmlformats.org/drawingml/2006/main">
              <a:ext uri="{FF2B5EF4-FFF2-40B4-BE49-F238E27FC236}">
                <a16:creationId xmlns:a16="http://schemas.microsoft.com/office/drawing/2014/main" id="{D8D8F736-9292-4386-9614-FF7BA768A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6712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6" name="dp44-comparison / n224 / text 1">
            <a:extLst xmlns:a="http://schemas.openxmlformats.org/drawingml/2006/main">
              <a:ext uri="{FF2B5EF4-FFF2-40B4-BE49-F238E27FC236}">
                <a16:creationId xmlns:a16="http://schemas.microsoft.com/office/drawing/2014/main" id="{D47FF807-8314-4A2E-9AFC-C1FC66C6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126294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Turn-Taking</a:t>
            </a:r>
          </a:p>
        </p:txBody>
      </p:sp>
      <p:sp>
        <p:nvSpPr>
          <p:cNvPr id="277" name="dp44-comparison / n224 / text 2">
            <a:extLst xmlns:a="http://schemas.openxmlformats.org/drawingml/2006/main">
              <a:ext uri="{FF2B5EF4-FFF2-40B4-BE49-F238E27FC236}">
                <a16:creationId xmlns:a16="http://schemas.microsoft.com/office/drawing/2014/main" id="{AECC6993-2124-4BBA-B7E1-4B9C5757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260693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278" name="dp44-comparison / n225">
            <a:extLst xmlns:a="http://schemas.openxmlformats.org/drawingml/2006/main">
              <a:ext uri="{FF2B5EF4-FFF2-40B4-BE49-F238E27FC236}">
                <a16:creationId xmlns:a16="http://schemas.microsoft.com/office/drawing/2014/main" id="{ED1F2D1C-8C34-4933-AC91-66E590AB1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9" name="dp44-comparison / n226 / text 1">
            <a:extLst xmlns:a="http://schemas.openxmlformats.org/drawingml/2006/main">
              <a:ext uri="{FF2B5EF4-FFF2-40B4-BE49-F238E27FC236}">
                <a16:creationId xmlns:a16="http://schemas.microsoft.com/office/drawing/2014/main" id="{D762CB6F-96B9-458B-8C1E-C0EE770F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159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Evidence</a:t>
            </a:r>
          </a:p>
        </p:txBody>
      </p:sp>
      <p:sp>
        <p:nvSpPr>
          <p:cNvPr id="280" name="dp44-comparison / n226 / text 2">
            <a:extLst xmlns:a="http://schemas.openxmlformats.org/drawingml/2006/main">
              <a:ext uri="{FF2B5EF4-FFF2-40B4-BE49-F238E27FC236}">
                <a16:creationId xmlns:a16="http://schemas.microsoft.com/office/drawing/2014/main" id="{DFC3CBBA-72BC-410E-A638-94EE33ECC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159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Capture</a:t>
            </a:r>
          </a:p>
        </p:txBody>
      </p:sp>
      <p:sp>
        <p:nvSpPr>
          <p:cNvPr id="281" name="dp44-comparison / n227">
            <a:extLst xmlns:a="http://schemas.openxmlformats.org/drawingml/2006/main">
              <a:ext uri="{FF2B5EF4-FFF2-40B4-BE49-F238E27FC236}">
                <a16:creationId xmlns:a16="http://schemas.microsoft.com/office/drawing/2014/main" id="{6FCEEA4C-1415-42ED-A72F-DBF531DE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6712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82" name="dp44-comparison / n228 / text 1">
            <a:extLst xmlns:a="http://schemas.openxmlformats.org/drawingml/2006/main">
              <a:ext uri="{FF2B5EF4-FFF2-40B4-BE49-F238E27FC236}">
                <a16:creationId xmlns:a16="http://schemas.microsoft.com/office/drawing/2014/main" id="{50885E73-1C85-41BB-8479-57C9833A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Timeline &amp;</a:t>
            </a:r>
          </a:p>
        </p:txBody>
      </p:sp>
      <p:sp>
        <p:nvSpPr>
          <p:cNvPr id="283" name="dp44-comparison / n228 / text 2">
            <a:extLst xmlns:a="http://schemas.openxmlformats.org/drawingml/2006/main">
              <a:ext uri="{FF2B5EF4-FFF2-40B4-BE49-F238E27FC236}">
                <a16:creationId xmlns:a16="http://schemas.microsoft.com/office/drawing/2014/main" id="{C3E46A69-F920-4D60-B1CE-F152E37B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Buffer</a:t>
            </a:r>
          </a:p>
        </p:txBody>
      </p:sp>
      <p:sp>
        <p:nvSpPr>
          <p:cNvPr id="284" name="dp44-comparison / n229">
            <a:extLst xmlns:a="http://schemas.openxmlformats.org/drawingml/2006/main">
              <a:ext uri="{FF2B5EF4-FFF2-40B4-BE49-F238E27FC236}">
                <a16:creationId xmlns:a16="http://schemas.microsoft.com/office/drawing/2014/main" id="{DCE4FDCD-6424-4260-9C1F-E03B0D91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3209" y="4128611"/>
            <a:ext cx="1116806" cy="331851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85" name="dp44-comparison / n230 / text 1">
            <a:extLst xmlns:a="http://schemas.openxmlformats.org/drawingml/2006/main">
              <a:ext uri="{FF2B5EF4-FFF2-40B4-BE49-F238E27FC236}">
                <a16:creationId xmlns:a16="http://schemas.microsoft.com/office/drawing/2014/main" id="{02906183-2895-46BB-87C3-4DC8A69A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881" y="4252864"/>
            <a:ext cx="1027462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286" name="dp44-comparison / n231">
            <a:extLst xmlns:a="http://schemas.openxmlformats.org/drawingml/2006/main">
              <a:ext uri="{FF2B5EF4-FFF2-40B4-BE49-F238E27FC236}">
                <a16:creationId xmlns:a16="http://schemas.microsoft.com/office/drawing/2014/main" id="{E8ECAF68-05A3-43F2-8035-DBF86BBB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4913" y="2756535"/>
            <a:ext cx="4403408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87" name="dp44-comparison / n232 / text 1">
            <a:extLst xmlns:a="http://schemas.openxmlformats.org/drawingml/2006/main">
              <a:ext uri="{FF2B5EF4-FFF2-40B4-BE49-F238E27FC236}">
                <a16:creationId xmlns:a16="http://schemas.microsoft.com/office/drawing/2014/main" id="{002D7F6A-9424-47A8-B6A9-A3923F2C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1494" y="2813971"/>
            <a:ext cx="425024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88" name="dp44-comparison / n233">
            <a:extLst xmlns:a="http://schemas.openxmlformats.org/drawingml/2006/main">
              <a:ext uri="{FF2B5EF4-FFF2-40B4-BE49-F238E27FC236}">
                <a16:creationId xmlns:a16="http://schemas.microsoft.com/office/drawing/2014/main" id="{6D426D9A-1796-46D6-8FF6-7D9BF49A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2548" y="3152204"/>
            <a:ext cx="1786890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89" name="dp44-comparison / n234 / text 1">
            <a:extLst xmlns:a="http://schemas.openxmlformats.org/drawingml/2006/main">
              <a:ext uri="{FF2B5EF4-FFF2-40B4-BE49-F238E27FC236}">
                <a16:creationId xmlns:a16="http://schemas.microsoft.com/office/drawing/2014/main" id="{75919E95-AE67-4297-9896-9072E1A9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7220" y="3246111"/>
            <a:ext cx="1697546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 Resolution Stage</a:t>
            </a:r>
          </a:p>
        </p:txBody>
      </p:sp>
      <p:sp>
        <p:nvSpPr>
          <p:cNvPr id="290" name="dp44-comparison / n235">
            <a:extLst xmlns:a="http://schemas.openxmlformats.org/drawingml/2006/main">
              <a:ext uri="{FF2B5EF4-FFF2-40B4-BE49-F238E27FC236}">
                <a16:creationId xmlns:a16="http://schemas.microsoft.com/office/drawing/2014/main" id="{0200DAC1-BBD9-40F2-8EDE-32C3C9FC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43" y="3152204"/>
            <a:ext cx="1946434" cy="38290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91" name="dp44-comparison / n236 / text 1">
            <a:extLst xmlns:a="http://schemas.openxmlformats.org/drawingml/2006/main">
              <a:ext uri="{FF2B5EF4-FFF2-40B4-BE49-F238E27FC236}">
                <a16:creationId xmlns:a16="http://schemas.microsoft.com/office/drawing/2014/main" id="{F1E78986-164E-4532-960F-73D77982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015" y="3294517"/>
            <a:ext cx="1857089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 Window</a:t>
            </a:r>
          </a:p>
        </p:txBody>
      </p:sp>
      <p:sp>
        <p:nvSpPr>
          <p:cNvPr id="292" name="dp44-comparison / n237">
            <a:extLst xmlns:a="http://schemas.openxmlformats.org/drawingml/2006/main">
              <a:ext uri="{FF2B5EF4-FFF2-40B4-BE49-F238E27FC236}">
                <a16:creationId xmlns:a16="http://schemas.microsoft.com/office/drawing/2014/main" id="{E1D1D52E-93AB-4DF9-8985-55F1584A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2548" y="3886105"/>
            <a:ext cx="1786890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93" name="dp44-comparison / n238 / text 1">
            <a:extLst xmlns:a="http://schemas.openxmlformats.org/drawingml/2006/main">
              <a:ext uri="{FF2B5EF4-FFF2-40B4-BE49-F238E27FC236}">
                <a16:creationId xmlns:a16="http://schemas.microsoft.com/office/drawing/2014/main" id="{F408F7C3-5850-4AC5-B28F-11641A15E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7220" y="3980012"/>
            <a:ext cx="1697546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Notice Stage</a:t>
            </a:r>
          </a:p>
        </p:txBody>
      </p:sp>
      <p:sp>
        <p:nvSpPr>
          <p:cNvPr id="294" name="dp44-comparison / n239">
            <a:extLst xmlns:a="http://schemas.openxmlformats.org/drawingml/2006/main">
              <a:ext uri="{FF2B5EF4-FFF2-40B4-BE49-F238E27FC236}">
                <a16:creationId xmlns:a16="http://schemas.microsoft.com/office/drawing/2014/main" id="{3D63151C-5C55-4862-81CC-CAF56CDA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43" y="3886105"/>
            <a:ext cx="1946434" cy="38290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95" name="dp44-comparison / n240 / text 1">
            <a:extLst xmlns:a="http://schemas.openxmlformats.org/drawingml/2006/main">
              <a:ext uri="{FF2B5EF4-FFF2-40B4-BE49-F238E27FC236}">
                <a16:creationId xmlns:a16="http://schemas.microsoft.com/office/drawing/2014/main" id="{B50E65ED-2097-4545-A1B5-112C8DFF5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015" y="4028418"/>
            <a:ext cx="1857089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Notice Window</a:t>
            </a:r>
          </a:p>
        </p:txBody>
      </p:sp>
      <p:sp>
        <p:nvSpPr>
          <p:cNvPr id="296" name="dp44-comparison / n241">
            <a:extLst xmlns:a="http://schemas.openxmlformats.org/drawingml/2006/main">
              <a:ext uri="{FF2B5EF4-FFF2-40B4-BE49-F238E27FC236}">
                <a16:creationId xmlns:a16="http://schemas.microsoft.com/office/drawing/2014/main" id="{B053011E-4710-4695-B8EE-C27D2AB6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5022056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97" name="dp44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F98BBF45-E142-4C35-BA5A-92BEA788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5112230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298" name="dp44-comparison / n243">
            <a:extLst xmlns:a="http://schemas.openxmlformats.org/drawingml/2006/main">
              <a:ext uri="{FF2B5EF4-FFF2-40B4-BE49-F238E27FC236}">
                <a16:creationId xmlns:a16="http://schemas.microsoft.com/office/drawing/2014/main" id="{0718EA94-42B6-4B9F-AF3D-70698031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5583650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99" name="dp44-comparison / n244 / text 1">
            <a:extLst xmlns:a="http://schemas.openxmlformats.org/drawingml/2006/main">
              <a:ext uri="{FF2B5EF4-FFF2-40B4-BE49-F238E27FC236}">
                <a16:creationId xmlns:a16="http://schemas.microsoft.com/office/drawing/2014/main" id="{2C9D71B4-9060-45DE-ACC5-DF2E0AC0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5677558"/>
            <a:ext cx="1569911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300" name="dp44-comparison / n245">
            <a:extLst xmlns:a="http://schemas.openxmlformats.org/drawingml/2006/main">
              <a:ext uri="{FF2B5EF4-FFF2-40B4-BE49-F238E27FC236}">
                <a16:creationId xmlns:a16="http://schemas.microsoft.com/office/drawing/2014/main" id="{AF9CF0F3-A223-4F88-85FF-3B13984F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7278" y="5022056"/>
            <a:ext cx="2871788" cy="162734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01" name="dp44-comparison / n246 / text 1">
            <a:extLst xmlns:a="http://schemas.openxmlformats.org/drawingml/2006/main">
              <a:ext uri="{FF2B5EF4-FFF2-40B4-BE49-F238E27FC236}">
                <a16:creationId xmlns:a16="http://schemas.microsoft.com/office/drawing/2014/main" id="{F77906BE-CC33-454A-80AF-43C9BC1D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3859" y="5079492"/>
            <a:ext cx="271862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302" name="dp44-comparison / n247">
            <a:extLst xmlns:a="http://schemas.openxmlformats.org/drawingml/2006/main">
              <a:ext uri="{FF2B5EF4-FFF2-40B4-BE49-F238E27FC236}">
                <a16:creationId xmlns:a16="http://schemas.microsoft.com/office/drawing/2014/main" id="{DFE3E4AC-9D7A-4E00-8EF5-F404B4A1D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004" y="5373053"/>
            <a:ext cx="1212533" cy="350996"/>
          </a:xfrm>
          <a:prstGeom xmlns:a="http://schemas.openxmlformats.org/drawingml/2006/main" prst="roundRect">
            <a:avLst>
              <a:gd name="adj" fmla="val 217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03" name="dp44-comparison / n248 / text 1">
            <a:extLst xmlns:a="http://schemas.openxmlformats.org/drawingml/2006/main">
              <a:ext uri="{FF2B5EF4-FFF2-40B4-BE49-F238E27FC236}">
                <a16:creationId xmlns:a16="http://schemas.microsoft.com/office/drawing/2014/main" id="{F3782408-96F3-4BA2-9A05-3EDA885B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5391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304" name="dp44-comparison / n248 / text 2">
            <a:extLst xmlns:a="http://schemas.openxmlformats.org/drawingml/2006/main">
              <a:ext uri="{FF2B5EF4-FFF2-40B4-BE49-F238E27FC236}">
                <a16:creationId xmlns:a16="http://schemas.microsoft.com/office/drawing/2014/main" id="{74BF26D7-30C4-4129-83A7-898B5CE4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55485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Composer</a:t>
            </a:r>
          </a:p>
        </p:txBody>
      </p:sp>
      <p:sp>
        <p:nvSpPr>
          <p:cNvPr id="305" name="dp44-comparison / n249">
            <a:extLst xmlns:a="http://schemas.openxmlformats.org/drawingml/2006/main">
              <a:ext uri="{FF2B5EF4-FFF2-40B4-BE49-F238E27FC236}">
                <a16:creationId xmlns:a16="http://schemas.microsoft.com/office/drawing/2014/main" id="{8F9B2716-4A37-4F61-8323-B9EF8B7B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806" y="5373053"/>
            <a:ext cx="1212533" cy="350996"/>
          </a:xfrm>
          <a:prstGeom xmlns:a="http://schemas.openxmlformats.org/drawingml/2006/main" prst="roundRect">
            <a:avLst>
              <a:gd name="adj" fmla="val 2171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306" name="dp44-comparison / n250 / text 1">
            <a:extLst xmlns:a="http://schemas.openxmlformats.org/drawingml/2006/main">
              <a:ext uri="{FF2B5EF4-FFF2-40B4-BE49-F238E27FC236}">
                <a16:creationId xmlns:a16="http://schemas.microsoft.com/office/drawing/2014/main" id="{E83AA578-739C-4858-B2D9-D089D2E6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5479" y="5477617"/>
            <a:ext cx="1123188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Join</a:t>
            </a:r>
          </a:p>
        </p:txBody>
      </p:sp>
      <p:sp>
        <p:nvSpPr>
          <p:cNvPr id="307" name="dp44-comparison / n251">
            <a:extLst xmlns:a="http://schemas.openxmlformats.org/drawingml/2006/main">
              <a:ext uri="{FF2B5EF4-FFF2-40B4-BE49-F238E27FC236}">
                <a16:creationId xmlns:a16="http://schemas.microsoft.com/office/drawing/2014/main" id="{4179F0FB-FDF6-4649-8D7E-A4C492FF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806" y="5826157"/>
            <a:ext cx="1212533" cy="34461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308" name="dp44-comparison / n252 / text 1">
            <a:extLst xmlns:a="http://schemas.openxmlformats.org/drawingml/2006/main">
              <a:ext uri="{FF2B5EF4-FFF2-40B4-BE49-F238E27FC236}">
                <a16:creationId xmlns:a16="http://schemas.microsoft.com/office/drawing/2014/main" id="{A873C0F3-8424-488F-83C1-87355314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5479" y="5964258"/>
            <a:ext cx="1123188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0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Window</a:t>
            </a:r>
          </a:p>
        </p:txBody>
      </p:sp>
      <p:sp>
        <p:nvSpPr>
          <p:cNvPr id="309" name="dp44-comparison / n253">
            <a:extLst xmlns:a="http://schemas.openxmlformats.org/drawingml/2006/main">
              <a:ext uri="{FF2B5EF4-FFF2-40B4-BE49-F238E27FC236}">
                <a16:creationId xmlns:a16="http://schemas.microsoft.com/office/drawing/2014/main" id="{1359403C-1098-4ADA-8006-51C108BB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004" y="6215444"/>
            <a:ext cx="1212533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0" name="dp44-comparison / n254 / text 1">
            <a:extLst xmlns:a="http://schemas.openxmlformats.org/drawingml/2006/main">
              <a:ext uri="{FF2B5EF4-FFF2-40B4-BE49-F238E27FC236}">
                <a16:creationId xmlns:a16="http://schemas.microsoft.com/office/drawing/2014/main" id="{D27AD5EC-34BA-4BBA-838D-AEA88C41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62309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311" name="dp44-comparison / n254 / text 2">
            <a:extLst xmlns:a="http://schemas.openxmlformats.org/drawingml/2006/main">
              <a:ext uri="{FF2B5EF4-FFF2-40B4-BE49-F238E27FC236}">
                <a16:creationId xmlns:a16="http://schemas.microsoft.com/office/drawing/2014/main" id="{2330FA8D-2D73-4FE9-A164-56F8092B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6387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312" name="dp44-comparison / n255">
            <a:extLst xmlns:a="http://schemas.openxmlformats.org/drawingml/2006/main">
              <a:ext uri="{FF2B5EF4-FFF2-40B4-BE49-F238E27FC236}">
                <a16:creationId xmlns:a16="http://schemas.microsoft.com/office/drawing/2014/main" id="{97B54DD7-8B04-49DB-8FB8-2D392A87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806" y="6215444"/>
            <a:ext cx="1212533" cy="34461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3" name="dp44-comparison / n256 / text 1">
            <a:extLst xmlns:a="http://schemas.openxmlformats.org/drawingml/2006/main">
              <a:ext uri="{FF2B5EF4-FFF2-40B4-BE49-F238E27FC236}">
                <a16:creationId xmlns:a16="http://schemas.microsoft.com/office/drawing/2014/main" id="{8467E486-9A17-4CD8-B3A9-41FBF192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5479" y="6349811"/>
            <a:ext cx="112318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314" name="dp44-comparison / n257">
            <a:extLst xmlns:a="http://schemas.openxmlformats.org/drawingml/2006/main">
              <a:ext uri="{FF2B5EF4-FFF2-40B4-BE49-F238E27FC236}">
                <a16:creationId xmlns:a16="http://schemas.microsoft.com/office/drawing/2014/main" id="{29D9EA34-58A5-42FD-B81E-D1475A7D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5022056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5" name="dp44-comparison / n258 / text 1">
            <a:extLst xmlns:a="http://schemas.openxmlformats.org/drawingml/2006/main">
              <a:ext uri="{FF2B5EF4-FFF2-40B4-BE49-F238E27FC236}">
                <a16:creationId xmlns:a16="http://schemas.microsoft.com/office/drawing/2014/main" id="{45DB394D-E84D-495D-A68B-CB50D05A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5112230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316" name="dp44-comparison / n259">
            <a:extLst xmlns:a="http://schemas.openxmlformats.org/drawingml/2006/main">
              <a:ext uri="{FF2B5EF4-FFF2-40B4-BE49-F238E27FC236}">
                <a16:creationId xmlns:a16="http://schemas.microsoft.com/office/drawing/2014/main" id="{9958AB8D-C287-4142-A7C9-C65CEB0E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5583650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7" name="dp44-comparison / n260 / text 1">
            <a:extLst xmlns:a="http://schemas.openxmlformats.org/drawingml/2006/main">
              <a:ext uri="{FF2B5EF4-FFF2-40B4-BE49-F238E27FC236}">
                <a16:creationId xmlns:a16="http://schemas.microsoft.com/office/drawing/2014/main" id="{FA05E872-5606-49D7-901C-A6314A69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5673824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318" name="dp44-comparison / n261">
            <a:extLst xmlns:a="http://schemas.openxmlformats.org/drawingml/2006/main">
              <a:ext uri="{FF2B5EF4-FFF2-40B4-BE49-F238E27FC236}">
                <a16:creationId xmlns:a16="http://schemas.microsoft.com/office/drawing/2014/main" id="{5C5E6B03-0AD5-4F89-8562-91FA3A40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6138863"/>
            <a:ext cx="1212533" cy="344615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9" name="dp44-comparison / n262 / text 1">
            <a:extLst xmlns:a="http://schemas.openxmlformats.org/drawingml/2006/main">
              <a:ext uri="{FF2B5EF4-FFF2-40B4-BE49-F238E27FC236}">
                <a16:creationId xmlns:a16="http://schemas.microsoft.com/office/drawing/2014/main" id="{E6C6C07F-A419-48AA-86AB-78A7DB6F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6240237"/>
            <a:ext cx="1123188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320" name="dp44-comparison / n263">
            <a:extLst xmlns:a="http://schemas.openxmlformats.org/drawingml/2006/main">
              <a:ext uri="{FF2B5EF4-FFF2-40B4-BE49-F238E27FC236}">
                <a16:creationId xmlns:a16="http://schemas.microsoft.com/office/drawing/2014/main" id="{442BAA00-6E74-4554-89F9-2EA0D9E7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6343079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1" name="dp44-comparison / n264 / text 1">
            <a:extLst xmlns:a="http://schemas.openxmlformats.org/drawingml/2006/main">
              <a:ext uri="{FF2B5EF4-FFF2-40B4-BE49-F238E27FC236}">
                <a16:creationId xmlns:a16="http://schemas.microsoft.com/office/drawing/2014/main" id="{44574A8B-0837-46C7-83D8-A3EF4F2A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6433253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322" name="dp44-comparison / n265">
            <a:extLst xmlns:a="http://schemas.openxmlformats.org/drawingml/2006/main">
              <a:ext uri="{FF2B5EF4-FFF2-40B4-BE49-F238E27FC236}">
                <a16:creationId xmlns:a16="http://schemas.microsoft.com/office/drawing/2014/main" id="{77EE6970-DF6A-44DA-B1F5-EA69B53C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6949345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3" name="dp44-comparison / n266 / text 1">
            <a:extLst xmlns:a="http://schemas.openxmlformats.org/drawingml/2006/main">
              <a:ext uri="{FF2B5EF4-FFF2-40B4-BE49-F238E27FC236}">
                <a16:creationId xmlns:a16="http://schemas.microsoft.com/office/drawing/2014/main" id="{081C12A2-6C6E-42A4-9A71-C476CF699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7039519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324" name="dp44-comparison / n267">
            <a:extLst xmlns:a="http://schemas.openxmlformats.org/drawingml/2006/main">
              <a:ext uri="{FF2B5EF4-FFF2-40B4-BE49-F238E27FC236}">
                <a16:creationId xmlns:a16="http://schemas.microsoft.com/office/drawing/2014/main" id="{1202522A-E2DA-40D8-BECB-5EE3EA8F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6725984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5" name="dp44-comparison / n268 / text 1">
            <a:extLst xmlns:a="http://schemas.openxmlformats.org/drawingml/2006/main">
              <a:ext uri="{FF2B5EF4-FFF2-40B4-BE49-F238E27FC236}">
                <a16:creationId xmlns:a16="http://schemas.microsoft.com/office/drawing/2014/main" id="{8929312F-FC8A-44DC-96B0-5BAC31C9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6816158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326" name="dp44-comparison / n269">
            <a:extLst xmlns:a="http://schemas.openxmlformats.org/drawingml/2006/main">
              <a:ext uri="{FF2B5EF4-FFF2-40B4-BE49-F238E27FC236}">
                <a16:creationId xmlns:a16="http://schemas.microsoft.com/office/drawing/2014/main" id="{306C8A03-9CA4-481B-BB00-BCB0A71D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7223760"/>
            <a:ext cx="1212533" cy="26803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7" name="dp44-comparison / n270 / text 1">
            <a:extLst xmlns:a="http://schemas.openxmlformats.org/drawingml/2006/main">
              <a:ext uri="{FF2B5EF4-FFF2-40B4-BE49-F238E27FC236}">
                <a16:creationId xmlns:a16="http://schemas.microsoft.com/office/drawing/2014/main" id="{DB2B74B2-1603-47C3-B9DF-8CD3CBF0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7283110"/>
            <a:ext cx="1123188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Shared Omni</a:t>
            </a:r>
          </a:p>
        </p:txBody>
      </p:sp>
      <p:sp>
        <p:nvSpPr>
          <p:cNvPr id="328" name="dp44-comparison / n271 / path">
            <a:extLst xmlns:a="http://schemas.openxmlformats.org/drawingml/2006/main">
              <a:ext uri="{FF2B5EF4-FFF2-40B4-BE49-F238E27FC236}">
                <a16:creationId xmlns:a16="http://schemas.microsoft.com/office/drawing/2014/main" id="{D055BEF1-3828-4477-9479-277B2FFD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3324" y="2596991"/>
            <a:ext cx="615839" cy="529685"/>
          </a:xfrm>
          <a:custGeom xmlns:a="http://schemas.openxmlformats.org/drawingml/2006/main">
            <a:pathLst>
              <a:path w="615839" h="529685">
                <a:moveTo>
                  <a:pt x="599885" y="0"/>
                </a:moveTo>
                <a:lnTo>
                  <a:pt x="0" y="0"/>
                </a:lnTo>
                <a:lnTo>
                  <a:pt x="0" y="529685"/>
                </a:lnTo>
                <a:lnTo>
                  <a:pt x="615839" y="52968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29" name="dp44-comparison / n271 / arrow">
            <a:extLst xmlns:a="http://schemas.openxmlformats.org/drawingml/2006/main">
              <a:ext uri="{FF2B5EF4-FFF2-40B4-BE49-F238E27FC236}">
                <a16:creationId xmlns:a16="http://schemas.microsoft.com/office/drawing/2014/main" id="{2D576533-3DC5-43F9-95B7-29D830DB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4236" y="31042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30" name="dp44-comparison / n272 / path">
            <a:extLst xmlns:a="http://schemas.openxmlformats.org/drawingml/2006/main">
              <a:ext uri="{FF2B5EF4-FFF2-40B4-BE49-F238E27FC236}">
                <a16:creationId xmlns:a16="http://schemas.microsoft.com/office/drawing/2014/main" id="{8E627A32-E4ED-42D4-9758-2FFDDD5E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260693"/>
            <a:ext cx="114872" cy="953"/>
          </a:xfrm>
          <a:custGeom xmlns:a="http://schemas.openxmlformats.org/drawingml/2006/main">
            <a:pathLst>
              <a:path w="114872" h="953">
                <a:moveTo>
                  <a:pt x="114872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31" name="dp44-comparison / n272 / arrow">
            <a:extLst xmlns:a="http://schemas.openxmlformats.org/drawingml/2006/main">
              <a:ext uri="{FF2B5EF4-FFF2-40B4-BE49-F238E27FC236}">
                <a16:creationId xmlns:a16="http://schemas.microsoft.com/office/drawing/2014/main" id="{22AA6D31-3A59-4759-B3E4-5AA88067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23822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32" name="dp44-comparison / n273">
            <a:extLst xmlns:a="http://schemas.openxmlformats.org/drawingml/2006/main">
              <a:ext uri="{FF2B5EF4-FFF2-40B4-BE49-F238E27FC236}">
                <a16:creationId xmlns:a16="http://schemas.microsoft.com/office/drawing/2014/main" id="{AACD288F-63FC-4A9B-A591-3548701AE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0105" y="3433001"/>
            <a:ext cx="2042160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p44-comparison / n274 / text 1">
            <a:extLst xmlns:a="http://schemas.openxmlformats.org/drawingml/2006/main">
              <a:ext uri="{FF2B5EF4-FFF2-40B4-BE49-F238E27FC236}">
                <a16:creationId xmlns:a16="http://schemas.microsoft.com/office/drawing/2014/main" id="{FBD6D32D-EC38-418F-B09D-B3B09C7DB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2868" y="3439382"/>
            <a:ext cx="2042160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InputStarted: 즉시 stop / epoch 무효화</a:t>
            </a:r>
          </a:p>
        </p:txBody>
      </p:sp>
      <p:sp>
        <p:nvSpPr>
          <p:cNvPr id="334" name="dp44-comparison / n275 / path">
            <a:extLst xmlns:a="http://schemas.openxmlformats.org/drawingml/2006/main">
              <a:ext uri="{FF2B5EF4-FFF2-40B4-BE49-F238E27FC236}">
                <a16:creationId xmlns:a16="http://schemas.microsoft.com/office/drawing/2014/main" id="{523CFFC4-6C89-42D6-B553-9F2B9FCB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790379"/>
            <a:ext cx="114872" cy="953"/>
          </a:xfrm>
          <a:custGeom xmlns:a="http://schemas.openxmlformats.org/drawingml/2006/main">
            <a:pathLst>
              <a:path w="114872" h="953">
                <a:moveTo>
                  <a:pt x="0" y="0"/>
                </a:moveTo>
                <a:lnTo>
                  <a:pt x="1148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35" name="dp44-comparison / n275 / arrow">
            <a:extLst xmlns:a="http://schemas.openxmlformats.org/drawingml/2006/main">
              <a:ext uri="{FF2B5EF4-FFF2-40B4-BE49-F238E27FC236}">
                <a16:creationId xmlns:a16="http://schemas.microsoft.com/office/drawing/2014/main" id="{1CCC7F17-552B-4C0B-984C-D35EC6718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1784" y="376791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36" name="dp44-comparison / n276">
            <a:extLst xmlns:a="http://schemas.openxmlformats.org/drawingml/2006/main">
              <a:ext uri="{FF2B5EF4-FFF2-40B4-BE49-F238E27FC236}">
                <a16:creationId xmlns:a16="http://schemas.microsoft.com/office/drawing/2014/main" id="{5EA04187-3957-4069-9936-A126E0A6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3723" y="3969068"/>
            <a:ext cx="1779742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" name="dp44-comparison / n277 / text 1">
            <a:extLst xmlns:a="http://schemas.openxmlformats.org/drawingml/2006/main">
              <a:ext uri="{FF2B5EF4-FFF2-40B4-BE49-F238E27FC236}">
                <a16:creationId xmlns:a16="http://schemas.microsoft.com/office/drawing/2014/main" id="{32067CE1-F8B0-450F-9D87-37481808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975449"/>
            <a:ext cx="1914525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시점별 evidence ↔ 입력 revision</a:t>
            </a:r>
          </a:p>
        </p:txBody>
      </p:sp>
      <p:sp>
        <p:nvSpPr>
          <p:cNvPr id="338" name="dp44-comparison / n278 / path">
            <a:extLst xmlns:a="http://schemas.openxmlformats.org/drawingml/2006/main">
              <a:ext uri="{FF2B5EF4-FFF2-40B4-BE49-F238E27FC236}">
                <a16:creationId xmlns:a16="http://schemas.microsoft.com/office/drawing/2014/main" id="{22C44B62-1B17-444A-AB1C-638D710F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9163" y="3394710"/>
            <a:ext cx="542449" cy="733901"/>
          </a:xfrm>
          <a:custGeom xmlns:a="http://schemas.openxmlformats.org/drawingml/2006/main">
            <a:pathLst>
              <a:path w="542449" h="733901">
                <a:moveTo>
                  <a:pt x="0" y="0"/>
                </a:moveTo>
                <a:lnTo>
                  <a:pt x="542449" y="0"/>
                </a:lnTo>
                <a:lnTo>
                  <a:pt x="542449" y="73390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39" name="dp44-comparison / n278 / arrow">
            <a:extLst xmlns:a="http://schemas.openxmlformats.org/drawingml/2006/main">
              <a:ext uri="{FF2B5EF4-FFF2-40B4-BE49-F238E27FC236}">
                <a16:creationId xmlns:a16="http://schemas.microsoft.com/office/drawing/2014/main" id="{9DCE4598-C09D-4241-A12E-9E1D63F75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9148" y="408368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0" name="dp44-comparison / n279 / path">
            <a:extLst xmlns:a="http://schemas.openxmlformats.org/drawingml/2006/main">
              <a:ext uri="{FF2B5EF4-FFF2-40B4-BE49-F238E27FC236}">
                <a16:creationId xmlns:a16="http://schemas.microsoft.com/office/drawing/2014/main" id="{A4770E58-09A9-42B1-A3E4-B0FB3BEEC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2065" y="3324511"/>
            <a:ext cx="810482" cy="465868"/>
          </a:xfrm>
          <a:custGeom xmlns:a="http://schemas.openxmlformats.org/drawingml/2006/main">
            <a:pathLst>
              <a:path w="810482" h="465868">
                <a:moveTo>
                  <a:pt x="0" y="465868"/>
                </a:moveTo>
                <a:lnTo>
                  <a:pt x="0" y="0"/>
                </a:lnTo>
                <a:lnTo>
                  <a:pt x="81048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1" name="dp44-comparison / n279 / arrow">
            <a:extLst xmlns:a="http://schemas.openxmlformats.org/drawingml/2006/main">
              <a:ext uri="{FF2B5EF4-FFF2-40B4-BE49-F238E27FC236}">
                <a16:creationId xmlns:a16="http://schemas.microsoft.com/office/drawing/2014/main" id="{0C087AD4-E174-45D0-AC5F-653FFC0F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30204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2" name="dp44-comparison / n280 / path">
            <a:extLst xmlns:a="http://schemas.openxmlformats.org/drawingml/2006/main">
              <a:ext uri="{FF2B5EF4-FFF2-40B4-BE49-F238E27FC236}">
                <a16:creationId xmlns:a16="http://schemas.microsoft.com/office/drawing/2014/main" id="{56020A4A-11F0-4815-BF1C-E658786A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094768"/>
            <a:ext cx="1850708" cy="153162"/>
          </a:xfrm>
          <a:custGeom xmlns:a="http://schemas.openxmlformats.org/drawingml/2006/main">
            <a:pathLst>
              <a:path w="1850708" h="153162">
                <a:moveTo>
                  <a:pt x="0" y="121253"/>
                </a:moveTo>
                <a:lnTo>
                  <a:pt x="0" y="0"/>
                </a:lnTo>
                <a:lnTo>
                  <a:pt x="1850708" y="0"/>
                </a:lnTo>
                <a:lnTo>
                  <a:pt x="1850708" y="15316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3" name="dp44-comparison / n280 / arrow">
            <a:extLst xmlns:a="http://schemas.openxmlformats.org/drawingml/2006/main">
              <a:ext uri="{FF2B5EF4-FFF2-40B4-BE49-F238E27FC236}">
                <a16:creationId xmlns:a16="http://schemas.microsoft.com/office/drawing/2014/main" id="{AA43AE16-B5F9-4E08-8205-B49E626A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0084" y="320300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4" name="dp44-comparison / n281 / path">
            <a:extLst xmlns:a="http://schemas.openxmlformats.org/drawingml/2006/main">
              <a:ext uri="{FF2B5EF4-FFF2-40B4-BE49-F238E27FC236}">
                <a16:creationId xmlns:a16="http://schemas.microsoft.com/office/drawing/2014/main" id="{C0C1EA1A-5CEA-4516-BA3E-02559854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555" y="3369183"/>
            <a:ext cx="701993" cy="274415"/>
          </a:xfrm>
          <a:custGeom xmlns:a="http://schemas.openxmlformats.org/drawingml/2006/main">
            <a:pathLst>
              <a:path w="701993" h="274415">
                <a:moveTo>
                  <a:pt x="0" y="274415"/>
                </a:moveTo>
                <a:lnTo>
                  <a:pt x="0" y="0"/>
                </a:lnTo>
                <a:lnTo>
                  <a:pt x="70199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5" name="dp44-comparison / n281 / arrow">
            <a:extLst xmlns:a="http://schemas.openxmlformats.org/drawingml/2006/main">
              <a:ext uri="{FF2B5EF4-FFF2-40B4-BE49-F238E27FC236}">
                <a16:creationId xmlns:a16="http://schemas.microsoft.com/office/drawing/2014/main" id="{F1C0E725-5188-4734-8CDF-50BDF3325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34671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6" name="dp44-comparison / n282 / path">
            <a:extLst xmlns:a="http://schemas.openxmlformats.org/drawingml/2006/main">
              <a:ext uri="{FF2B5EF4-FFF2-40B4-BE49-F238E27FC236}">
                <a16:creationId xmlns:a16="http://schemas.microsoft.com/office/drawing/2014/main" id="{7A070AA6-D890-4B71-9893-E95DA1FD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3401092"/>
            <a:ext cx="2042160" cy="1620965"/>
          </a:xfrm>
          <a:custGeom xmlns:a="http://schemas.openxmlformats.org/drawingml/2006/main">
            <a:pathLst>
              <a:path w="2042160" h="1620965">
                <a:moveTo>
                  <a:pt x="2042160" y="0"/>
                </a:moveTo>
                <a:lnTo>
                  <a:pt x="2042160" y="1620965"/>
                </a:lnTo>
                <a:lnTo>
                  <a:pt x="0" y="162096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7" name="dp44-comparison / n282 / arrow">
            <a:extLst xmlns:a="http://schemas.openxmlformats.org/drawingml/2006/main">
              <a:ext uri="{FF2B5EF4-FFF2-40B4-BE49-F238E27FC236}">
                <a16:creationId xmlns:a16="http://schemas.microsoft.com/office/drawing/2014/main" id="{B77C54C9-81EB-4015-8B3D-6C7C38AA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8" name="dp44-comparison / n283 / path">
            <a:extLst xmlns:a="http://schemas.openxmlformats.org/drawingml/2006/main">
              <a:ext uri="{FF2B5EF4-FFF2-40B4-BE49-F238E27FC236}">
                <a16:creationId xmlns:a16="http://schemas.microsoft.com/office/drawing/2014/main" id="{E1A3393A-5DA8-43A5-A24A-87DC8C3FE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3439382"/>
            <a:ext cx="1212533" cy="1754981"/>
          </a:xfrm>
          <a:custGeom xmlns:a="http://schemas.openxmlformats.org/drawingml/2006/main">
            <a:pathLst>
              <a:path w="1212533" h="1754981">
                <a:moveTo>
                  <a:pt x="0" y="1754981"/>
                </a:moveTo>
                <a:lnTo>
                  <a:pt x="899827" y="1754981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49" name="dp44-comparison / n283 / arrow">
            <a:extLst xmlns:a="http://schemas.openxmlformats.org/drawingml/2006/main">
              <a:ext uri="{FF2B5EF4-FFF2-40B4-BE49-F238E27FC236}">
                <a16:creationId xmlns:a16="http://schemas.microsoft.com/office/drawing/2014/main" id="{54BE06CB-1FD5-48EA-A604-C38DD25D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416918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0" name="dp44-comparison / n284 / path">
            <a:extLst xmlns:a="http://schemas.openxmlformats.org/drawingml/2006/main">
              <a:ext uri="{FF2B5EF4-FFF2-40B4-BE49-F238E27FC236}">
                <a16:creationId xmlns:a16="http://schemas.microsoft.com/office/drawing/2014/main" id="{489F1972-191B-4D99-BBD9-E1DC6068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3471291"/>
            <a:ext cx="2042160" cy="2112359"/>
          </a:xfrm>
          <a:custGeom xmlns:a="http://schemas.openxmlformats.org/drawingml/2006/main">
            <a:pathLst>
              <a:path w="2042160" h="2112359">
                <a:moveTo>
                  <a:pt x="2042160" y="0"/>
                </a:moveTo>
                <a:lnTo>
                  <a:pt x="1397603" y="0"/>
                </a:lnTo>
                <a:lnTo>
                  <a:pt x="1397603" y="2112359"/>
                </a:lnTo>
                <a:lnTo>
                  <a:pt x="0" y="211235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1" name="dp44-comparison / n284 / arrow">
            <a:extLst xmlns:a="http://schemas.openxmlformats.org/drawingml/2006/main">
              <a:ext uri="{FF2B5EF4-FFF2-40B4-BE49-F238E27FC236}">
                <a16:creationId xmlns:a16="http://schemas.microsoft.com/office/drawing/2014/main" id="{D4FBB85E-3359-4A0B-9DAF-01EF2FC3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556118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2" name="dp44-comparison / n285 / path">
            <a:extLst xmlns:a="http://schemas.openxmlformats.org/drawingml/2006/main">
              <a:ext uri="{FF2B5EF4-FFF2-40B4-BE49-F238E27FC236}">
                <a16:creationId xmlns:a16="http://schemas.microsoft.com/office/drawing/2014/main" id="{BFEEC0EF-9851-4AB1-8BAF-CEBE2F9A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3477673"/>
            <a:ext cx="1212533" cy="2278285"/>
          </a:xfrm>
          <a:custGeom xmlns:a="http://schemas.openxmlformats.org/drawingml/2006/main">
            <a:pathLst>
              <a:path w="1212533" h="2278285">
                <a:moveTo>
                  <a:pt x="0" y="2278285"/>
                </a:moveTo>
                <a:lnTo>
                  <a:pt x="899827" y="2278285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53" name="dp44-comparison / n285 / arrow">
            <a:extLst xmlns:a="http://schemas.openxmlformats.org/drawingml/2006/main">
              <a:ext uri="{FF2B5EF4-FFF2-40B4-BE49-F238E27FC236}">
                <a16:creationId xmlns:a16="http://schemas.microsoft.com/office/drawing/2014/main" id="{B53AC91D-9DF5-4522-B61A-2E44D6534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45520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4" name="dp44-comparison / n286 / path">
            <a:extLst xmlns:a="http://schemas.openxmlformats.org/drawingml/2006/main">
              <a:ext uri="{FF2B5EF4-FFF2-40B4-BE49-F238E27FC236}">
                <a16:creationId xmlns:a16="http://schemas.microsoft.com/office/drawing/2014/main" id="{386CC784-43BB-4BA7-B811-F75E6097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4224338"/>
            <a:ext cx="606266" cy="797719"/>
          </a:xfrm>
          <a:custGeom xmlns:a="http://schemas.openxmlformats.org/drawingml/2006/main">
            <a:pathLst>
              <a:path w="606266" h="797719">
                <a:moveTo>
                  <a:pt x="606266" y="0"/>
                </a:moveTo>
                <a:lnTo>
                  <a:pt x="606266" y="797719"/>
                </a:lnTo>
                <a:lnTo>
                  <a:pt x="0" y="79771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5" name="dp44-comparison / n286 / arrow">
            <a:extLst xmlns:a="http://schemas.openxmlformats.org/drawingml/2006/main">
              <a:ext uri="{FF2B5EF4-FFF2-40B4-BE49-F238E27FC236}">
                <a16:creationId xmlns:a16="http://schemas.microsoft.com/office/drawing/2014/main" id="{DC914277-6ADF-43C4-9BFD-56474304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6" name="dp44-comparison / n287 / path">
            <a:extLst xmlns:a="http://schemas.openxmlformats.org/drawingml/2006/main">
              <a:ext uri="{FF2B5EF4-FFF2-40B4-BE49-F238E27FC236}">
                <a16:creationId xmlns:a16="http://schemas.microsoft.com/office/drawing/2014/main" id="{265E9295-AE02-48CA-84ED-481AD205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0"/>
                </a:moveTo>
                <a:lnTo>
                  <a:pt x="0" y="21697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7" name="dp44-comparison / n287 / arrow">
            <a:extLst xmlns:a="http://schemas.openxmlformats.org/drawingml/2006/main">
              <a:ext uri="{FF2B5EF4-FFF2-40B4-BE49-F238E27FC236}">
                <a16:creationId xmlns:a16="http://schemas.microsoft.com/office/drawing/2014/main" id="{E79772FA-292B-424D-B305-B718F963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9590" y="553872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8" name="dp44-comparison / n288 / path">
            <a:extLst xmlns:a="http://schemas.openxmlformats.org/drawingml/2006/main">
              <a:ext uri="{FF2B5EF4-FFF2-40B4-BE49-F238E27FC236}">
                <a16:creationId xmlns:a16="http://schemas.microsoft.com/office/drawing/2014/main" id="{2B9D16B8-A1A3-42DC-9922-BE4CF14C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0"/>
                </a:moveTo>
                <a:lnTo>
                  <a:pt x="0" y="21059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9" name="dp44-comparison / n288 / arrow">
            <a:extLst xmlns:a="http://schemas.openxmlformats.org/drawingml/2006/main">
              <a:ext uri="{FF2B5EF4-FFF2-40B4-BE49-F238E27FC236}">
                <a16:creationId xmlns:a16="http://schemas.microsoft.com/office/drawing/2014/main" id="{125CB376-B925-4F61-9F0D-DD85BF6B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9590" y="609393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0" name="dp44-comparison / n289 / path">
            <a:extLst xmlns:a="http://schemas.openxmlformats.org/drawingml/2006/main">
              <a:ext uri="{FF2B5EF4-FFF2-40B4-BE49-F238E27FC236}">
                <a16:creationId xmlns:a16="http://schemas.microsoft.com/office/drawing/2014/main" id="{DF8004DD-36FC-4AC6-A9CA-FCB47EC1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32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21697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1" name="dp44-comparison / n289 / arrow">
            <a:extLst xmlns:a="http://schemas.openxmlformats.org/drawingml/2006/main">
              <a:ext uri="{FF2B5EF4-FFF2-40B4-BE49-F238E27FC236}">
                <a16:creationId xmlns:a16="http://schemas.microsoft.com/office/drawing/2014/main" id="{DABE2E5B-7CBE-4731-BD10-78E37215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4860" y="536667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2" name="dp44-comparison / n290 / path">
            <a:extLst xmlns:a="http://schemas.openxmlformats.org/drawingml/2006/main">
              <a:ext uri="{FF2B5EF4-FFF2-40B4-BE49-F238E27FC236}">
                <a16:creationId xmlns:a16="http://schemas.microsoft.com/office/drawing/2014/main" id="{FCF1B149-0269-4628-A669-327885E15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32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21059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3" name="dp44-comparison / n290 / arrow">
            <a:extLst xmlns:a="http://schemas.openxmlformats.org/drawingml/2006/main">
              <a:ext uri="{FF2B5EF4-FFF2-40B4-BE49-F238E27FC236}">
                <a16:creationId xmlns:a16="http://schemas.microsoft.com/office/drawing/2014/main" id="{017AC706-F04E-4AB8-9A73-E414571E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4860" y="592826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4" name="dp44-comparison / n291 / path">
            <a:extLst xmlns:a="http://schemas.openxmlformats.org/drawingml/2006/main">
              <a:ext uri="{FF2B5EF4-FFF2-40B4-BE49-F238E27FC236}">
                <a16:creationId xmlns:a16="http://schemas.microsoft.com/office/drawing/2014/main" id="{CD3D470F-2060-42C4-ACFE-6A2CC01D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154138"/>
            <a:ext cx="1276350" cy="1040225"/>
          </a:xfrm>
          <a:custGeom xmlns:a="http://schemas.openxmlformats.org/drawingml/2006/main">
            <a:pathLst>
              <a:path w="1276350" h="1040225">
                <a:moveTo>
                  <a:pt x="1276350" y="1040225"/>
                </a:moveTo>
                <a:lnTo>
                  <a:pt x="1276350" y="134017"/>
                </a:lnTo>
                <a:lnTo>
                  <a:pt x="0" y="134017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5" name="dp44-comparison / n291 / arrow">
            <a:extLst xmlns:a="http://schemas.openxmlformats.org/drawingml/2006/main">
              <a:ext uri="{FF2B5EF4-FFF2-40B4-BE49-F238E27FC236}">
                <a16:creationId xmlns:a16="http://schemas.microsoft.com/office/drawing/2014/main" id="{147C3F94-4A24-484F-8253-C73D45923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6974" y="415413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6" name="dp44-comparison / n292 / path">
            <a:extLst xmlns:a="http://schemas.openxmlformats.org/drawingml/2006/main">
              <a:ext uri="{FF2B5EF4-FFF2-40B4-BE49-F238E27FC236}">
                <a16:creationId xmlns:a16="http://schemas.microsoft.com/office/drawing/2014/main" id="{DB7F89EA-CAB9-4DF9-B541-DED7AF16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9388" y="3394710"/>
            <a:ext cx="1113615" cy="2993041"/>
          </a:xfrm>
          <a:custGeom xmlns:a="http://schemas.openxmlformats.org/drawingml/2006/main">
            <a:pathLst>
              <a:path w="1113615" h="2993041">
                <a:moveTo>
                  <a:pt x="1113615" y="2993041"/>
                </a:moveTo>
                <a:lnTo>
                  <a:pt x="520113" y="2993041"/>
                </a:lnTo>
                <a:lnTo>
                  <a:pt x="520113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67" name="dp44-comparison / n292 / arrow">
            <a:extLst xmlns:a="http://schemas.openxmlformats.org/drawingml/2006/main">
              <a:ext uri="{FF2B5EF4-FFF2-40B4-BE49-F238E27FC236}">
                <a16:creationId xmlns:a16="http://schemas.microsoft.com/office/drawing/2014/main" id="{61655A1B-0513-422B-843D-5CC022552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9388" y="337224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8" name="dp44-comparison / n293 / path">
            <a:extLst xmlns:a="http://schemas.openxmlformats.org/drawingml/2006/main">
              <a:ext uri="{FF2B5EF4-FFF2-40B4-BE49-F238E27FC236}">
                <a16:creationId xmlns:a16="http://schemas.microsoft.com/office/drawing/2014/main" id="{2C043A62-89C9-45E3-A695-EAA3F2C8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260693"/>
            <a:ext cx="2616518" cy="3222784"/>
          </a:xfrm>
          <a:custGeom xmlns:a="http://schemas.openxmlformats.org/drawingml/2006/main">
            <a:pathLst>
              <a:path w="2616518" h="3222784">
                <a:moveTo>
                  <a:pt x="0" y="0"/>
                </a:moveTo>
                <a:lnTo>
                  <a:pt x="0" y="1703927"/>
                </a:lnTo>
                <a:lnTo>
                  <a:pt x="2463355" y="1703927"/>
                </a:lnTo>
                <a:lnTo>
                  <a:pt x="2463355" y="3222784"/>
                </a:lnTo>
                <a:lnTo>
                  <a:pt x="2616518" y="322278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9" name="dp44-comparison / n293 / arrow">
            <a:extLst xmlns:a="http://schemas.openxmlformats.org/drawingml/2006/main">
              <a:ext uri="{FF2B5EF4-FFF2-40B4-BE49-F238E27FC236}">
                <a16:creationId xmlns:a16="http://schemas.microsoft.com/office/drawing/2014/main" id="{4939EC1E-2251-4570-B0A3-4BE251CF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58076" y="64610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0" name="dp44-comparison / n294 / path">
            <a:extLst xmlns:a="http://schemas.openxmlformats.org/drawingml/2006/main">
              <a:ext uri="{FF2B5EF4-FFF2-40B4-BE49-F238E27FC236}">
                <a16:creationId xmlns:a16="http://schemas.microsoft.com/office/drawing/2014/main" id="{7C0DE0F3-CBA0-44E2-A07A-ADE424C2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6387751"/>
            <a:ext cx="255270" cy="953"/>
          </a:xfrm>
          <a:custGeom xmlns:a="http://schemas.openxmlformats.org/drawingml/2006/main">
            <a:pathLst>
              <a:path w="255270" h="953">
                <a:moveTo>
                  <a:pt x="0" y="0"/>
                </a:moveTo>
                <a:lnTo>
                  <a:pt x="2552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71" name="dp44-comparison / n294 / arrow">
            <a:extLst xmlns:a="http://schemas.openxmlformats.org/drawingml/2006/main">
              <a:ext uri="{FF2B5EF4-FFF2-40B4-BE49-F238E27FC236}">
                <a16:creationId xmlns:a16="http://schemas.microsoft.com/office/drawing/2014/main" id="{7F18B34C-2B99-45E4-9969-50BAD1BC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5879" y="63652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2" name="dp44-comparison / n295 / path">
            <a:extLst xmlns:a="http://schemas.openxmlformats.org/drawingml/2006/main">
              <a:ext uri="{FF2B5EF4-FFF2-40B4-BE49-F238E27FC236}">
                <a16:creationId xmlns:a16="http://schemas.microsoft.com/office/drawing/2014/main" id="{C344220A-FFF3-4766-A7A8-CA5E42A4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28069" y="4543425"/>
            <a:ext cx="408432" cy="1844326"/>
          </a:xfrm>
          <a:custGeom xmlns:a="http://schemas.openxmlformats.org/drawingml/2006/main">
            <a:pathLst>
              <a:path w="408432" h="1844326">
                <a:moveTo>
                  <a:pt x="255270" y="1844326"/>
                </a:moveTo>
                <a:lnTo>
                  <a:pt x="408432" y="1844326"/>
                </a:lnTo>
                <a:lnTo>
                  <a:pt x="408432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73" name="dp44-comparison / n295 / arrow">
            <a:extLst xmlns:a="http://schemas.openxmlformats.org/drawingml/2006/main">
              <a:ext uri="{FF2B5EF4-FFF2-40B4-BE49-F238E27FC236}">
                <a16:creationId xmlns:a16="http://schemas.microsoft.com/office/drawing/2014/main" id="{10FDA055-EE29-487E-892E-4903F3B5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28069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4" name="dp44-comparison / n296 / path">
            <a:extLst xmlns:a="http://schemas.openxmlformats.org/drawingml/2006/main">
              <a:ext uri="{FF2B5EF4-FFF2-40B4-BE49-F238E27FC236}">
                <a16:creationId xmlns:a16="http://schemas.microsoft.com/office/drawing/2014/main" id="{07F56A9A-A9DE-45C4-8EEC-A1624F945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324511"/>
            <a:ext cx="382905" cy="19145"/>
          </a:xfrm>
          <a:custGeom xmlns:a="http://schemas.openxmlformats.org/drawingml/2006/main">
            <a:pathLst>
              <a:path w="382905" h="19145">
                <a:moveTo>
                  <a:pt x="0" y="0"/>
                </a:moveTo>
                <a:lnTo>
                  <a:pt x="0" y="19145"/>
                </a:lnTo>
                <a:lnTo>
                  <a:pt x="382905" y="1914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75" name="dp44-comparison / n296 / arrow">
            <a:extLst xmlns:a="http://schemas.openxmlformats.org/drawingml/2006/main">
              <a:ext uri="{FF2B5EF4-FFF2-40B4-BE49-F238E27FC236}">
                <a16:creationId xmlns:a16="http://schemas.microsoft.com/office/drawing/2014/main" id="{5E319A17-F72A-4D49-8792-75F24FFB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87415" y="332119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6" name="dp44-comparison / n297 / path">
            <a:extLst xmlns:a="http://schemas.openxmlformats.org/drawingml/2006/main">
              <a:ext uri="{FF2B5EF4-FFF2-40B4-BE49-F238E27FC236}">
                <a16:creationId xmlns:a16="http://schemas.microsoft.com/office/drawing/2014/main" id="{9095108E-8FBB-484F-A1B3-AD3C584C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407474"/>
            <a:ext cx="382905" cy="19145"/>
          </a:xfrm>
          <a:custGeom xmlns:a="http://schemas.openxmlformats.org/drawingml/2006/main">
            <a:pathLst>
              <a:path w="382905" h="19145">
                <a:moveTo>
                  <a:pt x="382905" y="19145"/>
                </a:moveTo>
                <a:lnTo>
                  <a:pt x="38290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77" name="dp44-comparison / n297 / arrow">
            <a:extLst xmlns:a="http://schemas.openxmlformats.org/drawingml/2006/main">
              <a:ext uri="{FF2B5EF4-FFF2-40B4-BE49-F238E27FC236}">
                <a16:creationId xmlns:a16="http://schemas.microsoft.com/office/drawing/2014/main" id="{03F3ACDC-C131-49E1-82FB-51A1864D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385010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8" name="dp44-comparison / n298 / path">
            <a:extLst xmlns:a="http://schemas.openxmlformats.org/drawingml/2006/main">
              <a:ext uri="{FF2B5EF4-FFF2-40B4-BE49-F238E27FC236}">
                <a16:creationId xmlns:a16="http://schemas.microsoft.com/office/drawing/2014/main" id="{365198DC-1756-47BD-AA68-B2E9339F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058412"/>
            <a:ext cx="382905" cy="19145"/>
          </a:xfrm>
          <a:custGeom xmlns:a="http://schemas.openxmlformats.org/drawingml/2006/main">
            <a:pathLst>
              <a:path w="382905" h="19145">
                <a:moveTo>
                  <a:pt x="0" y="0"/>
                </a:moveTo>
                <a:lnTo>
                  <a:pt x="0" y="19145"/>
                </a:lnTo>
                <a:lnTo>
                  <a:pt x="382905" y="1914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79" name="dp44-comparison / n298 / arrow">
            <a:extLst xmlns:a="http://schemas.openxmlformats.org/drawingml/2006/main">
              <a:ext uri="{FF2B5EF4-FFF2-40B4-BE49-F238E27FC236}">
                <a16:creationId xmlns:a16="http://schemas.microsoft.com/office/drawing/2014/main" id="{99D020CA-A160-4BAF-9265-3F7A365C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87415" y="405509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0" name="dp44-comparison / n299 / path">
            <a:extLst xmlns:a="http://schemas.openxmlformats.org/drawingml/2006/main">
              <a:ext uri="{FF2B5EF4-FFF2-40B4-BE49-F238E27FC236}">
                <a16:creationId xmlns:a16="http://schemas.microsoft.com/office/drawing/2014/main" id="{E87F31BE-03DA-4F3D-8041-5E6CCFDB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141375"/>
            <a:ext cx="382905" cy="19145"/>
          </a:xfrm>
          <a:custGeom xmlns:a="http://schemas.openxmlformats.org/drawingml/2006/main">
            <a:pathLst>
              <a:path w="382905" h="19145">
                <a:moveTo>
                  <a:pt x="382905" y="19145"/>
                </a:moveTo>
                <a:lnTo>
                  <a:pt x="38290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81" name="dp44-comparison / n299 / arrow">
            <a:extLst xmlns:a="http://schemas.openxmlformats.org/drawingml/2006/main">
              <a:ext uri="{FF2B5EF4-FFF2-40B4-BE49-F238E27FC236}">
                <a16:creationId xmlns:a16="http://schemas.microsoft.com/office/drawing/2014/main" id="{4255DD16-EFD2-4FFE-B394-3382523E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11891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2" name="dp44-comparison / n300 / path">
            <a:extLst xmlns:a="http://schemas.openxmlformats.org/drawingml/2006/main">
              <a:ext uri="{FF2B5EF4-FFF2-40B4-BE49-F238E27FC236}">
                <a16:creationId xmlns:a16="http://schemas.microsoft.com/office/drawing/2014/main" id="{346A26F9-1E75-4468-AFFF-E63187EE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842" y="3496818"/>
            <a:ext cx="1206151" cy="1876235"/>
          </a:xfrm>
          <a:custGeom xmlns:a="http://schemas.openxmlformats.org/drawingml/2006/main">
            <a:pathLst>
              <a:path w="1206151" h="1876235">
                <a:moveTo>
                  <a:pt x="1206151" y="0"/>
                </a:moveTo>
                <a:lnTo>
                  <a:pt x="0" y="0"/>
                </a:lnTo>
                <a:lnTo>
                  <a:pt x="0" y="1876235"/>
                </a:lnTo>
                <a:lnTo>
                  <a:pt x="759428" y="187623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3" name="dp44-comparison / n300 / arrow">
            <a:extLst xmlns:a="http://schemas.openxmlformats.org/drawingml/2006/main">
              <a:ext uri="{FF2B5EF4-FFF2-40B4-BE49-F238E27FC236}">
                <a16:creationId xmlns:a16="http://schemas.microsoft.com/office/drawing/2014/main" id="{0E9A8F97-2E5C-4AD6-BFB5-45A590EDB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4342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4" name="dp44-comparison / n301 / path">
            <a:extLst xmlns:a="http://schemas.openxmlformats.org/drawingml/2006/main">
              <a:ext uri="{FF2B5EF4-FFF2-40B4-BE49-F238E27FC236}">
                <a16:creationId xmlns:a16="http://schemas.microsoft.com/office/drawing/2014/main" id="{22C8089D-FCC6-4699-B4B5-1EB259AD6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842" y="4230719"/>
            <a:ext cx="1652873" cy="1142333"/>
          </a:xfrm>
          <a:custGeom xmlns:a="http://schemas.openxmlformats.org/drawingml/2006/main">
            <a:pathLst>
              <a:path w="1652873" h="1142333">
                <a:moveTo>
                  <a:pt x="1652873" y="0"/>
                </a:moveTo>
                <a:lnTo>
                  <a:pt x="0" y="0"/>
                </a:lnTo>
                <a:lnTo>
                  <a:pt x="0" y="1142333"/>
                </a:lnTo>
                <a:lnTo>
                  <a:pt x="1046607" y="1142333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5" name="dp44-comparison / n301 / arrow">
            <a:extLst xmlns:a="http://schemas.openxmlformats.org/drawingml/2006/main">
              <a:ext uri="{FF2B5EF4-FFF2-40B4-BE49-F238E27FC236}">
                <a16:creationId xmlns:a16="http://schemas.microsoft.com/office/drawing/2014/main" id="{342D78ED-9347-47F3-9706-11A2BF3D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51521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6" name="dp44-comparison / n302 / path">
            <a:extLst xmlns:a="http://schemas.openxmlformats.org/drawingml/2006/main">
              <a:ext uri="{FF2B5EF4-FFF2-40B4-BE49-F238E27FC236}">
                <a16:creationId xmlns:a16="http://schemas.microsoft.com/office/drawing/2014/main" id="{FCFF6AE1-4D39-419F-A421-F2355516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548551"/>
            <a:ext cx="255270" cy="953"/>
          </a:xfrm>
          <a:custGeom xmlns:a="http://schemas.openxmlformats.org/drawingml/2006/main">
            <a:pathLst>
              <a:path w="255270" h="953">
                <a:moveTo>
                  <a:pt x="0" y="0"/>
                </a:moveTo>
                <a:lnTo>
                  <a:pt x="2552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7" name="dp44-comparison / n302 / arrow">
            <a:extLst xmlns:a="http://schemas.openxmlformats.org/drawingml/2006/main">
              <a:ext uri="{FF2B5EF4-FFF2-40B4-BE49-F238E27FC236}">
                <a16:creationId xmlns:a16="http://schemas.microsoft.com/office/drawing/2014/main" id="{52FB9A48-6CF7-4887-ACC9-56071639B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5879" y="55260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8" name="dp44-comparison / n303 / path">
            <a:extLst xmlns:a="http://schemas.openxmlformats.org/drawingml/2006/main">
              <a:ext uri="{FF2B5EF4-FFF2-40B4-BE49-F238E27FC236}">
                <a16:creationId xmlns:a16="http://schemas.microsoft.com/office/drawing/2014/main" id="{C3B31D07-4BF1-4EED-AFEC-17F42D49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77073" y="5724049"/>
            <a:ext cx="953" cy="102108"/>
          </a:xfrm>
          <a:custGeom xmlns:a="http://schemas.openxmlformats.org/drawingml/2006/main">
            <a:pathLst>
              <a:path w="953" h="102108">
                <a:moveTo>
                  <a:pt x="0" y="0"/>
                </a:moveTo>
                <a:lnTo>
                  <a:pt x="0" y="10210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9" name="dp44-comparison / n303 / arrow">
            <a:extLst xmlns:a="http://schemas.openxmlformats.org/drawingml/2006/main">
              <a:ext uri="{FF2B5EF4-FFF2-40B4-BE49-F238E27FC236}">
                <a16:creationId xmlns:a16="http://schemas.microsoft.com/office/drawing/2014/main" id="{D2D2B373-E8D7-41CC-AEB5-00833386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54609" y="578122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0" name="dp44-comparison / n304 / path">
            <a:extLst xmlns:a="http://schemas.openxmlformats.org/drawingml/2006/main">
              <a:ext uri="{FF2B5EF4-FFF2-40B4-BE49-F238E27FC236}">
                <a16:creationId xmlns:a16="http://schemas.microsoft.com/office/drawing/2014/main" id="{07315437-2D14-47BB-BE55-D976CB01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43" y="5724049"/>
            <a:ext cx="953" cy="102108"/>
          </a:xfrm>
          <a:custGeom xmlns:a="http://schemas.openxmlformats.org/drawingml/2006/main">
            <a:pathLst>
              <a:path w="953" h="102108">
                <a:moveTo>
                  <a:pt x="0" y="10210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91" name="dp44-comparison / n304 / arrow">
            <a:extLst xmlns:a="http://schemas.openxmlformats.org/drawingml/2006/main">
              <a:ext uri="{FF2B5EF4-FFF2-40B4-BE49-F238E27FC236}">
                <a16:creationId xmlns:a16="http://schemas.microsoft.com/office/drawing/2014/main" id="{004740E9-F5CF-4656-ABFF-65395842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9879" y="572404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2" name="dp44-comparison / n305 / path">
            <a:extLst xmlns:a="http://schemas.openxmlformats.org/drawingml/2006/main">
              <a:ext uri="{FF2B5EF4-FFF2-40B4-BE49-F238E27FC236}">
                <a16:creationId xmlns:a16="http://schemas.microsoft.com/office/drawing/2014/main" id="{4298F8FE-9877-4A2F-B3DA-FC1302F1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9270" y="5548551"/>
            <a:ext cx="861536" cy="666893"/>
          </a:xfrm>
          <a:custGeom xmlns:a="http://schemas.openxmlformats.org/drawingml/2006/main">
            <a:pathLst>
              <a:path w="861536" h="666893">
                <a:moveTo>
                  <a:pt x="861536" y="0"/>
                </a:moveTo>
                <a:lnTo>
                  <a:pt x="861536" y="666893"/>
                </a:lnTo>
                <a:lnTo>
                  <a:pt x="0" y="666893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93" name="dp44-comparison / n305 / arrow">
            <a:extLst xmlns:a="http://schemas.openxmlformats.org/drawingml/2006/main">
              <a:ext uri="{FF2B5EF4-FFF2-40B4-BE49-F238E27FC236}">
                <a16:creationId xmlns:a16="http://schemas.microsoft.com/office/drawing/2014/main" id="{05160D93-3EA4-4D1B-A02F-FECE3127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9270" y="6192980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4" name="dp44-comparison / n306 / path">
            <a:extLst xmlns:a="http://schemas.openxmlformats.org/drawingml/2006/main">
              <a:ext uri="{FF2B5EF4-FFF2-40B4-BE49-F238E27FC236}">
                <a16:creationId xmlns:a16="http://schemas.microsoft.com/office/drawing/2014/main" id="{A8AF5E8A-2D60-4765-BD95-B1F85C14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6616" y="4543425"/>
            <a:ext cx="599885" cy="829628"/>
          </a:xfrm>
          <a:custGeom xmlns:a="http://schemas.openxmlformats.org/drawingml/2006/main">
            <a:pathLst>
              <a:path w="599885" h="829628">
                <a:moveTo>
                  <a:pt x="0" y="0"/>
                </a:moveTo>
                <a:lnTo>
                  <a:pt x="599885" y="0"/>
                </a:lnTo>
                <a:lnTo>
                  <a:pt x="599885" y="829628"/>
                </a:lnTo>
                <a:lnTo>
                  <a:pt x="223361" y="82962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95" name="dp44-comparison / n306 / arrow">
            <a:extLst xmlns:a="http://schemas.openxmlformats.org/drawingml/2006/main">
              <a:ext uri="{FF2B5EF4-FFF2-40B4-BE49-F238E27FC236}">
                <a16:creationId xmlns:a16="http://schemas.microsoft.com/office/drawing/2014/main" id="{2EC6FF62-A909-4C3A-BE1F-50576689C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59978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6" name="dp44-comparison / n307 / path">
            <a:extLst xmlns:a="http://schemas.openxmlformats.org/drawingml/2006/main">
              <a:ext uri="{FF2B5EF4-FFF2-40B4-BE49-F238E27FC236}">
                <a16:creationId xmlns:a16="http://schemas.microsoft.com/office/drawing/2014/main" id="{33489044-9398-4CA8-9687-DB605056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3339" y="5548551"/>
            <a:ext cx="953" cy="839200"/>
          </a:xfrm>
          <a:custGeom xmlns:a="http://schemas.openxmlformats.org/drawingml/2006/main">
            <a:pathLst>
              <a:path w="953" h="839200">
                <a:moveTo>
                  <a:pt x="0" y="8392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97" name="dp44-comparison / n307 / arrow">
            <a:extLst xmlns:a="http://schemas.openxmlformats.org/drawingml/2006/main">
              <a:ext uri="{FF2B5EF4-FFF2-40B4-BE49-F238E27FC236}">
                <a16:creationId xmlns:a16="http://schemas.microsoft.com/office/drawing/2014/main" id="{B085C3A2-10F1-4CF9-8CCE-E7978C208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0875" y="554855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8" name="dp44-comparison / n308 / path">
            <a:extLst xmlns:a="http://schemas.openxmlformats.org/drawingml/2006/main">
              <a:ext uri="{FF2B5EF4-FFF2-40B4-BE49-F238E27FC236}">
                <a16:creationId xmlns:a16="http://schemas.microsoft.com/office/drawing/2014/main" id="{B061C88E-93D0-4513-9458-BA2ECB68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657040"/>
            <a:ext cx="255270" cy="953"/>
          </a:xfrm>
          <a:custGeom xmlns:a="http://schemas.openxmlformats.org/drawingml/2006/main">
            <a:pathLst>
              <a:path w="255270" h="953">
                <a:moveTo>
                  <a:pt x="25527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99" name="dp44-comparison / n308 / arrow">
            <a:extLst xmlns:a="http://schemas.openxmlformats.org/drawingml/2006/main">
              <a:ext uri="{FF2B5EF4-FFF2-40B4-BE49-F238E27FC236}">
                <a16:creationId xmlns:a16="http://schemas.microsoft.com/office/drawing/2014/main" id="{27CC6054-60A7-44D8-897C-3A9B67E52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634577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0" name="dp44-comparison / n309 / path">
            <a:extLst xmlns:a="http://schemas.openxmlformats.org/drawingml/2006/main">
              <a:ext uri="{FF2B5EF4-FFF2-40B4-BE49-F238E27FC236}">
                <a16:creationId xmlns:a16="http://schemas.microsoft.com/office/drawing/2014/main" id="{5F2CA121-6855-4533-9B65-816A5A29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324511"/>
            <a:ext cx="887063" cy="2048542"/>
          </a:xfrm>
          <a:custGeom xmlns:a="http://schemas.openxmlformats.org/drawingml/2006/main">
            <a:pathLst>
              <a:path w="887063" h="2048542">
                <a:moveTo>
                  <a:pt x="319088" y="2048542"/>
                </a:moveTo>
                <a:lnTo>
                  <a:pt x="887063" y="2048542"/>
                </a:lnTo>
                <a:lnTo>
                  <a:pt x="887063" y="963644"/>
                </a:lnTo>
                <a:lnTo>
                  <a:pt x="0" y="96364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1" name="dp44-comparison / n309 / arrow">
            <a:extLst xmlns:a="http://schemas.openxmlformats.org/drawingml/2006/main">
              <a:ext uri="{FF2B5EF4-FFF2-40B4-BE49-F238E27FC236}">
                <a16:creationId xmlns:a16="http://schemas.microsoft.com/office/drawing/2014/main" id="{3A693570-D5F0-4B34-B7F2-9465A726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6974" y="332451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2" name="dp44-comparison / n310 / path">
            <a:extLst xmlns:a="http://schemas.openxmlformats.org/drawingml/2006/main">
              <a:ext uri="{FF2B5EF4-FFF2-40B4-BE49-F238E27FC236}">
                <a16:creationId xmlns:a16="http://schemas.microsoft.com/office/drawing/2014/main" id="{8C54527F-3EE3-4AB4-9DD9-33EBCD25A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7445" y="4230719"/>
            <a:ext cx="1589056" cy="1142333"/>
          </a:xfrm>
          <a:custGeom xmlns:a="http://schemas.openxmlformats.org/drawingml/2006/main">
            <a:pathLst>
              <a:path w="1589056" h="1142333">
                <a:moveTo>
                  <a:pt x="638175" y="1142333"/>
                </a:moveTo>
                <a:lnTo>
                  <a:pt x="1589056" y="1142333"/>
                </a:lnTo>
                <a:lnTo>
                  <a:pt x="1589056" y="57436"/>
                </a:lnTo>
                <a:lnTo>
                  <a:pt x="0" y="5743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3" name="dp44-comparison / n310 / arrow">
            <a:extLst xmlns:a="http://schemas.openxmlformats.org/drawingml/2006/main">
              <a:ext uri="{FF2B5EF4-FFF2-40B4-BE49-F238E27FC236}">
                <a16:creationId xmlns:a16="http://schemas.microsoft.com/office/drawing/2014/main" id="{BADF3627-3020-40F7-8978-1321B7084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24981" y="423071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4" name="dp44-comparison / n311 / path">
            <a:extLst xmlns:a="http://schemas.openxmlformats.org/drawingml/2006/main">
              <a:ext uri="{FF2B5EF4-FFF2-40B4-BE49-F238E27FC236}">
                <a16:creationId xmlns:a16="http://schemas.microsoft.com/office/drawing/2014/main" id="{53ECA292-9EE4-409A-A6AA-5A165967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7818" y="5724049"/>
            <a:ext cx="1467802" cy="491395"/>
          </a:xfrm>
          <a:custGeom xmlns:a="http://schemas.openxmlformats.org/drawingml/2006/main">
            <a:pathLst>
              <a:path w="1467802" h="491395">
                <a:moveTo>
                  <a:pt x="0" y="491395"/>
                </a:moveTo>
                <a:lnTo>
                  <a:pt x="0" y="0"/>
                </a:lnTo>
                <a:lnTo>
                  <a:pt x="14678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5" name="dp44-comparison / n311 / arrow">
            <a:extLst xmlns:a="http://schemas.openxmlformats.org/drawingml/2006/main">
              <a:ext uri="{FF2B5EF4-FFF2-40B4-BE49-F238E27FC236}">
                <a16:creationId xmlns:a16="http://schemas.microsoft.com/office/drawing/2014/main" id="{5D67FC3F-4D68-4C4F-BCEF-9E3BF112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0692" y="570158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6" name="dp44-comparison / n312 / path">
            <a:extLst xmlns:a="http://schemas.openxmlformats.org/drawingml/2006/main">
              <a:ext uri="{FF2B5EF4-FFF2-40B4-BE49-F238E27FC236}">
                <a16:creationId xmlns:a16="http://schemas.microsoft.com/office/drawing/2014/main" id="{765FDC6E-FB0B-42A9-A1E5-C57CD66C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4543425"/>
            <a:ext cx="1620965" cy="1767745"/>
          </a:xfrm>
          <a:custGeom xmlns:a="http://schemas.openxmlformats.org/drawingml/2006/main">
            <a:pathLst>
              <a:path w="1620965" h="1767745">
                <a:moveTo>
                  <a:pt x="0" y="1767745"/>
                </a:moveTo>
                <a:lnTo>
                  <a:pt x="0" y="1225296"/>
                </a:lnTo>
                <a:lnTo>
                  <a:pt x="1620965" y="1225296"/>
                </a:lnTo>
                <a:lnTo>
                  <a:pt x="1620965" y="0"/>
                </a:lnTo>
                <a:lnTo>
                  <a:pt x="829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07" name="dp44-comparison / n312 / arrow">
            <a:extLst xmlns:a="http://schemas.openxmlformats.org/drawingml/2006/main">
              <a:ext uri="{FF2B5EF4-FFF2-40B4-BE49-F238E27FC236}">
                <a16:creationId xmlns:a16="http://schemas.microsoft.com/office/drawing/2014/main" id="{A59B67CB-8A58-481D-B308-C535B1DF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5164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8" name="dp44-comparison / n313 / path">
            <a:extLst xmlns:a="http://schemas.openxmlformats.org/drawingml/2006/main">
              <a:ext uri="{FF2B5EF4-FFF2-40B4-BE49-F238E27FC236}">
                <a16:creationId xmlns:a16="http://schemas.microsoft.com/office/drawing/2014/main" id="{F4C52BA0-AB6B-4BDA-B948-44BA03A4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4543425"/>
            <a:ext cx="1620965" cy="1716691"/>
          </a:xfrm>
          <a:custGeom xmlns:a="http://schemas.openxmlformats.org/drawingml/2006/main">
            <a:pathLst>
              <a:path w="1620965" h="1716691">
                <a:moveTo>
                  <a:pt x="957263" y="0"/>
                </a:moveTo>
                <a:lnTo>
                  <a:pt x="1620965" y="0"/>
                </a:lnTo>
                <a:lnTo>
                  <a:pt x="1620965" y="1238060"/>
                </a:lnTo>
                <a:lnTo>
                  <a:pt x="0" y="1238060"/>
                </a:lnTo>
                <a:lnTo>
                  <a:pt x="0" y="171669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9" name="dp44-comparison / n313 / arrow">
            <a:extLst xmlns:a="http://schemas.openxmlformats.org/drawingml/2006/main">
              <a:ext uri="{FF2B5EF4-FFF2-40B4-BE49-F238E27FC236}">
                <a16:creationId xmlns:a16="http://schemas.microsoft.com/office/drawing/2014/main" id="{54F21FB2-A31C-4611-8DC2-5D296FA0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3072" y="6215188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0" name="dp44-comparison / n314 / path">
            <a:extLst xmlns:a="http://schemas.openxmlformats.org/drawingml/2006/main">
              <a:ext uri="{FF2B5EF4-FFF2-40B4-BE49-F238E27FC236}">
                <a16:creationId xmlns:a16="http://schemas.microsoft.com/office/drawing/2014/main" id="{EF5BEDAB-9A09-4929-AE9B-C1A96826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194364"/>
            <a:ext cx="2010251" cy="1257205"/>
          </a:xfrm>
          <a:custGeom xmlns:a="http://schemas.openxmlformats.org/drawingml/2006/main">
            <a:pathLst>
              <a:path w="2010251" h="1257205">
                <a:moveTo>
                  <a:pt x="0" y="1257205"/>
                </a:moveTo>
                <a:lnTo>
                  <a:pt x="0" y="574358"/>
                </a:lnTo>
                <a:lnTo>
                  <a:pt x="2010251" y="574358"/>
                </a:lnTo>
                <a:lnTo>
                  <a:pt x="20102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11" name="dp44-comparison / n314 / arrow">
            <a:extLst xmlns:a="http://schemas.openxmlformats.org/drawingml/2006/main">
              <a:ext uri="{FF2B5EF4-FFF2-40B4-BE49-F238E27FC236}">
                <a16:creationId xmlns:a16="http://schemas.microsoft.com/office/drawing/2014/main" id="{D468DAF7-A45D-4AD7-9727-E47512DA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03324" y="519436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2" name="dp44-comparison / n315 / path">
            <a:extLst xmlns:a="http://schemas.openxmlformats.org/drawingml/2006/main">
              <a:ext uri="{FF2B5EF4-FFF2-40B4-BE49-F238E27FC236}">
                <a16:creationId xmlns:a16="http://schemas.microsoft.com/office/drawing/2014/main" id="{ADAABBCC-FE10-4CE1-ACB7-BB79C11DA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258181"/>
            <a:ext cx="2010251" cy="1225296"/>
          </a:xfrm>
          <a:custGeom xmlns:a="http://schemas.openxmlformats.org/drawingml/2006/main">
            <a:pathLst>
              <a:path w="2010251" h="1225296">
                <a:moveTo>
                  <a:pt x="2010251" y="0"/>
                </a:moveTo>
                <a:lnTo>
                  <a:pt x="2010251" y="523304"/>
                </a:lnTo>
                <a:lnTo>
                  <a:pt x="0" y="523304"/>
                </a:lnTo>
                <a:lnTo>
                  <a:pt x="0" y="122529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13" name="dp44-comparison / n315 / arrow">
            <a:extLst xmlns:a="http://schemas.openxmlformats.org/drawingml/2006/main">
              <a:ext uri="{FF2B5EF4-FFF2-40B4-BE49-F238E27FC236}">
                <a16:creationId xmlns:a16="http://schemas.microsoft.com/office/drawing/2014/main" id="{1756B6ED-9E30-428B-8B14-A55BA746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3072" y="643854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4" name="dp44-comparison / n316 / path">
            <a:extLst xmlns:a="http://schemas.openxmlformats.org/drawingml/2006/main">
              <a:ext uri="{FF2B5EF4-FFF2-40B4-BE49-F238E27FC236}">
                <a16:creationId xmlns:a16="http://schemas.microsoft.com/office/drawing/2014/main" id="{4959D2F1-3699-419B-BEED-DA5C78F5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323933"/>
            <a:ext cx="1052989" cy="127635"/>
          </a:xfrm>
          <a:custGeom xmlns:a="http://schemas.openxmlformats.org/drawingml/2006/main">
            <a:pathLst>
              <a:path w="1052989" h="127635">
                <a:moveTo>
                  <a:pt x="1052989" y="0"/>
                </a:moveTo>
                <a:lnTo>
                  <a:pt x="1052989" y="127635"/>
                </a:lnTo>
                <a:lnTo>
                  <a:pt x="0" y="12763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15" name="dp44-comparison / n316 / arrow">
            <a:extLst xmlns:a="http://schemas.openxmlformats.org/drawingml/2006/main">
              <a:ext uri="{FF2B5EF4-FFF2-40B4-BE49-F238E27FC236}">
                <a16:creationId xmlns:a16="http://schemas.microsoft.com/office/drawing/2014/main" id="{2F9F1FC5-27F4-4A5A-BC75-A8F92DD8A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42910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6" name="dp44-comparison / n317 / path">
            <a:extLst xmlns:a="http://schemas.openxmlformats.org/drawingml/2006/main">
              <a:ext uri="{FF2B5EF4-FFF2-40B4-BE49-F238E27FC236}">
                <a16:creationId xmlns:a16="http://schemas.microsoft.com/office/drawing/2014/main" id="{DC8024B3-DC4D-4CD6-970E-049180C3E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4288155"/>
            <a:ext cx="1084898" cy="2227231"/>
          </a:xfrm>
          <a:custGeom xmlns:a="http://schemas.openxmlformats.org/drawingml/2006/main">
            <a:pathLst>
              <a:path w="1084898" h="2227231">
                <a:moveTo>
                  <a:pt x="1084898" y="0"/>
                </a:moveTo>
                <a:lnTo>
                  <a:pt x="567976" y="0"/>
                </a:lnTo>
                <a:lnTo>
                  <a:pt x="567976" y="2227231"/>
                </a:lnTo>
                <a:lnTo>
                  <a:pt x="0" y="222723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17" name="dp44-comparison / n317 / arrow">
            <a:extLst xmlns:a="http://schemas.openxmlformats.org/drawingml/2006/main">
              <a:ext uri="{FF2B5EF4-FFF2-40B4-BE49-F238E27FC236}">
                <a16:creationId xmlns:a16="http://schemas.microsoft.com/office/drawing/2014/main" id="{A9ECC72A-129A-4F27-88C8-8E54D0F3A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49292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8" name="dp44-comparison / n318 / path">
            <a:extLst xmlns:a="http://schemas.openxmlformats.org/drawingml/2006/main">
              <a:ext uri="{FF2B5EF4-FFF2-40B4-BE49-F238E27FC236}">
                <a16:creationId xmlns:a16="http://schemas.microsoft.com/office/drawing/2014/main" id="{5FFF7A25-533E-4F2D-ADE8-BC6AF56D4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4351973"/>
            <a:ext cx="1084898" cy="2259140"/>
          </a:xfrm>
          <a:custGeom xmlns:a="http://schemas.openxmlformats.org/drawingml/2006/main">
            <a:pathLst>
              <a:path w="1084898" h="2259140">
                <a:moveTo>
                  <a:pt x="0" y="2259140"/>
                </a:moveTo>
                <a:lnTo>
                  <a:pt x="899827" y="2259140"/>
                </a:lnTo>
                <a:lnTo>
                  <a:pt x="899827" y="0"/>
                </a:lnTo>
                <a:lnTo>
                  <a:pt x="10848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19" name="dp44-comparison / n318 / arrow">
            <a:extLst xmlns:a="http://schemas.openxmlformats.org/drawingml/2006/main">
              <a:ext uri="{FF2B5EF4-FFF2-40B4-BE49-F238E27FC236}">
                <a16:creationId xmlns:a16="http://schemas.microsoft.com/office/drawing/2014/main" id="{D9698FD5-6844-47A9-8595-053A9486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9985" y="432950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0" name="dp44-comparison / n319 / path">
            <a:extLst xmlns:a="http://schemas.openxmlformats.org/drawingml/2006/main">
              <a:ext uri="{FF2B5EF4-FFF2-40B4-BE49-F238E27FC236}">
                <a16:creationId xmlns:a16="http://schemas.microsoft.com/office/drawing/2014/main" id="{4D477973-1A03-450B-A852-5AC333ED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560058"/>
            <a:ext cx="3127058" cy="561594"/>
          </a:xfrm>
          <a:custGeom xmlns:a="http://schemas.openxmlformats.org/drawingml/2006/main">
            <a:pathLst>
              <a:path w="3127058" h="561594">
                <a:moveTo>
                  <a:pt x="3127058" y="0"/>
                </a:moveTo>
                <a:lnTo>
                  <a:pt x="3127058" y="561594"/>
                </a:lnTo>
                <a:lnTo>
                  <a:pt x="0" y="56159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1" name="dp44-comparison / n319 / arrow">
            <a:extLst xmlns:a="http://schemas.openxmlformats.org/drawingml/2006/main">
              <a:ext uri="{FF2B5EF4-FFF2-40B4-BE49-F238E27FC236}">
                <a16:creationId xmlns:a16="http://schemas.microsoft.com/office/drawing/2014/main" id="{2C3D74A5-EFEB-4849-85A0-CD55C8945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709918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2" name="dp44-comparison / n320 / path">
            <a:extLst xmlns:a="http://schemas.openxmlformats.org/drawingml/2006/main">
              <a:ext uri="{FF2B5EF4-FFF2-40B4-BE49-F238E27FC236}">
                <a16:creationId xmlns:a16="http://schemas.microsoft.com/office/drawing/2014/main" id="{51CB17B7-0922-4068-BEAF-AFBBEECF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560058"/>
            <a:ext cx="3318510" cy="657320"/>
          </a:xfrm>
          <a:custGeom xmlns:a="http://schemas.openxmlformats.org/drawingml/2006/main">
            <a:pathLst>
              <a:path w="3318510" h="657320">
                <a:moveTo>
                  <a:pt x="0" y="657320"/>
                </a:moveTo>
                <a:lnTo>
                  <a:pt x="0" y="0"/>
                </a:lnTo>
                <a:lnTo>
                  <a:pt x="33185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23" name="dp44-comparison / n320 / arrow">
            <a:extLst xmlns:a="http://schemas.openxmlformats.org/drawingml/2006/main">
              <a:ext uri="{FF2B5EF4-FFF2-40B4-BE49-F238E27FC236}">
                <a16:creationId xmlns:a16="http://schemas.microsoft.com/office/drawing/2014/main" id="{B0C23686-B4C7-453F-89A1-D0AE0BE5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3597" y="653759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4" name="dp44-comparison / n321 / path">
            <a:extLst xmlns:a="http://schemas.openxmlformats.org/drawingml/2006/main">
              <a:ext uri="{FF2B5EF4-FFF2-40B4-BE49-F238E27FC236}">
                <a16:creationId xmlns:a16="http://schemas.microsoft.com/office/drawing/2014/main" id="{42271481-911F-44D7-891C-061AD4D30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5928265"/>
            <a:ext cx="5105400" cy="970026"/>
          </a:xfrm>
          <a:custGeom xmlns:a="http://schemas.openxmlformats.org/drawingml/2006/main">
            <a:pathLst>
              <a:path w="5105400" h="970026">
                <a:moveTo>
                  <a:pt x="0" y="0"/>
                </a:moveTo>
                <a:lnTo>
                  <a:pt x="1729454" y="0"/>
                </a:lnTo>
                <a:lnTo>
                  <a:pt x="1729454" y="970026"/>
                </a:lnTo>
                <a:lnTo>
                  <a:pt x="5105400" y="97002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5" name="dp44-comparison / n321 / arrow">
            <a:extLst xmlns:a="http://schemas.openxmlformats.org/drawingml/2006/main">
              <a:ext uri="{FF2B5EF4-FFF2-40B4-BE49-F238E27FC236}">
                <a16:creationId xmlns:a16="http://schemas.microsoft.com/office/drawing/2014/main" id="{468A6134-7862-47CB-9B2B-E35D06B9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0860" y="687582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6" name="dp44-comparison / n322 / path">
            <a:extLst xmlns:a="http://schemas.openxmlformats.org/drawingml/2006/main">
              <a:ext uri="{FF2B5EF4-FFF2-40B4-BE49-F238E27FC236}">
                <a16:creationId xmlns:a16="http://schemas.microsoft.com/office/drawing/2014/main" id="{962B7F6A-E41F-4C2C-AC21-C28EE9034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7818" y="5724049"/>
            <a:ext cx="2807970" cy="1269968"/>
          </a:xfrm>
          <a:custGeom xmlns:a="http://schemas.openxmlformats.org/drawingml/2006/main">
            <a:pathLst>
              <a:path w="2807970" h="1269968">
                <a:moveTo>
                  <a:pt x="0" y="0"/>
                </a:moveTo>
                <a:lnTo>
                  <a:pt x="2807970" y="0"/>
                </a:lnTo>
                <a:lnTo>
                  <a:pt x="2807970" y="126996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7" name="dp44-comparison / n322 / arrow">
            <a:extLst xmlns:a="http://schemas.openxmlformats.org/drawingml/2006/main">
              <a:ext uri="{FF2B5EF4-FFF2-40B4-BE49-F238E27FC236}">
                <a16:creationId xmlns:a16="http://schemas.microsoft.com/office/drawing/2014/main" id="{A659C1C5-8DDC-4539-B425-F44E12B7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03324" y="69490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8" name="dp44-comparison / n323 / path">
            <a:extLst xmlns:a="http://schemas.openxmlformats.org/drawingml/2006/main">
              <a:ext uri="{FF2B5EF4-FFF2-40B4-BE49-F238E27FC236}">
                <a16:creationId xmlns:a16="http://schemas.microsoft.com/office/drawing/2014/main" id="{E6EFB471-C6FE-4CA8-BA70-D361202D9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555" y="4351973"/>
            <a:ext cx="3765232" cy="2450592"/>
          </a:xfrm>
          <a:custGeom xmlns:a="http://schemas.openxmlformats.org/drawingml/2006/main">
            <a:pathLst>
              <a:path w="3765232" h="2450592">
                <a:moveTo>
                  <a:pt x="0" y="0"/>
                </a:moveTo>
                <a:lnTo>
                  <a:pt x="0" y="2450592"/>
                </a:lnTo>
                <a:lnTo>
                  <a:pt x="3765232" y="245059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9" name="dp44-comparison / n323 / arrow">
            <a:extLst xmlns:a="http://schemas.openxmlformats.org/drawingml/2006/main">
              <a:ext uri="{FF2B5EF4-FFF2-40B4-BE49-F238E27FC236}">
                <a16:creationId xmlns:a16="http://schemas.microsoft.com/office/drawing/2014/main" id="{3E753BB2-E2A9-4C78-8B94-587A4F33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0860" y="6780101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0" name="dp44-comparison / n324 / path">
            <a:extLst xmlns:a="http://schemas.openxmlformats.org/drawingml/2006/main">
              <a:ext uri="{FF2B5EF4-FFF2-40B4-BE49-F238E27FC236}">
                <a16:creationId xmlns:a16="http://schemas.microsoft.com/office/drawing/2014/main" id="{B4E1681D-AE9D-428E-91DA-81AECF6F5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5928265"/>
            <a:ext cx="4913948" cy="1033843"/>
          </a:xfrm>
          <a:custGeom xmlns:a="http://schemas.openxmlformats.org/drawingml/2006/main">
            <a:pathLst>
              <a:path w="4913948" h="1033843">
                <a:moveTo>
                  <a:pt x="4913948" y="1033843"/>
                </a:moveTo>
                <a:lnTo>
                  <a:pt x="695611" y="1033843"/>
                </a:lnTo>
                <a:lnTo>
                  <a:pt x="695611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1" name="dp44-comparison / n324 / arrow">
            <a:extLst xmlns:a="http://schemas.openxmlformats.org/drawingml/2006/main">
              <a:ext uri="{FF2B5EF4-FFF2-40B4-BE49-F238E27FC236}">
                <a16:creationId xmlns:a16="http://schemas.microsoft.com/office/drawing/2014/main" id="{6CE64DDA-271F-404B-98C7-DC5FECD1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590580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2" name="dp44-comparison / n325 / path">
            <a:extLst xmlns:a="http://schemas.openxmlformats.org/drawingml/2006/main">
              <a:ext uri="{FF2B5EF4-FFF2-40B4-BE49-F238E27FC236}">
                <a16:creationId xmlns:a16="http://schemas.microsoft.com/office/drawing/2014/main" id="{47E894AD-237F-45A6-B009-F34C345B4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0723" y="5724049"/>
            <a:ext cx="2425065" cy="1110424"/>
          </a:xfrm>
          <a:custGeom xmlns:a="http://schemas.openxmlformats.org/drawingml/2006/main">
            <a:pathLst>
              <a:path w="2425065" h="1110424">
                <a:moveTo>
                  <a:pt x="2425065" y="1110424"/>
                </a:moveTo>
                <a:lnTo>
                  <a:pt x="242506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3" name="dp44-comparison / n325 / arrow">
            <a:extLst xmlns:a="http://schemas.openxmlformats.org/drawingml/2006/main">
              <a:ext uri="{FF2B5EF4-FFF2-40B4-BE49-F238E27FC236}">
                <a16:creationId xmlns:a16="http://schemas.microsoft.com/office/drawing/2014/main" id="{1546348D-AD81-40C0-8798-456CBDD5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0723" y="570158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4" name="dp44-comparison / n326 / path">
            <a:extLst xmlns:a="http://schemas.openxmlformats.org/drawingml/2006/main">
              <a:ext uri="{FF2B5EF4-FFF2-40B4-BE49-F238E27FC236}">
                <a16:creationId xmlns:a16="http://schemas.microsoft.com/office/drawing/2014/main" id="{36475F49-CD83-4724-B90B-59C8147C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555" y="4288155"/>
            <a:ext cx="3765232" cy="2482501"/>
          </a:xfrm>
          <a:custGeom xmlns:a="http://schemas.openxmlformats.org/drawingml/2006/main">
            <a:pathLst>
              <a:path w="3765232" h="2482501">
                <a:moveTo>
                  <a:pt x="3765232" y="2482501"/>
                </a:moveTo>
                <a:lnTo>
                  <a:pt x="0" y="248250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5" name="dp44-comparison / n326 / arrow">
            <a:extLst xmlns:a="http://schemas.openxmlformats.org/drawingml/2006/main">
              <a:ext uri="{FF2B5EF4-FFF2-40B4-BE49-F238E27FC236}">
                <a16:creationId xmlns:a16="http://schemas.microsoft.com/office/drawing/2014/main" id="{D81EDB72-7D2E-4ED5-B8ED-4C638D8B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8091" y="428815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6" name="dp44-comparison / n327 / path">
            <a:extLst xmlns:a="http://schemas.openxmlformats.org/drawingml/2006/main">
              <a:ext uri="{FF2B5EF4-FFF2-40B4-BE49-F238E27FC236}">
                <a16:creationId xmlns:a16="http://schemas.microsoft.com/office/drawing/2014/main" id="{8E3530DD-579E-4B4A-A4D1-C3A58625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0"/>
                </a:moveTo>
                <a:lnTo>
                  <a:pt x="0" y="15316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37" name="dp44-comparison / n327 / arrow">
            <a:extLst xmlns:a="http://schemas.openxmlformats.org/drawingml/2006/main">
              <a:ext uri="{FF2B5EF4-FFF2-40B4-BE49-F238E27FC236}">
                <a16:creationId xmlns:a16="http://schemas.microsoft.com/office/drawing/2014/main" id="{25B715F6-5C40-45B1-8BB6-CB0A9F73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9590" y="717883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8" name="dp44-comparison / n328 / path">
            <a:extLst xmlns:a="http://schemas.openxmlformats.org/drawingml/2006/main">
              <a:ext uri="{FF2B5EF4-FFF2-40B4-BE49-F238E27FC236}">
                <a16:creationId xmlns:a16="http://schemas.microsoft.com/office/drawing/2014/main" id="{A58970D1-B629-47B1-ABE9-15C38207D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19233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15316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9" name="dp44-comparison / n328 / arrow">
            <a:extLst xmlns:a="http://schemas.openxmlformats.org/drawingml/2006/main">
              <a:ext uri="{FF2B5EF4-FFF2-40B4-BE49-F238E27FC236}">
                <a16:creationId xmlns:a16="http://schemas.microsoft.com/office/drawing/2014/main" id="{FD134BFF-370D-48D2-A805-B0FA66C0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96769" y="707059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40" name="dp44-comparison / n329">
            <a:extLst xmlns:a="http://schemas.openxmlformats.org/drawingml/2006/main">
              <a:ext uri="{FF2B5EF4-FFF2-40B4-BE49-F238E27FC236}">
                <a16:creationId xmlns:a16="http://schemas.microsoft.com/office/drawing/2014/main" id="{4F21C3BA-D120-45B0-9A16-D83B81902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3723" y="4588097"/>
            <a:ext cx="175268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dp44-comparison / n330 / text 1">
            <a:extLst xmlns:a="http://schemas.openxmlformats.org/drawingml/2006/main">
              <a:ext uri="{FF2B5EF4-FFF2-40B4-BE49-F238E27FC236}">
                <a16:creationId xmlns:a16="http://schemas.microsoft.com/office/drawing/2014/main" id="{501F7423-5682-4DC9-9528-6B1DEB4D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4594479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/ revision / evidence</a:t>
            </a:r>
          </a:p>
        </p:txBody>
      </p:sp>
      <p:sp>
        <p:nvSpPr>
          <p:cNvPr id="442" name="dp44-comparison / n331">
            <a:extLst xmlns:a="http://schemas.openxmlformats.org/drawingml/2006/main">
              <a:ext uri="{FF2B5EF4-FFF2-40B4-BE49-F238E27FC236}">
                <a16:creationId xmlns:a16="http://schemas.microsoft.com/office/drawing/2014/main" id="{328405EA-B23E-49E4-9A9F-05DBD66E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9700" y="2494883"/>
            <a:ext cx="780616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dp44-comparison / n332 / text 1">
            <a:extLst xmlns:a="http://schemas.openxmlformats.org/drawingml/2006/main">
              <a:ext uri="{FF2B5EF4-FFF2-40B4-BE49-F238E27FC236}">
                <a16:creationId xmlns:a16="http://schemas.microsoft.com/office/drawing/2014/main" id="{814E5BB7-3202-4CE7-ADB2-81A4D321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2464" y="2501265"/>
            <a:ext cx="191452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</a:t>
            </a:r>
          </a:p>
        </p:txBody>
      </p:sp>
      <p:sp>
        <p:nvSpPr>
          <p:cNvPr id="444" name="dp44-comparison / n333">
            <a:extLst xmlns:a="http://schemas.openxmlformats.org/drawingml/2006/main">
              <a:ext uri="{FF2B5EF4-FFF2-40B4-BE49-F238E27FC236}">
                <a16:creationId xmlns:a16="http://schemas.microsoft.com/office/drawing/2014/main" id="{49499456-A5DF-469C-90E5-E96C87E3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6082" y="3637217"/>
            <a:ext cx="1717967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dp44-comparison / n334 / text 1">
            <a:extLst xmlns:a="http://schemas.openxmlformats.org/drawingml/2006/main">
              <a:ext uri="{FF2B5EF4-FFF2-40B4-BE49-F238E27FC236}">
                <a16:creationId xmlns:a16="http://schemas.microsoft.com/office/drawing/2014/main" id="{343721F8-4F7D-4D14-A554-0200D777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8846" y="3643598"/>
            <a:ext cx="210597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Direct 후보 → 좁은 admission</a:t>
            </a:r>
          </a:p>
        </p:txBody>
      </p:sp>
      <p:sp>
        <p:nvSpPr>
          <p:cNvPr id="446" name="dp44-comparison / n335">
            <a:extLst xmlns:a="http://schemas.openxmlformats.org/drawingml/2006/main">
              <a:ext uri="{FF2B5EF4-FFF2-40B4-BE49-F238E27FC236}">
                <a16:creationId xmlns:a16="http://schemas.microsoft.com/office/drawing/2014/main" id="{F67AD130-95C7-4443-B7F0-E9F5FEA9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4760405"/>
            <a:ext cx="103665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7" name="dp44-comparison / n336 / text 1">
            <a:extLst xmlns:a="http://schemas.openxmlformats.org/drawingml/2006/main">
              <a:ext uri="{FF2B5EF4-FFF2-40B4-BE49-F238E27FC236}">
                <a16:creationId xmlns:a16="http://schemas.microsoft.com/office/drawing/2014/main" id="{F737AAB2-BC24-4A52-B5D1-AA920664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524" y="4766786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허용된 근거 조회</a:t>
            </a:r>
          </a:p>
        </p:txBody>
      </p:sp>
      <p:sp>
        <p:nvSpPr>
          <p:cNvPr id="448" name="dp44-comparison / n337">
            <a:extLst xmlns:a="http://schemas.openxmlformats.org/drawingml/2006/main">
              <a:ext uri="{FF2B5EF4-FFF2-40B4-BE49-F238E27FC236}">
                <a16:creationId xmlns:a16="http://schemas.microsoft.com/office/drawing/2014/main" id="{BD19F594-8371-4DEA-BE1E-2E6D247C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5411343"/>
            <a:ext cx="187202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9" name="dp44-comparison / n338 / text 1">
            <a:extLst xmlns:a="http://schemas.openxmlformats.org/drawingml/2006/main">
              <a:ext uri="{FF2B5EF4-FFF2-40B4-BE49-F238E27FC236}">
                <a16:creationId xmlns:a16="http://schemas.microsoft.com/office/drawing/2014/main" id="{BEC85378-A413-4219-BD43-D83C67AD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524" y="5417725"/>
            <a:ext cx="2137886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입력 / 근거 / revision / 예산</a:t>
            </a:r>
          </a:p>
        </p:txBody>
      </p:sp>
      <p:sp>
        <p:nvSpPr>
          <p:cNvPr id="450" name="dp44-comparison / n339">
            <a:extLst xmlns:a="http://schemas.openxmlformats.org/drawingml/2006/main">
              <a:ext uri="{FF2B5EF4-FFF2-40B4-BE49-F238E27FC236}">
                <a16:creationId xmlns:a16="http://schemas.microsoft.com/office/drawing/2014/main" id="{5BAEF850-7265-4C57-905E-528FE0FC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6011228"/>
            <a:ext cx="148796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dp44-comparison / n340 / text 1">
            <a:extLst xmlns:a="http://schemas.openxmlformats.org/drawingml/2006/main">
              <a:ext uri="{FF2B5EF4-FFF2-40B4-BE49-F238E27FC236}">
                <a16:creationId xmlns:a16="http://schemas.microsoft.com/office/drawing/2014/main" id="{F92A87AF-2B35-486C-8B1E-F951095A4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524" y="6017609"/>
            <a:ext cx="216979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/ 추가 근거 요구</a:t>
            </a:r>
          </a:p>
        </p:txBody>
      </p:sp>
      <p:sp>
        <p:nvSpPr>
          <p:cNvPr id="452" name="dp44-comparison / n341">
            <a:extLst xmlns:a="http://schemas.openxmlformats.org/drawingml/2006/main">
              <a:ext uri="{FF2B5EF4-FFF2-40B4-BE49-F238E27FC236}">
                <a16:creationId xmlns:a16="http://schemas.microsoft.com/office/drawing/2014/main" id="{8E0F7D89-5958-42F4-86BF-C07825D91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4251" y="4798695"/>
            <a:ext cx="18438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dp44-comparison / n342 / text 1">
            <a:extLst xmlns:a="http://schemas.openxmlformats.org/drawingml/2006/main">
              <a:ext uri="{FF2B5EF4-FFF2-40B4-BE49-F238E27FC236}">
                <a16:creationId xmlns:a16="http://schemas.microsoft.com/office/drawing/2014/main" id="{D727414E-5160-40F1-9CBE-67C348E5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015" y="4805077"/>
            <a:ext cx="2157032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4 채택 의미 / hold / admission</a:t>
            </a:r>
          </a:p>
        </p:txBody>
      </p:sp>
      <p:sp>
        <p:nvSpPr>
          <p:cNvPr id="454" name="dp44-comparison / n343">
            <a:extLst xmlns:a="http://schemas.openxmlformats.org/drawingml/2006/main">
              <a:ext uri="{FF2B5EF4-FFF2-40B4-BE49-F238E27FC236}">
                <a16:creationId xmlns:a16="http://schemas.microsoft.com/office/drawing/2014/main" id="{B93A5565-1548-4701-9EFE-7AC1CFD5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96045" y="5404961"/>
            <a:ext cx="1368630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5" name="dp44-comparison / n344 / text 1">
            <a:extLst xmlns:a="http://schemas.openxmlformats.org/drawingml/2006/main">
              <a:ext uri="{FF2B5EF4-FFF2-40B4-BE49-F238E27FC236}">
                <a16:creationId xmlns:a16="http://schemas.microsoft.com/office/drawing/2014/main" id="{77072AED-0A88-4343-B77D-E765F668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8808" y="5411343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명령 / hold / 반환 사건</a:t>
            </a:r>
          </a:p>
        </p:txBody>
      </p:sp>
      <p:sp>
        <p:nvSpPr>
          <p:cNvPr id="456" name="dp44-comparison / n345">
            <a:extLst xmlns:a="http://schemas.openxmlformats.org/drawingml/2006/main">
              <a:ext uri="{FF2B5EF4-FFF2-40B4-BE49-F238E27FC236}">
                <a16:creationId xmlns:a16="http://schemas.microsoft.com/office/drawing/2014/main" id="{1A21CCD0-ECFB-4430-AFFE-39C7893D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7099" y="5960174"/>
            <a:ext cx="145503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7" name="dp44-comparison / n346 / text 1">
            <a:extLst xmlns:a="http://schemas.openxmlformats.org/drawingml/2006/main">
              <a:ext uri="{FF2B5EF4-FFF2-40B4-BE49-F238E27FC236}">
                <a16:creationId xmlns:a16="http://schemas.microsoft.com/office/drawing/2014/main" id="{25C8B944-0834-485B-BE87-985F806E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59862" y="5966555"/>
            <a:ext cx="145503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전송 / 외부 접수 / 질문 / 결과</a:t>
            </a:r>
          </a:p>
        </p:txBody>
      </p:sp>
      <p:sp>
        <p:nvSpPr>
          <p:cNvPr id="458" name="dp44-comparison / n347">
            <a:extLst xmlns:a="http://schemas.openxmlformats.org/drawingml/2006/main">
              <a:ext uri="{FF2B5EF4-FFF2-40B4-BE49-F238E27FC236}">
                <a16:creationId xmlns:a16="http://schemas.microsoft.com/office/drawing/2014/main" id="{F69568A9-1837-48C7-BE2F-8FF441D9D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5704" y="4620006"/>
            <a:ext cx="163117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9" name="dp44-comparison / n348 / text 1">
            <a:extLst xmlns:a="http://schemas.openxmlformats.org/drawingml/2006/main">
              <a:ext uri="{FF2B5EF4-FFF2-40B4-BE49-F238E27FC236}">
                <a16:creationId xmlns:a16="http://schemas.microsoft.com/office/drawing/2014/main" id="{735C68F4-B803-423F-B2F2-28C37A98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8467" y="4626388"/>
            <a:ext cx="196557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Q1: 확인 / 저장 후 대화 연결</a:t>
            </a:r>
          </a:p>
        </p:txBody>
      </p:sp>
      <p:sp>
        <p:nvSpPr>
          <p:cNvPr id="460" name="dp44-comparison / n349">
            <a:extLst xmlns:a="http://schemas.openxmlformats.org/drawingml/2006/main">
              <a:ext uri="{FF2B5EF4-FFF2-40B4-BE49-F238E27FC236}">
                <a16:creationId xmlns:a16="http://schemas.microsoft.com/office/drawing/2014/main" id="{721B53FC-3B3D-4292-872F-E82110E7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6879" y="6725984"/>
            <a:ext cx="178740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dp44-comparison / n350 / text 1">
            <a:extLst xmlns:a="http://schemas.openxmlformats.org/drawingml/2006/main">
              <a:ext uri="{FF2B5EF4-FFF2-40B4-BE49-F238E27FC236}">
                <a16:creationId xmlns:a16="http://schemas.microsoft.com/office/drawing/2014/main" id="{637BE695-EF31-4220-84B0-C28C0B71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79643" y="6732365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7 release / P2 / Q1 identity</a:t>
            </a:r>
          </a:p>
        </p:txBody>
      </p:sp>
      <p:sp>
        <p:nvSpPr>
          <p:cNvPr id="462" name="dp44-comparison / n351">
            <a:extLst xmlns:a="http://schemas.openxmlformats.org/drawingml/2006/main">
              <a:ext uri="{FF2B5EF4-FFF2-40B4-BE49-F238E27FC236}">
                <a16:creationId xmlns:a16="http://schemas.microsoft.com/office/drawing/2014/main" id="{F5D267D0-E58C-4989-B575-D5413B0D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5233" y="6764274"/>
            <a:ext cx="23754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dp44-comparison / n352 / text 1">
            <a:extLst xmlns:a="http://schemas.openxmlformats.org/drawingml/2006/main">
              <a:ext uri="{FF2B5EF4-FFF2-40B4-BE49-F238E27FC236}">
                <a16:creationId xmlns:a16="http://schemas.microsoft.com/office/drawing/2014/main" id="{4F437E0F-749A-45B0-A6BC-10BC821D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997" y="6770656"/>
            <a:ext cx="382905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실제 전달 / 중단 receipt / actual range</a:t>
            </a:r>
          </a:p>
        </p:txBody>
      </p:sp>
      <p:sp>
        <p:nvSpPr>
          <p:cNvPr id="464" name="dp44-comparison / n353">
            <a:extLst xmlns:a="http://schemas.openxmlformats.org/drawingml/2006/main">
              <a:ext uri="{FF2B5EF4-FFF2-40B4-BE49-F238E27FC236}">
                <a16:creationId xmlns:a16="http://schemas.microsoft.com/office/drawing/2014/main" id="{03F5BD62-9880-451F-826F-E44114A9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7644" y="6585585"/>
            <a:ext cx="80231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5" name="dp44-comparison / n354 / text 1">
            <a:extLst xmlns:a="http://schemas.openxmlformats.org/drawingml/2006/main">
              <a:ext uri="{FF2B5EF4-FFF2-40B4-BE49-F238E27FC236}">
                <a16:creationId xmlns:a16="http://schemas.microsoft.com/office/drawing/2014/main" id="{66CB558A-FFC7-4C86-AF90-9BEBDBD1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0408" y="6591967"/>
            <a:ext cx="135931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전달 기록 갱신</a:t>
            </a:r>
          </a:p>
        </p:txBody>
      </p:sp>
      <p:sp>
        <p:nvSpPr>
          <p:cNvPr id="466" name="dp44-comparison / n355">
            <a:extLst xmlns:a="http://schemas.openxmlformats.org/drawingml/2006/main">
              <a:ext uri="{FF2B5EF4-FFF2-40B4-BE49-F238E27FC236}">
                <a16:creationId xmlns:a16="http://schemas.microsoft.com/office/drawing/2014/main" id="{90A1261B-AB96-48F6-A2BA-FB13A0B00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8531" y="4862513"/>
            <a:ext cx="154004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7" name="dp44-comparison / n356 / text 1">
            <a:extLst xmlns:a="http://schemas.openxmlformats.org/drawingml/2006/main">
              <a:ext uri="{FF2B5EF4-FFF2-40B4-BE49-F238E27FC236}">
                <a16:creationId xmlns:a16="http://schemas.microsoft.com/office/drawing/2014/main" id="{62DE4FFC-63C5-43C6-B3D2-F4A4D893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1294" y="4868894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8 확인된 제시 → 질문 focus</a:t>
            </a:r>
          </a:p>
        </p:txBody>
      </p:sp>
      <p:sp>
        <p:nvSpPr>
          <p:cNvPr id="468" name="dp44-comparison / n357">
            <a:extLst xmlns:a="http://schemas.openxmlformats.org/drawingml/2006/main">
              <a:ext uri="{FF2B5EF4-FFF2-40B4-BE49-F238E27FC236}">
                <a16:creationId xmlns:a16="http://schemas.microsoft.com/office/drawing/2014/main" id="{0B08365A-6DE3-4BD7-B116-9D948A0D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0633" y="3586163"/>
            <a:ext cx="13122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9" name="dp44-comparison / n358 / text 1">
            <a:extLst xmlns:a="http://schemas.openxmlformats.org/drawingml/2006/main">
              <a:ext uri="{FF2B5EF4-FFF2-40B4-BE49-F238E27FC236}">
                <a16:creationId xmlns:a16="http://schemas.microsoft.com/office/drawing/2014/main" id="{06E99494-D170-4828-886D-9DF3DB76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83397" y="3592544"/>
            <a:ext cx="197834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 / job / revision</a:t>
            </a:r>
          </a:p>
        </p:txBody>
      </p:sp>
      <p:sp>
        <p:nvSpPr>
          <p:cNvPr id="470" name="dp44-comparison / n359">
            <a:extLst xmlns:a="http://schemas.openxmlformats.org/drawingml/2006/main">
              <a:ext uri="{FF2B5EF4-FFF2-40B4-BE49-F238E27FC236}">
                <a16:creationId xmlns:a16="http://schemas.microsoft.com/office/drawing/2014/main" id="{A3C26F94-2199-48E8-9E42-F0FD9AE7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0633" y="4288155"/>
            <a:ext cx="1242782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1" name="dp44-comparison / n360 / text 1">
            <a:extLst xmlns:a="http://schemas.openxmlformats.org/drawingml/2006/main">
              <a:ext uri="{FF2B5EF4-FFF2-40B4-BE49-F238E27FC236}">
                <a16:creationId xmlns:a16="http://schemas.microsoft.com/office/drawing/2014/main" id="{DE3AE2DF-AA8C-47BB-8416-19C77610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83397" y="4294537"/>
            <a:ext cx="191452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참조 / 준비 / 대기</a:t>
            </a:r>
          </a:p>
        </p:txBody>
      </p:sp>
      <p:sp>
        <p:nvSpPr>
          <p:cNvPr id="472" name="dp44-comparison / n361">
            <a:extLst xmlns:a="http://schemas.openxmlformats.org/drawingml/2006/main">
              <a:ext uri="{FF2B5EF4-FFF2-40B4-BE49-F238E27FC236}">
                <a16:creationId xmlns:a16="http://schemas.microsoft.com/office/drawing/2014/main" id="{B46B70D5-C633-47D5-88A9-4E24978D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9386" y="4683824"/>
            <a:ext cx="1774382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3" name="dp44-comparison / n362 / text 1">
            <a:extLst xmlns:a="http://schemas.openxmlformats.org/drawingml/2006/main">
              <a:ext uri="{FF2B5EF4-FFF2-40B4-BE49-F238E27FC236}">
                <a16:creationId xmlns:a16="http://schemas.microsoft.com/office/drawing/2014/main" id="{1DF4618F-9B62-43A2-9A51-DBE4A830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2149" y="4690205"/>
            <a:ext cx="2010251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5 채택 의미 / 허용 Notice 소비</a:t>
            </a:r>
          </a:p>
        </p:txBody>
      </p:sp>
      <p:sp>
        <p:nvSpPr>
          <p:cNvPr id="474" name="dp44-comparison / n363">
            <a:extLst xmlns:a="http://schemas.openxmlformats.org/drawingml/2006/main">
              <a:ext uri="{FF2B5EF4-FFF2-40B4-BE49-F238E27FC236}">
                <a16:creationId xmlns:a16="http://schemas.microsoft.com/office/drawing/2014/main" id="{DF40DEB3-8B2A-4ACA-9572-7C595189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2317" y="5226272"/>
            <a:ext cx="80882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5" name="dp44-comparison / n364 / text 1">
            <a:extLst xmlns:a="http://schemas.openxmlformats.org/drawingml/2006/main">
              <a:ext uri="{FF2B5EF4-FFF2-40B4-BE49-F238E27FC236}">
                <a16:creationId xmlns:a16="http://schemas.microsoft.com/office/drawing/2014/main" id="{3206069A-3B6B-46E1-8069-59A87B97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5080" y="5232654"/>
            <a:ext cx="143589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후보 / Direct</a:t>
            </a:r>
          </a:p>
        </p:txBody>
      </p:sp>
      <p:sp>
        <p:nvSpPr>
          <p:cNvPr id="476" name="dp44-comparison / n365">
            <a:extLst xmlns:a="http://schemas.openxmlformats.org/drawingml/2006/main">
              <a:ext uri="{FF2B5EF4-FFF2-40B4-BE49-F238E27FC236}">
                <a16:creationId xmlns:a16="http://schemas.microsoft.com/office/drawing/2014/main" id="{5B362C7B-1CFF-46A7-8869-B5030695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0240" y="6023991"/>
            <a:ext cx="143589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7" name="dp44-comparison / n366 / text 1">
            <a:extLst xmlns:a="http://schemas.openxmlformats.org/drawingml/2006/main">
              <a:ext uri="{FF2B5EF4-FFF2-40B4-BE49-F238E27FC236}">
                <a16:creationId xmlns:a16="http://schemas.microsoft.com/office/drawing/2014/main" id="{0A4E0618-CDA5-4174-B393-B11AFD6B1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004" y="6030373"/>
            <a:ext cx="143589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6 조건 충족 / 대기 / 폐기</a:t>
            </a:r>
          </a:p>
        </p:txBody>
      </p:sp>
      <p:sp>
        <p:nvSpPr>
          <p:cNvPr id="478" name="dp44-comparison / n367">
            <a:extLst xmlns:a="http://schemas.openxmlformats.org/drawingml/2006/main">
              <a:ext uri="{FF2B5EF4-FFF2-40B4-BE49-F238E27FC236}">
                <a16:creationId xmlns:a16="http://schemas.microsoft.com/office/drawing/2014/main" id="{A1F1985C-6277-4A70-8655-EDC09E05F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454081"/>
            <a:ext cx="170060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9" name="dp44-comparison / n368 / text 1">
            <a:extLst xmlns:a="http://schemas.openxmlformats.org/drawingml/2006/main">
              <a:ext uri="{FF2B5EF4-FFF2-40B4-BE49-F238E27FC236}">
                <a16:creationId xmlns:a16="http://schemas.microsoft.com/office/drawing/2014/main" id="{CB39D699-C3CE-4B70-9C04-982B5F67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2201" y="4460462"/>
            <a:ext cx="248888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credit / cancel: 처리량 조절</a:t>
            </a:r>
          </a:p>
        </p:txBody>
      </p:sp>
    </p:spTree>
    <p:extLst>
      <p:ext uri="{BB962C8B-B14F-4D97-AF65-F5344CB8AC3E}">
        <p14:creationId xmlns:p14="http://schemas.microsoft.com/office/powerpoint/2010/main" val="428860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dp45-background / n1">
            <a:extLst xmlns:a="http://schemas.openxmlformats.org/drawingml/2006/main">
              <a:ext uri="{FF2B5EF4-FFF2-40B4-BE49-F238E27FC236}">
                <a16:creationId xmlns:a16="http://schemas.microsoft.com/office/drawing/2014/main" id="{7A772645-6BFE-484A-9FCA-FE99186AC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5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FE67F6E9-2622-40E6-A51C-4FF19440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5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703445BB-570F-462B-BC62-D0D55A07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04-45</a:t>
            </a:r>
          </a:p>
        </p:txBody>
      </p:sp>
      <p:sp>
        <p:nvSpPr>
          <p:cNvPr id="4" name="dp45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C03AC5E3-C196-4FB0-ADDF-3869546E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04-45. 기능 정확성을 위한 VIA 기억과 Context 제공 설계</a:t>
            </a:r>
          </a:p>
        </p:txBody>
      </p:sp>
      <p:sp>
        <p:nvSpPr>
          <p:cNvPr id="5" name="dp45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1EB6DE68-C3C8-498A-B235-559246EB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5-background / n6">
            <a:extLst xmlns:a="http://schemas.openxmlformats.org/drawingml/2006/main">
              <a:ext uri="{FF2B5EF4-FFF2-40B4-BE49-F238E27FC236}">
                <a16:creationId xmlns:a16="http://schemas.microsoft.com/office/drawing/2014/main" id="{6C10F472-5381-4CFA-B377-4051D70B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5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7B474045-A716-4E06-B4E6-3449B5153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여러 활동의 과거 근거 누락과 실제 전달 내용의 오연결 위험</a:t>
            </a:r>
          </a:p>
        </p:txBody>
      </p:sp>
      <p:sp>
        <p:nvSpPr>
          <p:cNvPr id="8" name="dp45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EEDBD477-4898-4F52-8596-2738A17AD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5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49BC1BB1-C311-4DBE-A6C3-2C8461DA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5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BD70A6D5-19E3-447B-A95A-705E082E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5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83733F0E-D48E-4A89-AACA-EAA61C8D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5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291507DE-3544-466A-A7C3-34B73281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과거 근거를 연결하는 Context의 생산, 조회와 갱신 책임 설계</a:t>
            </a:r>
          </a:p>
        </p:txBody>
      </p:sp>
      <p:sp>
        <p:nvSpPr>
          <p:cNvPr id="13" name="dp45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180B0AE8-A394-46E2-8937-3C3A29F9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9277350"/>
            <a:ext cx="15392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VIA는 허용 근거를 연결 / 업무 판단과 제안서 작성은 Downstream Agent</a:t>
            </a:r>
          </a:p>
        </p:txBody>
      </p:sp>
      <p:sp>
        <p:nvSpPr>
          <p:cNvPr id="14" name="dp45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9AE7E139-5AA9-4A8C-963D-A51C1E61F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반응성 / 자원 활용성</a:t>
            </a:r>
          </a:p>
        </p:txBody>
      </p:sp>
      <p:sp>
        <p:nvSpPr>
          <p:cNvPr id="15" name="dp45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686AC35B-01F1-4AE2-B349-D44C2BBFC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6" name="dp45-background / n16 / text 1">
            <a:extLst xmlns:a="http://schemas.openxmlformats.org/drawingml/2006/main">
              <a:ext uri="{FF2B5EF4-FFF2-40B4-BE49-F238E27FC236}">
                <a16:creationId xmlns:a16="http://schemas.microsoft.com/office/drawing/2014/main" id="{F004D699-0A42-4707-AD86-36D8E71A6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1057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과거 활동의 시간 흐름 / VIA가 받은 기록과 허용된 참조</a:t>
            </a:r>
          </a:p>
        </p:txBody>
      </p:sp>
      <p:sp>
        <p:nvSpPr>
          <p:cNvPr id="17" name="dp45-background / n17">
            <a:extLst xmlns:a="http://schemas.openxmlformats.org/drawingml/2006/main">
              <a:ext uri="{FF2B5EF4-FFF2-40B4-BE49-F238E27FC236}">
                <a16:creationId xmlns:a16="http://schemas.microsoft.com/office/drawing/2014/main" id="{40018322-1B73-4056-BEF2-DBC3C050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8" name="dp45-background / n17 / fold">
            <a:extLst xmlns:a="http://schemas.openxmlformats.org/drawingml/2006/main">
              <a:ext uri="{FF2B5EF4-FFF2-40B4-BE49-F238E27FC236}">
                <a16:creationId xmlns:a16="http://schemas.microsoft.com/office/drawing/2014/main" id="{534AAE77-B601-466C-AACE-49363C32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9" name="dp45-background / n18">
            <a:extLst xmlns:a="http://schemas.openxmlformats.org/drawingml/2006/main">
              <a:ext uri="{FF2B5EF4-FFF2-40B4-BE49-F238E27FC236}">
                <a16:creationId xmlns:a16="http://schemas.microsoft.com/office/drawing/2014/main" id="{2715C1C8-18C3-43DC-AC06-2FB5AD5B0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0" name="dp45-background / n18 / fold">
            <a:extLst xmlns:a="http://schemas.openxmlformats.org/drawingml/2006/main">
              <a:ext uri="{FF2B5EF4-FFF2-40B4-BE49-F238E27FC236}">
                <a16:creationId xmlns:a16="http://schemas.microsoft.com/office/drawing/2014/main" id="{B7CA18B6-9C63-4CD7-91C3-10A31062A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1" name="dp45-background / n19">
            <a:extLst xmlns:a="http://schemas.openxmlformats.org/drawingml/2006/main">
              <a:ext uri="{FF2B5EF4-FFF2-40B4-BE49-F238E27FC236}">
                <a16:creationId xmlns:a16="http://schemas.microsoft.com/office/drawing/2014/main" id="{6BB19DFC-AEB3-42E4-AB19-23C0B4A3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2" name="dp45-background / n19 / fold">
            <a:extLst xmlns:a="http://schemas.openxmlformats.org/drawingml/2006/main">
              <a:ext uri="{FF2B5EF4-FFF2-40B4-BE49-F238E27FC236}">
                <a16:creationId xmlns:a16="http://schemas.microsoft.com/office/drawing/2014/main" id="{83C90A47-DDD7-455A-B4F8-BFA7E564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3" name="dp45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61CED0F1-6C2E-43AB-ACC6-49DF3121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051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앞선 대화 C20</a:t>
            </a:r>
          </a:p>
        </p:txBody>
      </p:sp>
      <p:sp>
        <p:nvSpPr>
          <p:cNvPr id="24" name="dp45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3989A51A-2AC6-4035-AD7D-5999849B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2905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VIA의 직접 설명 E20</a:t>
            </a:r>
          </a:p>
        </p:txBody>
      </p:sp>
      <p:sp>
        <p:nvSpPr>
          <p:cNvPr id="25" name="dp45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D6EA698A-B565-4344-B9B1-A7E5B9760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81475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평가 기준</a:t>
            </a:r>
          </a:p>
        </p:txBody>
      </p:sp>
      <p:sp>
        <p:nvSpPr>
          <p:cNvPr id="26" name="dp45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4A21350E-AF9E-4AF6-B3EA-B445DC5A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1487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실제 전달 P20의</a:t>
            </a:r>
          </a:p>
        </p:txBody>
      </p:sp>
      <p:sp>
        <p:nvSpPr>
          <p:cNvPr id="27" name="dp45-background / n22 / text 2">
            <a:extLst xmlns:a="http://schemas.openxmlformats.org/drawingml/2006/main">
              <a:ext uri="{FF2B5EF4-FFF2-40B4-BE49-F238E27FC236}">
                <a16:creationId xmlns:a16="http://schemas.microsoft.com/office/drawing/2014/main" id="{F2D52654-6F67-4129-8ED9-F4E82451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3872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설명 내용과 범위</a:t>
            </a:r>
          </a:p>
        </p:txBody>
      </p:sp>
      <p:sp>
        <p:nvSpPr>
          <p:cNvPr id="28" name="dp45-background / n23 / text 1">
            <a:extLst xmlns:a="http://schemas.openxmlformats.org/drawingml/2006/main">
              <a:ext uri="{FF2B5EF4-FFF2-40B4-BE49-F238E27FC236}">
                <a16:creationId xmlns:a16="http://schemas.microsoft.com/office/drawing/2014/main" id="{360EE4B3-0EEC-414A-91D9-F36CADFB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24500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생성과 실제 전달 구별</a:t>
            </a:r>
          </a:p>
        </p:txBody>
      </p:sp>
      <p:sp>
        <p:nvSpPr>
          <p:cNvPr id="29" name="dp45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4740CE16-7F4E-4976-9489-A8E6E45B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051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이후 제품 조사 T21</a:t>
            </a:r>
          </a:p>
        </p:txBody>
      </p:sp>
      <p:sp>
        <p:nvSpPr>
          <p:cNvPr id="30" name="dp45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24E5F3B5-1385-4465-B51D-B9D77FA1B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29050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한 Downstream Agent</a:t>
            </a:r>
          </a:p>
        </p:txBody>
      </p:sp>
      <p:sp>
        <p:nvSpPr>
          <p:cNvPr id="31" name="dp45-background / n25 / text 2">
            <a:extLst xmlns:a="http://schemas.openxmlformats.org/drawingml/2006/main">
              <a:ext uri="{FF2B5EF4-FFF2-40B4-BE49-F238E27FC236}">
                <a16:creationId xmlns:a16="http://schemas.microsoft.com/office/drawing/2014/main" id="{89A65DF9-CBE5-4C9D-ABE2-F6531B12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81475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비교 수행</a:t>
            </a:r>
          </a:p>
        </p:txBody>
      </p:sp>
      <p:sp>
        <p:nvSpPr>
          <p:cNvPr id="32" name="dp45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53A1D9D8-C13B-4CD6-B9D5-F64A55C7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1487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VIA가 확인한 결과 참조</a:t>
            </a:r>
          </a:p>
        </p:txBody>
      </p:sp>
      <p:sp>
        <p:nvSpPr>
          <p:cNvPr id="33" name="dp45-background / n26 / text 2">
            <a:extLst xmlns:a="http://schemas.openxmlformats.org/drawingml/2006/main">
              <a:ext uri="{FF2B5EF4-FFF2-40B4-BE49-F238E27FC236}">
                <a16:creationId xmlns:a16="http://schemas.microsoft.com/office/drawing/2014/main" id="{83F79A77-D2DC-41F2-BA3E-968A9ABDF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3872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D21@v2</a:t>
            </a:r>
          </a:p>
        </p:txBody>
      </p:sp>
      <p:sp>
        <p:nvSpPr>
          <p:cNvPr id="34" name="dp45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028DA93E-9251-42ED-9987-805627BBD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524500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C21 대화에 연결</a:t>
            </a:r>
          </a:p>
        </p:txBody>
      </p:sp>
      <p:sp>
        <p:nvSpPr>
          <p:cNvPr id="35" name="dp45-background / n28 / text 1">
            <a:extLst xmlns:a="http://schemas.openxmlformats.org/drawingml/2006/main">
              <a:ext uri="{FF2B5EF4-FFF2-40B4-BE49-F238E27FC236}">
                <a16:creationId xmlns:a16="http://schemas.microsoft.com/office/drawing/2014/main" id="{E9E1AC5E-B80C-456B-A08C-89E497D0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051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이후 견적 업무 T22</a:t>
            </a:r>
          </a:p>
        </p:txBody>
      </p:sp>
      <p:sp>
        <p:nvSpPr>
          <p:cNvPr id="36" name="dp45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CFC51EB2-4E9D-4236-8C2D-EBDB295D6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29050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다른 Downstream Agent</a:t>
            </a:r>
          </a:p>
        </p:txBody>
      </p:sp>
      <p:sp>
        <p:nvSpPr>
          <p:cNvPr id="37" name="dp45-background / n29 / text 2">
            <a:extLst xmlns:a="http://schemas.openxmlformats.org/drawingml/2006/main">
              <a:ext uri="{FF2B5EF4-FFF2-40B4-BE49-F238E27FC236}">
                <a16:creationId xmlns:a16="http://schemas.microsoft.com/office/drawing/2014/main" id="{ED33CDC7-7AE0-4C8B-854C-8BF314DC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81475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견적 업무 수행</a:t>
            </a:r>
          </a:p>
        </p:txBody>
      </p:sp>
      <p:sp>
        <p:nvSpPr>
          <p:cNvPr id="38" name="dp45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F75C4CC2-0C94-4416-BFCC-5DFB674C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71487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VIA가 확인한 결과 참조</a:t>
            </a:r>
          </a:p>
        </p:txBody>
      </p:sp>
      <p:sp>
        <p:nvSpPr>
          <p:cNvPr id="39" name="dp45-background / n30 / text 2">
            <a:extLst xmlns:a="http://schemas.openxmlformats.org/drawingml/2006/main">
              <a:ext uri="{FF2B5EF4-FFF2-40B4-BE49-F238E27FC236}">
                <a16:creationId xmlns:a16="http://schemas.microsoft.com/office/drawing/2014/main" id="{C373B61F-5275-47FD-B218-0A4458A22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3872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D22@v1</a:t>
            </a:r>
          </a:p>
        </p:txBody>
      </p:sp>
      <p:sp>
        <p:nvSpPr>
          <p:cNvPr id="40" name="dp45-background / n31 / text 1">
            <a:extLst xmlns:a="http://schemas.openxmlformats.org/drawingml/2006/main">
              <a:ext uri="{FF2B5EF4-FFF2-40B4-BE49-F238E27FC236}">
                <a16:creationId xmlns:a16="http://schemas.microsoft.com/office/drawing/2014/main" id="{95463C63-0F9F-4411-9CE5-C87EEC8F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524500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C22 대화에 연결</a:t>
            </a:r>
          </a:p>
        </p:txBody>
      </p:sp>
      <p:sp>
        <p:nvSpPr>
          <p:cNvPr id="41" name="dp45-background / n32 / path">
            <a:extLst xmlns:a="http://schemas.openxmlformats.org/drawingml/2006/main">
              <a:ext uri="{FF2B5EF4-FFF2-40B4-BE49-F238E27FC236}">
                <a16:creationId xmlns:a16="http://schemas.microsoft.com/office/drawing/2014/main" id="{54A9F10F-151E-47DC-BA80-1FFF0639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495675"/>
            <a:ext cx="247650" cy="953"/>
          </a:xfrm>
          <a:custGeom xmlns:a="http://schemas.openxmlformats.org/drawingml/2006/main">
            <a:pathLst>
              <a:path w="247650" h="953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42" name="dp45-background / n32 / arrow">
            <a:extLst xmlns:a="http://schemas.openxmlformats.org/drawingml/2006/main">
              <a:ext uri="{FF2B5EF4-FFF2-40B4-BE49-F238E27FC236}">
                <a16:creationId xmlns:a16="http://schemas.microsoft.com/office/drawing/2014/main" id="{2C689E77-6242-4AAF-AF28-00AFB510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8130" y="3434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43" name="dp45-background / n33 / path">
            <a:extLst xmlns:a="http://schemas.openxmlformats.org/drawingml/2006/main">
              <a:ext uri="{FF2B5EF4-FFF2-40B4-BE49-F238E27FC236}">
                <a16:creationId xmlns:a16="http://schemas.microsoft.com/office/drawing/2014/main" id="{554482BF-2332-416E-9817-761B704C2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495675"/>
            <a:ext cx="247650" cy="953"/>
          </a:xfrm>
          <a:custGeom xmlns:a="http://schemas.openxmlformats.org/drawingml/2006/main">
            <a:pathLst>
              <a:path w="247650" h="953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44" name="dp45-background / n33 / arrow">
            <a:extLst xmlns:a="http://schemas.openxmlformats.org/drawingml/2006/main">
              <a:ext uri="{FF2B5EF4-FFF2-40B4-BE49-F238E27FC236}">
                <a16:creationId xmlns:a16="http://schemas.microsoft.com/office/drawing/2014/main" id="{31B16916-4212-429E-9E50-95A20E1C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7630" y="3434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45" name="dp45-background / n34 / path">
            <a:extLst xmlns:a="http://schemas.openxmlformats.org/drawingml/2006/main">
              <a:ext uri="{FF2B5EF4-FFF2-40B4-BE49-F238E27FC236}">
                <a16:creationId xmlns:a16="http://schemas.microsoft.com/office/drawing/2014/main" id="{F24F78B5-7895-4C11-89E7-F9C7CC08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924550"/>
            <a:ext cx="953" cy="219075"/>
          </a:xfrm>
          <a:custGeom xmlns:a="http://schemas.openxmlformats.org/drawingml/2006/main">
            <a:pathLst>
              <a:path w="953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46" name="dp45-background / n35 / path">
            <a:extLst xmlns:a="http://schemas.openxmlformats.org/drawingml/2006/main">
              <a:ext uri="{FF2B5EF4-FFF2-40B4-BE49-F238E27FC236}">
                <a16:creationId xmlns:a16="http://schemas.microsoft.com/office/drawing/2014/main" id="{52872266-91EC-43F3-BD46-E0E189E9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5924550"/>
            <a:ext cx="953" cy="219075"/>
          </a:xfrm>
          <a:custGeom xmlns:a="http://schemas.openxmlformats.org/drawingml/2006/main">
            <a:pathLst>
              <a:path w="953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47" name="dp45-background / n36 / path">
            <a:extLst xmlns:a="http://schemas.openxmlformats.org/drawingml/2006/main">
              <a:ext uri="{FF2B5EF4-FFF2-40B4-BE49-F238E27FC236}">
                <a16:creationId xmlns:a16="http://schemas.microsoft.com/office/drawing/2014/main" id="{DCB05BB5-4948-4171-BCC4-323B8330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5924550"/>
            <a:ext cx="953" cy="219075"/>
          </a:xfrm>
          <a:custGeom xmlns:a="http://schemas.openxmlformats.org/drawingml/2006/main">
            <a:pathLst>
              <a:path w="953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48" name="dp45-background / n37 / path">
            <a:extLst xmlns:a="http://schemas.openxmlformats.org/drawingml/2006/main">
              <a:ext uri="{FF2B5EF4-FFF2-40B4-BE49-F238E27FC236}">
                <a16:creationId xmlns:a16="http://schemas.microsoft.com/office/drawing/2014/main" id="{97DB88DC-61AE-4DAB-898F-0B8BE81A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6143625"/>
            <a:ext cx="9077325" cy="1866900"/>
          </a:xfrm>
          <a:custGeom xmlns:a="http://schemas.openxmlformats.org/drawingml/2006/main">
            <a:pathLst>
              <a:path w="9077325" h="1866900">
                <a:moveTo>
                  <a:pt x="0" y="0"/>
                </a:moveTo>
                <a:lnTo>
                  <a:pt x="9077325" y="0"/>
                </a:lnTo>
                <a:lnTo>
                  <a:pt x="9077325" y="1866900"/>
                </a:lnTo>
                <a:lnTo>
                  <a:pt x="8905875" y="18669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49" name="dp45-background / n37 / arrow">
            <a:extLst xmlns:a="http://schemas.openxmlformats.org/drawingml/2006/main">
              <a:ext uri="{FF2B5EF4-FFF2-40B4-BE49-F238E27FC236}">
                <a16:creationId xmlns:a16="http://schemas.microsoft.com/office/drawing/2014/main" id="{73AFD600-4385-4372-B311-B9615CD77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79495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50" name="dp45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16C9A6EC-8BB0-478D-82C0-96E011400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57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이번 C23 / R23: 여러 활동을 참조하는 새 제안서 요청</a:t>
            </a:r>
          </a:p>
        </p:txBody>
      </p:sp>
      <p:sp>
        <p:nvSpPr>
          <p:cNvPr id="51" name="dp45-background / n39">
            <a:extLst xmlns:a="http://schemas.openxmlformats.org/drawingml/2006/main">
              <a:ext uri="{FF2B5EF4-FFF2-40B4-BE49-F238E27FC236}">
                <a16:creationId xmlns:a16="http://schemas.microsoft.com/office/drawing/2014/main" id="{A1D793DE-12AE-4D4D-A7EB-35F75AB5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57275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dp45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0C81048F-4771-4D7A-952B-8ADD8B8A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829425"/>
            <a:ext cx="10191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“지난번 네가 설명한 평가 기준에 맞춰, 앞서 조사한 제품 비교 결과와</a:t>
            </a:r>
          </a:p>
        </p:txBody>
      </p:sp>
      <p:sp>
        <p:nvSpPr>
          <p:cNvPr id="53" name="dp45-background / n40 / text 2">
            <a:extLst xmlns:a="http://schemas.openxmlformats.org/drawingml/2006/main">
              <a:ext uri="{FF2B5EF4-FFF2-40B4-BE49-F238E27FC236}">
                <a16:creationId xmlns:a16="http://schemas.microsoft.com/office/drawing/2014/main" id="{1AF641A5-C977-4102-889D-8BEA9928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181850"/>
            <a:ext cx="10191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받아둔 견적을 이번 제안서에 반영해줘.”</a:t>
            </a:r>
          </a:p>
        </p:txBody>
      </p:sp>
      <p:sp>
        <p:nvSpPr>
          <p:cNvPr id="54" name="dp45-background / n41">
            <a:extLst xmlns:a="http://schemas.openxmlformats.org/drawingml/2006/main">
              <a:ext uri="{FF2B5EF4-FFF2-40B4-BE49-F238E27FC236}">
                <a16:creationId xmlns:a16="http://schemas.microsoft.com/office/drawing/2014/main" id="{2EAD342C-8C78-49B5-91EB-71B21CFC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20025"/>
            <a:ext cx="1057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8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dp45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A237500E-5EA3-4838-A7D1-2419201D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915275"/>
            <a:ext cx="10191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VIA: P20 전달 범위와 D21/D22 발췌 또는 참조를 이번 Context에 연결</a:t>
            </a:r>
          </a:p>
        </p:txBody>
      </p:sp>
      <p:sp>
        <p:nvSpPr>
          <p:cNvPr id="56" name="dp45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727FF82E-7B86-480B-A685-EBE97CBB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여러 활동의 근거 연결</a:t>
            </a:r>
          </a:p>
        </p:txBody>
      </p:sp>
      <p:sp>
        <p:nvSpPr>
          <p:cNvPr id="57" name="dp45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9F09DC99-3BF4-4171-AFE0-A7075A8B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직접 설명과 두 업무 결과의 후보 및 버전 확인</a:t>
            </a:r>
          </a:p>
        </p:txBody>
      </p:sp>
      <p:sp>
        <p:nvSpPr>
          <p:cNvPr id="58" name="dp45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B62044D0-2A9A-4685-8535-2AFB3C3F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실제 전달과 자료 범위</a:t>
            </a:r>
          </a:p>
        </p:txBody>
      </p:sp>
      <p:sp>
        <p:nvSpPr>
          <p:cNvPr id="59" name="dp45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2BB015FE-7296-4EE5-8B1F-8C865B004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설명 원문과 실제 표시/재생 범위 구별</a:t>
            </a:r>
          </a:p>
        </p:txBody>
      </p:sp>
      <p:sp>
        <p:nvSpPr>
          <p:cNvPr id="60" name="dp45-background / n46 / text 2">
            <a:extLst xmlns:a="http://schemas.openxmlformats.org/drawingml/2006/main">
              <a:ext uri="{FF2B5EF4-FFF2-40B4-BE49-F238E27FC236}">
                <a16:creationId xmlns:a16="http://schemas.microsoft.com/office/drawing/2014/main" id="{91E7A74B-6F88-42ED-B4BA-D9E4D19F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619750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결과 본문과 허용된 참조 구별</a:t>
            </a:r>
          </a:p>
        </p:txBody>
      </p:sp>
      <p:sp>
        <p:nvSpPr>
          <p:cNvPr id="61" name="dp45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D4F5749C-0736-43ED-8A04-E828FFEC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제공 방식과 비용</a:t>
            </a:r>
          </a:p>
        </p:txBody>
      </p:sp>
      <p:sp>
        <p:nvSpPr>
          <p:cNvPr id="62" name="dp45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2B195F3E-9FD3-4FA5-B4FA-6B44E10C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단순 실행 맥락이나 index/cache로 충분한지</a:t>
            </a:r>
          </a:p>
        </p:txBody>
      </p:sp>
      <p:sp>
        <p:nvSpPr>
          <p:cNvPr id="63" name="dp45-background / n48 / text 2">
            <a:extLst xmlns:a="http://schemas.openxmlformats.org/drawingml/2006/main">
              <a:ext uri="{FF2B5EF4-FFF2-40B4-BE49-F238E27FC236}">
                <a16:creationId xmlns:a16="http://schemas.microsoft.com/office/drawing/2014/main" id="{CC1B92C0-6D7F-4FA0-B9CC-01BC6993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7143750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파생 관계의 유지가 필요한지 검토</a:t>
            </a:r>
          </a:p>
        </p:txBody>
      </p:sp>
    </p:spTree>
    <p:extLst>
      <p:ext uri="{BB962C8B-B14F-4D97-AF65-F5344CB8AC3E}">
        <p14:creationId xmlns:p14="http://schemas.microsoft.com/office/powerpoint/2010/main" val="6972744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9" name="dp45-comparison / n1">
            <a:extLst xmlns:a="http://schemas.openxmlformats.org/drawingml/2006/main">
              <a:ext uri="{FF2B5EF4-FFF2-40B4-BE49-F238E27FC236}">
                <a16:creationId xmlns:a16="http://schemas.microsoft.com/office/drawing/2014/main" id="{909E7315-C4EC-43A3-BBA3-B4067231F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5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F95F6F38-DCFA-4F4D-9BBD-BC62D890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5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39217520-50D2-41E8-83E9-44CF7698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5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2008AF60-4ED6-484E-AA8E-1800AD9A2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04-45. 기능 정확성을 위한 VIA 기억과 Context 제공 설계</a:t>
            </a:r>
          </a:p>
        </p:txBody>
      </p:sp>
      <p:sp>
        <p:nvSpPr>
          <p:cNvPr id="5" name="dp45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1B1C0462-6BA4-4BD7-9D2F-8E9CDFCA4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5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F701A9B2-8E64-4CCB-A389-D802056E3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“지난번 네가 설명한 평가 기준에 맞춰, 앞서 조사한 제품 비교 결과와 받아둔 견적을 이번 제안서에 반영해줘.”</a:t>
            </a:r>
          </a:p>
        </p:txBody>
      </p:sp>
      <p:sp>
        <p:nvSpPr>
          <p:cNvPr id="7" name="dp45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A02AB583-D56E-4C38-8598-183E9C19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5-comparison / n8">
            <a:extLst xmlns:a="http://schemas.openxmlformats.org/drawingml/2006/main">
              <a:ext uri="{FF2B5EF4-FFF2-40B4-BE49-F238E27FC236}">
                <a16:creationId xmlns:a16="http://schemas.microsoft.com/office/drawing/2014/main" id="{AD2C23C8-A445-4D68-BD09-B3A2D376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5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AC666828-38AB-46D2-84B2-F4A655D1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5-comparison / n10">
            <a:extLst xmlns:a="http://schemas.openxmlformats.org/drawingml/2006/main">
              <a:ext uri="{FF2B5EF4-FFF2-40B4-BE49-F238E27FC236}">
                <a16:creationId xmlns:a16="http://schemas.microsoft.com/office/drawing/2014/main" id="{326CA028-F678-4C2E-9A1C-C9DABBBC1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5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E60266D6-5493-422A-A1FE-ADF1DF52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5-comparison / n12">
            <a:extLst xmlns:a="http://schemas.openxmlformats.org/drawingml/2006/main">
              <a:ext uri="{FF2B5EF4-FFF2-40B4-BE49-F238E27FC236}">
                <a16:creationId xmlns:a16="http://schemas.microsoft.com/office/drawing/2014/main" id="{C6E46C6C-7642-4CCC-9274-FFE39F1E6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5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5624F66D-2284-40FF-A01F-3879C056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5-comparison / n14">
            <a:extLst xmlns:a="http://schemas.openxmlformats.org/drawingml/2006/main">
              <a:ext uri="{FF2B5EF4-FFF2-40B4-BE49-F238E27FC236}">
                <a16:creationId xmlns:a16="http://schemas.microsoft.com/office/drawing/2014/main" id="{A0D05DE5-E201-4E77-8309-DA579FE54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5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723D0ED5-11AD-4DF4-839A-4C77FD2C7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5-comparison / n16">
            <a:extLst xmlns:a="http://schemas.openxmlformats.org/drawingml/2006/main">
              <a:ext uri="{FF2B5EF4-FFF2-40B4-BE49-F238E27FC236}">
                <a16:creationId xmlns:a16="http://schemas.microsoft.com/office/drawing/2014/main" id="{518D192D-01E7-476E-9BDF-02408E9F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5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F4D475AD-2CBE-4AC9-818F-3FBA7A74B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5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CEB2F873-9C7A-422D-A165-C3B936495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5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D947B784-6B46-4636-B41C-E2A6BEE0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5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BC771D7A-BEAD-4D98-85BA-394C31D9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5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2ECC3A6B-B54C-4AAE-B5D1-54BF33BE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원본 서비스 조합</a:t>
            </a:r>
          </a:p>
        </p:txBody>
      </p:sp>
      <p:sp>
        <p:nvSpPr>
          <p:cNvPr id="22" name="dp45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E0B9C83E-E1CB-4C12-97D4-BDAA33D5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필요한 요청 중심의 처리로 전체 메모리 13.2 GB (메모리 효율성 ↑)</a:t>
            </a:r>
          </a:p>
        </p:txBody>
      </p:sp>
      <p:sp>
        <p:nvSpPr>
          <p:cNvPr id="23" name="dp45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1EF7637D-0C6B-42E7-BA6A-8F66CE1B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반복 교차 결합의 관계 누락으로 정확 처리율 90% (기능 정확성 ↓)</a:t>
            </a:r>
          </a:p>
        </p:txBody>
      </p:sp>
      <p:sp>
        <p:nvSpPr>
          <p:cNvPr id="24" name="dp45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7BA3A4B3-AC60-4BC4-AFE9-C2A5877A9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여러 원본 조회와 결합으로 평균 VIA 처리시간 7.0 s (요청 완료 신속성 ↓)</a:t>
            </a:r>
          </a:p>
        </p:txBody>
      </p:sp>
      <p:sp>
        <p:nvSpPr>
          <p:cNvPr id="25" name="dp45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F1A639EF-C6C7-427C-AED6-A4557E35A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26" name="dp45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B2D13D7A-594A-4D79-A202-2ADFF379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27" name="dp45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1C00C9CB-1A1C-4CE9-B876-98700D181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90%</a:t>
            </a:r>
          </a:p>
        </p:txBody>
      </p:sp>
      <p:sp>
        <p:nvSpPr>
          <p:cNvPr id="28" name="dp45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9C5C94E4-8293-4ECD-9503-A9CA5F9F3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29" name="dp45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86E336AF-578F-4518-940D-3A186CB8F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5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1313CA4A-D4B4-464D-91DE-238503571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5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BE300486-391B-4BE7-9793-3F96BB2C6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7.0 s</a:t>
            </a:r>
          </a:p>
        </p:txBody>
      </p:sp>
      <p:sp>
        <p:nvSpPr>
          <p:cNvPr id="32" name="dp45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E9D78A40-03B6-41A8-BFA0-B2A82D9F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5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8AAD9900-A1FA-484B-9E84-7AE8070D4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4" name="dp45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3D4A5524-D0FD-48B1-8203-CCF1DBEB8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5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A172C5F2-C06E-441B-B241-852023EB6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13.2 GB</a:t>
            </a:r>
          </a:p>
        </p:txBody>
      </p:sp>
      <p:sp>
        <p:nvSpPr>
          <p:cNvPr id="36" name="dp45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697FD39C-3C12-4236-BE22-CCA755395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7" name="dp45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C217D7E5-A154-478B-A9F2-7A62E26A5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공통 파생 기억의 생산과 조회</a:t>
            </a:r>
          </a:p>
        </p:txBody>
      </p:sp>
      <p:sp>
        <p:nvSpPr>
          <p:cNvPr id="38" name="dp45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7E1B79A0-7E7F-450F-BD1E-315081E3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검증된 과거 관계 재사용으로 정확 처리율 94% (기능 정확성 ↑)</a:t>
            </a:r>
          </a:p>
        </p:txBody>
      </p:sp>
      <p:sp>
        <p:nvSpPr>
          <p:cNvPr id="39" name="dp45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1C63AFBD-748F-4587-AB51-7EB970BF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원본별 교차 결합 축소로 평균 VIA 처리시간 4.5 s (요청 완료 신속성 ↑)</a:t>
            </a:r>
          </a:p>
        </p:txBody>
      </p:sp>
      <p:sp>
        <p:nvSpPr>
          <p:cNvPr id="40" name="dp45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49C7837F-A202-4770-AF0F-C40E6934E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관계 생산 session과 KV로 전체 메모리 14.0 GB (메모리 효율성 ↓)</a:t>
            </a:r>
          </a:p>
        </p:txBody>
      </p:sp>
      <p:sp>
        <p:nvSpPr>
          <p:cNvPr id="41" name="dp45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137C9321-EEC9-422A-B53F-A767091B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42" name="dp45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DB08D9F8-B001-4F47-ADAD-0B624D82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3" name="dp45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F24D7ED1-D48D-404C-BB1E-1F04444C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44" name="dp45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9EF480FC-5336-4193-9AC6-B0D374C3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45" name="dp45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A9D50853-552D-4110-85F1-282DBFAF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5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E843290A-4EB7-4332-8B9D-401CCBAC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5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371906FE-8642-473D-A82F-8F32FAF9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4.5 s</a:t>
            </a:r>
          </a:p>
        </p:txBody>
      </p:sp>
      <p:sp>
        <p:nvSpPr>
          <p:cNvPr id="48" name="dp45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95DFCB9C-EAF8-45E2-9BE1-1FA6F1FF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5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ABA57C30-B9FE-443F-8508-D0405E7F6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0" name="dp45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58B0B864-C33A-47FB-A1BF-60C9A486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1" name="dp45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2B95181C-9B21-45A7-8DF2-0DD040B70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14.0 GB</a:t>
            </a:r>
          </a:p>
        </p:txBody>
      </p:sp>
      <p:sp>
        <p:nvSpPr>
          <p:cNvPr id="52" name="dp45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77C66E2D-FF40-42B9-9468-092E6F41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3" name="dp45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471DB1B2-3513-4B53-B9A9-F609F2A8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게시 범위 안 과거 관계의 반복 재사용 / A의 index와 cache도 허용</a:t>
            </a:r>
          </a:p>
        </p:txBody>
      </p:sp>
      <p:sp>
        <p:nvSpPr>
          <p:cNvPr id="54" name="dp45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766023C6-2C5D-45D2-8E75-C4929F75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5-comparison / n56">
            <a:extLst xmlns:a="http://schemas.openxmlformats.org/drawingml/2006/main">
              <a:ext uri="{FF2B5EF4-FFF2-40B4-BE49-F238E27FC236}">
                <a16:creationId xmlns:a16="http://schemas.microsoft.com/office/drawing/2014/main" id="{5C0B7230-73DC-4F34-9099-190919D97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5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12079468-3E8B-4F56-8B78-33C9D4AE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7" name="dp45-comparison / n60">
            <a:extLst xmlns:a="http://schemas.openxmlformats.org/drawingml/2006/main">
              <a:ext uri="{FF2B5EF4-FFF2-40B4-BE49-F238E27FC236}">
                <a16:creationId xmlns:a16="http://schemas.microsoft.com/office/drawing/2014/main" id="{3B4F13A6-B47D-484E-8D7F-12FA58C1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5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86C959E4-00A5-4EE6-BDAB-943A5E8D9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59" name="dp45-comparison / n64">
            <a:extLst xmlns:a="http://schemas.openxmlformats.org/drawingml/2006/main">
              <a:ext uri="{FF2B5EF4-FFF2-40B4-BE49-F238E27FC236}">
                <a16:creationId xmlns:a16="http://schemas.microsoft.com/office/drawing/2014/main" id="{7835A91A-6121-4CE3-B276-7A76A1911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5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5F2099AE-DE2A-43FF-B48C-1E97E800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61" name="dp45-comparison / n68">
            <a:extLst xmlns:a="http://schemas.openxmlformats.org/drawingml/2006/main">
              <a:ext uri="{FF2B5EF4-FFF2-40B4-BE49-F238E27FC236}">
                <a16:creationId xmlns:a16="http://schemas.microsoft.com/office/drawing/2014/main" id="{E1D4B173-7692-4A38-B523-26E1160E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733800"/>
            <a:ext cx="7800975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2" name="dp45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94C2CA67-6CCA-460A-B1F8-22CBFCB9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82905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63" name="dp45-comparison / n72">
            <a:extLst xmlns:a="http://schemas.openxmlformats.org/drawingml/2006/main">
              <a:ext uri="{FF2B5EF4-FFF2-40B4-BE49-F238E27FC236}">
                <a16:creationId xmlns:a16="http://schemas.microsoft.com/office/drawing/2014/main" id="{623D3324-B02E-4284-A6C5-D370138F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324350"/>
            <a:ext cx="23622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5-comparison / n73 / text 1">
            <a:extLst xmlns:a="http://schemas.openxmlformats.org/drawingml/2006/main">
              <a:ext uri="{FF2B5EF4-FFF2-40B4-BE49-F238E27FC236}">
                <a16:creationId xmlns:a16="http://schemas.microsoft.com/office/drawing/2014/main" id="{B3AC8AE8-6048-4B4A-A8A3-BD93CF8F6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411504"/>
            <a:ext cx="2190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Context Composer</a:t>
            </a:r>
          </a:p>
        </p:txBody>
      </p:sp>
      <p:sp>
        <p:nvSpPr>
          <p:cNvPr id="65" name="dp45-comparison / n74">
            <a:extLst xmlns:a="http://schemas.openxmlformats.org/drawingml/2006/main">
              <a:ext uri="{FF2B5EF4-FFF2-40B4-BE49-F238E27FC236}">
                <a16:creationId xmlns:a16="http://schemas.microsoft.com/office/drawing/2014/main" id="{73DAA097-808D-4CD7-A3E9-FE624BCE6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81625"/>
            <a:ext cx="24765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6" name="dp45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1AD968F5-9E66-41B9-AF8D-237F653E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543550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Source View Cache</a:t>
            </a:r>
          </a:p>
        </p:txBody>
      </p:sp>
      <p:sp>
        <p:nvSpPr>
          <p:cNvPr id="67" name="dp45-comparison / n76">
            <a:extLst xmlns:a="http://schemas.openxmlformats.org/drawingml/2006/main">
              <a:ext uri="{FF2B5EF4-FFF2-40B4-BE49-F238E27FC236}">
                <a16:creationId xmlns:a16="http://schemas.microsoft.com/office/drawing/2014/main" id="{B9333CF7-DA20-4265-98F5-60118C395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381625"/>
            <a:ext cx="22860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8" name="dp45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CC1BEB12-6DCD-45EC-A63C-FF4B872E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43550"/>
            <a:ext cx="2114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Evidence Set</a:t>
            </a:r>
          </a:p>
        </p:txBody>
      </p:sp>
      <p:sp>
        <p:nvSpPr>
          <p:cNvPr id="69" name="dp45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416E4B1B-47D5-407B-8915-BD8CA523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3076575"/>
            <a:ext cx="2667000" cy="1247775"/>
          </a:xfrm>
          <a:custGeom xmlns:a="http://schemas.openxmlformats.org/drawingml/2006/main">
            <a:pathLst>
              <a:path w="2667000" h="1247775">
                <a:moveTo>
                  <a:pt x="2667000" y="1247775"/>
                </a:moveTo>
                <a:lnTo>
                  <a:pt x="2667000" y="552450"/>
                </a:lnTo>
                <a:lnTo>
                  <a:pt x="0" y="5524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0" name="dp45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A0AA1118-2D97-44DE-B1DA-4E66F1D20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56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1" name="dp45-comparison / n79 / path">
            <a:extLst xmlns:a="http://schemas.openxmlformats.org/drawingml/2006/main">
              <a:ext uri="{FF2B5EF4-FFF2-40B4-BE49-F238E27FC236}">
                <a16:creationId xmlns:a16="http://schemas.microsoft.com/office/drawing/2014/main" id="{DFF3F5C5-0996-4DFB-B411-4410AB3B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076575"/>
            <a:ext cx="2762250" cy="1247775"/>
          </a:xfrm>
          <a:custGeom xmlns:a="http://schemas.openxmlformats.org/drawingml/2006/main">
            <a:pathLst>
              <a:path w="2762250" h="1247775">
                <a:moveTo>
                  <a:pt x="0" y="0"/>
                </a:moveTo>
                <a:lnTo>
                  <a:pt x="0" y="1123950"/>
                </a:lnTo>
                <a:lnTo>
                  <a:pt x="2762250" y="1123950"/>
                </a:lnTo>
                <a:lnTo>
                  <a:pt x="2762250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2" name="dp45-comparison / n79 / arrow">
            <a:extLst xmlns:a="http://schemas.openxmlformats.org/drawingml/2006/main">
              <a:ext uri="{FF2B5EF4-FFF2-40B4-BE49-F238E27FC236}">
                <a16:creationId xmlns:a16="http://schemas.microsoft.com/office/drawing/2014/main" id="{5174F6D5-4ADF-4C8D-9CD7-A139BC69F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5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5E7A3BA7-4001-4CDA-A124-1010D553C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076575"/>
            <a:ext cx="47625" cy="1247775"/>
          </a:xfrm>
          <a:custGeom xmlns:a="http://schemas.openxmlformats.org/drawingml/2006/main">
            <a:pathLst>
              <a:path w="47625" h="1247775">
                <a:moveTo>
                  <a:pt x="0" y="1247775"/>
                </a:moveTo>
                <a:lnTo>
                  <a:pt x="0" y="552450"/>
                </a:lnTo>
                <a:lnTo>
                  <a:pt x="47625" y="552450"/>
                </a:ln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4" name="dp45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191AB899-EDBF-4F76-937B-D8ADAE5AA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19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5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3FD270A0-6033-487F-9C10-EA7338571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76575"/>
            <a:ext cx="47625" cy="1247775"/>
          </a:xfrm>
          <a:custGeom xmlns:a="http://schemas.openxmlformats.org/drawingml/2006/main">
            <a:pathLst>
              <a:path w="47625" h="1247775">
                <a:moveTo>
                  <a:pt x="0" y="0"/>
                </a:moveTo>
                <a:lnTo>
                  <a:pt x="0" y="1123950"/>
                </a:lnTo>
                <a:lnTo>
                  <a:pt x="47625" y="1123950"/>
                </a:lnTo>
                <a:lnTo>
                  <a:pt x="47625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6" name="dp45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A0E87B9D-AB49-4176-91B9-46BE1CDCF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7" name="dp45-comparison / n82 / path">
            <a:extLst xmlns:a="http://schemas.openxmlformats.org/drawingml/2006/main">
              <a:ext uri="{FF2B5EF4-FFF2-40B4-BE49-F238E27FC236}">
                <a16:creationId xmlns:a16="http://schemas.microsoft.com/office/drawing/2014/main" id="{283489EC-CD9B-4515-A56B-B2C84432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076575"/>
            <a:ext cx="2762250" cy="1247775"/>
          </a:xfrm>
          <a:custGeom xmlns:a="http://schemas.openxmlformats.org/drawingml/2006/main">
            <a:pathLst>
              <a:path w="2762250" h="1247775">
                <a:moveTo>
                  <a:pt x="0" y="1247775"/>
                </a:moveTo>
                <a:lnTo>
                  <a:pt x="0" y="552450"/>
                </a:lnTo>
                <a:lnTo>
                  <a:pt x="2762250" y="552450"/>
                </a:lnTo>
                <a:lnTo>
                  <a:pt x="2762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8" name="dp45-comparison / n82 / arrow">
            <a:extLst xmlns:a="http://schemas.openxmlformats.org/drawingml/2006/main">
              <a:ext uri="{FF2B5EF4-FFF2-40B4-BE49-F238E27FC236}">
                <a16:creationId xmlns:a16="http://schemas.microsoft.com/office/drawing/2014/main" id="{A5CD2E54-D96E-4BED-959B-EDBEE4C8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481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9" name="dp45-comparison / n83 / path">
            <a:extLst xmlns:a="http://schemas.openxmlformats.org/drawingml/2006/main">
              <a:ext uri="{FF2B5EF4-FFF2-40B4-BE49-F238E27FC236}">
                <a16:creationId xmlns:a16="http://schemas.microsoft.com/office/drawing/2014/main" id="{C8BC56C9-33E4-4EC9-8E14-6D3F029F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076575"/>
            <a:ext cx="2667000" cy="1247775"/>
          </a:xfrm>
          <a:custGeom xmlns:a="http://schemas.openxmlformats.org/drawingml/2006/main">
            <a:pathLst>
              <a:path w="2667000" h="1247775">
                <a:moveTo>
                  <a:pt x="2667000" y="0"/>
                </a:moveTo>
                <a:lnTo>
                  <a:pt x="2667000" y="1123950"/>
                </a:lnTo>
                <a:lnTo>
                  <a:pt x="0" y="1123950"/>
                </a:lnTo>
                <a:lnTo>
                  <a:pt x="0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0" name="dp45-comparison / n83 / arrow">
            <a:extLst xmlns:a="http://schemas.openxmlformats.org/drawingml/2006/main">
              <a:ext uri="{FF2B5EF4-FFF2-40B4-BE49-F238E27FC236}">
                <a16:creationId xmlns:a16="http://schemas.microsoft.com/office/drawing/2014/main" id="{9C0EC169-392D-4283-8C45-6EC0EACE5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1" name="dp45-comparison / n86 / path">
            <a:extLst xmlns:a="http://schemas.openxmlformats.org/drawingml/2006/main">
              <a:ext uri="{FF2B5EF4-FFF2-40B4-BE49-F238E27FC236}">
                <a16:creationId xmlns:a16="http://schemas.microsoft.com/office/drawing/2014/main" id="{C0292501-21E5-443C-A439-EDEAF2B5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524375"/>
            <a:ext cx="1285875" cy="857250"/>
          </a:xfrm>
          <a:custGeom xmlns:a="http://schemas.openxmlformats.org/drawingml/2006/main">
            <a:pathLst>
              <a:path w="1285875" h="857250">
                <a:moveTo>
                  <a:pt x="1285875" y="4763"/>
                </a:moveTo>
                <a:lnTo>
                  <a:pt x="0" y="0"/>
                </a:lnTo>
                <a:lnTo>
                  <a:pt x="0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2" name="dp45-comparison / n86 / arrow">
            <a:extLst xmlns:a="http://schemas.openxmlformats.org/drawingml/2006/main">
              <a:ext uri="{FF2B5EF4-FFF2-40B4-BE49-F238E27FC236}">
                <a16:creationId xmlns:a16="http://schemas.microsoft.com/office/drawing/2014/main" id="{22AF792E-CED2-4BE7-B468-350C7534A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" y="5259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3" name="dp45-comparison / n87 / path">
            <a:extLst xmlns:a="http://schemas.openxmlformats.org/drawingml/2006/main">
              <a:ext uri="{FF2B5EF4-FFF2-40B4-BE49-F238E27FC236}">
                <a16:creationId xmlns:a16="http://schemas.microsoft.com/office/drawing/2014/main" id="{9A7A402B-C1A7-4F85-9B97-43B22D41F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733925"/>
            <a:ext cx="1228725" cy="876300"/>
          </a:xfrm>
          <a:custGeom xmlns:a="http://schemas.openxmlformats.org/drawingml/2006/main">
            <a:pathLst>
              <a:path w="1228725" h="876300">
                <a:moveTo>
                  <a:pt x="0" y="871538"/>
                </a:moveTo>
                <a:lnTo>
                  <a:pt x="1228725" y="876300"/>
                </a:lnTo>
                <a:lnTo>
                  <a:pt x="1228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4" name="dp45-comparison / n87 / arrow">
            <a:extLst xmlns:a="http://schemas.openxmlformats.org/drawingml/2006/main">
              <a:ext uri="{FF2B5EF4-FFF2-40B4-BE49-F238E27FC236}">
                <a16:creationId xmlns:a16="http://schemas.microsoft.com/office/drawing/2014/main" id="{F232FB7F-2AF7-4987-B72C-2CC8CA706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591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5-comparison / n88 / path">
            <a:extLst xmlns:a="http://schemas.openxmlformats.org/drawingml/2006/main">
              <a:ext uri="{FF2B5EF4-FFF2-40B4-BE49-F238E27FC236}">
                <a16:creationId xmlns:a16="http://schemas.microsoft.com/office/drawing/2014/main" id="{7843D6F8-0E9E-4007-B34F-2DCE32D7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524375"/>
            <a:ext cx="1381125" cy="857250"/>
          </a:xfrm>
          <a:custGeom xmlns:a="http://schemas.openxmlformats.org/drawingml/2006/main">
            <a:pathLst>
              <a:path w="1381125" h="857250">
                <a:moveTo>
                  <a:pt x="0" y="4763"/>
                </a:moveTo>
                <a:lnTo>
                  <a:pt x="1381125" y="0"/>
                </a:lnTo>
                <a:lnTo>
                  <a:pt x="1381125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6" name="dp45-comparison / n88 / arrow">
            <a:extLst xmlns:a="http://schemas.openxmlformats.org/drawingml/2006/main">
              <a:ext uri="{FF2B5EF4-FFF2-40B4-BE49-F238E27FC236}">
                <a16:creationId xmlns:a16="http://schemas.microsoft.com/office/drawing/2014/main" id="{47BC5BF9-812C-4C57-A670-01282727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8140" y="5259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7" name="dp45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27757013-14B5-40F9-859F-97DACBC12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90838"/>
            <a:ext cx="323850" cy="2719388"/>
          </a:xfrm>
          <a:custGeom xmlns:a="http://schemas.openxmlformats.org/drawingml/2006/main">
            <a:pathLst>
              <a:path w="323850" h="2719388">
                <a:moveTo>
                  <a:pt x="123825" y="0"/>
                </a:moveTo>
                <a:lnTo>
                  <a:pt x="0" y="4763"/>
                </a:lnTo>
                <a:lnTo>
                  <a:pt x="0" y="2719388"/>
                </a:lnTo>
                <a:lnTo>
                  <a:pt x="32385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88" name="dp45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EC9382DD-AEB7-4E14-8215-33273DD4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847" y="5546302"/>
            <a:ext cx="122803" cy="121907"/>
          </a:xfrm>
          <a:custGeom xmlns:a="http://schemas.openxmlformats.org/drawingml/2006/main">
            <a:pathLst>
              <a:path w="122803" h="121907">
                <a:moveTo>
                  <a:pt x="1793" y="121907"/>
                </a:moveTo>
                <a:lnTo>
                  <a:pt x="122803" y="5916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9" name="dp45-comparison / n96">
            <a:extLst xmlns:a="http://schemas.openxmlformats.org/drawingml/2006/main">
              <a:ext uri="{FF2B5EF4-FFF2-40B4-BE49-F238E27FC236}">
                <a16:creationId xmlns:a16="http://schemas.microsoft.com/office/drawing/2014/main" id="{0A057B9F-E5B8-4D92-9D59-F8D8F4B1F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6353175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0" name="dp45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9C8A3588-398F-42C4-AD35-B463B287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6432233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1" name="dp45-comparison / n98">
            <a:extLst xmlns:a="http://schemas.openxmlformats.org/drawingml/2006/main">
              <a:ext uri="{FF2B5EF4-FFF2-40B4-BE49-F238E27FC236}">
                <a16:creationId xmlns:a16="http://schemas.microsoft.com/office/drawing/2014/main" id="{110E05BE-E334-4995-A533-B40DEFC1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353175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2" name="dp45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0BD0480F-FBE0-4309-9820-B1C62992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432233"/>
            <a:ext cx="24384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93" name="dp45-comparison / n100">
            <a:extLst xmlns:a="http://schemas.openxmlformats.org/drawingml/2006/main">
              <a:ext uri="{FF2B5EF4-FFF2-40B4-BE49-F238E27FC236}">
                <a16:creationId xmlns:a16="http://schemas.microsoft.com/office/drawing/2014/main" id="{B16E2AEA-E264-4C89-9393-3B62BB3C9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324600"/>
            <a:ext cx="16764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94" name="dp45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E3A40235-F904-4803-9830-ECB92D02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486525"/>
            <a:ext cx="1504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95" name="dp45-comparison / n102 / path">
            <a:extLst xmlns:a="http://schemas.openxmlformats.org/drawingml/2006/main">
              <a:ext uri="{FF2B5EF4-FFF2-40B4-BE49-F238E27FC236}">
                <a16:creationId xmlns:a16="http://schemas.microsoft.com/office/drawing/2014/main" id="{4364B69B-0F25-40DA-A295-05E35C35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733925"/>
            <a:ext cx="2667000" cy="1619250"/>
          </a:xfrm>
          <a:custGeom xmlns:a="http://schemas.openxmlformats.org/drawingml/2006/main">
            <a:pathLst>
              <a:path w="2667000" h="1619250">
                <a:moveTo>
                  <a:pt x="0" y="1619250"/>
                </a:moveTo>
                <a:lnTo>
                  <a:pt x="0" y="1323975"/>
                </a:lnTo>
                <a:lnTo>
                  <a:pt x="2667000" y="1323975"/>
                </a:ln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6" name="dp45-comparison / n102 / arrow">
            <a:extLst xmlns:a="http://schemas.openxmlformats.org/drawingml/2006/main">
              <a:ext uri="{FF2B5EF4-FFF2-40B4-BE49-F238E27FC236}">
                <a16:creationId xmlns:a16="http://schemas.microsoft.com/office/drawing/2014/main" id="{BABE2D70-3B16-41C4-A2EB-65367B5A9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591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7" name="dp45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79A1E790-A508-4DB6-B0DB-B721E71F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829300"/>
            <a:ext cx="5029200" cy="523875"/>
          </a:xfrm>
          <a:custGeom xmlns:a="http://schemas.openxmlformats.org/drawingml/2006/main">
            <a:pathLst>
              <a:path w="5029200" h="523875">
                <a:moveTo>
                  <a:pt x="5029200" y="0"/>
                </a:moveTo>
                <a:lnTo>
                  <a:pt x="5029200" y="485775"/>
                </a:lnTo>
                <a:lnTo>
                  <a:pt x="0" y="485775"/>
                </a:lnTo>
                <a:lnTo>
                  <a:pt x="0" y="5238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8" name="dp45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0664A69A-E2DA-4FF0-BBB2-4E2B2C98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" y="62312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9" name="dp45-comparison / n106 / path">
            <a:extLst xmlns:a="http://schemas.openxmlformats.org/drawingml/2006/main">
              <a:ext uri="{FF2B5EF4-FFF2-40B4-BE49-F238E27FC236}">
                <a16:creationId xmlns:a16="http://schemas.microsoft.com/office/drawing/2014/main" id="{E566F226-EC08-4871-B813-F19F5122B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543675"/>
            <a:ext cx="609600" cy="953"/>
          </a:xfrm>
          <a:custGeom xmlns:a="http://schemas.openxmlformats.org/drawingml/2006/main">
            <a:pathLst>
              <a:path w="609600" h="953">
                <a:moveTo>
                  <a:pt x="0" y="0"/>
                </a:moveTo>
                <a:lnTo>
                  <a:pt x="609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0" name="dp45-comparison / n106 / arrow">
            <a:extLst xmlns:a="http://schemas.openxmlformats.org/drawingml/2006/main">
              <a:ext uri="{FF2B5EF4-FFF2-40B4-BE49-F238E27FC236}">
                <a16:creationId xmlns:a16="http://schemas.microsoft.com/office/drawing/2014/main" id="{B0DA5FE1-FF07-46D7-B79E-5187CAED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6482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1" name="dp45-comparison / n113 / path">
            <a:extLst xmlns:a="http://schemas.openxmlformats.org/drawingml/2006/main">
              <a:ext uri="{FF2B5EF4-FFF2-40B4-BE49-F238E27FC236}">
                <a16:creationId xmlns:a16="http://schemas.microsoft.com/office/drawing/2014/main" id="{4BA44D81-76E1-432A-9C33-918D69BC8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543675"/>
            <a:ext cx="3648075" cy="485775"/>
          </a:xfrm>
          <a:custGeom xmlns:a="http://schemas.openxmlformats.org/drawingml/2006/main">
            <a:pathLst>
              <a:path w="3648075" h="485775">
                <a:moveTo>
                  <a:pt x="0" y="0"/>
                </a:moveTo>
                <a:lnTo>
                  <a:pt x="180975" y="0"/>
                </a:lnTo>
                <a:lnTo>
                  <a:pt x="180975" y="485775"/>
                </a:lnTo>
                <a:lnTo>
                  <a:pt x="3448050" y="485775"/>
                </a:lnTo>
                <a:lnTo>
                  <a:pt x="3448050" y="0"/>
                </a:lnTo>
                <a:lnTo>
                  <a:pt x="3648075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02" name="dp45-comparison / n113 / arrow">
            <a:extLst xmlns:a="http://schemas.openxmlformats.org/drawingml/2006/main">
              <a:ext uri="{FF2B5EF4-FFF2-40B4-BE49-F238E27FC236}">
                <a16:creationId xmlns:a16="http://schemas.microsoft.com/office/drawing/2014/main" id="{8AD7B706-9FB3-4BB3-9C82-FFC33021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864" y="6484593"/>
            <a:ext cx="123336" cy="121885"/>
          </a:xfrm>
          <a:custGeom xmlns:a="http://schemas.openxmlformats.org/drawingml/2006/main">
            <a:pathLst>
              <a:path w="123336" h="121885">
                <a:moveTo>
                  <a:pt x="0" y="121885"/>
                </a:moveTo>
                <a:lnTo>
                  <a:pt x="123336" y="63845"/>
                </a:lnTo>
                <a:lnTo>
                  <a:pt x="29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03" name="dp45-comparison / n54">
            <a:extLst xmlns:a="http://schemas.openxmlformats.org/drawingml/2006/main">
              <a:ext uri="{FF2B5EF4-FFF2-40B4-BE49-F238E27FC236}">
                <a16:creationId xmlns:a16="http://schemas.microsoft.com/office/drawing/2014/main" id="{9134EF41-FB8F-47F6-A715-6798D512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400300"/>
            <a:ext cx="619372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5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871B5FFA-7CC4-486E-8A92-E56AD1A0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409825"/>
            <a:ext cx="7800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동일: E20/P20 평가 기준 설명 / T21/D21@v2 제품 비교 / T22/D22@v1 견적</a:t>
            </a:r>
          </a:p>
        </p:txBody>
      </p:sp>
      <p:sp>
        <p:nvSpPr>
          <p:cNvPr id="105" name="dp45-comparison / n58">
            <a:extLst xmlns:a="http://schemas.openxmlformats.org/drawingml/2006/main">
              <a:ext uri="{FF2B5EF4-FFF2-40B4-BE49-F238E27FC236}">
                <a16:creationId xmlns:a16="http://schemas.microsoft.com/office/drawing/2014/main" id="{6F3F9FC3-56D4-4DC7-8361-A4389F89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124200"/>
            <a:ext cx="177317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5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899C3B0E-620A-4399-A2E1-00C65EF3E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C20 입력과 설명 연결</a:t>
            </a:r>
          </a:p>
        </p:txBody>
      </p:sp>
      <p:sp>
        <p:nvSpPr>
          <p:cNvPr id="107" name="dp45-comparison / n62">
            <a:extLst xmlns:a="http://schemas.openxmlformats.org/drawingml/2006/main">
              <a:ext uri="{FF2B5EF4-FFF2-40B4-BE49-F238E27FC236}">
                <a16:creationId xmlns:a16="http://schemas.microsoft.com/office/drawing/2014/main" id="{0835750F-ADB9-4302-9F21-7BD90483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124200"/>
            <a:ext cx="185508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5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68D9B87A-A8B0-46F3-A755-67038DA2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133725"/>
            <a:ext cx="2362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T21/D21@v2 / T22/D22@v1</a:t>
            </a:r>
          </a:p>
        </p:txBody>
      </p:sp>
      <p:sp>
        <p:nvSpPr>
          <p:cNvPr id="109" name="dp45-comparison / n66">
            <a:extLst xmlns:a="http://schemas.openxmlformats.org/drawingml/2006/main">
              <a:ext uri="{FF2B5EF4-FFF2-40B4-BE49-F238E27FC236}">
                <a16:creationId xmlns:a16="http://schemas.microsoft.com/office/drawing/2014/main" id="{31709086-62D2-42F6-B313-C574306B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24200"/>
            <a:ext cx="217474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5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C0BC101B-3921-4CD2-A8D3-502BAB5D1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E20 / P20 실제 전달 범위</a:t>
            </a:r>
          </a:p>
        </p:txBody>
      </p:sp>
      <p:sp>
        <p:nvSpPr>
          <p:cNvPr id="111" name="dp45-comparison / n70">
            <a:extLst xmlns:a="http://schemas.openxmlformats.org/drawingml/2006/main">
              <a:ext uri="{FF2B5EF4-FFF2-40B4-BE49-F238E27FC236}">
                <a16:creationId xmlns:a16="http://schemas.microsoft.com/office/drawing/2014/main" id="{8DE7E826-0DD6-4D02-8275-D510635C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09950"/>
            <a:ext cx="365798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5-comparison / n71 / text 1">
            <a:extLst xmlns:a="http://schemas.openxmlformats.org/drawingml/2006/main">
              <a:ext uri="{FF2B5EF4-FFF2-40B4-BE49-F238E27FC236}">
                <a16:creationId xmlns:a16="http://schemas.microsoft.com/office/drawing/2014/main" id="{4B8AB1C9-7741-44B9-9001-CB0B79C1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41947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owner 유지 / 수정과 삭제 및 권한 철회</a:t>
            </a:r>
          </a:p>
        </p:txBody>
      </p:sp>
      <p:sp>
        <p:nvSpPr>
          <p:cNvPr id="113" name="dp45-comparison / n84">
            <a:extLst xmlns:a="http://schemas.openxmlformats.org/drawingml/2006/main">
              <a:ext uri="{FF2B5EF4-FFF2-40B4-BE49-F238E27FC236}">
                <a16:creationId xmlns:a16="http://schemas.microsoft.com/office/drawing/2014/main" id="{8BC604F5-0024-4A04-96A4-38DCEBFCA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095750"/>
            <a:ext cx="423767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p45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C49A07BB-477E-47D8-A288-D494AE6F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105275"/>
            <a:ext cx="7572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1 R23의 범위 읽기 / 원문과 버전 및 누락 범위 반환</a:t>
            </a:r>
          </a:p>
        </p:txBody>
      </p:sp>
      <p:sp>
        <p:nvSpPr>
          <p:cNvPr id="115" name="dp45-comparison / n89">
            <a:extLst xmlns:a="http://schemas.openxmlformats.org/drawingml/2006/main">
              <a:ext uri="{FF2B5EF4-FFF2-40B4-BE49-F238E27FC236}">
                <a16:creationId xmlns:a16="http://schemas.microsoft.com/office/drawing/2014/main" id="{DCC559E3-E93D-4270-9D95-4BFB63AA1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895850"/>
            <a:ext cx="213912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p45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484E5F92-202A-426B-8352-7350E1B1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905375"/>
            <a:ext cx="2619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원본별 요약과 색인 재사용</a:t>
            </a:r>
          </a:p>
        </p:txBody>
      </p:sp>
      <p:sp>
        <p:nvSpPr>
          <p:cNvPr id="117" name="dp45-comparison / n91">
            <a:extLst xmlns:a="http://schemas.openxmlformats.org/drawingml/2006/main">
              <a:ext uri="{FF2B5EF4-FFF2-40B4-BE49-F238E27FC236}">
                <a16:creationId xmlns:a16="http://schemas.microsoft.com/office/drawing/2014/main" id="{C91736F6-516A-44F9-AF21-0E88005F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4895850"/>
            <a:ext cx="191890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p45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D9167EBE-BBDD-4BD5-9883-1AA28E16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905375"/>
            <a:ext cx="2266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2 이번 Request에 결합</a:t>
            </a:r>
          </a:p>
        </p:txBody>
      </p:sp>
      <p:sp>
        <p:nvSpPr>
          <p:cNvPr id="119" name="dp45-comparison / n93">
            <a:extLst xmlns:a="http://schemas.openxmlformats.org/drawingml/2006/main">
              <a:ext uri="{FF2B5EF4-FFF2-40B4-BE49-F238E27FC236}">
                <a16:creationId xmlns:a16="http://schemas.microsoft.com/office/drawing/2014/main" id="{B28DD37D-7174-40C2-83FB-73E20C94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848350"/>
            <a:ext cx="41452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p45-comparison / n94 / text 1">
            <a:extLst xmlns:a="http://schemas.openxmlformats.org/drawingml/2006/main">
              <a:ext uri="{FF2B5EF4-FFF2-40B4-BE49-F238E27FC236}">
                <a16:creationId xmlns:a16="http://schemas.microsoft.com/office/drawing/2014/main" id="{E3FBCCCC-CDFA-4EF4-94A9-4E11495B8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857875"/>
            <a:ext cx="7334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변경의 부분 무효화 / cache 적중 시 재조합 축소</a:t>
            </a:r>
          </a:p>
        </p:txBody>
      </p:sp>
      <p:sp>
        <p:nvSpPr>
          <p:cNvPr id="121" name="dp45-comparison / n104">
            <a:extLst xmlns:a="http://schemas.openxmlformats.org/drawingml/2006/main">
              <a:ext uri="{FF2B5EF4-FFF2-40B4-BE49-F238E27FC236}">
                <a16:creationId xmlns:a16="http://schemas.microsoft.com/office/drawing/2014/main" id="{947EA3B5-77D1-4F6F-8A92-27D3A797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96000"/>
            <a:ext cx="436721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p45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8FFE4D89-9D62-4CA0-B202-61A86BBC4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105525"/>
            <a:ext cx="6191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R23 조회 / Context + 출처 + 버전 + 누락 범위 반환</a:t>
            </a:r>
          </a:p>
        </p:txBody>
      </p:sp>
      <p:sp>
        <p:nvSpPr>
          <p:cNvPr id="123" name="dp45-comparison / n107">
            <a:extLst xmlns:a="http://schemas.openxmlformats.org/drawingml/2006/main">
              <a:ext uri="{FF2B5EF4-FFF2-40B4-BE49-F238E27FC236}">
                <a16:creationId xmlns:a16="http://schemas.microsoft.com/office/drawing/2014/main" id="{BAAD3C21-870B-4B2B-9D27-08F957E6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81800"/>
            <a:ext cx="233172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p45-comparison / n108 / text 1">
            <a:extLst xmlns:a="http://schemas.openxmlformats.org/drawingml/2006/main">
              <a:ext uri="{FF2B5EF4-FFF2-40B4-BE49-F238E27FC236}">
                <a16:creationId xmlns:a16="http://schemas.microsoft.com/office/drawing/2014/main" id="{917DFD5F-5F5D-4055-B555-356DEC3C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791325"/>
            <a:ext cx="27717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참조 / 새 T23 연결 판단</a:t>
            </a:r>
          </a:p>
        </p:txBody>
      </p:sp>
      <p:sp>
        <p:nvSpPr>
          <p:cNvPr id="125" name="dp45-comparison / n109">
            <a:extLst xmlns:a="http://schemas.openxmlformats.org/drawingml/2006/main">
              <a:ext uri="{FF2B5EF4-FFF2-40B4-BE49-F238E27FC236}">
                <a16:creationId xmlns:a16="http://schemas.microsoft.com/office/drawing/2014/main" id="{E0EDF60E-49DE-4CE5-87D6-619AFB77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010400"/>
            <a:ext cx="3412617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p45-comparison / n110 / text 1">
            <a:extLst xmlns:a="http://schemas.openxmlformats.org/drawingml/2006/main">
              <a:ext uri="{FF2B5EF4-FFF2-40B4-BE49-F238E27FC236}">
                <a16:creationId xmlns:a16="http://schemas.microsoft.com/office/drawing/2014/main" id="{0E23CDD0-3347-4244-A3EE-E2BE6C63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7019925"/>
            <a:ext cx="58388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VIA: 근거 연결 / Agent: 기준 적용과 제안서 작성</a:t>
            </a:r>
          </a:p>
        </p:txBody>
      </p:sp>
      <p:sp>
        <p:nvSpPr>
          <p:cNvPr id="127" name="dp45-comparison / n111">
            <a:extLst xmlns:a="http://schemas.openxmlformats.org/drawingml/2006/main">
              <a:ext uri="{FF2B5EF4-FFF2-40B4-BE49-F238E27FC236}">
                <a16:creationId xmlns:a16="http://schemas.microsoft.com/office/drawing/2014/main" id="{78E3D43B-7D9F-490D-850E-50AE20C21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8294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dp45-comparison / n112 / text 1">
            <a:extLst xmlns:a="http://schemas.openxmlformats.org/drawingml/2006/main">
              <a:ext uri="{FF2B5EF4-FFF2-40B4-BE49-F238E27FC236}">
                <a16:creationId xmlns:a16="http://schemas.microsoft.com/office/drawing/2014/main" id="{A1C3C29D-80D8-439C-BC13-4DBFDB57A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83895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Manager 소유</a:t>
            </a:r>
          </a:p>
        </p:txBody>
      </p:sp>
      <p:sp>
        <p:nvSpPr>
          <p:cNvPr id="129" name="dp45-comparison / n112 / text 2">
            <a:extLst xmlns:a="http://schemas.openxmlformats.org/drawingml/2006/main">
              <a:ext uri="{FF2B5EF4-FFF2-40B4-BE49-F238E27FC236}">
                <a16:creationId xmlns:a16="http://schemas.microsoft.com/office/drawing/2014/main" id="{488B0572-FFE7-4F75-9386-C37DC00E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99897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명시 저장과 삭제</a:t>
            </a:r>
          </a:p>
        </p:txBody>
      </p:sp>
      <p:sp>
        <p:nvSpPr>
          <p:cNvPr id="130" name="dp45-comparison / n114">
            <a:extLst xmlns:a="http://schemas.openxmlformats.org/drawingml/2006/main">
              <a:ext uri="{FF2B5EF4-FFF2-40B4-BE49-F238E27FC236}">
                <a16:creationId xmlns:a16="http://schemas.microsoft.com/office/drawing/2014/main" id="{F470E67D-E0F7-4A8B-8FB5-693A3163B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191375"/>
            <a:ext cx="670541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p45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B882E19A-7E5C-41CE-8AB0-9219E8EC2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7200900"/>
            <a:ext cx="76581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사용과 채택: 현재 권한과 버전 검사 → State Store / Response 또는 Delegation</a:t>
            </a:r>
          </a:p>
        </p:txBody>
      </p:sp>
      <p:sp>
        <p:nvSpPr>
          <p:cNvPr id="132" name="dp45-comparison / n116">
            <a:extLst xmlns:a="http://schemas.openxmlformats.org/drawingml/2006/main">
              <a:ext uri="{FF2B5EF4-FFF2-40B4-BE49-F238E27FC236}">
                <a16:creationId xmlns:a16="http://schemas.microsoft.com/office/drawing/2014/main" id="{37F5E86A-7402-49A7-8AA9-3E56FB493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400925"/>
            <a:ext cx="574548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p45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5B6231C2-60FE-4FD0-933F-C0CD999E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7410450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공통: Model Access와 공유 Omni 1벌 / B의 관계 생산 session과 KV 추가</a:t>
            </a:r>
          </a:p>
        </p:txBody>
      </p:sp>
      <p:sp>
        <p:nvSpPr>
          <p:cNvPr id="134" name="dp45-comparison / n120">
            <a:extLst xmlns:a="http://schemas.openxmlformats.org/drawingml/2006/main">
              <a:ext uri="{FF2B5EF4-FFF2-40B4-BE49-F238E27FC236}">
                <a16:creationId xmlns:a16="http://schemas.microsoft.com/office/drawing/2014/main" id="{47B6075D-25F8-44FC-BAB6-8A9A9D9A3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5" name="dp45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0D65911A-E4B7-458C-B8FC-40D77F7D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36" name="dp45-comparison / n124">
            <a:extLst xmlns:a="http://schemas.openxmlformats.org/drawingml/2006/main">
              <a:ext uri="{FF2B5EF4-FFF2-40B4-BE49-F238E27FC236}">
                <a16:creationId xmlns:a16="http://schemas.microsoft.com/office/drawing/2014/main" id="{EF43AFBE-C608-474F-85A2-23E65713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7" name="dp45-comparison / n125 / text 1">
            <a:extLst xmlns:a="http://schemas.openxmlformats.org/drawingml/2006/main">
              <a:ext uri="{FF2B5EF4-FFF2-40B4-BE49-F238E27FC236}">
                <a16:creationId xmlns:a16="http://schemas.microsoft.com/office/drawing/2014/main" id="{F4C8F3EA-96C4-403D-A0B9-5F0F22B37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725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38" name="dp45-comparison / n128">
            <a:extLst xmlns:a="http://schemas.openxmlformats.org/drawingml/2006/main">
              <a:ext uri="{FF2B5EF4-FFF2-40B4-BE49-F238E27FC236}">
                <a16:creationId xmlns:a16="http://schemas.microsoft.com/office/drawing/2014/main" id="{397CA3B2-E169-45B0-9943-EC8FE488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62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9" name="dp45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75174DAB-9972-42DB-A022-23B09554E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335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40" name="dp45-comparison / n132">
            <a:extLst xmlns:a="http://schemas.openxmlformats.org/drawingml/2006/main">
              <a:ext uri="{FF2B5EF4-FFF2-40B4-BE49-F238E27FC236}">
                <a16:creationId xmlns:a16="http://schemas.microsoft.com/office/drawing/2014/main" id="{19686437-1C2F-4CC5-B477-B9845FE69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733800"/>
            <a:ext cx="7800975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41" name="dp45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B40FA863-A993-4CE8-A95E-A878E4375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82905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42" name="dp45-comparison / n136">
            <a:extLst xmlns:a="http://schemas.openxmlformats.org/drawingml/2006/main">
              <a:ext uri="{FF2B5EF4-FFF2-40B4-BE49-F238E27FC236}">
                <a16:creationId xmlns:a16="http://schemas.microsoft.com/office/drawing/2014/main" id="{FA214699-FEDB-47A7-B33A-44CA460A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4333875"/>
            <a:ext cx="2400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43" name="dp45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526A72FF-E54F-4A88-BB8F-B760BD698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416266"/>
            <a:ext cx="22288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Memory Publisher</a:t>
            </a:r>
          </a:p>
        </p:txBody>
      </p:sp>
      <p:sp>
        <p:nvSpPr>
          <p:cNvPr id="144" name="dp45-comparison / n138">
            <a:extLst xmlns:a="http://schemas.openxmlformats.org/drawingml/2006/main">
              <a:ext uri="{FF2B5EF4-FFF2-40B4-BE49-F238E27FC236}">
                <a16:creationId xmlns:a16="http://schemas.microsoft.com/office/drawing/2014/main" id="{BA60BB7C-0BE5-4845-9035-95E8239F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4295775"/>
            <a:ext cx="2667000" cy="5238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45" name="dp45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5EE0C126-6F1A-4D6B-9B8E-08461D00F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457700"/>
            <a:ext cx="2495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Episodic Memory</a:t>
            </a:r>
          </a:p>
        </p:txBody>
      </p:sp>
      <p:sp>
        <p:nvSpPr>
          <p:cNvPr id="146" name="dp45-comparison / n139 / text 2">
            <a:extLst xmlns:a="http://schemas.openxmlformats.org/drawingml/2006/main">
              <a:ext uri="{FF2B5EF4-FFF2-40B4-BE49-F238E27FC236}">
                <a16:creationId xmlns:a16="http://schemas.microsoft.com/office/drawing/2014/main" id="{2CD95346-2C67-44D2-81FC-25EE20687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652010"/>
            <a:ext cx="2495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Repository</a:t>
            </a:r>
          </a:p>
        </p:txBody>
      </p:sp>
      <p:sp>
        <p:nvSpPr>
          <p:cNvPr id="147" name="dp45-comparison / n140">
            <a:extLst xmlns:a="http://schemas.openxmlformats.org/drawingml/2006/main">
              <a:ext uri="{FF2B5EF4-FFF2-40B4-BE49-F238E27FC236}">
                <a16:creationId xmlns:a16="http://schemas.microsoft.com/office/drawing/2014/main" id="{7E0710EC-469D-4A60-B7C2-8BAD38FC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4333875"/>
            <a:ext cx="16859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48" name="dp45-comparison / n141 / text 1">
            <a:extLst xmlns:a="http://schemas.openxmlformats.org/drawingml/2006/main">
              <a:ext uri="{FF2B5EF4-FFF2-40B4-BE49-F238E27FC236}">
                <a16:creationId xmlns:a16="http://schemas.microsoft.com/office/drawing/2014/main" id="{8758314F-F7F0-43A6-B70B-128E6004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25" y="4428649"/>
            <a:ext cx="15144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Evidence Reader</a:t>
            </a:r>
          </a:p>
        </p:txBody>
      </p:sp>
      <p:sp>
        <p:nvSpPr>
          <p:cNvPr id="149" name="dp45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087F5ED6-EE5C-4056-A503-824B6A7D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76575"/>
            <a:ext cx="200025" cy="1257300"/>
          </a:xfrm>
          <a:custGeom xmlns:a="http://schemas.openxmlformats.org/drawingml/2006/main">
            <a:pathLst>
              <a:path w="200025" h="1257300">
                <a:moveTo>
                  <a:pt x="0" y="0"/>
                </a:moveTo>
                <a:lnTo>
                  <a:pt x="0" y="619125"/>
                </a:lnTo>
                <a:lnTo>
                  <a:pt x="200025" y="619125"/>
                </a:lnTo>
                <a:lnTo>
                  <a:pt x="200025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0" name="dp45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E9CAEF7B-232C-4BC2-B554-E1009495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1" name="dp45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C9C1BDE3-884C-42B3-AEFE-E3AFCFBE6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76575"/>
            <a:ext cx="200025" cy="1257300"/>
          </a:xfrm>
          <a:custGeom xmlns:a="http://schemas.openxmlformats.org/drawingml/2006/main">
            <a:pathLst>
              <a:path w="200025" h="1257300">
                <a:moveTo>
                  <a:pt x="200025" y="1257300"/>
                </a:moveTo>
                <a:lnTo>
                  <a:pt x="200025" y="533400"/>
                </a:lnTo>
                <a:lnTo>
                  <a:pt x="0" y="5334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2" name="dp45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B6D66ACD-F636-459C-AABD-3CE49928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279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3" name="dp45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F9F0016A-37A7-4EDB-ACF6-9176C2DA5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5" y="3076575"/>
            <a:ext cx="2514600" cy="1257300"/>
          </a:xfrm>
          <a:custGeom xmlns:a="http://schemas.openxmlformats.org/drawingml/2006/main">
            <a:pathLst>
              <a:path w="2514600" h="1257300">
                <a:moveTo>
                  <a:pt x="2514600" y="0"/>
                </a:moveTo>
                <a:lnTo>
                  <a:pt x="2514600" y="619125"/>
                </a:lnTo>
                <a:lnTo>
                  <a:pt x="0" y="619125"/>
                </a:ln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4" name="dp45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DC8C34B2-A6FB-463A-9C77-267B44779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5" name="dp45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A50AC74E-EA3D-4F9D-A20A-B687ADF5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3076575"/>
            <a:ext cx="2514600" cy="1257300"/>
          </a:xfrm>
          <a:custGeom xmlns:a="http://schemas.openxmlformats.org/drawingml/2006/main">
            <a:pathLst>
              <a:path w="2514600" h="1257300">
                <a:moveTo>
                  <a:pt x="0" y="1257300"/>
                </a:moveTo>
                <a:lnTo>
                  <a:pt x="0" y="533400"/>
                </a:lnTo>
                <a:lnTo>
                  <a:pt x="2514600" y="533400"/>
                </a:lnTo>
                <a:lnTo>
                  <a:pt x="2514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6" name="dp45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B5D036C8-1E00-4DC4-A6C6-5D3B5A12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741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7" name="dp45-comparison / n146 / path">
            <a:extLst xmlns:a="http://schemas.openxmlformats.org/drawingml/2006/main">
              <a:ext uri="{FF2B5EF4-FFF2-40B4-BE49-F238E27FC236}">
                <a16:creationId xmlns:a16="http://schemas.microsoft.com/office/drawing/2014/main" id="{8563A00C-ACEE-4921-89A2-D4C4BA35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5" y="3076575"/>
            <a:ext cx="5229225" cy="1257300"/>
          </a:xfrm>
          <a:custGeom xmlns:a="http://schemas.openxmlformats.org/drawingml/2006/main">
            <a:pathLst>
              <a:path w="5229225" h="1257300">
                <a:moveTo>
                  <a:pt x="5229225" y="0"/>
                </a:moveTo>
                <a:lnTo>
                  <a:pt x="5229225" y="619125"/>
                </a:lnTo>
                <a:lnTo>
                  <a:pt x="0" y="619125"/>
                </a:ln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8" name="dp45-comparison / n146 / arrow">
            <a:extLst xmlns:a="http://schemas.openxmlformats.org/drawingml/2006/main">
              <a:ext uri="{FF2B5EF4-FFF2-40B4-BE49-F238E27FC236}">
                <a16:creationId xmlns:a16="http://schemas.microsoft.com/office/drawing/2014/main" id="{07D53046-14E6-4586-B7CA-9A110F386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9" name="dp45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0FA9E6AC-E322-40DA-8C9C-2334461F5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3076575"/>
            <a:ext cx="5229225" cy="1257300"/>
          </a:xfrm>
          <a:custGeom xmlns:a="http://schemas.openxmlformats.org/drawingml/2006/main">
            <a:pathLst>
              <a:path w="5229225" h="1257300">
                <a:moveTo>
                  <a:pt x="0" y="1257300"/>
                </a:moveTo>
                <a:lnTo>
                  <a:pt x="0" y="533400"/>
                </a:lnTo>
                <a:lnTo>
                  <a:pt x="5229225" y="533400"/>
                </a:lnTo>
                <a:lnTo>
                  <a:pt x="5229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0" name="dp45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F153DC6E-3FFC-48B4-BE97-4B1390591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204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1" name="dp45-comparison / n150 / path">
            <a:extLst xmlns:a="http://schemas.openxmlformats.org/drawingml/2006/main">
              <a:ext uri="{FF2B5EF4-FFF2-40B4-BE49-F238E27FC236}">
                <a16:creationId xmlns:a16="http://schemas.microsoft.com/office/drawing/2014/main" id="{B53F9D64-918C-4734-8965-EE6FC83A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175" y="4533900"/>
            <a:ext cx="400050" cy="23813"/>
          </a:xfrm>
          <a:custGeom xmlns:a="http://schemas.openxmlformats.org/drawingml/2006/main">
            <a:pathLst>
              <a:path w="400050" h="23813">
                <a:moveTo>
                  <a:pt x="0" y="0"/>
                </a:moveTo>
                <a:lnTo>
                  <a:pt x="400050" y="238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2" name="dp45-comparison / n150 / arrow">
            <a:extLst xmlns:a="http://schemas.openxmlformats.org/drawingml/2006/main">
              <a:ext uri="{FF2B5EF4-FFF2-40B4-BE49-F238E27FC236}">
                <a16:creationId xmlns:a16="http://schemas.microsoft.com/office/drawing/2014/main" id="{B002F563-6007-4393-8E80-DD1D9E8C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3898" y="4489616"/>
            <a:ext cx="125327" cy="121705"/>
          </a:xfrm>
          <a:custGeom xmlns:a="http://schemas.openxmlformats.org/drawingml/2006/main">
            <a:pathLst>
              <a:path w="125327" h="121705">
                <a:moveTo>
                  <a:pt x="0" y="121705"/>
                </a:moveTo>
                <a:lnTo>
                  <a:pt x="125327" y="68097"/>
                </a:lnTo>
                <a:lnTo>
                  <a:pt x="72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3" name="dp45-comparison / n151 / path">
            <a:extLst xmlns:a="http://schemas.openxmlformats.org/drawingml/2006/main">
              <a:ext uri="{FF2B5EF4-FFF2-40B4-BE49-F238E27FC236}">
                <a16:creationId xmlns:a16="http://schemas.microsoft.com/office/drawing/2014/main" id="{66F468AC-EFFF-455D-8BEB-1A3930FC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448175"/>
            <a:ext cx="257175" cy="23813"/>
          </a:xfrm>
          <a:custGeom xmlns:a="http://schemas.openxmlformats.org/drawingml/2006/main">
            <a:pathLst>
              <a:path w="257175" h="23813">
                <a:moveTo>
                  <a:pt x="257175" y="0"/>
                </a:moveTo>
                <a:lnTo>
                  <a:pt x="0" y="238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4" name="dp45-comparison / n151 / arrow">
            <a:extLst xmlns:a="http://schemas.openxmlformats.org/drawingml/2006/main">
              <a:ext uri="{FF2B5EF4-FFF2-40B4-BE49-F238E27FC236}">
                <a16:creationId xmlns:a16="http://schemas.microsoft.com/office/drawing/2014/main" id="{C5B01F0F-C0F1-426B-970A-A7A9781E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400046"/>
            <a:ext cx="127021" cy="121401"/>
          </a:xfrm>
          <a:custGeom xmlns:a="http://schemas.openxmlformats.org/drawingml/2006/main">
            <a:pathLst>
              <a:path w="127021" h="121401">
                <a:moveTo>
                  <a:pt x="115780" y="0"/>
                </a:moveTo>
                <a:lnTo>
                  <a:pt x="0" y="71941"/>
                </a:lnTo>
                <a:lnTo>
                  <a:pt x="127021" y="121401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5" name="dp45-comparison / n152 / path">
            <a:extLst xmlns:a="http://schemas.openxmlformats.org/drawingml/2006/main">
              <a:ext uri="{FF2B5EF4-FFF2-40B4-BE49-F238E27FC236}">
                <a16:creationId xmlns:a16="http://schemas.microsoft.com/office/drawing/2014/main" id="{69FF5001-EAD8-4F5E-9C7E-23BFC0AC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638675"/>
            <a:ext cx="257175" cy="23813"/>
          </a:xfrm>
          <a:custGeom xmlns:a="http://schemas.openxmlformats.org/drawingml/2006/main">
            <a:pathLst>
              <a:path w="257175" h="23813">
                <a:moveTo>
                  <a:pt x="0" y="23813"/>
                </a:moveTo>
                <a:lnTo>
                  <a:pt x="257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6" name="dp45-comparison / n152 / arrow">
            <a:extLst xmlns:a="http://schemas.openxmlformats.org/drawingml/2006/main">
              <a:ext uri="{FF2B5EF4-FFF2-40B4-BE49-F238E27FC236}">
                <a16:creationId xmlns:a16="http://schemas.microsoft.com/office/drawing/2014/main" id="{0E63E5C0-6735-4BF1-A145-33E5ACCC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6379" y="4589215"/>
            <a:ext cx="127021" cy="121401"/>
          </a:xfrm>
          <a:custGeom xmlns:a="http://schemas.openxmlformats.org/drawingml/2006/main">
            <a:pathLst>
              <a:path w="127021" h="121401">
                <a:moveTo>
                  <a:pt x="11241" y="121401"/>
                </a:moveTo>
                <a:lnTo>
                  <a:pt x="127021" y="494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7" name="dp45-comparison / n157 / path">
            <a:extLst xmlns:a="http://schemas.openxmlformats.org/drawingml/2006/main">
              <a:ext uri="{FF2B5EF4-FFF2-40B4-BE49-F238E27FC236}">
                <a16:creationId xmlns:a16="http://schemas.microsoft.com/office/drawing/2014/main" id="{BEF22C74-CD69-401D-99D5-F026A8773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9025" y="4733925"/>
            <a:ext cx="5367338" cy="676275"/>
          </a:xfrm>
          <a:custGeom xmlns:a="http://schemas.openxmlformats.org/drawingml/2006/main">
            <a:pathLst>
              <a:path w="5367338" h="676275">
                <a:moveTo>
                  <a:pt x="5367338" y="0"/>
                </a:moveTo>
                <a:lnTo>
                  <a:pt x="5362575" y="676275"/>
                </a:lnTo>
                <a:lnTo>
                  <a:pt x="0" y="6762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8" name="dp45-comparison / n157 / arrow">
            <a:extLst xmlns:a="http://schemas.openxmlformats.org/drawingml/2006/main">
              <a:ext uri="{FF2B5EF4-FFF2-40B4-BE49-F238E27FC236}">
                <a16:creationId xmlns:a16="http://schemas.microsoft.com/office/drawing/2014/main" id="{333AA049-ED11-475C-80C5-0BEDA257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806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9" name="dp45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82B2DC10-4DF3-4D40-9181-E791DA17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28900"/>
            <a:ext cx="6715125" cy="1905000"/>
          </a:xfrm>
          <a:custGeom xmlns:a="http://schemas.openxmlformats.org/drawingml/2006/main">
            <a:pathLst>
              <a:path w="6715125" h="1905000">
                <a:moveTo>
                  <a:pt x="6410325" y="1905000"/>
                </a:moveTo>
                <a:lnTo>
                  <a:pt x="6715125" y="1905000"/>
                </a:lnTo>
                <a:lnTo>
                  <a:pt x="6715125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70" name="dp45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3B845797-145D-4EC7-BC09-98FAA0FFE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8040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1" name="dp45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17FB9EB6-5EE0-4165-A3BB-CADF9A586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667000"/>
            <a:ext cx="6581775" cy="1943100"/>
          </a:xfrm>
          <a:custGeom xmlns:a="http://schemas.openxmlformats.org/drawingml/2006/main">
            <a:pathLst>
              <a:path w="6581775" h="1943100">
                <a:moveTo>
                  <a:pt x="0" y="38100"/>
                </a:moveTo>
                <a:lnTo>
                  <a:pt x="0" y="0"/>
                </a:lnTo>
                <a:lnTo>
                  <a:pt x="6581775" y="0"/>
                </a:lnTo>
                <a:lnTo>
                  <a:pt x="6581775" y="1943100"/>
                </a:lnTo>
                <a:lnTo>
                  <a:pt x="6334125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2" name="dp45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BE1D3E9D-4866-4B47-9DE4-8C15C18EA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3" name="dp45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1417A774-D514-4088-BE87-0A07C6E50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2628900"/>
            <a:ext cx="4000500" cy="1905000"/>
          </a:xfrm>
          <a:custGeom xmlns:a="http://schemas.openxmlformats.org/drawingml/2006/main">
            <a:pathLst>
              <a:path w="4000500" h="1905000">
                <a:moveTo>
                  <a:pt x="3695700" y="1905000"/>
                </a:moveTo>
                <a:lnTo>
                  <a:pt x="4000500" y="1905000"/>
                </a:lnTo>
                <a:lnTo>
                  <a:pt x="4000500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74" name="dp45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A888567D-B6D9-472A-9BC1-8F3F9773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2665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5" name="dp45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29322AE4-77CA-4685-AF9B-6CCC0697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9825" y="2667000"/>
            <a:ext cx="3867150" cy="1943100"/>
          </a:xfrm>
          <a:custGeom xmlns:a="http://schemas.openxmlformats.org/drawingml/2006/main">
            <a:pathLst>
              <a:path w="3867150" h="1943100">
                <a:moveTo>
                  <a:pt x="0" y="38100"/>
                </a:moveTo>
                <a:lnTo>
                  <a:pt x="0" y="0"/>
                </a:lnTo>
                <a:lnTo>
                  <a:pt x="3867150" y="0"/>
                </a:lnTo>
                <a:lnTo>
                  <a:pt x="3867150" y="1943100"/>
                </a:lnTo>
                <a:lnTo>
                  <a:pt x="3619500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6" name="dp45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1212C607-4A64-4CCD-8638-7C57D1F7D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7" name="dp45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D0AF0D33-25D7-4CBC-91CC-817DF5BA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0" y="2628900"/>
            <a:ext cx="1285875" cy="1905000"/>
          </a:xfrm>
          <a:custGeom xmlns:a="http://schemas.openxmlformats.org/drawingml/2006/main">
            <a:pathLst>
              <a:path w="1285875" h="1905000">
                <a:moveTo>
                  <a:pt x="981075" y="1905000"/>
                </a:moveTo>
                <a:lnTo>
                  <a:pt x="1285875" y="1905000"/>
                </a:lnTo>
                <a:lnTo>
                  <a:pt x="1285875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78" name="dp45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925DDA4A-0C29-4FDA-96AE-A4128450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7290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9" name="dp45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11B8BAE6-AF70-4E6E-B03F-184C5CFB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4450" y="2667000"/>
            <a:ext cx="1152525" cy="1943100"/>
          </a:xfrm>
          <a:custGeom xmlns:a="http://schemas.openxmlformats.org/drawingml/2006/main">
            <a:pathLst>
              <a:path w="1152525" h="1943100">
                <a:moveTo>
                  <a:pt x="0" y="38100"/>
                </a:moveTo>
                <a:lnTo>
                  <a:pt x="0" y="0"/>
                </a:lnTo>
                <a:lnTo>
                  <a:pt x="1152525" y="0"/>
                </a:lnTo>
                <a:lnTo>
                  <a:pt x="1152525" y="1943100"/>
                </a:lnTo>
                <a:lnTo>
                  <a:pt x="904875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80" name="dp45-comparison / n165 / arrow">
            <a:extLst xmlns:a="http://schemas.openxmlformats.org/drawingml/2006/main">
              <a:ext uri="{FF2B5EF4-FFF2-40B4-BE49-F238E27FC236}">
                <a16:creationId xmlns:a16="http://schemas.microsoft.com/office/drawing/2014/main" id="{EFD81673-0868-4388-8E93-59B1471C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81" name="dp45-comparison / n168">
            <a:extLst xmlns:a="http://schemas.openxmlformats.org/drawingml/2006/main">
              <a:ext uri="{FF2B5EF4-FFF2-40B4-BE49-F238E27FC236}">
                <a16:creationId xmlns:a16="http://schemas.microsoft.com/office/drawing/2014/main" id="{A9434404-B95E-4D60-B14D-0408A4C70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6353175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2" name="dp45-comparison / n169 / text 1">
            <a:extLst xmlns:a="http://schemas.openxmlformats.org/drawingml/2006/main">
              <a:ext uri="{FF2B5EF4-FFF2-40B4-BE49-F238E27FC236}">
                <a16:creationId xmlns:a16="http://schemas.microsoft.com/office/drawing/2014/main" id="{E1A4D3CB-D29E-40CE-BEBB-985E934A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6432233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3" name="dp45-comparison / n170">
            <a:extLst xmlns:a="http://schemas.openxmlformats.org/drawingml/2006/main">
              <a:ext uri="{FF2B5EF4-FFF2-40B4-BE49-F238E27FC236}">
                <a16:creationId xmlns:a16="http://schemas.microsoft.com/office/drawing/2014/main" id="{E05ECEE2-A6A5-41E6-9C25-278B5BE6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353175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4" name="dp45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E9FB4575-85D0-4503-91E7-F194DCBB6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200" y="6432233"/>
            <a:ext cx="24384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85" name="dp45-comparison / n172">
            <a:extLst xmlns:a="http://schemas.openxmlformats.org/drawingml/2006/main">
              <a:ext uri="{FF2B5EF4-FFF2-40B4-BE49-F238E27FC236}">
                <a16:creationId xmlns:a16="http://schemas.microsoft.com/office/drawing/2014/main" id="{2C5BA12F-D996-473A-86A5-212BC0AC1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6324600"/>
            <a:ext cx="16764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6" name="dp45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CCE2346C-623E-4925-9FE0-7C7304A03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68675" y="6486525"/>
            <a:ext cx="1504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187" name="dp45-comparison / n174 / path">
            <a:extLst xmlns:a="http://schemas.openxmlformats.org/drawingml/2006/main">
              <a:ext uri="{FF2B5EF4-FFF2-40B4-BE49-F238E27FC236}">
                <a16:creationId xmlns:a16="http://schemas.microsoft.com/office/drawing/2014/main" id="{27E1F6F5-E00E-414A-81A6-EACAD556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733925"/>
            <a:ext cx="5519738" cy="1619250"/>
          </a:xfrm>
          <a:custGeom xmlns:a="http://schemas.openxmlformats.org/drawingml/2006/main">
            <a:pathLst>
              <a:path w="5519738" h="1619250">
                <a:moveTo>
                  <a:pt x="0" y="1619250"/>
                </a:moveTo>
                <a:lnTo>
                  <a:pt x="0" y="1323975"/>
                </a:lnTo>
                <a:lnTo>
                  <a:pt x="5514975" y="1323975"/>
                </a:lnTo>
                <a:lnTo>
                  <a:pt x="551973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8" name="dp45-comparison / n174 / arrow">
            <a:extLst xmlns:a="http://schemas.openxmlformats.org/drawingml/2006/main">
              <a:ext uri="{FF2B5EF4-FFF2-40B4-BE49-F238E27FC236}">
                <a16:creationId xmlns:a16="http://schemas.microsoft.com/office/drawing/2014/main" id="{8EFEC6FF-4D47-4D03-8495-0B5AEEA1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4964" y="4733925"/>
            <a:ext cx="121919" cy="122138"/>
          </a:xfrm>
          <a:custGeom xmlns:a="http://schemas.openxmlformats.org/drawingml/2006/main">
            <a:pathLst>
              <a:path w="121919" h="122138">
                <a:moveTo>
                  <a:pt x="121919" y="122138"/>
                </a:moveTo>
                <a:lnTo>
                  <a:pt x="61398" y="0"/>
                </a:lnTo>
                <a:lnTo>
                  <a:pt x="0" y="12170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9" name="dp45-comparison / n175 / path">
            <a:extLst xmlns:a="http://schemas.openxmlformats.org/drawingml/2006/main">
              <a:ext uri="{FF2B5EF4-FFF2-40B4-BE49-F238E27FC236}">
                <a16:creationId xmlns:a16="http://schemas.microsoft.com/office/drawing/2014/main" id="{A4546BDA-56DF-42C1-9F6E-13FC9A3CD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733925"/>
            <a:ext cx="5510213" cy="1619250"/>
          </a:xfrm>
          <a:custGeom xmlns:a="http://schemas.openxmlformats.org/drawingml/2006/main">
            <a:pathLst>
              <a:path w="5510213" h="1619250">
                <a:moveTo>
                  <a:pt x="5510213" y="0"/>
                </a:moveTo>
                <a:lnTo>
                  <a:pt x="5505450" y="1581150"/>
                </a:lnTo>
                <a:lnTo>
                  <a:pt x="0" y="1581150"/>
                </a:lnTo>
                <a:lnTo>
                  <a:pt x="0" y="1619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90" name="dp45-comparison / n175 / arrow">
            <a:extLst xmlns:a="http://schemas.openxmlformats.org/drawingml/2006/main">
              <a:ext uri="{FF2B5EF4-FFF2-40B4-BE49-F238E27FC236}">
                <a16:creationId xmlns:a16="http://schemas.microsoft.com/office/drawing/2014/main" id="{348A1776-6133-4FC3-904C-CC72696EF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5690" y="62312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1" name="dp45-comparison / n178 / path">
            <a:extLst xmlns:a="http://schemas.openxmlformats.org/drawingml/2006/main">
              <a:ext uri="{FF2B5EF4-FFF2-40B4-BE49-F238E27FC236}">
                <a16:creationId xmlns:a16="http://schemas.microsoft.com/office/drawing/2014/main" id="{A6819F31-57AC-4ADF-974B-16304F20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6543675"/>
            <a:ext cx="609600" cy="953"/>
          </a:xfrm>
          <a:custGeom xmlns:a="http://schemas.openxmlformats.org/drawingml/2006/main">
            <a:pathLst>
              <a:path w="609600" h="953">
                <a:moveTo>
                  <a:pt x="0" y="0"/>
                </a:moveTo>
                <a:lnTo>
                  <a:pt x="609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2" name="dp45-comparison / n178 / arrow">
            <a:extLst xmlns:a="http://schemas.openxmlformats.org/drawingml/2006/main">
              <a:ext uri="{FF2B5EF4-FFF2-40B4-BE49-F238E27FC236}">
                <a16:creationId xmlns:a16="http://schemas.microsoft.com/office/drawing/2014/main" id="{98ACE3DB-EAB6-41AE-8936-571DFF41E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2555" y="6482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3" name="dp45-comparison / n185 / path">
            <a:extLst xmlns:a="http://schemas.openxmlformats.org/drawingml/2006/main">
              <a:ext uri="{FF2B5EF4-FFF2-40B4-BE49-F238E27FC236}">
                <a16:creationId xmlns:a16="http://schemas.microsoft.com/office/drawing/2014/main" id="{AB1FD2D1-BD69-4C16-AFED-DD7F4D6DE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6543675"/>
            <a:ext cx="3648075" cy="485775"/>
          </a:xfrm>
          <a:custGeom xmlns:a="http://schemas.openxmlformats.org/drawingml/2006/main">
            <a:pathLst>
              <a:path w="3648075" h="485775">
                <a:moveTo>
                  <a:pt x="0" y="0"/>
                </a:moveTo>
                <a:lnTo>
                  <a:pt x="180975" y="0"/>
                </a:lnTo>
                <a:lnTo>
                  <a:pt x="180975" y="485775"/>
                </a:lnTo>
                <a:lnTo>
                  <a:pt x="3448050" y="485775"/>
                </a:lnTo>
                <a:lnTo>
                  <a:pt x="3448050" y="0"/>
                </a:lnTo>
                <a:lnTo>
                  <a:pt x="3648075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4" name="dp45-comparison / n185 / arrow">
            <a:extLst xmlns:a="http://schemas.openxmlformats.org/drawingml/2006/main">
              <a:ext uri="{FF2B5EF4-FFF2-40B4-BE49-F238E27FC236}">
                <a16:creationId xmlns:a16="http://schemas.microsoft.com/office/drawing/2014/main" id="{46E35832-6691-4A1C-A92F-C21C98738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614" y="6484593"/>
            <a:ext cx="123336" cy="121885"/>
          </a:xfrm>
          <a:custGeom xmlns:a="http://schemas.openxmlformats.org/drawingml/2006/main">
            <a:pathLst>
              <a:path w="123336" h="121885">
                <a:moveTo>
                  <a:pt x="0" y="121885"/>
                </a:moveTo>
                <a:lnTo>
                  <a:pt x="123336" y="63845"/>
                </a:lnTo>
                <a:lnTo>
                  <a:pt x="29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5" name="dp45-comparison / n118">
            <a:extLst xmlns:a="http://schemas.openxmlformats.org/drawingml/2006/main">
              <a:ext uri="{FF2B5EF4-FFF2-40B4-BE49-F238E27FC236}">
                <a16:creationId xmlns:a16="http://schemas.microsoft.com/office/drawing/2014/main" id="{3CEAB0FC-BFFA-4C61-9098-633FBDD3C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0300"/>
            <a:ext cx="619372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5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0627C3A8-06FB-449A-B41B-9A986E00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409825"/>
            <a:ext cx="7800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동일: E20/P20 평가 기준 설명 / T21/D21@v2 제품 비교 / T22/D22@v1 견적</a:t>
            </a:r>
          </a:p>
        </p:txBody>
      </p:sp>
      <p:sp>
        <p:nvSpPr>
          <p:cNvPr id="197" name="dp45-comparison / n122">
            <a:extLst xmlns:a="http://schemas.openxmlformats.org/drawingml/2006/main">
              <a:ext uri="{FF2B5EF4-FFF2-40B4-BE49-F238E27FC236}">
                <a16:creationId xmlns:a16="http://schemas.microsoft.com/office/drawing/2014/main" id="{81C67E71-EF33-4302-886F-8F16E1DB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124200"/>
            <a:ext cx="177317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5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5362C7B2-0F54-47DB-83E3-229F2A76C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C20 입력과 설명 연결</a:t>
            </a:r>
          </a:p>
        </p:txBody>
      </p:sp>
      <p:sp>
        <p:nvSpPr>
          <p:cNvPr id="199" name="dp45-comparison / n126">
            <a:extLst xmlns:a="http://schemas.openxmlformats.org/drawingml/2006/main">
              <a:ext uri="{FF2B5EF4-FFF2-40B4-BE49-F238E27FC236}">
                <a16:creationId xmlns:a16="http://schemas.microsoft.com/office/drawing/2014/main" id="{34D4CC3C-F811-43D9-919E-CAFB80EB0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3124200"/>
            <a:ext cx="185508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5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CC1B4BB3-A4D4-4545-ACE9-34EA8811E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1575" y="3133725"/>
            <a:ext cx="2362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T21/D21@v2 / T22/D22@v1</a:t>
            </a:r>
          </a:p>
        </p:txBody>
      </p:sp>
      <p:sp>
        <p:nvSpPr>
          <p:cNvPr id="201" name="dp45-comparison / n130">
            <a:extLst xmlns:a="http://schemas.openxmlformats.org/drawingml/2006/main">
              <a:ext uri="{FF2B5EF4-FFF2-40B4-BE49-F238E27FC236}">
                <a16:creationId xmlns:a16="http://schemas.microsoft.com/office/drawing/2014/main" id="{43CDEBE5-AF8F-4C9B-A35E-53EF1D1D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7150" y="3124200"/>
            <a:ext cx="217474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5-comparison / n131 / text 1">
            <a:extLst xmlns:a="http://schemas.openxmlformats.org/drawingml/2006/main">
              <a:ext uri="{FF2B5EF4-FFF2-40B4-BE49-F238E27FC236}">
                <a16:creationId xmlns:a16="http://schemas.microsoft.com/office/drawing/2014/main" id="{E524E977-0005-44BC-B1DF-6F469362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1620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E20 / P20 실제 전달 범위</a:t>
            </a:r>
          </a:p>
        </p:txBody>
      </p:sp>
      <p:sp>
        <p:nvSpPr>
          <p:cNvPr id="203" name="dp45-comparison / n134">
            <a:extLst xmlns:a="http://schemas.openxmlformats.org/drawingml/2006/main">
              <a:ext uri="{FF2B5EF4-FFF2-40B4-BE49-F238E27FC236}">
                <a16:creationId xmlns:a16="http://schemas.microsoft.com/office/drawing/2014/main" id="{AF61C11B-6B1D-421B-A99D-54476EA6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9950"/>
            <a:ext cx="365798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5-comparison / n135 / text 1">
            <a:extLst xmlns:a="http://schemas.openxmlformats.org/drawingml/2006/main">
              <a:ext uri="{FF2B5EF4-FFF2-40B4-BE49-F238E27FC236}">
                <a16:creationId xmlns:a16="http://schemas.microsoft.com/office/drawing/2014/main" id="{9D043BE1-072B-4D6B-9BD3-53CD7E846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41947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owner 유지 / 수정과 삭제 및 권한 철회</a:t>
            </a:r>
          </a:p>
        </p:txBody>
      </p:sp>
      <p:sp>
        <p:nvSpPr>
          <p:cNvPr id="205" name="dp45-comparison / n148">
            <a:extLst xmlns:a="http://schemas.openxmlformats.org/drawingml/2006/main">
              <a:ext uri="{FF2B5EF4-FFF2-40B4-BE49-F238E27FC236}">
                <a16:creationId xmlns:a16="http://schemas.microsoft.com/office/drawing/2014/main" id="{B321C369-4B5C-43E8-8482-385685ED3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095750"/>
            <a:ext cx="465543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5-comparison / n149 / text 1">
            <a:extLst xmlns:a="http://schemas.openxmlformats.org/drawingml/2006/main">
              <a:ext uri="{FF2B5EF4-FFF2-40B4-BE49-F238E27FC236}">
                <a16:creationId xmlns:a16="http://schemas.microsoft.com/office/drawing/2014/main" id="{24BE8EEB-1F65-4E0D-9162-546A09E5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105275"/>
            <a:ext cx="7191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1 변경 알림 → 범위 읽기 → 원문과 버전 검사 → 관계 게시</a:t>
            </a:r>
          </a:p>
        </p:txBody>
      </p:sp>
      <p:sp>
        <p:nvSpPr>
          <p:cNvPr id="207" name="dp45-comparison / n153">
            <a:extLst xmlns:a="http://schemas.openxmlformats.org/drawingml/2006/main">
              <a:ext uri="{FF2B5EF4-FFF2-40B4-BE49-F238E27FC236}">
                <a16:creationId xmlns:a16="http://schemas.microsoft.com/office/drawing/2014/main" id="{A188718A-E2A3-4E8C-B5F4-7944F0125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876800"/>
            <a:ext cx="2356104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p45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9FC00108-E6B5-40A7-BD38-88ED77615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4886325"/>
            <a:ext cx="2705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설명 / Task 결과 / 실제 전달</a:t>
            </a:r>
          </a:p>
        </p:txBody>
      </p:sp>
      <p:sp>
        <p:nvSpPr>
          <p:cNvPr id="209" name="dp45-comparison / n154 / text 2">
            <a:extLst xmlns:a="http://schemas.openxmlformats.org/drawingml/2006/main">
              <a:ext uri="{FF2B5EF4-FFF2-40B4-BE49-F238E27FC236}">
                <a16:creationId xmlns:a16="http://schemas.microsoft.com/office/drawing/2014/main" id="{2D9B9564-18F1-432A-AAE2-DCDAD92C3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5069205"/>
            <a:ext cx="2705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출처와 coverage / 지속 상태</a:t>
            </a:r>
          </a:p>
        </p:txBody>
      </p:sp>
      <p:sp>
        <p:nvSpPr>
          <p:cNvPr id="210" name="dp45-comparison / n155">
            <a:extLst xmlns:a="http://schemas.openxmlformats.org/drawingml/2006/main">
              <a:ext uri="{FF2B5EF4-FFF2-40B4-BE49-F238E27FC236}">
                <a16:creationId xmlns:a16="http://schemas.microsoft.com/office/drawing/2014/main" id="{3D1F3833-1210-4C2B-95FC-1AF7C4928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4914900"/>
            <a:ext cx="149656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p45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03A3391D-E034-4E45-A3B3-832EE48C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4924425"/>
            <a:ext cx="1685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2 유효한 관계 조회</a:t>
            </a:r>
          </a:p>
        </p:txBody>
      </p:sp>
      <p:sp>
        <p:nvSpPr>
          <p:cNvPr id="212" name="dp45-comparison / n158">
            <a:extLst xmlns:a="http://schemas.openxmlformats.org/drawingml/2006/main">
              <a:ext uri="{FF2B5EF4-FFF2-40B4-BE49-F238E27FC236}">
                <a16:creationId xmlns:a16="http://schemas.microsoft.com/office/drawing/2014/main" id="{E707D57A-D503-4B62-A2F4-9E6CA2002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486400"/>
            <a:ext cx="518331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dp45-comparison / n159 / text 1">
            <a:extLst xmlns:a="http://schemas.openxmlformats.org/drawingml/2006/main">
              <a:ext uri="{FF2B5EF4-FFF2-40B4-BE49-F238E27FC236}">
                <a16:creationId xmlns:a16="http://schemas.microsoft.com/office/drawing/2014/main" id="{80B1215F-DC32-4036-B7C4-3B3F496C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495925"/>
            <a:ext cx="7410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미게시 범위의 생산 요청 / 충돌 재검증 / 표현 밖 관계의 미지원</a:t>
            </a:r>
          </a:p>
        </p:txBody>
      </p:sp>
      <p:sp>
        <p:nvSpPr>
          <p:cNvPr id="214" name="dp45-comparison / n166">
            <a:extLst xmlns:a="http://schemas.openxmlformats.org/drawingml/2006/main">
              <a:ext uri="{FF2B5EF4-FFF2-40B4-BE49-F238E27FC236}">
                <a16:creationId xmlns:a16="http://schemas.microsoft.com/office/drawing/2014/main" id="{2917A3A1-AD73-4CEC-A84D-D196CC64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772150"/>
            <a:ext cx="484327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p45-comparison / n167 / text 1">
            <a:extLst xmlns:a="http://schemas.openxmlformats.org/drawingml/2006/main">
              <a:ext uri="{FF2B5EF4-FFF2-40B4-BE49-F238E27FC236}">
                <a16:creationId xmlns:a16="http://schemas.microsoft.com/office/drawing/2014/main" id="{51FC71F3-1458-4724-8679-C20E5A31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781675"/>
            <a:ext cx="74104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모든 owner의 버전과 권한 재확인 / 수정과 삭제 즉시 사용 차단</a:t>
            </a:r>
          </a:p>
        </p:txBody>
      </p:sp>
      <p:sp>
        <p:nvSpPr>
          <p:cNvPr id="216" name="dp45-comparison / n176">
            <a:extLst xmlns:a="http://schemas.openxmlformats.org/drawingml/2006/main">
              <a:ext uri="{FF2B5EF4-FFF2-40B4-BE49-F238E27FC236}">
                <a16:creationId xmlns:a16="http://schemas.microsoft.com/office/drawing/2014/main" id="{A576D068-CDE2-48B6-B991-9520E6C95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96000"/>
            <a:ext cx="436721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p45-comparison / n177 / text 1">
            <a:extLst xmlns:a="http://schemas.openxmlformats.org/drawingml/2006/main">
              <a:ext uri="{FF2B5EF4-FFF2-40B4-BE49-F238E27FC236}">
                <a16:creationId xmlns:a16="http://schemas.microsoft.com/office/drawing/2014/main" id="{91B54B8F-2452-43D8-8011-B072C512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105525"/>
            <a:ext cx="6191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R23 조회 / Context + 출처 + 버전 + 누락 범위 반환</a:t>
            </a:r>
          </a:p>
        </p:txBody>
      </p:sp>
      <p:sp>
        <p:nvSpPr>
          <p:cNvPr id="218" name="dp45-comparison / n179">
            <a:extLst xmlns:a="http://schemas.openxmlformats.org/drawingml/2006/main">
              <a:ext uri="{FF2B5EF4-FFF2-40B4-BE49-F238E27FC236}">
                <a16:creationId xmlns:a16="http://schemas.microsoft.com/office/drawing/2014/main" id="{289F3CD2-46FE-4D40-B3AF-417F36B8E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5425" y="6781800"/>
            <a:ext cx="233172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p45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351CC473-0CB3-4E17-9D4F-7C105651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791325"/>
            <a:ext cx="27717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참조 / 새 T23 연결 판단</a:t>
            </a:r>
          </a:p>
        </p:txBody>
      </p:sp>
      <p:sp>
        <p:nvSpPr>
          <p:cNvPr id="220" name="dp45-comparison / n181">
            <a:extLst xmlns:a="http://schemas.openxmlformats.org/drawingml/2006/main">
              <a:ext uri="{FF2B5EF4-FFF2-40B4-BE49-F238E27FC236}">
                <a16:creationId xmlns:a16="http://schemas.microsoft.com/office/drawing/2014/main" id="{13C1DCA4-68BE-460C-9C18-2AC1D5A1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010400"/>
            <a:ext cx="3412617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p45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E623F63B-1EEB-4C67-ADBB-19F9C64C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7019925"/>
            <a:ext cx="58388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VIA: 근거 연결 / Agent: 기준 적용과 제안서 작성</a:t>
            </a:r>
          </a:p>
        </p:txBody>
      </p:sp>
      <p:sp>
        <p:nvSpPr>
          <p:cNvPr id="222" name="dp45-comparison / n183">
            <a:extLst xmlns:a="http://schemas.openxmlformats.org/drawingml/2006/main">
              <a:ext uri="{FF2B5EF4-FFF2-40B4-BE49-F238E27FC236}">
                <a16:creationId xmlns:a16="http://schemas.microsoft.com/office/drawing/2014/main" id="{A289357E-C305-4C0F-88BD-CBE216B47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68294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p45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087806A2-37D8-414B-883A-C1C6F0140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0" y="683895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Manager 소유</a:t>
            </a:r>
          </a:p>
        </p:txBody>
      </p:sp>
      <p:sp>
        <p:nvSpPr>
          <p:cNvPr id="224" name="dp45-comparison / n184 / text 2">
            <a:extLst xmlns:a="http://schemas.openxmlformats.org/drawingml/2006/main">
              <a:ext uri="{FF2B5EF4-FFF2-40B4-BE49-F238E27FC236}">
                <a16:creationId xmlns:a16="http://schemas.microsoft.com/office/drawing/2014/main" id="{F1907BBF-C2DE-4EA9-825E-1037CC05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0" y="699897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명시 저장과 삭제</a:t>
            </a:r>
          </a:p>
        </p:txBody>
      </p:sp>
      <p:sp>
        <p:nvSpPr>
          <p:cNvPr id="225" name="dp45-comparison / n186">
            <a:extLst xmlns:a="http://schemas.openxmlformats.org/drawingml/2006/main">
              <a:ext uri="{FF2B5EF4-FFF2-40B4-BE49-F238E27FC236}">
                <a16:creationId xmlns:a16="http://schemas.microsoft.com/office/drawing/2014/main" id="{EDC657D6-B057-404F-AFA9-66B825B9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191375"/>
            <a:ext cx="670541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p45-comparison / n187 / text 1">
            <a:extLst xmlns:a="http://schemas.openxmlformats.org/drawingml/2006/main">
              <a:ext uri="{FF2B5EF4-FFF2-40B4-BE49-F238E27FC236}">
                <a16:creationId xmlns:a16="http://schemas.microsoft.com/office/drawing/2014/main" id="{79555F27-19CE-4DBE-B2DC-31F633A5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7200900"/>
            <a:ext cx="76581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사용과 채택: 현재 권한과 버전 검사 → State Store / Response 또는 Delegation</a:t>
            </a:r>
          </a:p>
        </p:txBody>
      </p:sp>
      <p:sp>
        <p:nvSpPr>
          <p:cNvPr id="227" name="dp45-comparison / n188">
            <a:extLst xmlns:a="http://schemas.openxmlformats.org/drawingml/2006/main">
              <a:ext uri="{FF2B5EF4-FFF2-40B4-BE49-F238E27FC236}">
                <a16:creationId xmlns:a16="http://schemas.microsoft.com/office/drawing/2014/main" id="{FC46A9AC-6986-403F-B46F-096ADD889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400925"/>
            <a:ext cx="574548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" name="dp45-comparison / n189 / text 1">
            <a:extLst xmlns:a="http://schemas.openxmlformats.org/drawingml/2006/main">
              <a:ext uri="{FF2B5EF4-FFF2-40B4-BE49-F238E27FC236}">
                <a16:creationId xmlns:a16="http://schemas.microsoft.com/office/drawing/2014/main" id="{9570BEF0-02F3-4BC8-B190-D806436C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7410450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공통: Model Access와 공유 Omni 1벌 / B의 관계 생산 session과 KV 추가</a:t>
            </a:r>
          </a:p>
        </p:txBody>
      </p:sp>
    </p:spTree>
    <p:extLst>
      <p:ext uri="{BB962C8B-B14F-4D97-AF65-F5344CB8AC3E}">
        <p14:creationId xmlns:p14="http://schemas.microsoft.com/office/powerpoint/2010/main" val="10543774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2026-10-08T11:10:07.7400000Z</dcterms:created>
  <dcterms:modified xsi:type="dcterms:W3CDTF">2026-10-08T11:10:07.7400000Z</dcterms:modified>
</coreProperties>
</file>