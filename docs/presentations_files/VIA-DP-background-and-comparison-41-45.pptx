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004a03eb924e7e" /><Relationship Type="http://schemas.openxmlformats.org/officeDocument/2006/relationships/extended-properties" Target="/docProps/app.xml" Id="R64e31a4b3c1148a7" /><Relationship Type="http://schemas.openxmlformats.org/officeDocument/2006/relationships/officeDocument" Target="/ppt/presentation.xml" Id="R53bbc0bcb9d54c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3c72e8465844a2"/>
  </p:sldMasterIdLst>
  <p:notesMasterIdLst>
    <p:notesMasterId xmlns:r="http://schemas.openxmlformats.org/officeDocument/2006/relationships" r:id="R5ca85e813e954014"/>
  </p:notesMasterIdLst>
  <p:sldIdLst>
    <p:sldId xmlns:r="http://schemas.openxmlformats.org/officeDocument/2006/relationships" id="266" r:id="RviaOverview"/>
    <p:sldId xmlns:r="http://schemas.openxmlformats.org/officeDocument/2006/relationships" id="256" r:id="Rd5bb284998304d72"/>
    <p:sldId xmlns:r="http://schemas.openxmlformats.org/officeDocument/2006/relationships" id="257" r:id="R28e6acf7e558438e"/>
    <p:sldId xmlns:r="http://schemas.openxmlformats.org/officeDocument/2006/relationships" id="262" r:id="Re800c95b3ccc48b2"/>
    <p:sldId xmlns:r="http://schemas.openxmlformats.org/officeDocument/2006/relationships" id="263" r:id="R0b939428bc6f4c75"/>
    <p:sldId xmlns:r="http://schemas.openxmlformats.org/officeDocument/2006/relationships" id="264" r:id="R96a9b5e32194401d"/>
    <p:sldId xmlns:r="http://schemas.openxmlformats.org/officeDocument/2006/relationships" id="265" r:id="Rd4e355067edc4ce1"/>
    <p:sldId xmlns:r="http://schemas.openxmlformats.org/officeDocument/2006/relationships" id="258" r:id="R7e9e5d353de448df"/>
    <p:sldId xmlns:r="http://schemas.openxmlformats.org/officeDocument/2006/relationships" id="259" r:id="R87d1a1c2c5fd4dbd"/>
    <p:sldId xmlns:r="http://schemas.openxmlformats.org/officeDocument/2006/relationships" id="260" r:id="R12b0e32653054459"/>
    <p:sldId xmlns:r="http://schemas.openxmlformats.org/officeDocument/2006/relationships" id="261" r:id="R31db13b4990d4952"/>
  </p:sldIdLst>
  <p:sldSz cx="18288000" cy="10287000"/>
  <p:notesSz cx="6858000" cy="9144000"/>
  <p:extLst>
    <p:ext uri="{521415D9-36F7-43E2-AB2F-B90AF26B5E84}">
      <p14:sectionLst xmlns:p14="http://schemas.microsoft.com/office/powerpoint/2010/main">
        <p14:section name="본 발표" id="{82000001-0000-4000-8000-000000000001}">
          <p14:sldIdLst>
            <p14:sldId id="266"/>
            <p14:sldId id="256"/>
            <p14:sldId id="257"/>
            <p14:sldId id="262"/>
            <p14:sldId id="263"/>
            <p14:sldId id="264"/>
            <p14:sldId id="265"/>
            <p14:sldId id="258"/>
            <p14:sldId id="259"/>
          </p14:sldIdLst>
        </p14:section>
        <p14:section name="부록 · 보충 자료" id="{82000001-0000-4000-8000-000000000002}">
          <p14:sldIdLst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dfdd6d08314bc3" /><Relationship Type="http://schemas.openxmlformats.org/officeDocument/2006/relationships/slideMaster" Target="/ppt/slideMasters/slideMaster1.xml" Id="R0c3c72e8465844a2" /><Relationship Type="http://schemas.openxmlformats.org/officeDocument/2006/relationships/notesMaster" Target="/ppt/notesMasters/notesMaster1.xml" Id="R5ca85e813e954014" /><Relationship Type="http://schemas.openxmlformats.org/officeDocument/2006/relationships/presProps" Target="/ppt/presProps.xml" Id="Rdbcc7842291b4826" /><Relationship Type="http://schemas.openxmlformats.org/officeDocument/2006/relationships/tableStyles" Target="/ppt/tableStyles.xml" Id="Rb850dac62b96484f" /><Relationship Type="http://schemas.openxmlformats.org/officeDocument/2006/relationships/slide" Target="/ppt/slides/slide1.xml" Id="Rd5bb284998304d72" /><Relationship Type="http://schemas.openxmlformats.org/officeDocument/2006/relationships/slide" Target="/ppt/slides/slide2.xml" Id="R28e6acf7e558438e" /><Relationship Type="http://schemas.openxmlformats.org/officeDocument/2006/relationships/slide" Target="/ppt/slides/slide3.xml" Id="R7e9e5d353de448df" /><Relationship Type="http://schemas.openxmlformats.org/officeDocument/2006/relationships/slide" Target="/ppt/slides/slide4.xml" Id="R87d1a1c2c5fd4dbd" /><Relationship Type="http://schemas.openxmlformats.org/officeDocument/2006/relationships/slide" Target="/ppt/slides/slide5.xml" Id="R12b0e32653054459" /><Relationship Type="http://schemas.openxmlformats.org/officeDocument/2006/relationships/slide" Target="/ppt/slides/slide6.xml" Id="R31db13b4990d4952" /><Relationship Type="http://schemas.openxmlformats.org/officeDocument/2006/relationships/slide" Target="/ppt/slides/slide7.xml" Id="Re800c95b3ccc48b2" /><Relationship Type="http://schemas.openxmlformats.org/officeDocument/2006/relationships/slide" Target="/ppt/slides/slide8.xml" Id="R0b939428bc6f4c75" /><Relationship Type="http://schemas.openxmlformats.org/officeDocument/2006/relationships/slide" Target="/ppt/slides/slide9.xml" Id="R96a9b5e32194401d" /><Relationship Type="http://schemas.openxmlformats.org/officeDocument/2006/relationships/slide" Target="/ppt/slides/slide10.xml" Id="Rd4e355067edc4ce1" /><Relationship Type="http://schemas.openxmlformats.org/officeDocument/2006/relationships/slide" Target="/ppt/slides/slide11.xml" Id="RviaOverview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e00c7f09bf47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411b37618c4e8a" /><Relationship Type="http://schemas.openxmlformats.org/officeDocument/2006/relationships/notesMaster" Target="/ppt/notesMasters/notesMaster1.xml" Id="Rd94b16226d9742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695a13ef524abb" /><Relationship Type="http://schemas.openxmlformats.org/officeDocument/2006/relationships/notesMaster" Target="/ppt/notesMasters/notesMaster1.xml" Id="Rf7dd7de0035d41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30f09d8a244954" /><Relationship Type="http://schemas.openxmlformats.org/officeDocument/2006/relationships/notesMaster" Target="/ppt/notesMasters/notesMaster1.xml" Id="Rf3499972cade4e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ea582a54c24c83" /><Relationship Type="http://schemas.openxmlformats.org/officeDocument/2006/relationships/notesMaster" Target="/ppt/notesMasters/notesMaster1.xml" Id="R24a2b618dbd740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2f5f856c9d4e1f" /><Relationship Type="http://schemas.openxmlformats.org/officeDocument/2006/relationships/notesMaster" Target="/ppt/notesMasters/notesMaster1.xml" Id="R51598463350841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3412f5785a45f5" /><Relationship Type="http://schemas.openxmlformats.org/officeDocument/2006/relationships/notesMaster" Target="/ppt/notesMasters/notesMaster1.xml" Id="R21cc2a96400647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7a3ac7c4c14f76" /><Relationship Type="http://schemas.openxmlformats.org/officeDocument/2006/relationships/notesMaster" Target="/ppt/notesMasters/notesMaster1.xml" Id="Rad29ecd59eaa4a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6046e19a934426" /><Relationship Type="http://schemas.openxmlformats.org/officeDocument/2006/relationships/notesMaster" Target="/ppt/notesMasters/notesMaster1.xml" Id="R39514067d3f64c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b722c512a9c466b" /><Relationship Type="http://schemas.openxmlformats.org/officeDocument/2006/relationships/notesMaster" Target="/ppt/notesMasters/notesMaster1.xml" Id="R6877b8abd8454a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706b4d6e834580" /><Relationship Type="http://schemas.openxmlformats.org/officeDocument/2006/relationships/notesMaster" Target="/ppt/notesMasters/notesMaster1.xml" Id="R1a32d61983b14d1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125f551bf0c4525" /><Relationship Type="http://schemas.openxmlformats.org/officeDocument/2006/relationships/notesMaster" Target="/ppt/notesMasters/notesMaster1.xml" Id="R325333de394042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https://github.com/cbyche/via-sw-architecture/blob/main/docs/architecture/12-decisions/decision-packages/diagrams/dp41-background.svg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https://github.com/cbyche/via-sw-architecture/blob/main/docs/presentations_files/dp-comparison/dp41-comparison.svg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  <a:p xmlns:a="http://schemas.openxmlformats.org/drawingml/2006/main">
            <a:r>
              <a:t>다음 주제로 연결</a:t>
            </a:r>
          </a:p>
          <a:p xmlns:a="http://schemas.openxmlformats.org/drawingml/2006/main">
            <a:r>
              <a:t>요청을 이해하는 중에도 새 입력과 업무 알림은 계속 들어옵니다. 다음으로, 겹친 사건과 여러 처리를 이어가는 실행 구조를 설명하겠습니다.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https://github.com/cbyche/via-sw-architecture/blob/main/docs/architecture/12-decisions/decision-packages/diagrams/dp42-background.svg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https://github.com/cbyche/via-sw-architecture/blob/main/docs/presentations_files/dp-comparison/dp42-comparison.svg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https://github.com/cbyche/via-sw-architecture/blob/main/docs/architecture/12-decisions/decision-packages/diagrams/dp43-background.svg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https://github.com/cbyche/via-sw-architecture/blob/main/docs/presentations_files/dp-comparison/dp43-comparison.svg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https://github.com/cbyche/via-sw-architecture/blob/main/docs/architecture/12-decisions/decision-packages/diagrams/dp44-background.svg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https://github.com/cbyche/via-sw-architecture/blob/main/docs/presentations_files/dp-comparison/dp44-comparison.svg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  <a:p xmlns:a="http://schemas.openxmlformats.org/drawingml/2006/main">
            <a:r>
              <a:t>A 중앙 조정 방식: Request Controller 내부 Dialogue Dispatcher와 Dialogue Progress State. B 이벤트 흐름을 연결하는 방식: Request Controller 내부 Input Resolution Stage·Task Notice Stage와 Window, Response Manager 내부 Publication Join·Publication Window. 같은 정식 10개 Component와 원본 owner, 흰색/검정 공통 및 살구색/짙은 테두리 차이 표기.</a:t>
            </a:r>
          </a:p>
          <a:p xmlns:a="http://schemas.openxmlformats.org/drawingml/2006/main">
            <a:r>
              <a:t>Voice Runtime에는 Interaction Manager의 음성 입출력·즉시 중단 기능과 Model Access client가 배치된다. 동시 실행 수가 제한된 비동기 executor와 Blocking worker pool, Model Access 별도 scheduler를 사용한다. A 사건 대기열·비동기 작업·완료 반환은 실행 기반이, B 이벤트 채널·구독·단계별 수용량·취소 전달은 실행 라이브러리가 지원한다. 수치·우선순위·pool 크기는 미정이며 별도 Component·process·모델을 추가하지 않는다.</a:t>
            </a:r>
          </a:p>
          <a:p xmlns:a="http://schemas.openxmlformats.org/drawingml/2006/main">
            <a:r>
              <a:t>다음 주제로 연결</a:t>
            </a:r>
          </a:p>
          <a:p xmlns:a="http://schemas.openxmlformats.org/drawingml/2006/main">
            <a:r>
              <a:t>들어온 사건을 처리하는 데 더해, 현재 요청이 가리키는 과거 설명과 업무 결과를 연결해야 합니다. 다음으로, 여러 활동의 과거 맥락을 제공하는 방식을 설명하겠습니다.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https://github.com/cbyche/via-sw-architecture/blob/main/docs/architecture/12-decisions/decision-packages/diagrams/dp45-background.svg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  <a:p xmlns:a="http://schemas.openxmlformats.org/drawingml/2006/main">
            <a:r>
              <a:t>공통 사례: C20/E20 VIA 직접 평가 기준 설명과 실제 전달 P20, C21/T21/D21@v2 제품 비교, C22/T22/D22@v1 견적. 현재 C23/R23의 제안서 작성 Task T23 연결은 현재 해석/채택의 결과다. VIA는 허용된 발췌와 참조를 연결하고, 평가 기준 적용과 제안서 작성은 Downstream Agent가 수행한다. 결과 참조는 본문 전체 보관을 뜻하지 않으며 Agent 내부 reasoning/모든 tool 기록은 전제하지 않는다.</a:t>
            </a:r>
          </a:p>
          <a:p xmlns:a="http://schemas.openxmlformats.org/drawingml/2006/main">
            <a:r>
              <a:t>A의 요약/index/cache/관계 cache/부분 갱신/병렬 조회와 기존 Agent 실행 맥락 재사용을 허용한다. B의 과거 관계는 검증/게시 범위만 읽고 원본 확인, 미게시/표현 미지원, 오류/갱신/삭제와 생산 비용을 유지한다. R23의 정답 관계를 미리 게시하지 않는다. 필요성과 사례 보완이며 최종 DP/A/B 선정 또는 새 사례의 품질 검증이 아니다. 기존 수치와 점수는 동일한 형식 예시다.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VIA 과거 근거의 요청별 구성과 공통 생산/조회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https://github.com/cbyche/via-sw-architecture/blob/main/docs/presentations_files/dp-comparison/dp45-comparison.svg</a:t>
            </a:r>
          </a:p>
          <a:p xmlns:a="http://schemas.openxmlformats.org/drawingml/2006/main">
            <a:r>
              <a:t>조건별 정성 trade-off이며 최종 선정 또는 품질 측정이 아니다. 첫 요청, 반복 R24, 정정 직후와 표현 밖 새 관계를 구별한다.</a:t>
            </a:r>
          </a:p>
          <a:p xmlns:a="http://schemas.openxmlformats.org/drawingml/2006/main">
            <a:r>
              <a:t>공통 사례: C20/E20 VIA 직접 평가 기준 설명과 실제 전달 P20, C21/T21/D21@v2 제품 비교, C22/T22/D22@v1 견적. 현재 C23/R23의 제안서 작성 Task T23 연결은 현재 해석/채택의 결과다. VIA는 허용된 발췌와 참조를 연결하고, 평가 기준 적용과 제안서 작성은 Downstream Agent가 수행한다. 결과 참조는 본문 전체 보관을 뜻하지 않으며 Agent 내부 reasoning/모든 tool 기록은 전제하지 않는다.</a:t>
            </a:r>
          </a:p>
          <a:p xmlns:a="http://schemas.openxmlformats.org/drawingml/2006/main">
            <a:r>
              <a:t>A의 요약/index/cache/관계 cache/부분 갱신/병렬 조회와 기존 Agent 실행 맥락 재사용을 허용한다. B의 과거 관계는 검증/게시 범위만 읽고 원본 확인, 미게시/표현 미지원, 오류/갱신/삭제와 생산 비용을 유지한다. R23의 정답 관계를 미리 게시하지 않는다. 필요성과 사례 보완이며 최종 DP/A/B 선정 또는 새 사례의 품질 검증이 아니다. 45의 수치와 원형 점수는 조건별 정성 표로 교체했다.</a:t>
            </a:r>
          </a:p>
          <a:p xmlns:a="http://schemas.openxmlformats.org/drawingml/2006/main">
            <a:r>
              <a:t>A: Context Composer가 owner 읽기와 cache를 조합하여 직접 EvidenceBundle/receipt를 반환한다. Request Evidence Set은 요청 수명의 데이터다. B: 변경 알림, 실제 원본 읽기, 조건부 과거 의미 생산, 출처/권한/지원 종류 검증, 관계+coverage 게시, Evidence Reader의 게시 계약 소비를 나눈다. 미래 R23의 정답이나 T23 binding을 미리 생산하지 않는다.</a:t>
            </a:r>
          </a:p>
          <a:p xmlns:a="http://schemas.openxmlformats.org/drawingml/2006/main">
            <a:r>
              <a:t>NOT_COVERED는 지원 종류의 미생산으로 Publisher 생산 후 revision/상태를 반환하고 Reader가 Repository를 다시 읽는다. UNSUPPORTED_RELATION은 표현 변경 없이는 반복 생산으로 해결되지 않는다. NO_MATCH는 읽은 범위의 무일치다. DENIED/UNAVAILABLE도 분리한다. 현재 metadata 검사와 exact quote/조건/충돌 원문 확인은 남고, 원본 조합 우회는 명시적 B+다. 파생 오류 EvidenceDispute는 원본 revision 변화 없이도 차단/재검증한다. 삭제/철회 fence가 후속 정리보다 먼저이며 옛 job 게시를 거부한다.</a:t>
            </a:r>
          </a:p>
          <a:p xmlns:a="http://schemas.openxmlformats.org/drawingml/2006/main">
            <a:r>
              <a:t>첫 요청/정정 직후: B 생산/갱신 대기가 추가될 수 있다. 반복 조회: 유효 게시가 owner 교차 조합을 실제 대체하면 B 요청 경로가 줄지만 A warm 관계 cache가 같은 효과를 낼 수 있다. 새 관계/미묘한 부정/예외: A 원문 구성이 유연하나 검색 누락 가능, B 표현/추출 한계가 남는다. 정확성의 전체 우열을 고정하지 않는다.</a:t>
            </a:r>
          </a:p>
          <a:p xmlns:a="http://schemas.openxmlformats.org/drawingml/2006/main">
            <a:r>
              <a:t>전체 모델 호출: A cache 생산/유지+요청 구성/재검증, B 초기/갱신/backfill/미사용/실패 생산을 모두 포함한다. 현재 판단은 공통이고 명시 ID/위치 연결은 코드일 수 있다. 고정 우열 없음. Source 형식 변경은 adapter에 흡수할 수 있고, 관계 의미/schema 변경은 B producer/독자 호환/재생산, A cache 무효화도 함께 본다.</a:t>
            </a:r>
          </a:p>
          <a:p xmlns:a="http://schemas.openxmlformats.org/drawingml/2006/main">
            <a:r>
              <a:t>공식 Reference (본문 §9):</a:t>
            </a:r>
          </a:p>
          <a:p xmlns:a="http://schemas.openxmlformats.org/drawingml/2006/main">
            <a:r>
              <a:t>A https://docs.langchain.com/oss/python/deepagents/retrieval — 현재 질문의 원본 획득 선례. VIA Task/실제 전달/정정 계약 전체 구현 사례 아님.</a:t>
            </a:r>
          </a:p>
          <a:p xmlns:a="http://schemas.openxmlformats.org/drawingml/2006/main">
            <a:r>
              <a:t>B https://langchain-ai.github.io/langmem/background_quickstart/ 및 https://langchain-ai.github.io/langmem/reference/memory/ — 기억 생산/저장/소비 분리 선례. 자동 선호 추출을 VIA User Memory 정책으로 채택하지 않고 revision/coverage/삭제 fence는 VIA 별도 계약.</a:t>
            </a:r>
          </a:p>
          <a:p xmlns:a="http://schemas.openxmlformats.org/drawingml/2006/main">
            <a:r>
              <a:t>실행 https://langchain-ai.github.io/langmem/guides/delayed_processing/ — 대기 생산/재예약 선례. thread/지연값/배치를 채택하지 않는다.</a:t>
            </a:r>
          </a:p>
          <a:p xmlns:a="http://schemas.openxmlformats.org/drawingml/2006/main">
            <a:r>
              <a:t>연결 참고 https://docs.mem0.ai/platform/features/graph-memory — 공통 개체 연결 선례이며 typed 정정/대체/실제 전달 관계 구현 증거 아님. cloud/embedding/helper를 도입하지 않는다. 공식 사례는 VIA 성능 우위의 증거가 아니다.</a:t>
            </a:r>
          </a:p>
          <a:p xmlns:a="http://schemas.openxmlformats.org/drawingml/2006/main">
            <a:r>
              <a:t>다음 주제로 연결</a:t>
            </a:r>
          </a:p>
          <a:p xmlns:a="http://schemas.openxmlformats.org/drawingml/2006/main">
            <a:r>
              <a:t>이 연결을 유지하려면 대화·요청·업무·실행의 상태를 각자의 수명에 맞게 관리해야 합니다. 마지막으로, 서로 다른 수명과 상태 관리 책임을 설명하겠습니다.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사용자는 화면의 표를 가리키며 제안서에 넣고, 공유 메일은 초안만 만들어 달라고 합니다. VIA는 표가 무엇인지, 두 업무를 어떻게 나눌지, 초안이라는 조건을 이해해야 합니다.</a:t>
            </a:r>
          </a:p>
          <a:p xmlns:a="http://schemas.openxmlformats.org/drawingml/2006/main">
            <a:r>
              <a:t>그런데 처리가 끝나기 전에 가격을 빼 달라는 정정이 들어오고, 메일 업무에서는 수신자를 묻습니다. VIA는 각각의 업무를 연결하고, 늦게 끝난 결과도 현재 조건에서 유효한지 확인해야 합니다.</a:t>
            </a:r>
          </a:p>
          <a:p xmlns:a="http://schemas.openxmlformats.org/drawingml/2006/main">
            <a:r>
              <a:t>이어서 사용자는 VIA가 전에 설명한 기준과 제품 비교, 견적 결과를 함께 참조합니다. VIA는 실제 전달한 설명과 허용된 결과 참조를 연결하고, 분석과 제안서 작성은 업무 수행 Agent에 맡깁니다.</a:t>
            </a:r>
          </a:p>
          <a:p xmlns:a="http://schemas.openxmlformats.org/drawingml/2006/main">
            <a:r>
              <a:t>위임 요청 처리가 끝나도 대화와 업무는 이어집니다. 음성 대화가 끝난 뒤 사용자가 돌아오면 같은 업무의 진행과 결과를 연결해야 합니다.</a:t>
            </a:r>
          </a:p>
          <a:p xmlns:a="http://schemas.openxmlformats.org/drawingml/2006/main">
            <a:r>
              <a:t>먼저, 이처럼 대상과 조건이 섞인 요청을 VIA가 어떤 방식으로 이해하고 완성할지부터 설명하겠습니다.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본 발표: 도입 → 41 → 44 → 45 → 42. 43은 부록이며 후보 자격 변경을 뜻하지 않는다. 시간축은 상대적인 설명용이며 구간 길이는 측정값이 아니다. Agent 내부 기록 전체를 보유한다고 가정하지 않는다.</a:t>
            </a:r>
          </a:p>
          <a:p xmlns:a="http://schemas.openxmlformats.org/drawingml/2006/main">
            <a:r>
              <a:t>https://github.com/cbyche/via-sw-architecture/blob/main/docs/architecture/12-decisions/decision-packages/diagrams/dp-background-overview.svg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f07e463daf47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86413db9a24cbc" /><Relationship Type="http://schemas.openxmlformats.org/officeDocument/2006/relationships/slideLayout" Target="/ppt/slideLayouts/slideLayout1.xml" Id="R663e5bb2ae2c48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3e5bb2ae2c48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54bf24ee64584" /><Relationship Type="http://schemas.openxmlformats.org/officeDocument/2006/relationships/notesSlide" Target="/ppt/notesSlides/notesSlide1.xml" Id="R0fb64cd22d5243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806d47c644c63" /><Relationship Type="http://schemas.openxmlformats.org/officeDocument/2006/relationships/notesSlide" Target="/ppt/notesSlides/notesSlide2.xml" Id="R704ed05a7b664a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772cdc81b41b9" /><Relationship Type="http://schemas.openxmlformats.org/officeDocument/2006/relationships/notesSlide" Target="/ppt/notesSlides/notesSlide3.xml" Id="R22430df242ca4b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557a35e79434f" /><Relationship Type="http://schemas.openxmlformats.org/officeDocument/2006/relationships/notesSlide" Target="/ppt/notesSlides/notesSlide4.xml" Id="Rc06947a345af4d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1ba80a6364412a" /><Relationship Type="http://schemas.openxmlformats.org/officeDocument/2006/relationships/notesSlide" Target="/ppt/notesSlides/notesSlide5.xml" Id="Rd7f0a3fc64b14b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ea5618b7240a4" /><Relationship Type="http://schemas.openxmlformats.org/officeDocument/2006/relationships/notesSlide" Target="/ppt/notesSlides/notesSlide6.xml" Id="Rb3fad9ea5c7a40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084e82e5dd4339" /><Relationship Type="http://schemas.openxmlformats.org/officeDocument/2006/relationships/notesSlide" Target="/ppt/notesSlides/notesSlide7.xml" Id="R73212bb7779f42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2008e1db1467f" /><Relationship Type="http://schemas.openxmlformats.org/officeDocument/2006/relationships/notesSlide" Target="/ppt/notesSlides/notesSlide8.xml" Id="R776926d34d0148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73f500e104ec9" /><Relationship Type="http://schemas.openxmlformats.org/officeDocument/2006/relationships/notesSlide" Target="/ppt/notesSlides/notesSlide9.xml" Id="Reb3935ab28774d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6154affa0f4dd5" /><Relationship Type="http://schemas.openxmlformats.org/officeDocument/2006/relationships/notesSlide" Target="/ppt/notesSlides/notesSlide10.xml" Id="Rdf7f7506b1884c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502e4a4ab346a0" /><Relationship Type="http://schemas.openxmlformats.org/officeDocument/2006/relationships/notesSlide" Target="/ppt/notesSlides/notesSlide11.xml" Id="R59bf0a34ca3b400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dp41-background / n1">
            <a:extLst xmlns:a="http://schemas.openxmlformats.org/drawingml/2006/main">
              <a:ext uri="{FF2B5EF4-FFF2-40B4-BE49-F238E27FC236}">
                <a16:creationId xmlns:a16="http://schemas.microsoft.com/office/drawing/2014/main" id="{68400C4E-14E8-43BD-B327-66489BC7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DE472242-B2D8-4D11-BBD0-10774741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1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E98258B9-67C6-4B71-8707-2BB23E0A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04-41</a:t>
            </a:r>
          </a:p>
        </p:txBody>
      </p:sp>
      <p:sp>
        <p:nvSpPr>
          <p:cNvPr id="4" name="dp41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1FACA81C-E1A5-48C8-92B9-4646C667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FD411CB4-ACF1-4353-8D98-07CFB334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background / n6">
            <a:extLst xmlns:a="http://schemas.openxmlformats.org/drawingml/2006/main">
              <a:ext uri="{FF2B5EF4-FFF2-40B4-BE49-F238E27FC236}">
                <a16:creationId xmlns:a16="http://schemas.microsoft.com/office/drawing/2014/main" id="{828317D9-F955-4D0C-B4EF-6507ADAF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1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85272821-7EF2-4476-A62C-FD1203D2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선택한 표와 이전 보고서의 오연결 위험</a:t>
            </a:r>
          </a:p>
        </p:txBody>
      </p:sp>
      <p:sp>
        <p:nvSpPr>
          <p:cNvPr id="8" name="dp41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217C737C-AE73-44CC-BD5D-CBDCA69F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1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E7BE2837-4BFB-434D-BE3E-910D1616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1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E2D4A95B-4BE1-4B13-BF20-6D54EE66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1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1328D4D8-1488-4F4F-907A-8EC4038D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1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F1978346-368C-40CE-9716-956EC6C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조회와 의미 완성의 진행 책임 설계</a:t>
            </a:r>
          </a:p>
        </p:txBody>
      </p:sp>
      <p:sp>
        <p:nvSpPr>
          <p:cNvPr id="13" name="dp41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07C81B3E-CCF9-414B-A9D8-96E176C7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반응성</a:t>
            </a:r>
          </a:p>
        </p:txBody>
      </p:sp>
      <p:sp>
        <p:nvSpPr>
          <p:cNvPr id="14" name="dp41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2C498EE4-C6BF-4EFC-8618-0904F3D0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1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9C42A106-BFBF-4C0E-95EA-3E25DF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57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</a:t>
            </a:r>
          </a:p>
        </p:txBody>
      </p:sp>
      <p:sp>
        <p:nvSpPr>
          <p:cNvPr id="16" name="dp41-background / n16">
            <a:extLst xmlns:a="http://schemas.openxmlformats.org/drawingml/2006/main">
              <a:ext uri="{FF2B5EF4-FFF2-40B4-BE49-F238E27FC236}">
                <a16:creationId xmlns:a16="http://schemas.microsoft.com/office/drawing/2014/main" id="{A2B4DD22-9CC1-477D-9D44-3AEAE065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572750" cy="391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F2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26FA228F-1878-41EE-B18F-F6559390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9848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화면과 VIA 기록 / 설명용 가상 화면</a:t>
            </a:r>
          </a:p>
        </p:txBody>
      </p:sp>
      <p:sp>
        <p:nvSpPr>
          <p:cNvPr id="18" name="dp41-background / n18">
            <a:extLst xmlns:a="http://schemas.openxmlformats.org/drawingml/2006/main">
              <a:ext uri="{FF2B5EF4-FFF2-40B4-BE49-F238E27FC236}">
                <a16:creationId xmlns:a16="http://schemas.microsoft.com/office/drawing/2014/main" id="{CCBF7F47-EB83-49A8-944F-846894FD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05225"/>
            <a:ext cx="5410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1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066FDCC8-6D7D-4EFD-B3AA-9263C42D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50482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매출 현황.xlsx</a:t>
            </a:r>
          </a:p>
        </p:txBody>
      </p:sp>
      <p:sp>
        <p:nvSpPr>
          <p:cNvPr id="20" name="dp41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035706AA-AAA7-45AC-B433-766A4A33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5048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선택 범위 A1:D4</a:t>
            </a:r>
          </a:p>
        </p:txBody>
      </p:sp>
      <p:sp>
        <p:nvSpPr>
          <p:cNvPr id="21" name="dp41-background / n21">
            <a:extLst xmlns:a="http://schemas.openxmlformats.org/drawingml/2006/main">
              <a:ext uri="{FF2B5EF4-FFF2-40B4-BE49-F238E27FC236}">
                <a16:creationId xmlns:a16="http://schemas.microsoft.com/office/drawing/2014/main" id="{F4157A86-10CE-4E47-AEA9-29B5F799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22" name="dp41-background / n22">
            <a:extLst xmlns:a="http://schemas.openxmlformats.org/drawingml/2006/main">
              <a:ext uri="{FF2B5EF4-FFF2-40B4-BE49-F238E27FC236}">
                <a16:creationId xmlns:a16="http://schemas.microsoft.com/office/drawing/2014/main" id="{1DB093FF-6CDB-4CE3-B67F-562EF1E0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p41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E7272560-5609-461A-9BFF-9A842CFC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4" name="dp41-background / n24 / path">
            <a:extLst xmlns:a="http://schemas.openxmlformats.org/drawingml/2006/main">
              <a:ext uri="{FF2B5EF4-FFF2-40B4-BE49-F238E27FC236}">
                <a16:creationId xmlns:a16="http://schemas.microsoft.com/office/drawing/2014/main" id="{FB395BA3-3B6E-4124-A323-A6F022B2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5" name="dp41-background / n25 / path">
            <a:extLst xmlns:a="http://schemas.openxmlformats.org/drawingml/2006/main">
              <a:ext uri="{FF2B5EF4-FFF2-40B4-BE49-F238E27FC236}">
                <a16:creationId xmlns:a16="http://schemas.microsoft.com/office/drawing/2014/main" id="{5BA44BA0-CADB-4AE6-84C0-1300DE20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6" name="dp41-background / n26 / path">
            <a:extLst xmlns:a="http://schemas.openxmlformats.org/drawingml/2006/main">
              <a:ext uri="{FF2B5EF4-FFF2-40B4-BE49-F238E27FC236}">
                <a16:creationId xmlns:a16="http://schemas.microsoft.com/office/drawing/2014/main" id="{35913F6A-C4AB-4036-AA99-FAEDAED9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7" name="dp41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1EC4D37A-4B54-46A9-A0EA-52E0E84C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29275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8" name="dp41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709092C5-3D2A-49C9-80B3-7B7C3460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3885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9" name="dp41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36161049-EA40-4862-866C-335FAF8D3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항목</a:t>
            </a:r>
          </a:p>
        </p:txBody>
      </p:sp>
      <p:sp>
        <p:nvSpPr>
          <p:cNvPr id="30" name="dp41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AF251D3A-BE67-409F-935E-4FE9CBF4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1분기</a:t>
            </a:r>
          </a:p>
        </p:txBody>
      </p:sp>
      <p:sp>
        <p:nvSpPr>
          <p:cNvPr id="31" name="dp41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77392018-C3A3-419F-A6E1-D36A2F71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2분기</a:t>
            </a:r>
          </a:p>
        </p:txBody>
      </p:sp>
      <p:sp>
        <p:nvSpPr>
          <p:cNvPr id="32" name="dp41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57D0119A-7AC7-4C97-871F-11A955B2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33" name="dp41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6ABB9FF9-1558-42DB-B4E3-09B47C19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A</a:t>
            </a:r>
          </a:p>
        </p:txBody>
      </p:sp>
      <p:sp>
        <p:nvSpPr>
          <p:cNvPr id="34" name="dp41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D7EC8C09-697C-4BD0-BF8C-3AE0D361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120</a:t>
            </a:r>
          </a:p>
        </p:txBody>
      </p:sp>
      <p:sp>
        <p:nvSpPr>
          <p:cNvPr id="35" name="dp41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FDBE0D1C-9E7F-478F-9815-8FB7DC01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140</a:t>
            </a:r>
          </a:p>
        </p:txBody>
      </p:sp>
      <p:sp>
        <p:nvSpPr>
          <p:cNvPr id="36" name="dp41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6A6A4DBB-0F30-4E95-9E75-C7E0E5C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260</a:t>
            </a:r>
          </a:p>
        </p:txBody>
      </p:sp>
      <p:sp>
        <p:nvSpPr>
          <p:cNvPr id="37" name="dp41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AB550EDD-F00D-4E43-B694-E3BB83A8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B</a:t>
            </a:r>
          </a:p>
        </p:txBody>
      </p:sp>
      <p:sp>
        <p:nvSpPr>
          <p:cNvPr id="38" name="dp41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4189F042-9397-4F72-A978-987DDF1C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80</a:t>
            </a:r>
          </a:p>
        </p:txBody>
      </p:sp>
      <p:sp>
        <p:nvSpPr>
          <p:cNvPr id="39" name="dp41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1B2497C9-2C14-4D8F-A560-D38A66A7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</a:t>
            </a:r>
          </a:p>
        </p:txBody>
      </p:sp>
      <p:sp>
        <p:nvSpPr>
          <p:cNvPr id="40" name="dp41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D37D426D-D704-49B5-9790-8604EB7E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180</a:t>
            </a:r>
          </a:p>
        </p:txBody>
      </p:sp>
      <p:sp>
        <p:nvSpPr>
          <p:cNvPr id="41" name="dp41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55B34B1C-82ED-4EE7-86C0-C11A5D57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42" name="dp41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5FA80B21-16A7-4CE6-96FF-F958DE62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200</a:t>
            </a:r>
          </a:p>
        </p:txBody>
      </p:sp>
      <p:sp>
        <p:nvSpPr>
          <p:cNvPr id="43" name="dp41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1AFC39AF-1C55-4890-82A7-F67A936E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240</a:t>
            </a:r>
          </a:p>
        </p:txBody>
      </p:sp>
      <p:sp>
        <p:nvSpPr>
          <p:cNvPr id="44" name="dp41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B51956C0-7F8B-4981-A524-33B21706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440</a:t>
            </a:r>
          </a:p>
        </p:txBody>
      </p:sp>
      <p:sp>
        <p:nvSpPr>
          <p:cNvPr id="45" name="dp41-background / n45">
            <a:extLst xmlns:a="http://schemas.openxmlformats.org/drawingml/2006/main">
              <a:ext uri="{FF2B5EF4-FFF2-40B4-BE49-F238E27FC236}">
                <a16:creationId xmlns:a16="http://schemas.microsoft.com/office/drawing/2014/main" id="{173D7512-F929-44B6-B3AC-9BA98849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05225"/>
            <a:ext cx="4648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46" name="dp41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9238D84E-13C6-4E55-8B3E-3C9AD2F3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42672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Task 후보</a:t>
            </a:r>
          </a:p>
        </p:txBody>
      </p:sp>
      <p:sp>
        <p:nvSpPr>
          <p:cNvPr id="47" name="dp41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6F63C331-BEDB-41C9-8CE3-0C58920F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3387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예산 보고서 Task</a:t>
            </a:r>
          </a:p>
        </p:txBody>
      </p:sp>
      <p:sp>
        <p:nvSpPr>
          <p:cNvPr id="48" name="dp41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11997DFD-64C2-4F31-88E5-741569DF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“예산 보고서 만들어줘” / 진행 중</a:t>
            </a:r>
          </a:p>
        </p:txBody>
      </p:sp>
      <p:sp>
        <p:nvSpPr>
          <p:cNvPr id="49" name="dp41-background / n49 / path">
            <a:extLst xmlns:a="http://schemas.openxmlformats.org/drawingml/2006/main">
              <a:ext uri="{FF2B5EF4-FFF2-40B4-BE49-F238E27FC236}">
                <a16:creationId xmlns:a16="http://schemas.microsoft.com/office/drawing/2014/main" id="{DEF0C108-F438-4981-9FC3-1C21A753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05400"/>
            <a:ext cx="4267200" cy="953"/>
          </a:xfrm>
          <a:custGeom xmlns:a="http://schemas.openxmlformats.org/drawingml/2006/main">
            <a:pathLst>
              <a:path w="4267200" h="953">
                <a:moveTo>
                  <a:pt x="0" y="0"/>
                </a:moveTo>
                <a:lnTo>
                  <a:pt x="426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50" name="dp41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75BB7E4C-A807-4F86-B42F-6D3C4405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0542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실적 보고서 Task</a:t>
            </a:r>
          </a:p>
        </p:txBody>
      </p:sp>
      <p:sp>
        <p:nvSpPr>
          <p:cNvPr id="51" name="dp41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86141AB4-F9EF-4370-A976-E9AC5972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8642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“실적 보고서 만들어줘” / 진행 중</a:t>
            </a:r>
          </a:p>
        </p:txBody>
      </p:sp>
      <p:sp>
        <p:nvSpPr>
          <p:cNvPr id="52" name="dp41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6E6C2BCD-2125-441A-A2DA-C49FBFBB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334125"/>
            <a:ext cx="42672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연결할 Task 미확정</a:t>
            </a:r>
          </a:p>
        </p:txBody>
      </p:sp>
      <p:sp>
        <p:nvSpPr>
          <p:cNvPr id="53" name="dp41-background / n53">
            <a:extLst xmlns:a="http://schemas.openxmlformats.org/drawingml/2006/main">
              <a:ext uri="{FF2B5EF4-FFF2-40B4-BE49-F238E27FC236}">
                <a16:creationId xmlns:a16="http://schemas.microsoft.com/office/drawing/2014/main" id="{7F637F65-4602-4509-97EB-E1DBBCC9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10450"/>
            <a:ext cx="105727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p41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B6DF071D-2D87-48FF-A2B5-A77A568A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572375"/>
            <a:ext cx="101727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Request의 고정 조건 / 초안 작성, 발송 제외</a:t>
            </a:r>
          </a:p>
        </p:txBody>
      </p:sp>
      <p:sp>
        <p:nvSpPr>
          <p:cNvPr id="55" name="dp41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C0C07AE9-AE40-4895-A936-0E2248DB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 자료의 확인</a:t>
            </a:r>
          </a:p>
        </p:txBody>
      </p:sp>
      <p:sp>
        <p:nvSpPr>
          <p:cNvPr id="56" name="dp41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F683B306-38C3-4110-BAE5-568ABAF3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 정보와 Referent 범위 확인</a:t>
            </a:r>
          </a:p>
        </p:txBody>
      </p:sp>
      <p:sp>
        <p:nvSpPr>
          <p:cNvPr id="57" name="dp41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136EB045-EE6E-43F3-A223-B3363DA0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관련 Task의 구분</a:t>
            </a:r>
          </a:p>
        </p:txBody>
      </p:sp>
      <p:sp>
        <p:nvSpPr>
          <p:cNvPr id="58" name="dp41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89BA3CDB-6A9F-47EF-B95E-3C6A9F54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현재 Task 상태 확인</a:t>
            </a:r>
          </a:p>
        </p:txBody>
      </p:sp>
      <p:sp>
        <p:nvSpPr>
          <p:cNvPr id="59" name="dp41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300ED27A-ACCD-4E77-9A47-633B9132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보완과 조건 유지</a:t>
            </a:r>
          </a:p>
        </p:txBody>
      </p:sp>
      <p:sp>
        <p:nvSpPr>
          <p:cNvPr id="60" name="dp41-background / n60 / text 1">
            <a:extLst xmlns:a="http://schemas.openxmlformats.org/drawingml/2006/main">
              <a:ext uri="{FF2B5EF4-FFF2-40B4-BE49-F238E27FC236}">
                <a16:creationId xmlns:a16="http://schemas.microsoft.com/office/drawing/2014/main" id="{79F637F0-8DB2-4CE9-8904-BC89F1FB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미확정 Task의 Clarification과</a:t>
            </a:r>
          </a:p>
        </p:txBody>
      </p:sp>
      <p:sp>
        <p:nvSpPr>
          <p:cNvPr id="61" name="dp41-background / n60 / text 2">
            <a:extLst xmlns:a="http://schemas.openxmlformats.org/drawingml/2006/main">
              <a:ext uri="{FF2B5EF4-FFF2-40B4-BE49-F238E27FC236}">
                <a16:creationId xmlns:a16="http://schemas.microsoft.com/office/drawing/2014/main" id="{BE77470A-0AFB-4108-88B7-43214095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7143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초안 조건의 보존</a:t>
            </a:r>
          </a:p>
        </p:txBody>
      </p:sp>
    </p:spTree>
    <p:extLst>
      <p:ext uri="{BB962C8B-B14F-4D97-AF65-F5344CB8AC3E}">
        <p14:creationId xmlns:p14="http://schemas.microsoft.com/office/powerpoint/2010/main" val="4863116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7" name="dp41-comparison / n1">
            <a:extLst xmlns:a="http://schemas.openxmlformats.org/drawingml/2006/main">
              <a:ext uri="{FF2B5EF4-FFF2-40B4-BE49-F238E27FC236}">
                <a16:creationId xmlns:a16="http://schemas.microsoft.com/office/drawing/2014/main" id="{F4DE10F0-EF58-481E-A98A-00E055C2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1DE124FF-ED72-482C-AAFD-195453F9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1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926BF37D-68BB-4EB5-A307-CD8DCD82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1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16E8D03D-69AA-4373-BB26-56CFE35F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42BA22A5-5524-49CA-8402-4BEC7B8E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390FCA32-ED1D-4556-9C6E-5AB28871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 / 보고서 Task 후보 2개</a:t>
            </a:r>
          </a:p>
        </p:txBody>
      </p:sp>
      <p:sp>
        <p:nvSpPr>
          <p:cNvPr id="7" name="dp41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3BE149F4-3CB9-46D8-9BE2-F6EC51DD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1-comparison / n8">
            <a:extLst xmlns:a="http://schemas.openxmlformats.org/drawingml/2006/main">
              <a:ext uri="{FF2B5EF4-FFF2-40B4-BE49-F238E27FC236}">
                <a16:creationId xmlns:a16="http://schemas.microsoft.com/office/drawing/2014/main" id="{87FA75ED-6075-4020-89A7-806CB675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1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384F4800-0A17-4648-89BD-B82DF351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1-comparison / n10">
            <a:extLst xmlns:a="http://schemas.openxmlformats.org/drawingml/2006/main">
              <a:ext uri="{FF2B5EF4-FFF2-40B4-BE49-F238E27FC236}">
                <a16:creationId xmlns:a16="http://schemas.microsoft.com/office/drawing/2014/main" id="{538BD7D3-895B-481E-A0BE-40827345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1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5B982204-F6EF-4F57-A884-5DA929A6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1-comparison / n12">
            <a:extLst xmlns:a="http://schemas.openxmlformats.org/drawingml/2006/main">
              <a:ext uri="{FF2B5EF4-FFF2-40B4-BE49-F238E27FC236}">
                <a16:creationId xmlns:a16="http://schemas.microsoft.com/office/drawing/2014/main" id="{07598D94-5DC7-4BF9-BDC7-29061227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1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6152A40D-651C-44F7-964B-857AD933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1-comparison / n14">
            <a:extLst xmlns:a="http://schemas.openxmlformats.org/drawingml/2006/main">
              <a:ext uri="{FF2B5EF4-FFF2-40B4-BE49-F238E27FC236}">
                <a16:creationId xmlns:a16="http://schemas.microsoft.com/office/drawing/2014/main" id="{3D430E91-D6BA-4E94-8EA7-2E857EF5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1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9F8AA714-6D38-4298-AC98-6041B17F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1-comparison / n16">
            <a:extLst xmlns:a="http://schemas.openxmlformats.org/drawingml/2006/main">
              <a:ext uri="{FF2B5EF4-FFF2-40B4-BE49-F238E27FC236}">
                <a16:creationId xmlns:a16="http://schemas.microsoft.com/office/drawing/2014/main" id="{337AA73B-5E2A-488B-99CA-BC5619F9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856A62AD-F932-4FBD-A862-611CC00F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1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3AC37D86-4337-46E0-AD1A-A9866D2D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1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F2C507DB-69C0-4664-92D4-18DCC0A6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1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E4525522-A1AC-4B5D-BE5E-5018A570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1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AC4BF94B-FB8F-4E83-A4CD-7523A2CA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모델 중심 ReAct 해석</a:t>
            </a:r>
          </a:p>
        </p:txBody>
      </p:sp>
      <p:sp>
        <p:nvSpPr>
          <p:cNvPr id="22" name="dp41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2627E94F-6232-470B-B7E3-830802ED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열린 관계 표현의 지원 확대, 지원율 100% (기능 완전성 ↑)</a:t>
            </a:r>
          </a:p>
        </p:txBody>
      </p:sp>
      <p:sp>
        <p:nvSpPr>
          <p:cNvPr id="23" name="dp41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AD9D33F7-1138-47F7-81FD-88208454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코드 변경 축소, 평균 2.0개 (변경 용이성 ↑)</a:t>
            </a:r>
          </a:p>
        </p:txBody>
      </p:sp>
      <p:sp>
        <p:nvSpPr>
          <p:cNvPr id="24" name="dp41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5637128B-8D62-43EE-8018-558966A6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조회와 모델 재판단으로 평균 VIA 처리시간 6.0 s (요청 완료 신속성 ↓)</a:t>
            </a:r>
          </a:p>
        </p:txBody>
      </p:sp>
      <p:sp>
        <p:nvSpPr>
          <p:cNvPr id="25" name="dp41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7EC4562-E909-494F-B3F9-ED955C68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26" name="dp41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B910F236-F302-4005-BA27-5C821F71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1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2A0063B8-56D4-4EA7-A05F-9D0349E2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28" name="dp41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CE589116-3B18-40D2-A862-6810D705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29" name="dp41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3783087E-8C80-4A72-B738-36AB5B99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1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4FC9AC24-4BA6-4185-B867-DA1A2041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1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B4F2204-F457-4287-8893-85D5E893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6.0 s</a:t>
            </a:r>
          </a:p>
        </p:txBody>
      </p:sp>
      <p:sp>
        <p:nvSpPr>
          <p:cNvPr id="32" name="dp41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8812E67A-E39D-4D1E-ACDE-F9FDEF74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1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7F182B29-166F-4A60-8AAE-BCC965B3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1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9EF4B9D3-76C2-45F8-B17D-CAD64A9D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1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3DA2AA0D-8952-45A9-8F3D-DF2F9B25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36" name="dp41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2B3078CC-133F-4145-8196-D15DF95F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1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B9A00B30-8B78-467D-8CE9-90EB232F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모델 틀 생성과 코드 중심 의미 완성</a:t>
            </a:r>
          </a:p>
        </p:txBody>
      </p:sp>
      <p:sp>
        <p:nvSpPr>
          <p:cNvPr id="38" name="dp41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976BBF04-C44B-4578-8049-322ABD52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지원 관계의 코드 결합으로 평균 VIA 처리시간 4.5 s (요청 완료 신속성 ↑)</a:t>
            </a:r>
          </a:p>
        </p:txBody>
      </p:sp>
      <p:sp>
        <p:nvSpPr>
          <p:cNvPr id="39" name="dp41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8163B24B-2B5A-4345-ABAD-AE92345B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유한 표현 체계 밖 관계의 지원 제한, 지원율 87.2% (기능 완전성 ↓)</a:t>
            </a:r>
          </a:p>
        </p:txBody>
      </p:sp>
      <p:sp>
        <p:nvSpPr>
          <p:cNvPr id="40" name="dp41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40BBCB7B-52CA-4488-9040-01BB43E4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틀과 결합 규칙 확장, 평균 4.0개 (변경 용이성 ↓)</a:t>
            </a:r>
          </a:p>
        </p:txBody>
      </p:sp>
      <p:sp>
        <p:nvSpPr>
          <p:cNvPr id="41" name="dp41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CA9B2F20-0061-4BCB-BCED-97444DB9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42" name="dp41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E36C9B1-120E-459E-A804-CFCE1D97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1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FD7836E7-0296-4C78-B6B0-8856BC17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87.2%</a:t>
            </a:r>
          </a:p>
        </p:txBody>
      </p:sp>
      <p:sp>
        <p:nvSpPr>
          <p:cNvPr id="44" name="dp41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E00C92B1-D5BF-48AE-AA12-F22C9F5E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45" name="dp41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203FEC02-848D-4FF6-A3C4-51F1A1C7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1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F6CD2A2B-8E4D-4C19-9D7F-0A119DBC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1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DD120384-CF75-4198-AAD5-C18DD727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1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935BE67B-BE22-447E-8938-C197ECD6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1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0353AC4E-8166-4E7F-95FE-9B7626D2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1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991C93F9-D33E-456B-82A4-E05389B0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51" name="dp41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21C7401E-96B6-4F6D-90A9-75EF2980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52" name="dp41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E0D90BC3-A09A-44E5-B7A7-9BF27462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1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2C8243C2-E48B-4DBE-97AF-123EE2E2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열린 관계 표현 포함 / 시간 비교는 양안 지원 범위의 같은 Request</a:t>
            </a:r>
          </a:p>
        </p:txBody>
      </p:sp>
      <p:sp>
        <p:nvSpPr>
          <p:cNvPr id="54" name="dp41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623F5071-8000-4D6E-8AEF-5C5A383C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1-comparison / n54">
            <a:extLst xmlns:a="http://schemas.openxmlformats.org/drawingml/2006/main">
              <a:ext uri="{FF2B5EF4-FFF2-40B4-BE49-F238E27FC236}">
                <a16:creationId xmlns:a16="http://schemas.microsoft.com/office/drawing/2014/main" id="{44EB891C-CDBF-41FB-989A-48E5866C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1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24169289-CCFC-464B-A3B5-CD215C6F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1-comparison / n56">
            <a:extLst xmlns:a="http://schemas.openxmlformats.org/drawingml/2006/main">
              <a:ext uri="{FF2B5EF4-FFF2-40B4-BE49-F238E27FC236}">
                <a16:creationId xmlns:a16="http://schemas.microsoft.com/office/drawing/2014/main" id="{CC039BE7-98EA-498F-A84C-356C65A2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1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B6F4EB61-B874-4196-9751-5B5D21EE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1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99A51837-04F4-40FC-8721-2C0B123F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1-comparison / n59">
            <a:extLst xmlns:a="http://schemas.openxmlformats.org/drawingml/2006/main">
              <a:ext uri="{FF2B5EF4-FFF2-40B4-BE49-F238E27FC236}">
                <a16:creationId xmlns:a16="http://schemas.microsoft.com/office/drawing/2014/main" id="{059137F9-E8C6-4E0B-975C-DA5C83C0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1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E364BB2F-68EF-4C9A-9A51-219CFBDE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1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A0CC86A0-641F-4112-B92C-3469F495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1-comparison / n62">
            <a:extLst xmlns:a="http://schemas.openxmlformats.org/drawingml/2006/main">
              <a:ext uri="{FF2B5EF4-FFF2-40B4-BE49-F238E27FC236}">
                <a16:creationId xmlns:a16="http://schemas.microsoft.com/office/drawing/2014/main" id="{AD15578D-C22E-4881-A102-718BCBC2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1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DE6C4C8A-5A3D-4F1C-89AC-F8E42FA3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1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4DC93E4C-6F07-4D39-BC71-D7E9AC2E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1-comparison / n65">
            <a:extLst xmlns:a="http://schemas.openxmlformats.org/drawingml/2006/main">
              <a:ext uri="{FF2B5EF4-FFF2-40B4-BE49-F238E27FC236}">
                <a16:creationId xmlns:a16="http://schemas.microsoft.com/office/drawing/2014/main" id="{DA1FFB9C-BF72-4119-A457-210014D4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1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A67BEB14-961B-4AD9-BAC2-F07FE931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1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C7CA6D7C-4F9D-44B3-97F0-C328D048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1-comparison / n68">
            <a:extLst xmlns:a="http://schemas.openxmlformats.org/drawingml/2006/main">
              <a:ext uri="{FF2B5EF4-FFF2-40B4-BE49-F238E27FC236}">
                <a16:creationId xmlns:a16="http://schemas.microsoft.com/office/drawing/2014/main" id="{D32290E7-B7CF-485E-8D5D-59422B3A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1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3B7A9C74-966A-4B56-8703-36CB412C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1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EDFA6522-FF56-40F1-9A5F-42CC951A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1-comparison / n71">
            <a:extLst xmlns:a="http://schemas.openxmlformats.org/drawingml/2006/main">
              <a:ext uri="{FF2B5EF4-FFF2-40B4-BE49-F238E27FC236}">
                <a16:creationId xmlns:a16="http://schemas.microsoft.com/office/drawing/2014/main" id="{D1E1372B-3FA3-4871-B923-4EDA3C9B8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1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9221A5C8-6D97-4460-849F-1A467D23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1-comparison / n73">
            <a:extLst xmlns:a="http://schemas.openxmlformats.org/drawingml/2006/main">
              <a:ext uri="{FF2B5EF4-FFF2-40B4-BE49-F238E27FC236}">
                <a16:creationId xmlns:a16="http://schemas.microsoft.com/office/drawing/2014/main" id="{3B9C5FFC-BDAB-4ED7-9E7A-110E8097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1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4FB97A7A-E08D-47F8-B1AE-C52D356F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1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0F88932F-A9BB-44EA-A8E5-53538510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1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A8AFE9DF-182B-4BE2-835B-ADD46372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1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8A950DDD-2ECC-42D1-A556-00D53DF6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1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6619A9DB-F0EC-4738-99A8-ED9B286D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1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27A77F26-A798-45D8-AD2A-B3754F1D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1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EEFDFEDB-8ED6-452F-80C6-43C374BB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1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07BF2ACC-035F-43C2-8889-99CFCCDC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1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EC2CCA5E-585F-473D-B31A-DCB8DA56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1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BD64479F-F97D-422F-89AB-4D1AF6EB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1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EA75B857-AC14-46C0-9EC2-7BB2A61B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1-comparison / n82">
            <a:extLst xmlns:a="http://schemas.openxmlformats.org/drawingml/2006/main">
              <a:ext uri="{FF2B5EF4-FFF2-40B4-BE49-F238E27FC236}">
                <a16:creationId xmlns:a16="http://schemas.microsoft.com/office/drawing/2014/main" id="{19F4819E-EEDC-484B-892F-67E230C8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7" name="dp41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7F75D0FF-BB0B-4F52-977D-98F0BF5D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88" name="dp41-comparison / n84">
            <a:extLst xmlns:a="http://schemas.openxmlformats.org/drawingml/2006/main">
              <a:ext uri="{FF2B5EF4-FFF2-40B4-BE49-F238E27FC236}">
                <a16:creationId xmlns:a16="http://schemas.microsoft.com/office/drawing/2014/main" id="{D1545439-C965-4442-A117-FA172A0F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9" name="dp41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8AE72150-5A79-4B13-8EB4-D4A5A8CD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90" name="dp41-comparison / n90">
            <a:extLst xmlns:a="http://schemas.openxmlformats.org/drawingml/2006/main">
              <a:ext uri="{FF2B5EF4-FFF2-40B4-BE49-F238E27FC236}">
                <a16:creationId xmlns:a16="http://schemas.microsoft.com/office/drawing/2014/main" id="{AB91E444-D1BC-4064-A356-07BCC2D5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1" name="dp41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8CD8E012-B57B-4DE1-B8D3-03E51CAE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2" name="dp41-comparison / n92">
            <a:extLst xmlns:a="http://schemas.openxmlformats.org/drawingml/2006/main">
              <a:ext uri="{FF2B5EF4-FFF2-40B4-BE49-F238E27FC236}">
                <a16:creationId xmlns:a16="http://schemas.microsoft.com/office/drawing/2014/main" id="{A3C83155-EE1F-4577-AE60-4337DEE6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1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7BC9E180-B03E-4DD8-85D0-A98880EF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94" name="dp41-comparison / n94">
            <a:extLst xmlns:a="http://schemas.openxmlformats.org/drawingml/2006/main">
              <a:ext uri="{FF2B5EF4-FFF2-40B4-BE49-F238E27FC236}">
                <a16:creationId xmlns:a16="http://schemas.microsoft.com/office/drawing/2014/main" id="{6C16EEFA-EEB1-4CAD-A34B-0EE67653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1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52F45712-7D12-41A0-AE6F-132C85F5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96" name="dp41-comparison / n96">
            <a:extLst xmlns:a="http://schemas.openxmlformats.org/drawingml/2006/main">
              <a:ext uri="{FF2B5EF4-FFF2-40B4-BE49-F238E27FC236}">
                <a16:creationId xmlns:a16="http://schemas.microsoft.com/office/drawing/2014/main" id="{5A747A57-A993-4A85-A414-EB0FE6A7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1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00BFBFF7-FC25-4E9E-8D9E-C8ADC63AC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98" name="dp41-comparison / n98">
            <a:extLst xmlns:a="http://schemas.openxmlformats.org/drawingml/2006/main">
              <a:ext uri="{FF2B5EF4-FFF2-40B4-BE49-F238E27FC236}">
                <a16:creationId xmlns:a16="http://schemas.microsoft.com/office/drawing/2014/main" id="{AC069369-7020-46A6-B774-2EBB1892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1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141353AA-A656-4C3F-B5E4-A5439F44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00" name="dp41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D57979A0-C1D7-4067-9DD9-4D3EF248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1" name="dp41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FCDB3E2F-3A31-43DA-B4E9-C3B894DE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11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2" name="dp41-comparison / n107">
            <a:extLst xmlns:a="http://schemas.openxmlformats.org/drawingml/2006/main">
              <a:ext uri="{FF2B5EF4-FFF2-40B4-BE49-F238E27FC236}">
                <a16:creationId xmlns:a16="http://schemas.microsoft.com/office/drawing/2014/main" id="{103D54FD-03C9-40DC-9113-3D8E2E9D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52850"/>
            <a:ext cx="53816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3" name="dp41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222265AE-5998-426B-8FFC-AA9500C6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48100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04" name="dp41-comparison / n109">
            <a:extLst xmlns:a="http://schemas.openxmlformats.org/drawingml/2006/main">
              <a:ext uri="{FF2B5EF4-FFF2-40B4-BE49-F238E27FC236}">
                <a16:creationId xmlns:a16="http://schemas.microsoft.com/office/drawing/2014/main" id="{715CAC8B-9797-4B43-BF48-90568815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71950"/>
            <a:ext cx="2190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5" name="dp41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5E063A0B-008F-4A3D-8939-19223489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260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ReAct 해석 제어기</a:t>
            </a:r>
          </a:p>
        </p:txBody>
      </p:sp>
      <p:sp>
        <p:nvSpPr>
          <p:cNvPr id="106" name="dp41-comparison / n111">
            <a:extLst xmlns:a="http://schemas.openxmlformats.org/drawingml/2006/main">
              <a:ext uri="{FF2B5EF4-FFF2-40B4-BE49-F238E27FC236}">
                <a16:creationId xmlns:a16="http://schemas.microsoft.com/office/drawing/2014/main" id="{F3460665-AE2A-4ACA-B061-11A03C98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71950"/>
            <a:ext cx="22383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7" name="dp41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13B436C7-297A-4215-B031-5B8E0B19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60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 도구 실행기</a:t>
            </a:r>
          </a:p>
        </p:txBody>
      </p:sp>
      <p:sp>
        <p:nvSpPr>
          <p:cNvPr id="108" name="dp41-comparison / n113">
            <a:extLst xmlns:a="http://schemas.openxmlformats.org/drawingml/2006/main">
              <a:ext uri="{FF2B5EF4-FFF2-40B4-BE49-F238E27FC236}">
                <a16:creationId xmlns:a16="http://schemas.microsoft.com/office/drawing/2014/main" id="{4D414834-4A1D-421E-8247-1D247181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67325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9" name="dp41-comparison / n114 / text 1">
            <a:extLst xmlns:a="http://schemas.openxmlformats.org/drawingml/2006/main">
              <a:ext uri="{FF2B5EF4-FFF2-40B4-BE49-F238E27FC236}">
                <a16:creationId xmlns:a16="http://schemas.microsoft.com/office/drawing/2014/main" id="{69568EB2-9F0C-4335-B74B-B4781ABE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68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검증기</a:t>
            </a:r>
          </a:p>
        </p:txBody>
      </p:sp>
      <p:sp>
        <p:nvSpPr>
          <p:cNvPr id="110" name="dp41-comparison / n115">
            <a:extLst xmlns:a="http://schemas.openxmlformats.org/drawingml/2006/main">
              <a:ext uri="{FF2B5EF4-FFF2-40B4-BE49-F238E27FC236}">
                <a16:creationId xmlns:a16="http://schemas.microsoft.com/office/drawing/2014/main" id="{BC061206-39B1-4C53-9FD0-1AA5BA4F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229225"/>
            <a:ext cx="2238375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1" name="dp41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B4D0FA19-E456-4A3C-BA4E-BDEFC78B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91150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임시 해석 상태</a:t>
            </a:r>
          </a:p>
        </p:txBody>
      </p:sp>
      <p:sp>
        <p:nvSpPr>
          <p:cNvPr id="112" name="dp41-comparison / n117 / path">
            <a:extLst xmlns:a="http://schemas.openxmlformats.org/drawingml/2006/main">
              <a:ext uri="{FF2B5EF4-FFF2-40B4-BE49-F238E27FC236}">
                <a16:creationId xmlns:a16="http://schemas.microsoft.com/office/drawing/2014/main" id="{DB6281E5-DC1B-49C3-9679-29D43D92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638550"/>
            <a:ext cx="3171825" cy="2900363"/>
          </a:xfrm>
          <a:custGeom xmlns:a="http://schemas.openxmlformats.org/drawingml/2006/main">
            <a:pathLst>
              <a:path w="3171825" h="2900363">
                <a:moveTo>
                  <a:pt x="190500" y="2900363"/>
                </a:moveTo>
                <a:lnTo>
                  <a:pt x="409575" y="2895600"/>
                </a:lnTo>
                <a:lnTo>
                  <a:pt x="409575" y="2381250"/>
                </a:lnTo>
                <a:lnTo>
                  <a:pt x="3171825" y="2381250"/>
                </a:lnTo>
                <a:lnTo>
                  <a:pt x="3171825" y="0"/>
                </a:lnTo>
                <a:lnTo>
                  <a:pt x="0" y="0"/>
                </a:lnTo>
                <a:lnTo>
                  <a:pt x="0" y="533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3" name="dp41-comparison / n117 / arrow">
            <a:extLst xmlns:a="http://schemas.openxmlformats.org/drawingml/2006/main">
              <a:ext uri="{FF2B5EF4-FFF2-40B4-BE49-F238E27FC236}">
                <a16:creationId xmlns:a16="http://schemas.microsoft.com/office/drawing/2014/main" id="{21DF7D72-4365-48E6-8485-50383A02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347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1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21FAAF85-DA0B-46DF-859C-DEE1C614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1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ACFC6CF7-B5AB-4D9D-A8FE-FC07B97E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4944" y="42527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1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A8EB14A2-2D89-44EF-A77A-1A604A23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6722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1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4539960E-990E-4530-94D1-F7C4BBD6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336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1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97ADAFD0-2F29-4B04-8290-77D96558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524375"/>
            <a:ext cx="1285875" cy="742950"/>
          </a:xfrm>
          <a:custGeom xmlns:a="http://schemas.openxmlformats.org/drawingml/2006/main">
            <a:pathLst>
              <a:path w="1285875" h="742950">
                <a:moveTo>
                  <a:pt x="1095375" y="0"/>
                </a:moveTo>
                <a:lnTo>
                  <a:pt x="1285875" y="0"/>
                </a:lnTo>
                <a:lnTo>
                  <a:pt x="1285875" y="619125"/>
                </a:lnTo>
                <a:lnTo>
                  <a:pt x="0" y="619125"/>
                </a:ln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1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A672FFE5-88BC-46C8-AC75-4AFF47B8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52002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1-comparison / n127 / path">
            <a:extLst xmlns:a="http://schemas.openxmlformats.org/drawingml/2006/main">
              <a:ext uri="{FF2B5EF4-FFF2-40B4-BE49-F238E27FC236}">
                <a16:creationId xmlns:a16="http://schemas.microsoft.com/office/drawing/2014/main" id="{783C21E1-9E1B-4EC2-AF54-4CC720A4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71975"/>
            <a:ext cx="95250" cy="1076325"/>
          </a:xfrm>
          <a:custGeom xmlns:a="http://schemas.openxmlformats.org/drawingml/2006/main">
            <a:pathLst>
              <a:path w="95250" h="1076325">
                <a:moveTo>
                  <a:pt x="95250" y="1076325"/>
                </a:moveTo>
                <a:lnTo>
                  <a:pt x="0" y="10763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1-comparison / n127 / arrow">
            <a:extLst xmlns:a="http://schemas.openxmlformats.org/drawingml/2006/main">
              <a:ext uri="{FF2B5EF4-FFF2-40B4-BE49-F238E27FC236}">
                <a16:creationId xmlns:a16="http://schemas.microsoft.com/office/drawing/2014/main" id="{356A4B79-1A43-4DEF-B165-379FF510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694" y="43384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1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C1989B71-4087-46B5-A083-E7236A27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938" y="4572000"/>
            <a:ext cx="953" cy="657225"/>
          </a:xfrm>
          <a:custGeom xmlns:a="http://schemas.openxmlformats.org/drawingml/2006/main">
            <a:pathLst>
              <a:path w="953" h="657225">
                <a:moveTo>
                  <a:pt x="0" y="0"/>
                </a:moveTo>
                <a:lnTo>
                  <a:pt x="0" y="657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3" name="dp41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8A96CEED-B7E7-45AB-BBAC-11992FE0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410" y="51621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4" name="dp41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FF3579C3-F4CB-45D8-8E87-B3CF55E7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4171950"/>
            <a:ext cx="953" cy="1466850"/>
          </a:xfrm>
          <a:custGeom xmlns:a="http://schemas.openxmlformats.org/drawingml/2006/main">
            <a:pathLst>
              <a:path w="953" h="1466850">
                <a:moveTo>
                  <a:pt x="0" y="1466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5" name="dp41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98446861-A6DB-4B91-B55E-B39D2531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10" y="417195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6" name="dp41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116C5DC5-41F8-46B3-B251-6E37B802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0075"/>
            <a:ext cx="1119188" cy="819150"/>
          </a:xfrm>
          <a:custGeom xmlns:a="http://schemas.openxmlformats.org/drawingml/2006/main">
            <a:pathLst>
              <a:path w="1119188" h="819150">
                <a:moveTo>
                  <a:pt x="0" y="0"/>
                </a:moveTo>
                <a:lnTo>
                  <a:pt x="428625" y="0"/>
                </a:lnTo>
                <a:lnTo>
                  <a:pt x="428625" y="542925"/>
                </a:lnTo>
                <a:lnTo>
                  <a:pt x="1114425" y="542925"/>
                </a:lnTo>
                <a:lnTo>
                  <a:pt x="1119188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1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06764912-392A-47E4-BAA4-898BBEF4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009" y="5161601"/>
            <a:ext cx="67046" cy="67624"/>
          </a:xfrm>
          <a:custGeom xmlns:a="http://schemas.openxmlformats.org/drawingml/2006/main">
            <a:pathLst>
              <a:path w="67046" h="67624">
                <a:moveTo>
                  <a:pt x="0" y="1156"/>
                </a:moveTo>
                <a:lnTo>
                  <a:pt x="34679" y="67624"/>
                </a:lnTo>
                <a:lnTo>
                  <a:pt x="6704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1-comparison / n133 / path">
            <a:extLst xmlns:a="http://schemas.openxmlformats.org/drawingml/2006/main">
              <a:ext uri="{FF2B5EF4-FFF2-40B4-BE49-F238E27FC236}">
                <a16:creationId xmlns:a16="http://schemas.microsoft.com/office/drawing/2014/main" id="{F283DF4C-9D6E-4B28-8C99-DB2EE936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72000"/>
            <a:ext cx="3195638" cy="657225"/>
          </a:xfrm>
          <a:custGeom xmlns:a="http://schemas.openxmlformats.org/drawingml/2006/main">
            <a:pathLst>
              <a:path w="3195638" h="657225">
                <a:moveTo>
                  <a:pt x="3195638" y="657225"/>
                </a:moveTo>
                <a:lnTo>
                  <a:pt x="3190875" y="600075"/>
                </a:lnTo>
                <a:lnTo>
                  <a:pt x="0" y="600075"/>
                </a:lnTo>
                <a:lnTo>
                  <a:pt x="0" y="76200"/>
                </a:lnTo>
                <a:lnTo>
                  <a:pt x="1266825" y="76200"/>
                </a:lnTo>
                <a:lnTo>
                  <a:pt x="1266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9" name="dp41-comparison / n133 / arrow">
            <a:extLst xmlns:a="http://schemas.openxmlformats.org/drawingml/2006/main">
              <a:ext uri="{FF2B5EF4-FFF2-40B4-BE49-F238E27FC236}">
                <a16:creationId xmlns:a16="http://schemas.microsoft.com/office/drawing/2014/main" id="{FFFC3783-CDA2-4740-BD90-6793E8F3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4572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1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D765A023-68EE-4920-A407-E613B308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38438"/>
            <a:ext cx="3714750" cy="1433513"/>
          </a:xfrm>
          <a:custGeom xmlns:a="http://schemas.openxmlformats.org/drawingml/2006/main">
            <a:pathLst>
              <a:path w="3714750" h="1433513">
                <a:moveTo>
                  <a:pt x="0" y="1433513"/>
                </a:moveTo>
                <a:lnTo>
                  <a:pt x="0" y="614363"/>
                </a:lnTo>
                <a:lnTo>
                  <a:pt x="3514725" y="614363"/>
                </a:lnTo>
                <a:lnTo>
                  <a:pt x="3514725" y="23813"/>
                </a:lnTo>
                <a:lnTo>
                  <a:pt x="3714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1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70E4CC3F-069E-45EF-BC10-DA6ED06C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20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1-comparison / n137 / path">
            <a:extLst xmlns:a="http://schemas.openxmlformats.org/drawingml/2006/main">
              <a:ext uri="{FF2B5EF4-FFF2-40B4-BE49-F238E27FC236}">
                <a16:creationId xmlns:a16="http://schemas.microsoft.com/office/drawing/2014/main" id="{3CB0411D-DB30-40F9-8D63-669F5C7C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3619500" cy="1276350"/>
          </a:xfrm>
          <a:custGeom xmlns:a="http://schemas.openxmlformats.org/drawingml/2006/main">
            <a:pathLst>
              <a:path w="3619500" h="1276350">
                <a:moveTo>
                  <a:pt x="3619500" y="4763"/>
                </a:moveTo>
                <a:lnTo>
                  <a:pt x="3514725" y="0"/>
                </a:lnTo>
                <a:lnTo>
                  <a:pt x="3514725" y="647700"/>
                </a:lnTo>
                <a:lnTo>
                  <a:pt x="0" y="647700"/>
                </a:lnTo>
                <a:lnTo>
                  <a:pt x="0" y="1276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1-comparison / n137 / arrow">
            <a:extLst xmlns:a="http://schemas.openxmlformats.org/drawingml/2006/main">
              <a:ext uri="{FF2B5EF4-FFF2-40B4-BE49-F238E27FC236}">
                <a16:creationId xmlns:a16="http://schemas.microsoft.com/office/drawing/2014/main" id="{47957204-D76E-4E24-905A-61E8ED07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722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1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44CEC5EA-81B2-4067-A8CF-99497321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219575"/>
            <a:ext cx="714375" cy="66675"/>
          </a:xfrm>
          <a:custGeom xmlns:a="http://schemas.openxmlformats.org/drawingml/2006/main">
            <a:pathLst>
              <a:path w="714375" h="66675">
                <a:moveTo>
                  <a:pt x="0" y="66675"/>
                </a:moveTo>
                <a:lnTo>
                  <a:pt x="409575" y="66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5" name="dp41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776D7F28-5304-424E-A5F1-25FD00D7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1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E26B098B-D9A1-4220-9D98-842F88A3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81500"/>
            <a:ext cx="714375" cy="66675"/>
          </a:xfrm>
          <a:custGeom xmlns:a="http://schemas.openxmlformats.org/drawingml/2006/main">
            <a:pathLst>
              <a:path w="714375" h="66675">
                <a:moveTo>
                  <a:pt x="714375" y="0"/>
                </a:moveTo>
                <a:lnTo>
                  <a:pt x="504825" y="0"/>
                </a:lnTo>
                <a:lnTo>
                  <a:pt x="504825" y="66675"/>
                </a:ln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1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A09A63A-275C-47B5-92E7-6EE41952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14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1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4DAE2E1B-17DE-4090-B26D-634FEAF4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52925"/>
            <a:ext cx="714375" cy="990600"/>
          </a:xfrm>
          <a:custGeom xmlns:a="http://schemas.openxmlformats.org/drawingml/2006/main">
            <a:pathLst>
              <a:path w="714375" h="990600">
                <a:moveTo>
                  <a:pt x="0" y="0"/>
                </a:moveTo>
                <a:lnTo>
                  <a:pt x="409575" y="0"/>
                </a:lnTo>
                <a:lnTo>
                  <a:pt x="409575" y="990600"/>
                </a:lnTo>
                <a:lnTo>
                  <a:pt x="714375" y="990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1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CC187D84-62E4-4C58-B509-5FF43EF8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1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A60036E0-857E-44DF-B5D8-5EB564B5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505325"/>
            <a:ext cx="714375" cy="1000125"/>
          </a:xfrm>
          <a:custGeom xmlns:a="http://schemas.openxmlformats.org/drawingml/2006/main">
            <a:pathLst>
              <a:path w="714375" h="1000125">
                <a:moveTo>
                  <a:pt x="714375" y="1000125"/>
                </a:moveTo>
                <a:lnTo>
                  <a:pt x="504825" y="1000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1" name="dp41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39D84B45-09F6-4CF1-B396-F45202AB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71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2" name="dp41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433286EE-9802-4751-A4F8-7A51D2BF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3" name="dp41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4BD0B4E8-728C-40A2-B573-AAD9FD96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4" name="dp41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2E0D4079-14C5-4634-915E-996C49C5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5" name="dp41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0C9E73A5-5E43-4186-AE71-35DE88C4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6" name="dp41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3F2B5033-7955-42BF-96B0-DC75D37F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7" name="dp41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B531F8B9-42C9-40C2-AACE-948BA2B7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02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1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189CB0D8-FDC6-4549-99D5-F76647B3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9" name="dp41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5DE99B6B-3796-4131-A819-BC3C3A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13" y="5629275"/>
            <a:ext cx="23813" cy="723900"/>
          </a:xfrm>
          <a:custGeom xmlns:a="http://schemas.openxmlformats.org/drawingml/2006/main">
            <a:pathLst>
              <a:path w="23813" h="723900">
                <a:moveTo>
                  <a:pt x="23813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0" name="dp41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CD74A961-A291-4BC7-BF16-7733A940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0007" y="6285053"/>
            <a:ext cx="67020" cy="68122"/>
          </a:xfrm>
          <a:custGeom xmlns:a="http://schemas.openxmlformats.org/drawingml/2006/main">
            <a:pathLst>
              <a:path w="67020" h="68122">
                <a:moveTo>
                  <a:pt x="0" y="0"/>
                </a:moveTo>
                <a:lnTo>
                  <a:pt x="31305" y="68122"/>
                </a:lnTo>
                <a:lnTo>
                  <a:pt x="67020" y="2205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1" name="dp41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6EF856D7-204D-4085-AE7A-08AD3A75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2" name="dp41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D224DCFF-330B-4DBD-AB2C-32EADA83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56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3" name="dp41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F8CC4574-3D2B-46DD-A1D7-C5999D828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4" name="dp41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5D379965-50E3-432E-A5A8-E6E2E4CC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5" name="dp41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5B804C5C-163F-4388-AD1C-33EA932E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6" name="dp41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160BADB7-3EAD-4725-A43A-8DD713C3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74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7" name="dp41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8A7144ED-E12C-41A3-A8B4-40F2400A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8" name="dp41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239D91F9-7CD2-42E4-B074-9B1CFCC4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23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9" name="dp41-comparison / n86">
            <a:extLst xmlns:a="http://schemas.openxmlformats.org/drawingml/2006/main">
              <a:ext uri="{FF2B5EF4-FFF2-40B4-BE49-F238E27FC236}">
                <a16:creationId xmlns:a16="http://schemas.microsoft.com/office/drawing/2014/main" id="{7463C113-6409-45B1-BB1E-94D9226B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p41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D85F943E-E41B-44FA-A9C5-FB9E2280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61" name="dp41-comparison / n88">
            <a:extLst xmlns:a="http://schemas.openxmlformats.org/drawingml/2006/main">
              <a:ext uri="{FF2B5EF4-FFF2-40B4-BE49-F238E27FC236}">
                <a16:creationId xmlns:a16="http://schemas.microsoft.com/office/drawing/2014/main" id="{855EC811-B15F-480C-AD4A-669EEA87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p41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89337BA0-DD40-46DB-B614-728721C5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63" name="dp41-comparison / n100">
            <a:extLst xmlns:a="http://schemas.openxmlformats.org/drawingml/2006/main">
              <a:ext uri="{FF2B5EF4-FFF2-40B4-BE49-F238E27FC236}">
                <a16:creationId xmlns:a16="http://schemas.microsoft.com/office/drawing/2014/main" id="{EC53F6FA-32C9-45A1-B901-7A5F3700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p41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C52E5CC7-3BB8-445A-B103-97EE0571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165" name="dp41-comparison / n102">
            <a:extLst xmlns:a="http://schemas.openxmlformats.org/drawingml/2006/main">
              <a:ext uri="{FF2B5EF4-FFF2-40B4-BE49-F238E27FC236}">
                <a16:creationId xmlns:a16="http://schemas.microsoft.com/office/drawing/2014/main" id="{9AE6DD2F-C90E-4897-932C-C135DA4C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p41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A540AA1B-A57D-4046-8749-363EBCCE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167" name="dp41-comparison / n105">
            <a:extLst xmlns:a="http://schemas.openxmlformats.org/drawingml/2006/main">
              <a:ext uri="{FF2B5EF4-FFF2-40B4-BE49-F238E27FC236}">
                <a16:creationId xmlns:a16="http://schemas.microsoft.com/office/drawing/2014/main" id="{C52470FB-B2F3-4274-B041-7D95A7F3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p41-comparison / n106 / text 1">
            <a:extLst xmlns:a="http://schemas.openxmlformats.org/drawingml/2006/main">
              <a:ext uri="{FF2B5EF4-FFF2-40B4-BE49-F238E27FC236}">
                <a16:creationId xmlns:a16="http://schemas.microsoft.com/office/drawing/2014/main" id="{FACA3616-8A59-4340-B321-716878F0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169" name="dp41-comparison / n120">
            <a:extLst xmlns:a="http://schemas.openxmlformats.org/drawingml/2006/main">
              <a:ext uri="{FF2B5EF4-FFF2-40B4-BE49-F238E27FC236}">
                <a16:creationId xmlns:a16="http://schemas.microsoft.com/office/drawing/2014/main" id="{9C833CAE-B44F-4E80-BABF-E1D277E6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09575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p41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9F24CDAF-FCDC-44D4-BE56-2DCBA885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10527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</a:t>
            </a:r>
          </a:p>
        </p:txBody>
      </p:sp>
      <p:sp>
        <p:nvSpPr>
          <p:cNvPr id="171" name="dp41-comparison / n122">
            <a:extLst xmlns:a="http://schemas.openxmlformats.org/drawingml/2006/main">
              <a:ext uri="{FF2B5EF4-FFF2-40B4-BE49-F238E27FC236}">
                <a16:creationId xmlns:a16="http://schemas.microsoft.com/office/drawing/2014/main" id="{83390C84-4924-4C8B-99EA-20D29E01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45770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p41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85A8F27D-F0BA-4E2D-97F2-29830B4E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6722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정보</a:t>
            </a:r>
          </a:p>
        </p:txBody>
      </p:sp>
      <p:sp>
        <p:nvSpPr>
          <p:cNvPr id="173" name="dp41-comparison / n125">
            <a:extLst xmlns:a="http://schemas.openxmlformats.org/drawingml/2006/main">
              <a:ext uri="{FF2B5EF4-FFF2-40B4-BE49-F238E27FC236}">
                <a16:creationId xmlns:a16="http://schemas.microsoft.com/office/drawing/2014/main" id="{502D77ED-5207-441E-8F8D-EBA5BD4E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71487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p41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ACA517B6-CA7D-4884-9356-89C5501C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724400"/>
            <a:ext cx="2219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모델의 의미 제안 / 부분 수정</a:t>
            </a:r>
          </a:p>
        </p:txBody>
      </p:sp>
      <p:sp>
        <p:nvSpPr>
          <p:cNvPr id="175" name="dp41-comparison / n128">
            <a:extLst xmlns:a="http://schemas.openxmlformats.org/drawingml/2006/main">
              <a:ext uri="{FF2B5EF4-FFF2-40B4-BE49-F238E27FC236}">
                <a16:creationId xmlns:a16="http://schemas.microsoft.com/office/drawing/2014/main" id="{0F7D0E01-3796-427B-90B7-6A03109F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981575"/>
            <a:ext cx="22178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p41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D78E2244-0433-4E32-94C0-FC8777C8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91100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검증 결과 반환 / 실패 시 재판단</a:t>
            </a:r>
          </a:p>
        </p:txBody>
      </p:sp>
      <p:sp>
        <p:nvSpPr>
          <p:cNvPr id="177" name="dp41-comparison / n134">
            <a:extLst xmlns:a="http://schemas.openxmlformats.org/drawingml/2006/main">
              <a:ext uri="{FF2B5EF4-FFF2-40B4-BE49-F238E27FC236}">
                <a16:creationId xmlns:a16="http://schemas.microsoft.com/office/drawing/2014/main" id="{BFED644D-6BA8-43B7-9B62-8AA6CF66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7202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p41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1F7D6891-B2EA-4841-A6F6-37482E66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781550"/>
            <a:ext cx="22479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해석과 조회 상태 / 보존 / 갱신</a:t>
            </a:r>
          </a:p>
        </p:txBody>
      </p:sp>
      <p:sp>
        <p:nvSpPr>
          <p:cNvPr id="179" name="dp41-comparison / n138">
            <a:extLst xmlns:a="http://schemas.openxmlformats.org/drawingml/2006/main">
              <a:ext uri="{FF2B5EF4-FFF2-40B4-BE49-F238E27FC236}">
                <a16:creationId xmlns:a16="http://schemas.microsoft.com/office/drawing/2014/main" id="{C93089FB-E373-423A-8E06-24D69244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p41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D47DE9E3-1F3E-477B-A25D-487D9694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181" name="dp41-comparison / n144">
            <a:extLst xmlns:a="http://schemas.openxmlformats.org/drawingml/2006/main">
              <a:ext uri="{FF2B5EF4-FFF2-40B4-BE49-F238E27FC236}">
                <a16:creationId xmlns:a16="http://schemas.microsoft.com/office/drawing/2014/main" id="{BA566344-9682-403C-B430-C56565FD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p41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6E28A57A-F0F8-4CD0-8997-6A83854C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183" name="dp41-comparison / n150">
            <a:extLst xmlns:a="http://schemas.openxmlformats.org/drawingml/2006/main">
              <a:ext uri="{FF2B5EF4-FFF2-40B4-BE49-F238E27FC236}">
                <a16:creationId xmlns:a16="http://schemas.microsoft.com/office/drawing/2014/main" id="{AE9077D8-7DFD-43A7-B789-A14609FA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p41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39280A94-C0DE-4C90-A259-AC5DBC9B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185" name="dp41-comparison / n153">
            <a:extLst xmlns:a="http://schemas.openxmlformats.org/drawingml/2006/main">
              <a:ext uri="{FF2B5EF4-FFF2-40B4-BE49-F238E27FC236}">
                <a16:creationId xmlns:a16="http://schemas.microsoft.com/office/drawing/2014/main" id="{F8B958E1-C447-44EC-BE6B-7A8D4DE5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p41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6F3A14C7-696D-4669-BD54-D85F6E40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187" name="dp41-comparison / n154 / text 2">
            <a:extLst xmlns:a="http://schemas.openxmlformats.org/drawingml/2006/main">
              <a:ext uri="{FF2B5EF4-FFF2-40B4-BE49-F238E27FC236}">
                <a16:creationId xmlns:a16="http://schemas.microsoft.com/office/drawing/2014/main" id="{381560F8-34FF-4DF5-8C8E-FC7C2770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188" name="dp41-comparison / n157">
            <a:extLst xmlns:a="http://schemas.openxmlformats.org/drawingml/2006/main">
              <a:ext uri="{FF2B5EF4-FFF2-40B4-BE49-F238E27FC236}">
                <a16:creationId xmlns:a16="http://schemas.microsoft.com/office/drawing/2014/main" id="{7AFDDD13-B459-4904-95D5-0EFE961A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1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4A730DD2-15A6-4CD8-A964-D2E63536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190" name="dp41-comparison / n161">
            <a:extLst xmlns:a="http://schemas.openxmlformats.org/drawingml/2006/main">
              <a:ext uri="{FF2B5EF4-FFF2-40B4-BE49-F238E27FC236}">
                <a16:creationId xmlns:a16="http://schemas.microsoft.com/office/drawing/2014/main" id="{BE6F7D75-FCF5-49AC-A3F0-85C4C7EC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1-comparison / n162 / text 1">
            <a:extLst xmlns:a="http://schemas.openxmlformats.org/drawingml/2006/main">
              <a:ext uri="{FF2B5EF4-FFF2-40B4-BE49-F238E27FC236}">
                <a16:creationId xmlns:a16="http://schemas.microsoft.com/office/drawing/2014/main" id="{DFDED8F9-C14C-4DCD-BD11-E25490C0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192" name="dp41-comparison / n163">
            <a:extLst xmlns:a="http://schemas.openxmlformats.org/drawingml/2006/main">
              <a:ext uri="{FF2B5EF4-FFF2-40B4-BE49-F238E27FC236}">
                <a16:creationId xmlns:a16="http://schemas.microsoft.com/office/drawing/2014/main" id="{E4B6B8FA-EEE1-4A92-B080-1EB885E5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1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A8DCCC58-C1CB-47D6-824F-516D84A0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94" name="dp41-comparison / n165">
            <a:extLst xmlns:a="http://schemas.openxmlformats.org/drawingml/2006/main">
              <a:ext uri="{FF2B5EF4-FFF2-40B4-BE49-F238E27FC236}">
                <a16:creationId xmlns:a16="http://schemas.microsoft.com/office/drawing/2014/main" id="{F474CF0D-CCF6-4C14-9527-A32E69E6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1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8DA3DBA9-83C4-4F5E-92D1-194D8A74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  <p:sp>
        <p:nvSpPr>
          <p:cNvPr id="196" name="dp41-comparison / n167">
            <a:extLst xmlns:a="http://schemas.openxmlformats.org/drawingml/2006/main">
              <a:ext uri="{FF2B5EF4-FFF2-40B4-BE49-F238E27FC236}">
                <a16:creationId xmlns:a16="http://schemas.microsoft.com/office/drawing/2014/main" id="{F9DC9114-4EDD-4DE0-A21F-D693CF7F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7" name="dp41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FB6ADF94-6DF4-4A73-9B00-28EED146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98" name="dp41-comparison / n169">
            <a:extLst xmlns:a="http://schemas.openxmlformats.org/drawingml/2006/main">
              <a:ext uri="{FF2B5EF4-FFF2-40B4-BE49-F238E27FC236}">
                <a16:creationId xmlns:a16="http://schemas.microsoft.com/office/drawing/2014/main" id="{3644D6BF-5B4E-4E5F-B8CD-BA9C03AF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9" name="dp41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D6E21A44-0CA3-436F-9DF8-019A5D16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00" name="dp41-comparison / n175">
            <a:extLst xmlns:a="http://schemas.openxmlformats.org/drawingml/2006/main">
              <a:ext uri="{FF2B5EF4-FFF2-40B4-BE49-F238E27FC236}">
                <a16:creationId xmlns:a16="http://schemas.microsoft.com/office/drawing/2014/main" id="{70BE7188-C678-4685-A19B-679F36C5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1" name="dp41-comparison / n176 / text 1">
            <a:extLst xmlns:a="http://schemas.openxmlformats.org/drawingml/2006/main">
              <a:ext uri="{FF2B5EF4-FFF2-40B4-BE49-F238E27FC236}">
                <a16:creationId xmlns:a16="http://schemas.microsoft.com/office/drawing/2014/main" id="{975E1506-400A-4DB3-81EB-55C94B58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02" name="dp41-comparison / n177">
            <a:extLst xmlns:a="http://schemas.openxmlformats.org/drawingml/2006/main">
              <a:ext uri="{FF2B5EF4-FFF2-40B4-BE49-F238E27FC236}">
                <a16:creationId xmlns:a16="http://schemas.microsoft.com/office/drawing/2014/main" id="{5225BDE8-D968-42B8-A281-104CD142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3" name="dp41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B6C8CA8C-D263-40C7-957E-868A44AC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204" name="dp41-comparison / n179">
            <a:extLst xmlns:a="http://schemas.openxmlformats.org/drawingml/2006/main">
              <a:ext uri="{FF2B5EF4-FFF2-40B4-BE49-F238E27FC236}">
                <a16:creationId xmlns:a16="http://schemas.microsoft.com/office/drawing/2014/main" id="{D7A708F2-5811-4ED5-B715-C34BA0D6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5" name="dp41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3EBF4C4E-73E1-45D0-87D1-1DFAF6B1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206" name="dp41-comparison / n181">
            <a:extLst xmlns:a="http://schemas.openxmlformats.org/drawingml/2006/main">
              <a:ext uri="{FF2B5EF4-FFF2-40B4-BE49-F238E27FC236}">
                <a16:creationId xmlns:a16="http://schemas.microsoft.com/office/drawing/2014/main" id="{A013F1EA-3A2A-4FAB-A37C-65FA898D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7" name="dp41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74B09D8A-20F0-41A3-8D2A-1D65DEB8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08" name="dp41-comparison / n183">
            <a:extLst xmlns:a="http://schemas.openxmlformats.org/drawingml/2006/main">
              <a:ext uri="{FF2B5EF4-FFF2-40B4-BE49-F238E27FC236}">
                <a16:creationId xmlns:a16="http://schemas.microsoft.com/office/drawing/2014/main" id="{1181D2FB-1C0D-4ADD-A7E7-FE38D46F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9" name="dp41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B44B5A80-6353-4306-A87D-11AA987F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10" name="dp41-comparison / n189 / path">
            <a:extLst xmlns:a="http://schemas.openxmlformats.org/drawingml/2006/main">
              <a:ext uri="{FF2B5EF4-FFF2-40B4-BE49-F238E27FC236}">
                <a16:creationId xmlns:a16="http://schemas.microsoft.com/office/drawing/2014/main" id="{15D511D0-9F47-4FB4-A4AC-08B78A0B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11" name="dp41-comparison / n189 / arrow">
            <a:extLst xmlns:a="http://schemas.openxmlformats.org/drawingml/2006/main">
              <a:ext uri="{FF2B5EF4-FFF2-40B4-BE49-F238E27FC236}">
                <a16:creationId xmlns:a16="http://schemas.microsoft.com/office/drawing/2014/main" id="{6142FEAA-206E-4FBC-BA71-0D86C3B7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786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12" name="dp41-comparison / n192">
            <a:extLst xmlns:a="http://schemas.openxmlformats.org/drawingml/2006/main">
              <a:ext uri="{FF2B5EF4-FFF2-40B4-BE49-F238E27FC236}">
                <a16:creationId xmlns:a16="http://schemas.microsoft.com/office/drawing/2014/main" id="{DD1A5CA2-AC7E-4C79-858C-7253EA8F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52850"/>
            <a:ext cx="5381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3" name="dp41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E9A1FB29-FF73-4CC8-9E49-2A92E05B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819525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14" name="dp41-comparison / n194">
            <a:extLst xmlns:a="http://schemas.openxmlformats.org/drawingml/2006/main">
              <a:ext uri="{FF2B5EF4-FFF2-40B4-BE49-F238E27FC236}">
                <a16:creationId xmlns:a16="http://schemas.microsoft.com/office/drawing/2014/main" id="{E61DF6C6-21C0-4BC6-B95A-5F024029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62475"/>
            <a:ext cx="538162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15" name="dp41-comparison / n195 / text 1">
            <a:extLst xmlns:a="http://schemas.openxmlformats.org/drawingml/2006/main">
              <a:ext uri="{FF2B5EF4-FFF2-40B4-BE49-F238E27FC236}">
                <a16:creationId xmlns:a16="http://schemas.microsoft.com/office/drawing/2014/main" id="{16693E0E-424D-4A87-9261-A7487A38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657725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Resolution Engine</a:t>
            </a:r>
          </a:p>
        </p:txBody>
      </p:sp>
      <p:sp>
        <p:nvSpPr>
          <p:cNvPr id="216" name="dp41-comparison / n196">
            <a:extLst xmlns:a="http://schemas.openxmlformats.org/drawingml/2006/main">
              <a:ext uri="{FF2B5EF4-FFF2-40B4-BE49-F238E27FC236}">
                <a16:creationId xmlns:a16="http://schemas.microsoft.com/office/drawing/2014/main" id="{54FAE479-FCCE-444A-90D4-FDDADAC8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53000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7" name="dp41-comparison / n197 / text 1">
            <a:extLst xmlns:a="http://schemas.openxmlformats.org/drawingml/2006/main">
              <a:ext uri="{FF2B5EF4-FFF2-40B4-BE49-F238E27FC236}">
                <a16:creationId xmlns:a16="http://schemas.microsoft.com/office/drawing/2014/main" id="{EB0A49F4-509C-4A80-B0D7-7C91B862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5022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관계 결합기</a:t>
            </a:r>
          </a:p>
        </p:txBody>
      </p:sp>
      <p:sp>
        <p:nvSpPr>
          <p:cNvPr id="218" name="dp41-comparison / n198">
            <a:extLst xmlns:a="http://schemas.openxmlformats.org/drawingml/2006/main">
              <a:ext uri="{FF2B5EF4-FFF2-40B4-BE49-F238E27FC236}">
                <a16:creationId xmlns:a16="http://schemas.microsoft.com/office/drawing/2014/main" id="{D7C4C73B-1F4E-40F6-A95C-1FFC251F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953000"/>
            <a:ext cx="22383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9" name="dp41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84D760F2-2569-476E-905A-54938040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022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항목 처리기</a:t>
            </a:r>
          </a:p>
        </p:txBody>
      </p:sp>
      <p:sp>
        <p:nvSpPr>
          <p:cNvPr id="220" name="dp41-comparison / n200">
            <a:extLst xmlns:a="http://schemas.openxmlformats.org/drawingml/2006/main">
              <a:ext uri="{FF2B5EF4-FFF2-40B4-BE49-F238E27FC236}">
                <a16:creationId xmlns:a16="http://schemas.microsoft.com/office/drawing/2014/main" id="{DCFE67E9-F288-4F01-87A8-BD22152B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543550"/>
            <a:ext cx="2238375" cy="3048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21" name="dp41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ED32A6AA-F580-48EE-8237-4B0C3356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6578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해석 상태</a:t>
            </a:r>
          </a:p>
        </p:txBody>
      </p:sp>
      <p:sp>
        <p:nvSpPr>
          <p:cNvPr id="222" name="dp41-comparison / n202 / path">
            <a:extLst xmlns:a="http://schemas.openxmlformats.org/drawingml/2006/main">
              <a:ext uri="{FF2B5EF4-FFF2-40B4-BE49-F238E27FC236}">
                <a16:creationId xmlns:a16="http://schemas.microsoft.com/office/drawing/2014/main" id="{6E1B19F9-529F-4C62-BE82-5D77C750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638550"/>
            <a:ext cx="2981325" cy="2900363"/>
          </a:xfrm>
          <a:custGeom xmlns:a="http://schemas.openxmlformats.org/drawingml/2006/main">
            <a:pathLst>
              <a:path w="2981325" h="2900363">
                <a:moveTo>
                  <a:pt x="0" y="2900363"/>
                </a:moveTo>
                <a:lnTo>
                  <a:pt x="219075" y="2895600"/>
                </a:lnTo>
                <a:lnTo>
                  <a:pt x="219075" y="2381250"/>
                </a:lnTo>
                <a:lnTo>
                  <a:pt x="2981325" y="2381250"/>
                </a:lnTo>
                <a:lnTo>
                  <a:pt x="2981325" y="0"/>
                </a:lnTo>
                <a:lnTo>
                  <a:pt x="161925" y="0"/>
                </a:lnTo>
                <a:lnTo>
                  <a:pt x="166688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3" name="dp41-comparison / n202 / arrow">
            <a:extLst xmlns:a="http://schemas.openxmlformats.org/drawingml/2006/main">
              <a:ext uri="{FF2B5EF4-FFF2-40B4-BE49-F238E27FC236}">
                <a16:creationId xmlns:a16="http://schemas.microsoft.com/office/drawing/2014/main" id="{97128C4F-A578-452F-80DC-845DA16F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0522" y="3684456"/>
            <a:ext cx="66998" cy="68394"/>
          </a:xfrm>
          <a:custGeom xmlns:a="http://schemas.openxmlformats.org/drawingml/2006/main">
            <a:pathLst>
              <a:path w="66998" h="68394">
                <a:moveTo>
                  <a:pt x="0" y="2792"/>
                </a:moveTo>
                <a:lnTo>
                  <a:pt x="36291" y="68394"/>
                </a:lnTo>
                <a:lnTo>
                  <a:pt x="66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4" name="dp41-comparison / n203 / path">
            <a:extLst xmlns:a="http://schemas.openxmlformats.org/drawingml/2006/main">
              <a:ext uri="{FF2B5EF4-FFF2-40B4-BE49-F238E27FC236}">
                <a16:creationId xmlns:a16="http://schemas.microsoft.com/office/drawing/2014/main" id="{05304360-6F0A-45DA-9C5C-EFBD547B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175" y="4133850"/>
            <a:ext cx="195263" cy="819150"/>
          </a:xfrm>
          <a:custGeom xmlns:a="http://schemas.openxmlformats.org/drawingml/2006/main">
            <a:pathLst>
              <a:path w="195263" h="819150">
                <a:moveTo>
                  <a:pt x="4763" y="0"/>
                </a:moveTo>
                <a:lnTo>
                  <a:pt x="0" y="342900"/>
                </a:lnTo>
                <a:lnTo>
                  <a:pt x="190500" y="342900"/>
                </a:lnTo>
                <a:lnTo>
                  <a:pt x="195263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1-comparison / n203 / arrow">
            <a:extLst xmlns:a="http://schemas.openxmlformats.org/drawingml/2006/main">
              <a:ext uri="{FF2B5EF4-FFF2-40B4-BE49-F238E27FC236}">
                <a16:creationId xmlns:a16="http://schemas.microsoft.com/office/drawing/2014/main" id="{A6E4F854-CE7D-4728-8ECC-B7418D80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4241" y="4885612"/>
            <a:ext cx="67053" cy="67388"/>
          </a:xfrm>
          <a:custGeom xmlns:a="http://schemas.openxmlformats.org/drawingml/2006/main">
            <a:pathLst>
              <a:path w="67053" h="67388">
                <a:moveTo>
                  <a:pt x="0" y="671"/>
                </a:moveTo>
                <a:lnTo>
                  <a:pt x="34197" y="67388"/>
                </a:lnTo>
                <a:lnTo>
                  <a:pt x="6705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6" name="dp41-comparison / n206 / path">
            <a:extLst xmlns:a="http://schemas.openxmlformats.org/drawingml/2006/main">
              <a:ext uri="{FF2B5EF4-FFF2-40B4-BE49-F238E27FC236}">
                <a16:creationId xmlns:a16="http://schemas.microsoft.com/office/drawing/2014/main" id="{B156556D-1BBB-4BEF-86A7-200F5422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3943350"/>
            <a:ext cx="190500" cy="1190625"/>
          </a:xfrm>
          <a:custGeom xmlns:a="http://schemas.openxmlformats.org/drawingml/2006/main">
            <a:pathLst>
              <a:path w="190500" h="1190625">
                <a:moveTo>
                  <a:pt x="0" y="1190625"/>
                </a:moveTo>
                <a:lnTo>
                  <a:pt x="85725" y="1190625"/>
                </a:lnTo>
                <a:lnTo>
                  <a:pt x="85725" y="0"/>
                </a:ln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1-comparison / n206 / arrow">
            <a:extLst xmlns:a="http://schemas.openxmlformats.org/drawingml/2006/main">
              <a:ext uri="{FF2B5EF4-FFF2-40B4-BE49-F238E27FC236}">
                <a16:creationId xmlns:a16="http://schemas.microsoft.com/office/drawing/2014/main" id="{D33AE279-E9DA-4D61-8DC9-3833AF75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569" y="39098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8" name="dp41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52CA9C95-C0B1-430F-A0A0-0F121408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5188" y="4133850"/>
            <a:ext cx="95250" cy="819150"/>
          </a:xfrm>
          <a:custGeom xmlns:a="http://schemas.openxmlformats.org/drawingml/2006/main">
            <a:pathLst>
              <a:path w="95250" h="819150">
                <a:moveTo>
                  <a:pt x="95250" y="0"/>
                </a:moveTo>
                <a:lnTo>
                  <a:pt x="90488" y="133350"/>
                </a:lnTo>
                <a:lnTo>
                  <a:pt x="4763" y="133350"/>
                </a:ln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29" name="dp41-comparison / n209 / arrow">
            <a:extLst xmlns:a="http://schemas.openxmlformats.org/drawingml/2006/main">
              <a:ext uri="{FF2B5EF4-FFF2-40B4-BE49-F238E27FC236}">
                <a16:creationId xmlns:a16="http://schemas.microsoft.com/office/drawing/2014/main" id="{6428520F-9D73-4844-AE93-346751EC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2126" y="4885713"/>
            <a:ext cx="67054" cy="67287"/>
          </a:xfrm>
          <a:custGeom xmlns:a="http://schemas.openxmlformats.org/drawingml/2006/main">
            <a:pathLst>
              <a:path w="67054" h="67287">
                <a:moveTo>
                  <a:pt x="0" y="0"/>
                </a:moveTo>
                <a:lnTo>
                  <a:pt x="33062" y="67287"/>
                </a:lnTo>
                <a:lnTo>
                  <a:pt x="67054" y="46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0" name="dp41-comparison / n210 / path">
            <a:extLst xmlns:a="http://schemas.openxmlformats.org/drawingml/2006/main">
              <a:ext uri="{FF2B5EF4-FFF2-40B4-BE49-F238E27FC236}">
                <a16:creationId xmlns:a16="http://schemas.microsoft.com/office/drawing/2014/main" id="{936FC155-08B6-4114-99DC-56335784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5777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1" name="dp41-comparison / n210 / arrow">
            <a:extLst xmlns:a="http://schemas.openxmlformats.org/drawingml/2006/main">
              <a:ext uri="{FF2B5EF4-FFF2-40B4-BE49-F238E27FC236}">
                <a16:creationId xmlns:a16="http://schemas.microsoft.com/office/drawing/2014/main" id="{9871B9D1-5862-40C7-9AE1-23B2A4C0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242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2" name="dp41-comparison / n211 / path">
            <a:extLst xmlns:a="http://schemas.openxmlformats.org/drawingml/2006/main">
              <a:ext uri="{FF2B5EF4-FFF2-40B4-BE49-F238E27FC236}">
                <a16:creationId xmlns:a16="http://schemas.microsoft.com/office/drawing/2014/main" id="{641E0E8B-CF47-4ABB-B3C4-3BDEEFA4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1970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3" name="dp41-comparison / n211 / arrow">
            <a:extLst xmlns:a="http://schemas.openxmlformats.org/drawingml/2006/main">
              <a:ext uri="{FF2B5EF4-FFF2-40B4-BE49-F238E27FC236}">
                <a16:creationId xmlns:a16="http://schemas.microsoft.com/office/drawing/2014/main" id="{9907BD29-066F-4126-9ABD-1CA9292D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4" name="dp41-comparison / n216 / path">
            <a:extLst xmlns:a="http://schemas.openxmlformats.org/drawingml/2006/main">
              <a:ext uri="{FF2B5EF4-FFF2-40B4-BE49-F238E27FC236}">
                <a16:creationId xmlns:a16="http://schemas.microsoft.com/office/drawing/2014/main" id="{811C68B2-BD7A-480B-BC8F-A9F76E1D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6063" y="5314950"/>
            <a:ext cx="953" cy="228600"/>
          </a:xfrm>
          <a:custGeom xmlns:a="http://schemas.openxmlformats.org/drawingml/2006/main">
            <a:pathLst>
              <a:path w="953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5" name="dp41-comparison / n216 / arrow">
            <a:extLst xmlns:a="http://schemas.openxmlformats.org/drawingml/2006/main">
              <a:ext uri="{FF2B5EF4-FFF2-40B4-BE49-F238E27FC236}">
                <a16:creationId xmlns:a16="http://schemas.microsoft.com/office/drawing/2014/main" id="{A9799C3E-49AD-4021-B376-97705016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2535" y="54764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6" name="dp41-comparison / n217 / path">
            <a:extLst xmlns:a="http://schemas.openxmlformats.org/drawingml/2006/main">
              <a:ext uri="{FF2B5EF4-FFF2-40B4-BE49-F238E27FC236}">
                <a16:creationId xmlns:a16="http://schemas.microsoft.com/office/drawing/2014/main" id="{8A2C6FB3-9227-4F57-85C6-1C45CFF8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9813" y="4953000"/>
            <a:ext cx="953" cy="895350"/>
          </a:xfrm>
          <a:custGeom xmlns:a="http://schemas.openxmlformats.org/drawingml/2006/main">
            <a:pathLst>
              <a:path w="953" h="895350">
                <a:moveTo>
                  <a:pt x="0" y="8953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7" name="dp41-comparison / n217 / arrow">
            <a:extLst xmlns:a="http://schemas.openxmlformats.org/drawingml/2006/main">
              <a:ext uri="{FF2B5EF4-FFF2-40B4-BE49-F238E27FC236}">
                <a16:creationId xmlns:a16="http://schemas.microsoft.com/office/drawing/2014/main" id="{6B95FFC8-B83D-4CB4-A8B9-1D1E2176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6285" y="4953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8" name="dp41-comparison / n218 / path">
            <a:extLst xmlns:a="http://schemas.openxmlformats.org/drawingml/2006/main">
              <a:ext uri="{FF2B5EF4-FFF2-40B4-BE49-F238E27FC236}">
                <a16:creationId xmlns:a16="http://schemas.microsoft.com/office/drawing/2014/main" id="{B8BD7FB7-0AEE-45E9-94E4-8AC3EAA5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86375"/>
            <a:ext cx="571500" cy="361950"/>
          </a:xfrm>
          <a:custGeom xmlns:a="http://schemas.openxmlformats.org/drawingml/2006/main">
            <a:pathLst>
              <a:path w="571500" h="361950">
                <a:moveTo>
                  <a:pt x="0" y="0"/>
                </a:moveTo>
                <a:lnTo>
                  <a:pt x="180975" y="0"/>
                </a:lnTo>
                <a:lnTo>
                  <a:pt x="180975" y="361950"/>
                </a:lnTo>
                <a:lnTo>
                  <a:pt x="57150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9" name="dp41-comparison / n218 / arrow">
            <a:extLst xmlns:a="http://schemas.openxmlformats.org/drawingml/2006/main">
              <a:ext uri="{FF2B5EF4-FFF2-40B4-BE49-F238E27FC236}">
                <a16:creationId xmlns:a16="http://schemas.microsoft.com/office/drawing/2014/main" id="{9B3CFCA7-B1B7-444A-AB4F-8BF27896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6147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0" name="dp41-comparison / n219 / path">
            <a:extLst xmlns:a="http://schemas.openxmlformats.org/drawingml/2006/main">
              <a:ext uri="{FF2B5EF4-FFF2-40B4-BE49-F238E27FC236}">
                <a16:creationId xmlns:a16="http://schemas.microsoft.com/office/drawing/2014/main" id="{42912A7A-2CE6-4AFA-A7FC-57DBE0F4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05425"/>
            <a:ext cx="571500" cy="447675"/>
          </a:xfrm>
          <a:custGeom xmlns:a="http://schemas.openxmlformats.org/drawingml/2006/main">
            <a:pathLst>
              <a:path w="571500" h="447675">
                <a:moveTo>
                  <a:pt x="571500" y="447675"/>
                </a:moveTo>
                <a:lnTo>
                  <a:pt x="276225" y="447675"/>
                </a:lnTo>
                <a:lnTo>
                  <a:pt x="2762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1" name="dp41-comparison / n219 / arrow">
            <a:extLst xmlns:a="http://schemas.openxmlformats.org/drawingml/2006/main">
              <a:ext uri="{FF2B5EF4-FFF2-40B4-BE49-F238E27FC236}">
                <a16:creationId xmlns:a16="http://schemas.microsoft.com/office/drawing/2014/main" id="{DAF1ADF3-1132-4F1E-BDE3-AD4114A9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718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2" name="dp41-comparison / n220 / path">
            <a:extLst xmlns:a="http://schemas.openxmlformats.org/drawingml/2006/main">
              <a:ext uri="{FF2B5EF4-FFF2-40B4-BE49-F238E27FC236}">
                <a16:creationId xmlns:a16="http://schemas.microsoft.com/office/drawing/2014/main" id="{4D927784-62E3-48F0-91E2-606B2BE2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3438" y="2738438"/>
            <a:ext cx="3548063" cy="1014413"/>
          </a:xfrm>
          <a:custGeom xmlns:a="http://schemas.openxmlformats.org/drawingml/2006/main">
            <a:pathLst>
              <a:path w="3548063" h="1014413">
                <a:moveTo>
                  <a:pt x="0" y="1014413"/>
                </a:moveTo>
                <a:lnTo>
                  <a:pt x="0" y="614363"/>
                </a:lnTo>
                <a:lnTo>
                  <a:pt x="3348038" y="614363"/>
                </a:lnTo>
                <a:lnTo>
                  <a:pt x="3348038" y="23813"/>
                </a:lnTo>
                <a:lnTo>
                  <a:pt x="35480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1-comparison / n220 / arrow">
            <a:extLst xmlns:a="http://schemas.openxmlformats.org/drawingml/2006/main">
              <a:ext uri="{FF2B5EF4-FFF2-40B4-BE49-F238E27FC236}">
                <a16:creationId xmlns:a16="http://schemas.microsoft.com/office/drawing/2014/main" id="{9B546EBB-7965-46A7-B870-9BF630AD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095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1-comparison / n221 / path">
            <a:extLst xmlns:a="http://schemas.openxmlformats.org/drawingml/2006/main">
              <a:ext uri="{FF2B5EF4-FFF2-40B4-BE49-F238E27FC236}">
                <a16:creationId xmlns:a16="http://schemas.microsoft.com/office/drawing/2014/main" id="{9D1AB196-92A5-446B-B07F-1B2E6748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0188" y="2895600"/>
            <a:ext cx="2881313" cy="857250"/>
          </a:xfrm>
          <a:custGeom xmlns:a="http://schemas.openxmlformats.org/drawingml/2006/main">
            <a:pathLst>
              <a:path w="2881313" h="857250">
                <a:moveTo>
                  <a:pt x="2881313" y="4763"/>
                </a:moveTo>
                <a:lnTo>
                  <a:pt x="2776538" y="0"/>
                </a:lnTo>
                <a:lnTo>
                  <a:pt x="2776538" y="647700"/>
                </a:lnTo>
                <a:lnTo>
                  <a:pt x="0" y="64770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1-comparison / n221 / arrow">
            <a:extLst xmlns:a="http://schemas.openxmlformats.org/drawingml/2006/main">
              <a:ext uri="{FF2B5EF4-FFF2-40B4-BE49-F238E27FC236}">
                <a16:creationId xmlns:a16="http://schemas.microsoft.com/office/drawing/2014/main" id="{111A32BA-7531-4AFD-9C7E-61B8A811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660" y="36857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1-comparison / n224 / path">
            <a:extLst xmlns:a="http://schemas.openxmlformats.org/drawingml/2006/main">
              <a:ext uri="{FF2B5EF4-FFF2-40B4-BE49-F238E27FC236}">
                <a16:creationId xmlns:a16="http://schemas.microsoft.com/office/drawing/2014/main" id="{A6F70DFE-418E-4F34-A7F7-A57A008A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219575"/>
            <a:ext cx="714375" cy="828675"/>
          </a:xfrm>
          <a:custGeom xmlns:a="http://schemas.openxmlformats.org/drawingml/2006/main">
            <a:pathLst>
              <a:path w="714375" h="828675">
                <a:moveTo>
                  <a:pt x="0" y="828675"/>
                </a:moveTo>
                <a:lnTo>
                  <a:pt x="409575" y="828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1-comparison / n224 / arrow">
            <a:extLst xmlns:a="http://schemas.openxmlformats.org/drawingml/2006/main">
              <a:ext uri="{FF2B5EF4-FFF2-40B4-BE49-F238E27FC236}">
                <a16:creationId xmlns:a16="http://schemas.microsoft.com/office/drawing/2014/main" id="{2B192276-0DBC-4170-AC24-7906BC1E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1-comparison / n225 / path">
            <a:extLst xmlns:a="http://schemas.openxmlformats.org/drawingml/2006/main">
              <a:ext uri="{FF2B5EF4-FFF2-40B4-BE49-F238E27FC236}">
                <a16:creationId xmlns:a16="http://schemas.microsoft.com/office/drawing/2014/main" id="{A6042935-512A-458D-9052-B6D1E9A4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381500"/>
            <a:ext cx="714375" cy="828675"/>
          </a:xfrm>
          <a:custGeom xmlns:a="http://schemas.openxmlformats.org/drawingml/2006/main">
            <a:pathLst>
              <a:path w="714375" h="828675">
                <a:moveTo>
                  <a:pt x="714375" y="0"/>
                </a:moveTo>
                <a:lnTo>
                  <a:pt x="504825" y="0"/>
                </a:lnTo>
                <a:lnTo>
                  <a:pt x="504825" y="828675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1-comparison / n225 / arrow">
            <a:extLst xmlns:a="http://schemas.openxmlformats.org/drawingml/2006/main">
              <a:ext uri="{FF2B5EF4-FFF2-40B4-BE49-F238E27FC236}">
                <a16:creationId xmlns:a16="http://schemas.microsoft.com/office/drawing/2014/main" id="{05B8F593-FC52-467B-AC79-0A696A45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76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1-comparison / n226 / path">
            <a:extLst xmlns:a="http://schemas.openxmlformats.org/drawingml/2006/main">
              <a:ext uri="{FF2B5EF4-FFF2-40B4-BE49-F238E27FC236}">
                <a16:creationId xmlns:a16="http://schemas.microsoft.com/office/drawing/2014/main" id="{189A6D30-152D-40CD-BBF5-01F8EE4D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14925"/>
            <a:ext cx="714375" cy="228600"/>
          </a:xfrm>
          <a:custGeom xmlns:a="http://schemas.openxmlformats.org/drawingml/2006/main">
            <a:pathLst>
              <a:path w="714375" h="228600">
                <a:moveTo>
                  <a:pt x="0" y="0"/>
                </a:moveTo>
                <a:lnTo>
                  <a:pt x="409575" y="0"/>
                </a:lnTo>
                <a:lnTo>
                  <a:pt x="409575" y="228600"/>
                </a:lnTo>
                <a:lnTo>
                  <a:pt x="714375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1-comparison / n226 / arrow">
            <a:extLst xmlns:a="http://schemas.openxmlformats.org/drawingml/2006/main">
              <a:ext uri="{FF2B5EF4-FFF2-40B4-BE49-F238E27FC236}">
                <a16:creationId xmlns:a16="http://schemas.microsoft.com/office/drawing/2014/main" id="{4FC7310F-3498-4E45-9C91-5A3D17D8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1-comparison / n227 / path">
            <a:extLst xmlns:a="http://schemas.openxmlformats.org/drawingml/2006/main">
              <a:ext uri="{FF2B5EF4-FFF2-40B4-BE49-F238E27FC236}">
                <a16:creationId xmlns:a16="http://schemas.microsoft.com/office/drawing/2014/main" id="{11547098-D88D-4C1B-A1D6-A3F21F3A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67325"/>
            <a:ext cx="714375" cy="238125"/>
          </a:xfrm>
          <a:custGeom xmlns:a="http://schemas.openxmlformats.org/drawingml/2006/main">
            <a:pathLst>
              <a:path w="714375" h="238125">
                <a:moveTo>
                  <a:pt x="714375" y="238125"/>
                </a:moveTo>
                <a:lnTo>
                  <a:pt x="504825" y="238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1-comparison / n227 / arrow">
            <a:extLst xmlns:a="http://schemas.openxmlformats.org/drawingml/2006/main">
              <a:ext uri="{FF2B5EF4-FFF2-40B4-BE49-F238E27FC236}">
                <a16:creationId xmlns:a16="http://schemas.microsoft.com/office/drawing/2014/main" id="{AA25EFB2-1A1F-43C5-BF47-064005C9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33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1-comparison / n230 / path">
            <a:extLst xmlns:a="http://schemas.openxmlformats.org/drawingml/2006/main">
              <a:ext uri="{FF2B5EF4-FFF2-40B4-BE49-F238E27FC236}">
                <a16:creationId xmlns:a16="http://schemas.microsoft.com/office/drawing/2014/main" id="{940F2888-01C4-478C-97EE-5F0A2747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1-comparison / n230 / arrow">
            <a:extLst xmlns:a="http://schemas.openxmlformats.org/drawingml/2006/main">
              <a:ext uri="{FF2B5EF4-FFF2-40B4-BE49-F238E27FC236}">
                <a16:creationId xmlns:a16="http://schemas.microsoft.com/office/drawing/2014/main" id="{E7D65800-2214-4583-9CC4-4B913CBD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1-comparison / n231 / path">
            <a:extLst xmlns:a="http://schemas.openxmlformats.org/drawingml/2006/main">
              <a:ext uri="{FF2B5EF4-FFF2-40B4-BE49-F238E27FC236}">
                <a16:creationId xmlns:a16="http://schemas.microsoft.com/office/drawing/2014/main" id="{CBB7483E-D6FE-499D-A08F-A9795C5E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7" name="dp41-comparison / n231 / arrow">
            <a:extLst xmlns:a="http://schemas.openxmlformats.org/drawingml/2006/main">
              <a:ext uri="{FF2B5EF4-FFF2-40B4-BE49-F238E27FC236}">
                <a16:creationId xmlns:a16="http://schemas.microsoft.com/office/drawing/2014/main" id="{EBE4126A-00A7-4712-A6E9-1549AFF6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1-comparison / n232 / path">
            <a:extLst xmlns:a="http://schemas.openxmlformats.org/drawingml/2006/main">
              <a:ext uri="{FF2B5EF4-FFF2-40B4-BE49-F238E27FC236}">
                <a16:creationId xmlns:a16="http://schemas.microsoft.com/office/drawing/2014/main" id="{02682418-C54B-492A-9F80-E8E91B1E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9" name="dp41-comparison / n232 / arrow">
            <a:extLst xmlns:a="http://schemas.openxmlformats.org/drawingml/2006/main">
              <a:ext uri="{FF2B5EF4-FFF2-40B4-BE49-F238E27FC236}">
                <a16:creationId xmlns:a16="http://schemas.microsoft.com/office/drawing/2014/main" id="{4858DD47-A20A-4CCA-95DA-822053F2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477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1-comparison / n233 / path">
            <a:extLst xmlns:a="http://schemas.openxmlformats.org/drawingml/2006/main">
              <a:ext uri="{FF2B5EF4-FFF2-40B4-BE49-F238E27FC236}">
                <a16:creationId xmlns:a16="http://schemas.microsoft.com/office/drawing/2014/main" id="{ABF1715E-90BD-4E4C-A68B-C2BB1BA3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1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7199456E-22AB-411F-B050-FEF33BE4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8063" y="5314950"/>
            <a:ext cx="23813" cy="1038225"/>
          </a:xfrm>
          <a:custGeom xmlns:a="http://schemas.openxmlformats.org/drawingml/2006/main">
            <a:pathLst>
              <a:path w="23813" h="1038225">
                <a:moveTo>
                  <a:pt x="23813" y="0"/>
                </a:moveTo>
                <a:lnTo>
                  <a:pt x="0" y="1038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2" name="dp41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1596F81F-CCB9-45A0-BB8C-D8FD4694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081" y="6285368"/>
            <a:ext cx="67038" cy="67807"/>
          </a:xfrm>
          <a:custGeom xmlns:a="http://schemas.openxmlformats.org/drawingml/2006/main">
            <a:pathLst>
              <a:path w="67038" h="67807">
                <a:moveTo>
                  <a:pt x="0" y="0"/>
                </a:moveTo>
                <a:lnTo>
                  <a:pt x="31982" y="67807"/>
                </a:lnTo>
                <a:lnTo>
                  <a:pt x="67038" y="1538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3" name="dp41-comparison / n239 / path">
            <a:extLst xmlns:a="http://schemas.openxmlformats.org/drawingml/2006/main">
              <a:ext uri="{FF2B5EF4-FFF2-40B4-BE49-F238E27FC236}">
                <a16:creationId xmlns:a16="http://schemas.microsoft.com/office/drawing/2014/main" id="{58E728B6-43BE-42E5-BB08-921E7CA9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4" name="dp41-comparison / n239 / arrow">
            <a:extLst xmlns:a="http://schemas.openxmlformats.org/drawingml/2006/main">
              <a:ext uri="{FF2B5EF4-FFF2-40B4-BE49-F238E27FC236}">
                <a16:creationId xmlns:a16="http://schemas.microsoft.com/office/drawing/2014/main" id="{0C932D97-12B9-4E2C-B872-693B78C3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31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5" name="dp41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5E2A729C-5984-4A24-B4B4-5A6B5A77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6" name="dp41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2F1DEC6F-8390-49C2-8362-16D8A452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7" name="dp41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FD3E2EF2-83F2-42EF-92EC-6C25758A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8" name="dp41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E041B055-61D5-4248-AB40-BE017C92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249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9" name="dp41-comparison / n244 / path">
            <a:extLst xmlns:a="http://schemas.openxmlformats.org/drawingml/2006/main">
              <a:ext uri="{FF2B5EF4-FFF2-40B4-BE49-F238E27FC236}">
                <a16:creationId xmlns:a16="http://schemas.microsoft.com/office/drawing/2014/main" id="{D1478FC3-1428-4A64-BE13-2F7E212B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811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0" name="dp41-comparison / n244 / arrow">
            <a:extLst xmlns:a="http://schemas.openxmlformats.org/drawingml/2006/main">
              <a:ext uri="{FF2B5EF4-FFF2-40B4-BE49-F238E27FC236}">
                <a16:creationId xmlns:a16="http://schemas.microsoft.com/office/drawing/2014/main" id="{CF21D9B0-125E-4A46-8A59-052E6E39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598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1" name="dp41-comparison / n171">
            <a:extLst xmlns:a="http://schemas.openxmlformats.org/drawingml/2006/main">
              <a:ext uri="{FF2B5EF4-FFF2-40B4-BE49-F238E27FC236}">
                <a16:creationId xmlns:a16="http://schemas.microsoft.com/office/drawing/2014/main" id="{2F7A01F5-1D5C-41F2-A250-259C460D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p41-comparison / n172 / text 1">
            <a:extLst xmlns:a="http://schemas.openxmlformats.org/drawingml/2006/main">
              <a:ext uri="{FF2B5EF4-FFF2-40B4-BE49-F238E27FC236}">
                <a16:creationId xmlns:a16="http://schemas.microsoft.com/office/drawing/2014/main" id="{0D722FB6-B384-43E5-A71E-043F21CA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273" name="dp41-comparison / n173">
            <a:extLst xmlns:a="http://schemas.openxmlformats.org/drawingml/2006/main">
              <a:ext uri="{FF2B5EF4-FFF2-40B4-BE49-F238E27FC236}">
                <a16:creationId xmlns:a16="http://schemas.microsoft.com/office/drawing/2014/main" id="{1C6E8334-A725-46B1-B937-D46C2E14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p41-comparison / n174 / text 1">
            <a:extLst xmlns:a="http://schemas.openxmlformats.org/drawingml/2006/main">
              <a:ext uri="{FF2B5EF4-FFF2-40B4-BE49-F238E27FC236}">
                <a16:creationId xmlns:a16="http://schemas.microsoft.com/office/drawing/2014/main" id="{82276F53-B422-457D-B877-EF37CDEC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275" name="dp41-comparison / n185">
            <a:extLst xmlns:a="http://schemas.openxmlformats.org/drawingml/2006/main">
              <a:ext uri="{FF2B5EF4-FFF2-40B4-BE49-F238E27FC236}">
                <a16:creationId xmlns:a16="http://schemas.microsoft.com/office/drawing/2014/main" id="{D740881E-F1C3-405B-88D0-42BFEEF3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p41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02C7679B-142A-4D1D-B61C-88757F4C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277" name="dp41-comparison / n187">
            <a:extLst xmlns:a="http://schemas.openxmlformats.org/drawingml/2006/main">
              <a:ext uri="{FF2B5EF4-FFF2-40B4-BE49-F238E27FC236}">
                <a16:creationId xmlns:a16="http://schemas.microsoft.com/office/drawing/2014/main" id="{6CD928F3-FE9E-4EB8-A9A2-F8A03599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p41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C13D2095-2567-4860-B0FD-09A1F544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279" name="dp41-comparison / n190">
            <a:extLst xmlns:a="http://schemas.openxmlformats.org/drawingml/2006/main">
              <a:ext uri="{FF2B5EF4-FFF2-40B4-BE49-F238E27FC236}">
                <a16:creationId xmlns:a16="http://schemas.microsoft.com/office/drawing/2014/main" id="{F997F3EF-F46D-41EA-B853-DCC19B86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p41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9BF0F562-29F1-4471-BFAF-5536CEF1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281" name="dp41-comparison / n204">
            <a:extLst xmlns:a="http://schemas.openxmlformats.org/drawingml/2006/main">
              <a:ext uri="{FF2B5EF4-FFF2-40B4-BE49-F238E27FC236}">
                <a16:creationId xmlns:a16="http://schemas.microsoft.com/office/drawing/2014/main" id="{C202DA9E-97E6-4156-806D-A5A7FFE0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200525"/>
            <a:ext cx="26818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p41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83DD5955-6BC5-44AE-810A-FA97BB28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210050"/>
            <a:ext cx="2952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유한 요청 틀: 목표 / 조건 / 관계 등</a:t>
            </a:r>
          </a:p>
        </p:txBody>
      </p:sp>
      <p:sp>
        <p:nvSpPr>
          <p:cNvPr id="283" name="dp41-comparison / n207">
            <a:extLst xmlns:a="http://schemas.openxmlformats.org/drawingml/2006/main">
              <a:ext uri="{FF2B5EF4-FFF2-40B4-BE49-F238E27FC236}">
                <a16:creationId xmlns:a16="http://schemas.microsoft.com/office/drawing/2014/main" id="{42ADF8F4-77C6-46F4-9FC4-BFCF6AC5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229100"/>
            <a:ext cx="732282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p41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4250D6A5-B906-4073-8E98-ADB58447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23862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부분 재해석</a:t>
            </a:r>
          </a:p>
        </p:txBody>
      </p:sp>
      <p:sp>
        <p:nvSpPr>
          <p:cNvPr id="285" name="dp41-comparison / n208 / text 2">
            <a:extLst xmlns:a="http://schemas.openxmlformats.org/drawingml/2006/main">
              <a:ext uri="{FF2B5EF4-FFF2-40B4-BE49-F238E27FC236}">
                <a16:creationId xmlns:a16="http://schemas.microsoft.com/office/drawing/2014/main" id="{831EAA94-6612-4E9C-98C0-ACE7A88C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37578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반환</a:t>
            </a:r>
          </a:p>
        </p:txBody>
      </p:sp>
      <p:sp>
        <p:nvSpPr>
          <p:cNvPr id="286" name="dp41-comparison / n212">
            <a:extLst xmlns:a="http://schemas.openxmlformats.org/drawingml/2006/main">
              <a:ext uri="{FF2B5EF4-FFF2-40B4-BE49-F238E27FC236}">
                <a16:creationId xmlns:a16="http://schemas.microsoft.com/office/drawing/2014/main" id="{25F5D96E-9333-496C-AD47-402DBA04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381625"/>
            <a:ext cx="25271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p41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D37AF6A8-1354-47CF-BA5D-BCB831DB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3911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확인 후보 / 정보 / 버전 → 코드 결합</a:t>
            </a:r>
          </a:p>
        </p:txBody>
      </p:sp>
      <p:sp>
        <p:nvSpPr>
          <p:cNvPr id="288" name="dp41-comparison / n214">
            <a:extLst xmlns:a="http://schemas.openxmlformats.org/drawingml/2006/main">
              <a:ext uri="{FF2B5EF4-FFF2-40B4-BE49-F238E27FC236}">
                <a16:creationId xmlns:a16="http://schemas.microsoft.com/office/drawing/2014/main" id="{D765F337-B0E6-403C-8D3B-F9231ECD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724525"/>
            <a:ext cx="181775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p41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479C3549-6DE2-477D-9977-D2428FE7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7340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/ 충돌 → 추가 조회</a:t>
            </a:r>
          </a:p>
        </p:txBody>
      </p:sp>
      <p:sp>
        <p:nvSpPr>
          <p:cNvPr id="290" name="dp41-comparison / n222">
            <a:extLst xmlns:a="http://schemas.openxmlformats.org/drawingml/2006/main">
              <a:ext uri="{FF2B5EF4-FFF2-40B4-BE49-F238E27FC236}">
                <a16:creationId xmlns:a16="http://schemas.microsoft.com/office/drawing/2014/main" id="{089A5A82-0F2C-4340-8E10-501A75E7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p41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F05A5EB-C20E-4F7C-B201-A2416812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155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292" name="dp41-comparison / n228">
            <a:extLst xmlns:a="http://schemas.openxmlformats.org/drawingml/2006/main">
              <a:ext uri="{FF2B5EF4-FFF2-40B4-BE49-F238E27FC236}">
                <a16:creationId xmlns:a16="http://schemas.microsoft.com/office/drawing/2014/main" id="{181979D6-30AB-43C8-A9FF-375DBA85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02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p41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F1908EEE-6E15-4BF0-ABCF-37D92151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007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294" name="dp41-comparison / n234">
            <a:extLst xmlns:a="http://schemas.openxmlformats.org/drawingml/2006/main">
              <a:ext uri="{FF2B5EF4-FFF2-40B4-BE49-F238E27FC236}">
                <a16:creationId xmlns:a16="http://schemas.microsoft.com/office/drawing/2014/main" id="{F332A228-62E8-46FA-900F-B0DEF1DA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p41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F0D0D30B-DE33-4392-B82B-EB1216B7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352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296" name="dp41-comparison / n237">
            <a:extLst xmlns:a="http://schemas.openxmlformats.org/drawingml/2006/main">
              <a:ext uri="{FF2B5EF4-FFF2-40B4-BE49-F238E27FC236}">
                <a16:creationId xmlns:a16="http://schemas.microsoft.com/office/drawing/2014/main" id="{86F11D09-0E3B-4211-8E48-6D34D73C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p41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9396E650-ECC9-418F-9CED-3FD7761C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298" name="dp41-comparison / n238 / text 2">
            <a:extLst xmlns:a="http://schemas.openxmlformats.org/drawingml/2006/main">
              <a:ext uri="{FF2B5EF4-FFF2-40B4-BE49-F238E27FC236}">
                <a16:creationId xmlns:a16="http://schemas.microsoft.com/office/drawing/2014/main" id="{5CFCE44E-AF1C-492B-A8BB-CB045539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299" name="dp41-comparison / n241">
            <a:extLst xmlns:a="http://schemas.openxmlformats.org/drawingml/2006/main">
              <a:ext uri="{FF2B5EF4-FFF2-40B4-BE49-F238E27FC236}">
                <a16:creationId xmlns:a16="http://schemas.microsoft.com/office/drawing/2014/main" id="{9D45E2E0-AD0C-4B8E-A184-0687437A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p41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8D19B973-679B-477D-BC70-525F3F3B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301" name="dp41-comparison / n245">
            <a:extLst xmlns:a="http://schemas.openxmlformats.org/drawingml/2006/main">
              <a:ext uri="{FF2B5EF4-FFF2-40B4-BE49-F238E27FC236}">
                <a16:creationId xmlns:a16="http://schemas.microsoft.com/office/drawing/2014/main" id="{1D52D999-B2FF-4A2B-BEB1-D1B8BAD6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p41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43710D8A-60CD-4581-9F92-EF631F4E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303" name="dp41-comparison / n247">
            <a:extLst xmlns:a="http://schemas.openxmlformats.org/drawingml/2006/main">
              <a:ext uri="{FF2B5EF4-FFF2-40B4-BE49-F238E27FC236}">
                <a16:creationId xmlns:a16="http://schemas.microsoft.com/office/drawing/2014/main" id="{3E3D66DF-CA3D-43CD-B768-24D14848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p41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A6D0DE68-0C40-49B3-9368-F7A88C12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305" name="dp41-comparison / n249">
            <a:extLst xmlns:a="http://schemas.openxmlformats.org/drawingml/2006/main">
              <a:ext uri="{FF2B5EF4-FFF2-40B4-BE49-F238E27FC236}">
                <a16:creationId xmlns:a16="http://schemas.microsoft.com/office/drawing/2014/main" id="{07148901-B160-4CF3-A2BF-6BC9DC8E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p41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64064C3D-1A40-4602-95B4-47C90286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</p:spTree>
    <p:extLst>
      <p:ext uri="{BB962C8B-B14F-4D97-AF65-F5344CB8AC3E}">
        <p14:creationId xmlns:p14="http://schemas.microsoft.com/office/powerpoint/2010/main" val="11440065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dp42-background / n1">
            <a:extLst xmlns:a="http://schemas.openxmlformats.org/drawingml/2006/main">
              <a:ext uri="{FF2B5EF4-FFF2-40B4-BE49-F238E27FC236}">
                <a16:creationId xmlns:a16="http://schemas.microsoft.com/office/drawing/2014/main" id="{37BB2F86-1985-4C53-B9E1-90E36D02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A3045ED2-AE29-42E2-9A50-7EEBDFAB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2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5DEC4B48-D568-463C-BE6B-015148CC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04-42</a:t>
            </a:r>
          </a:p>
        </p:txBody>
      </p:sp>
      <p:sp>
        <p:nvSpPr>
          <p:cNvPr id="4" name="dp42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7FF6FFAF-A984-43AF-A7D7-AAB6EA77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170AA0F6-400E-4DEC-991F-665605CD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background / n6">
            <a:extLst xmlns:a="http://schemas.openxmlformats.org/drawingml/2006/main">
              <a:ext uri="{FF2B5EF4-FFF2-40B4-BE49-F238E27FC236}">
                <a16:creationId xmlns:a16="http://schemas.microsoft.com/office/drawing/2014/main" id="{211B6C4E-7211-4552-860D-B2A795C8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2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3B3AAD25-34D2-4BDF-A122-D425CC33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완료와 Task 완료의 혼동 위험</a:t>
            </a:r>
          </a:p>
        </p:txBody>
      </p:sp>
      <p:sp>
        <p:nvSpPr>
          <p:cNvPr id="8" name="dp42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31A259D8-B5A1-4A9E-980F-34953E52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2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FAB2222E-D9F6-4635-B2B6-E053C5A2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2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3330F547-954D-4A4B-8955-55C779C7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2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6E634169-B5F5-43BF-B1F6-ADA98859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2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5B853EAC-74B9-4597-AF85-6AC04277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Conversation과 Task 상태의 관리 책임 및 실행 경계 설계</a:t>
            </a:r>
          </a:p>
        </p:txBody>
      </p:sp>
      <p:sp>
        <p:nvSpPr>
          <p:cNvPr id="13" name="dp42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62E35758-8D25-408A-BD66-C9E87AEE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Delegation / Downstream Agent에 작업 전달     Agent Execution / 개별 작업 실행</a:t>
            </a:r>
          </a:p>
        </p:txBody>
      </p:sp>
      <p:sp>
        <p:nvSpPr>
          <p:cNvPr id="14" name="dp42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4CA24267-44CB-44EF-97F1-C91D061C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변경 용이성 / 복구성</a:t>
            </a:r>
          </a:p>
        </p:txBody>
      </p:sp>
      <p:sp>
        <p:nvSpPr>
          <p:cNvPr id="15" name="dp42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AAD243F4-F666-4073-A84B-435A7A29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2-background / n16">
            <a:extLst xmlns:a="http://schemas.openxmlformats.org/drawingml/2006/main">
              <a:ext uri="{FF2B5EF4-FFF2-40B4-BE49-F238E27FC236}">
                <a16:creationId xmlns:a16="http://schemas.microsoft.com/office/drawing/2014/main" id="{30A71158-1C2D-4705-BC23-888B65BB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background / n17">
            <a:extLst xmlns:a="http://schemas.openxmlformats.org/drawingml/2006/main">
              <a:ext uri="{FF2B5EF4-FFF2-40B4-BE49-F238E27FC236}">
                <a16:creationId xmlns:a16="http://schemas.microsoft.com/office/drawing/2014/main" id="{2AEF9A88-F794-4480-A9E4-44785137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dp42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2A934D80-A741-4F4E-AFCE-956A495E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95575"/>
            <a:ext cx="72390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 / 입력과 Response 기록</a:t>
            </a:r>
          </a:p>
        </p:txBody>
      </p:sp>
      <p:sp>
        <p:nvSpPr>
          <p:cNvPr id="19" name="dp42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5CC73746-4CB4-4968-93CE-201FF3E1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27622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User Turn / 한 번의 발화</a:t>
            </a:r>
          </a:p>
        </p:txBody>
      </p:sp>
      <p:sp>
        <p:nvSpPr>
          <p:cNvPr id="20" name="dp42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4799FE39-0AF3-46E5-9DB4-FF266766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처음 발화</a:t>
            </a:r>
          </a:p>
        </p:txBody>
      </p:sp>
      <p:sp>
        <p:nvSpPr>
          <p:cNvPr id="21" name="dp42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4C349ABC-C36B-4018-AD5F-896FEFAA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“이번 달 매출보고서</a:t>
            </a:r>
          </a:p>
        </p:txBody>
      </p:sp>
      <p:sp>
        <p:nvSpPr>
          <p:cNvPr id="22" name="dp42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8CF165D1-C355-4140-A993-2B28321D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만들어주고, 내일 회의 안내</a:t>
            </a:r>
          </a:p>
        </p:txBody>
      </p:sp>
      <p:sp>
        <p:nvSpPr>
          <p:cNvPr id="23" name="dp42-background / n21 / text 3">
            <a:extLst xmlns:a="http://schemas.openxmlformats.org/drawingml/2006/main">
              <a:ext uri="{FF2B5EF4-FFF2-40B4-BE49-F238E27FC236}">
                <a16:creationId xmlns:a16="http://schemas.microsoft.com/office/drawing/2014/main" id="{6078DFE6-53F3-452A-80A4-41A78AB5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909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초안도 만들어줘.”</a:t>
            </a:r>
          </a:p>
        </p:txBody>
      </p:sp>
      <p:sp>
        <p:nvSpPr>
          <p:cNvPr id="24" name="dp42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8437ED31-B105-4536-A5AE-C1F2519E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2개</a:t>
            </a:r>
          </a:p>
        </p:txBody>
      </p:sp>
      <p:sp>
        <p:nvSpPr>
          <p:cNvPr id="25" name="dp42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568C11B5-5EED-45A8-9F9F-2D643560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잠시 뒤 / 진행 확인</a:t>
            </a:r>
          </a:p>
        </p:txBody>
      </p:sp>
      <p:sp>
        <p:nvSpPr>
          <p:cNvPr id="26" name="dp42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9880D9D5-AFC5-4480-B263-2FF32C28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어디까지</a:t>
            </a:r>
          </a:p>
        </p:txBody>
      </p:sp>
      <p:sp>
        <p:nvSpPr>
          <p:cNvPr id="27" name="dp42-background / n24 / text 2">
            <a:extLst xmlns:a="http://schemas.openxmlformats.org/drawingml/2006/main">
              <a:ext uri="{FF2B5EF4-FFF2-40B4-BE49-F238E27FC236}">
                <a16:creationId xmlns:a16="http://schemas.microsoft.com/office/drawing/2014/main" id="{674F0E78-B568-4B12-8618-7363D799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됐어?”</a:t>
            </a:r>
          </a:p>
        </p:txBody>
      </p:sp>
      <p:sp>
        <p:nvSpPr>
          <p:cNvPr id="28" name="dp42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871D8480-8CCE-4083-8937-E9F22E1D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29" name="dp42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3E2000F7-8465-4E6F-8BB7-C1E1EB09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완료 후 / 수정</a:t>
            </a:r>
          </a:p>
        </p:txBody>
      </p:sp>
      <p:sp>
        <p:nvSpPr>
          <p:cNvPr id="30" name="dp42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CEA0BF29-3C22-49B2-9B8F-1C6786D4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“결론 부분만 짧게</a:t>
            </a:r>
          </a:p>
        </p:txBody>
      </p:sp>
      <p:sp>
        <p:nvSpPr>
          <p:cNvPr id="31" name="dp42-background / n27 / text 2">
            <a:extLst xmlns:a="http://schemas.openxmlformats.org/drawingml/2006/main">
              <a:ext uri="{FF2B5EF4-FFF2-40B4-BE49-F238E27FC236}">
                <a16:creationId xmlns:a16="http://schemas.microsoft.com/office/drawing/2014/main" id="{A847A320-F7A0-4750-8719-EA01D2AE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바꿔줘.”</a:t>
            </a:r>
          </a:p>
        </p:txBody>
      </p:sp>
      <p:sp>
        <p:nvSpPr>
          <p:cNvPr id="32" name="dp42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2E6B8F5F-3ED1-4B79-98BC-B64BC58D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33" name="dp42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20C0BE5F-0E5F-421A-9D7D-90BC2A0E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4" name="dp42-background / n29 / arrow">
            <a:extLst xmlns:a="http://schemas.openxmlformats.org/drawingml/2006/main">
              <a:ext uri="{FF2B5EF4-FFF2-40B4-BE49-F238E27FC236}">
                <a16:creationId xmlns:a16="http://schemas.microsoft.com/office/drawing/2014/main" id="{181AF9C2-ED78-4370-88A1-EBDDC4E4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5" name="dp42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97B6F0C5-C150-4AF1-8320-E2769082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6" name="dp42-background / n30 / arrow">
            <a:extLst xmlns:a="http://schemas.openxmlformats.org/drawingml/2006/main">
              <a:ext uri="{FF2B5EF4-FFF2-40B4-BE49-F238E27FC236}">
                <a16:creationId xmlns:a16="http://schemas.microsoft.com/office/drawing/2014/main" id="{69490B90-DBC0-40DE-B355-3AE04308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7" name="dp42-background / n31">
            <a:extLst xmlns:a="http://schemas.openxmlformats.org/drawingml/2006/main">
              <a:ext uri="{FF2B5EF4-FFF2-40B4-BE49-F238E27FC236}">
                <a16:creationId xmlns:a16="http://schemas.microsoft.com/office/drawing/2014/main" id="{AB587BA8-EF86-4EDF-BAD2-509E7804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43425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p42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40B9E857-E53C-4A67-B111-C69C7DF1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1238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작성</a:t>
            </a:r>
          </a:p>
        </p:txBody>
      </p:sp>
      <p:sp>
        <p:nvSpPr>
          <p:cNvPr id="39" name="dp42-background / n33">
            <a:extLst xmlns:a="http://schemas.openxmlformats.org/drawingml/2006/main">
              <a:ext uri="{FF2B5EF4-FFF2-40B4-BE49-F238E27FC236}">
                <a16:creationId xmlns:a16="http://schemas.microsoft.com/office/drawing/2014/main" id="{1E58AA82-EE6B-4F85-BFEF-2A09F0F1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43425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p42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F1EE8AF2-53AA-4B2C-9119-DB7DAA4F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00575"/>
            <a:ext cx="12192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</a:t>
            </a:r>
          </a:p>
        </p:txBody>
      </p:sp>
      <p:sp>
        <p:nvSpPr>
          <p:cNvPr id="41" name="dp42-background / n35">
            <a:extLst xmlns:a="http://schemas.openxmlformats.org/drawingml/2006/main">
              <a:ext uri="{FF2B5EF4-FFF2-40B4-BE49-F238E27FC236}">
                <a16:creationId xmlns:a16="http://schemas.microsoft.com/office/drawing/2014/main" id="{7767FE0D-5411-4BCE-9351-59DBE5D4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p42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9CC32D2C-103F-4CD7-A136-F7AD999E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진행 확인</a:t>
            </a:r>
          </a:p>
        </p:txBody>
      </p:sp>
      <p:sp>
        <p:nvSpPr>
          <p:cNvPr id="43" name="dp42-background / n37">
            <a:extLst xmlns:a="http://schemas.openxmlformats.org/drawingml/2006/main">
              <a:ext uri="{FF2B5EF4-FFF2-40B4-BE49-F238E27FC236}">
                <a16:creationId xmlns:a16="http://schemas.microsoft.com/office/drawing/2014/main" id="{C0A2E956-A96F-4302-9238-41652A7A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2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F3C7ECFE-212E-4D58-8210-9A92E8DB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결론 수정</a:t>
            </a:r>
          </a:p>
        </p:txBody>
      </p:sp>
      <p:sp>
        <p:nvSpPr>
          <p:cNvPr id="45" name="dp42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98A71701-8CFA-4E6C-9DCC-C8E79E17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접수 확인 후</a:t>
            </a:r>
          </a:p>
        </p:txBody>
      </p:sp>
      <p:sp>
        <p:nvSpPr>
          <p:cNvPr id="46" name="dp42-background / n39 / text 2">
            <a:extLst xmlns:a="http://schemas.openxmlformats.org/drawingml/2006/main">
              <a:ext uri="{FF2B5EF4-FFF2-40B4-BE49-F238E27FC236}">
                <a16:creationId xmlns:a16="http://schemas.microsoft.com/office/drawing/2014/main" id="{F6D0AF56-6B05-415B-8813-7AB4BEA9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7" name="dp42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6A35F45B-E039-4BC3-9CCC-9B86EED7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상태 답변 후</a:t>
            </a:r>
          </a:p>
        </p:txBody>
      </p:sp>
      <p:sp>
        <p:nvSpPr>
          <p:cNvPr id="48" name="dp42-background / n40 / text 2">
            <a:extLst xmlns:a="http://schemas.openxmlformats.org/drawingml/2006/main">
              <a:ext uri="{FF2B5EF4-FFF2-40B4-BE49-F238E27FC236}">
                <a16:creationId xmlns:a16="http://schemas.microsoft.com/office/drawing/2014/main" id="{6D81E66E-B02F-4AAB-9B60-4A8F91AF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9" name="dp42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1DB17B71-2A48-45F1-937B-5A0C31B5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수정 접수 후</a:t>
            </a:r>
          </a:p>
        </p:txBody>
      </p:sp>
      <p:sp>
        <p:nvSpPr>
          <p:cNvPr id="50" name="dp42-background / n41 / text 2">
            <a:extLst xmlns:a="http://schemas.openxmlformats.org/drawingml/2006/main">
              <a:ext uri="{FF2B5EF4-FFF2-40B4-BE49-F238E27FC236}">
                <a16:creationId xmlns:a16="http://schemas.microsoft.com/office/drawing/2014/main" id="{FA0B2BB4-3EF5-4DB5-9382-0A159C90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51" name="dp42-background / n42">
            <a:extLst xmlns:a="http://schemas.openxmlformats.org/drawingml/2006/main">
              <a:ext uri="{FF2B5EF4-FFF2-40B4-BE49-F238E27FC236}">
                <a16:creationId xmlns:a16="http://schemas.microsoft.com/office/drawing/2014/main" id="{887AE0AF-B44A-476D-BCD2-F7762B96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5727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52" name="dp42-background / n43">
            <a:extLst xmlns:a="http://schemas.openxmlformats.org/drawingml/2006/main">
              <a:ext uri="{FF2B5EF4-FFF2-40B4-BE49-F238E27FC236}">
                <a16:creationId xmlns:a16="http://schemas.microsoft.com/office/drawing/2014/main" id="{087222B3-F97E-4672-9056-AC3FB7B9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895975"/>
            <a:ext cx="32575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p42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916D488-2DBC-43C1-B590-5843CF2B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53075"/>
            <a:ext cx="39052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54" name="dp42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8FA1E635-6ADF-4A0A-9A10-AFDDE04E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600700"/>
            <a:ext cx="5905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/ 목표, 상태와 결과의 추적</a:t>
            </a:r>
          </a:p>
        </p:txBody>
      </p:sp>
      <p:sp>
        <p:nvSpPr>
          <p:cNvPr id="55" name="dp42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17AD0AD4-AFA7-4124-B129-04D3FD3E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생성 후 Delegation</a:t>
            </a:r>
          </a:p>
        </p:txBody>
      </p:sp>
      <p:sp>
        <p:nvSpPr>
          <p:cNvPr id="56" name="dp42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9AAA33CC-B80F-42B9-A2A8-B7664E00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Execution 1</a:t>
            </a:r>
          </a:p>
        </p:txBody>
      </p:sp>
      <p:sp>
        <p:nvSpPr>
          <p:cNvPr id="57" name="dp42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7A743D89-A722-484C-9743-3E33928F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작성 시작</a:t>
            </a:r>
          </a:p>
        </p:txBody>
      </p:sp>
      <p:sp>
        <p:nvSpPr>
          <p:cNvPr id="58" name="dp42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56D4DF9F-2160-42A7-B370-E3C21FF7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03885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Task와 실행 계속</a:t>
            </a:r>
          </a:p>
        </p:txBody>
      </p:sp>
      <p:sp>
        <p:nvSpPr>
          <p:cNvPr id="59" name="dp42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BE2A8A65-12EF-41E9-B5C3-052623C0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4865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상태 조회 / 새 실행 없음</a:t>
            </a:r>
          </a:p>
        </p:txBody>
      </p:sp>
      <p:sp>
        <p:nvSpPr>
          <p:cNvPr id="60" name="dp42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4A3DA27D-C308-4882-B51B-D40DB0B3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작성 종료 후 수정 Delegation</a:t>
            </a:r>
          </a:p>
        </p:txBody>
      </p:sp>
      <p:sp>
        <p:nvSpPr>
          <p:cNvPr id="61" name="dp42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52C337E4-A612-42A9-B676-38BC4DD5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3246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Agent Execution 2 시작</a:t>
            </a:r>
          </a:p>
        </p:txBody>
      </p:sp>
      <p:sp>
        <p:nvSpPr>
          <p:cNvPr id="62" name="dp42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E24F328D-7746-4F07-8CB1-39D88F41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결론 수정</a:t>
            </a:r>
          </a:p>
        </p:txBody>
      </p:sp>
      <p:sp>
        <p:nvSpPr>
          <p:cNvPr id="63" name="dp42-background / n54">
            <a:extLst xmlns:a="http://schemas.openxmlformats.org/drawingml/2006/main">
              <a:ext uri="{FF2B5EF4-FFF2-40B4-BE49-F238E27FC236}">
                <a16:creationId xmlns:a16="http://schemas.microsoft.com/office/drawing/2014/main" id="{AC669810-3D6F-4D7C-AB0B-DEF27651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5650"/>
            <a:ext cx="105727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64" name="dp42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64E8A9A5-1867-460A-B938-8D053FF4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181850"/>
            <a:ext cx="101727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65" name="dp42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28121DF6-DA54-4909-8837-84DB4D0E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581900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/ 초안 작성 시작</a:t>
            </a:r>
          </a:p>
        </p:txBody>
      </p:sp>
      <p:sp>
        <p:nvSpPr>
          <p:cNvPr id="66" name="dp42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FADA99B6-15A2-402D-B611-05B72210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67" name="dp42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854F4E72-ADD7-40C8-8601-66CE5EBA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초안 완료 / 결과 보관</a:t>
            </a:r>
          </a:p>
        </p:txBody>
      </p:sp>
      <p:sp>
        <p:nvSpPr>
          <p:cNvPr id="68" name="dp42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F5DEEBC6-D9B4-4C1C-8FDD-1AF30FD5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완료 상태와 결과 유지</a:t>
            </a:r>
          </a:p>
        </p:txBody>
      </p:sp>
      <p:sp>
        <p:nvSpPr>
          <p:cNvPr id="69" name="dp42-background / n60 / path">
            <a:extLst xmlns:a="http://schemas.openxmlformats.org/drawingml/2006/main">
              <a:ext uri="{FF2B5EF4-FFF2-40B4-BE49-F238E27FC236}">
                <a16:creationId xmlns:a16="http://schemas.microsoft.com/office/drawing/2014/main" id="{2CF42601-2E01-4177-9CF7-0297158E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0" name="dp42-background / n61 / path">
            <a:extLst xmlns:a="http://schemas.openxmlformats.org/drawingml/2006/main">
              <a:ext uri="{FF2B5EF4-FFF2-40B4-BE49-F238E27FC236}">
                <a16:creationId xmlns:a16="http://schemas.microsoft.com/office/drawing/2014/main" id="{111BC81B-FA5E-4739-BB7C-536EFEA7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1" name="dp42-background / n62 / path">
            <a:extLst xmlns:a="http://schemas.openxmlformats.org/drawingml/2006/main">
              <a:ext uri="{FF2B5EF4-FFF2-40B4-BE49-F238E27FC236}">
                <a16:creationId xmlns:a16="http://schemas.microsoft.com/office/drawing/2014/main" id="{C3960FB0-5A99-4743-BEA0-8C617513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2" name="dp42-background / n63 / path">
            <a:extLst xmlns:a="http://schemas.openxmlformats.org/drawingml/2006/main">
              <a:ext uri="{FF2B5EF4-FFF2-40B4-BE49-F238E27FC236}">
                <a16:creationId xmlns:a16="http://schemas.microsoft.com/office/drawing/2014/main" id="{A4BECC60-7202-490A-B1AE-E86C9D8E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3" name="dp42-background / n64 / path">
            <a:extLst xmlns:a="http://schemas.openxmlformats.org/drawingml/2006/main">
              <a:ext uri="{FF2B5EF4-FFF2-40B4-BE49-F238E27FC236}">
                <a16:creationId xmlns:a16="http://schemas.microsoft.com/office/drawing/2014/main" id="{886F2E36-EC93-46EB-BE63-F5DDF1D65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4" name="dp42-background / n65 / path">
            <a:extLst xmlns:a="http://schemas.openxmlformats.org/drawingml/2006/main">
              <a:ext uri="{FF2B5EF4-FFF2-40B4-BE49-F238E27FC236}">
                <a16:creationId xmlns:a16="http://schemas.microsoft.com/office/drawing/2014/main" id="{C213097E-8C62-46B4-984B-C8240AF5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5" name="dp42-background / n66 / text 1">
            <a:extLst xmlns:a="http://schemas.openxmlformats.org/drawingml/2006/main">
              <a:ext uri="{FF2B5EF4-FFF2-40B4-BE49-F238E27FC236}">
                <a16:creationId xmlns:a16="http://schemas.microsoft.com/office/drawing/2014/main" id="{F2A84DF7-5316-4239-9A5B-E3671DAF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서로 다른 완료 시점</a:t>
            </a:r>
          </a:p>
        </p:txBody>
      </p:sp>
      <p:sp>
        <p:nvSpPr>
          <p:cNvPr id="76" name="dp42-background / n67 / text 1">
            <a:extLst xmlns:a="http://schemas.openxmlformats.org/drawingml/2006/main">
              <a:ext uri="{FF2B5EF4-FFF2-40B4-BE49-F238E27FC236}">
                <a16:creationId xmlns:a16="http://schemas.microsoft.com/office/drawing/2014/main" id="{5D1F5E0C-EA00-4B61-844B-4D9BB6D6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접수와 답변 완료, Task 목표 완료의 구분</a:t>
            </a:r>
          </a:p>
        </p:txBody>
      </p:sp>
      <p:sp>
        <p:nvSpPr>
          <p:cNvPr id="77" name="dp42-background / n68 / text 1">
            <a:extLst xmlns:a="http://schemas.openxmlformats.org/drawingml/2006/main">
              <a:ext uri="{FF2B5EF4-FFF2-40B4-BE49-F238E27FC236}">
                <a16:creationId xmlns:a16="http://schemas.microsoft.com/office/drawing/2014/main" id="{6437F658-0ADE-486F-B35D-5C8CEE5F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Request와 실행 연결</a:t>
            </a:r>
          </a:p>
        </p:txBody>
      </p:sp>
      <p:sp>
        <p:nvSpPr>
          <p:cNvPr id="78" name="dp42-background / n69 / text 1">
            <a:extLst xmlns:a="http://schemas.openxmlformats.org/drawingml/2006/main">
              <a:ext uri="{FF2B5EF4-FFF2-40B4-BE49-F238E27FC236}">
                <a16:creationId xmlns:a16="http://schemas.microsoft.com/office/drawing/2014/main" id="{9ADDFA20-A5A1-4D65-B2C3-0953BB3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상태 조회와 새 수정 실행 연결</a:t>
            </a:r>
          </a:p>
        </p:txBody>
      </p:sp>
      <p:sp>
        <p:nvSpPr>
          <p:cNvPr id="79" name="dp42-background / n70 / text 1">
            <a:extLst xmlns:a="http://schemas.openxmlformats.org/drawingml/2006/main">
              <a:ext uri="{FF2B5EF4-FFF2-40B4-BE49-F238E27FC236}">
                <a16:creationId xmlns:a16="http://schemas.microsoft.com/office/drawing/2014/main" id="{92F0F2AA-6D6E-412E-972F-49C467BC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관리 책임과 복구 범위</a:t>
            </a:r>
          </a:p>
        </p:txBody>
      </p:sp>
      <p:sp>
        <p:nvSpPr>
          <p:cNvPr id="80" name="dp42-background / n71 / text 1">
            <a:extLst xmlns:a="http://schemas.openxmlformats.org/drawingml/2006/main">
              <a:ext uri="{FF2B5EF4-FFF2-40B4-BE49-F238E27FC236}">
                <a16:creationId xmlns:a16="http://schemas.microsoft.com/office/drawing/2014/main" id="{14E69E27-5FAB-4362-A4F7-2D63CE70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기록과 상태의 관리 경계 및 중단 후 복구</a:t>
            </a:r>
          </a:p>
        </p:txBody>
      </p:sp>
    </p:spTree>
    <p:extLst>
      <p:ext uri="{BB962C8B-B14F-4D97-AF65-F5344CB8AC3E}">
        <p14:creationId xmlns:p14="http://schemas.microsoft.com/office/powerpoint/2010/main" val="13939416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2" name="dp42-comparison / n1">
            <a:extLst xmlns:a="http://schemas.openxmlformats.org/drawingml/2006/main">
              <a:ext uri="{FF2B5EF4-FFF2-40B4-BE49-F238E27FC236}">
                <a16:creationId xmlns:a16="http://schemas.microsoft.com/office/drawing/2014/main" id="{EF6AA7E7-CFA7-4302-B593-418FEE9C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B8B12ACC-F360-4AEB-BAAC-8638E3A2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2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61E7D0F2-D832-4283-950F-F63E3D0D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2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DBA66D66-068E-401B-AD16-2FAB5474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2960F11E-3DED-411F-87E2-7C43F59B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5F08E726-E598-4350-B58D-B3698824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질문 Q1을 실제 제시(P1) → “상반기로” 답변(u2) → 접수와 실제 전달 확인</a:t>
            </a:r>
          </a:p>
        </p:txBody>
      </p:sp>
      <p:sp>
        <p:nvSpPr>
          <p:cNvPr id="7" name="dp42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5C0A0A1A-94A8-4F97-AFC7-5D9D7520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2-comparison / n8">
            <a:extLst xmlns:a="http://schemas.openxmlformats.org/drawingml/2006/main">
              <a:ext uri="{FF2B5EF4-FFF2-40B4-BE49-F238E27FC236}">
                <a16:creationId xmlns:a16="http://schemas.microsoft.com/office/drawing/2014/main" id="{DCBFC499-8E38-4754-98CB-9CDA5EFD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2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737236E7-AD5C-46A8-86E7-38B64561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2-comparison / n10">
            <a:extLst xmlns:a="http://schemas.openxmlformats.org/drawingml/2006/main">
              <a:ext uri="{FF2B5EF4-FFF2-40B4-BE49-F238E27FC236}">
                <a16:creationId xmlns:a16="http://schemas.microsoft.com/office/drawing/2014/main" id="{ED502BE9-197B-42A8-AB3D-C5654E0F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2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427B76CD-7898-439A-9AF2-36F6E83F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2-comparison / n12">
            <a:extLst xmlns:a="http://schemas.openxmlformats.org/drawingml/2006/main">
              <a:ext uri="{FF2B5EF4-FFF2-40B4-BE49-F238E27FC236}">
                <a16:creationId xmlns:a16="http://schemas.microsoft.com/office/drawing/2014/main" id="{D8176251-ED29-4F6E-A7A8-CAC9DA8F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2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8323B8FF-085F-49C4-BE15-3FCBD00B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2-comparison / n14">
            <a:extLst xmlns:a="http://schemas.openxmlformats.org/drawingml/2006/main">
              <a:ext uri="{FF2B5EF4-FFF2-40B4-BE49-F238E27FC236}">
                <a16:creationId xmlns:a16="http://schemas.microsoft.com/office/drawing/2014/main" id="{B1812EE7-22B8-425E-B9DB-02306E7B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2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63759FF2-C535-4CF1-A1C6-0536DCB5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2-comparison / n16">
            <a:extLst xmlns:a="http://schemas.openxmlformats.org/drawingml/2006/main">
              <a:ext uri="{FF2B5EF4-FFF2-40B4-BE49-F238E27FC236}">
                <a16:creationId xmlns:a16="http://schemas.microsoft.com/office/drawing/2014/main" id="{6159C1CE-5A2B-4919-BC8C-39FA40A9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CD095981-A1CA-481D-AE95-31C6D819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2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BEE5CC0C-BCF7-438F-88FE-7B873E4B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2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F283620D-1F88-4735-B393-24FD58B2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2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7642308A-6974-4981-A0CC-7778B968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2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AF96719A-D08A-4E85-8A9A-5ABE7BFA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모듈형 통합 VIA Core</a:t>
            </a:r>
          </a:p>
        </p:txBody>
      </p:sp>
      <p:sp>
        <p:nvSpPr>
          <p:cNvPr id="22" name="dp42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01AB3F13-7A36-4BF3-9FA2-EA0C652B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상태의 공동 확정으로 평균 VIA 처리시간 3.2 s (요청 완료 신속성 ↑)</a:t>
            </a:r>
          </a:p>
        </p:txBody>
      </p:sp>
      <p:sp>
        <p:nvSpPr>
          <p:cNvPr id="23" name="dp42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416B8ACE-B745-4E9D-BC49-C6AC562A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추가 서비스 heap 축소로 전체 메모리 13.2 GB (메모리 효율성 ↑)</a:t>
            </a:r>
          </a:p>
        </p:txBody>
      </p:sp>
      <p:sp>
        <p:nvSpPr>
          <p:cNvPr id="24" name="dp42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FB8C81D7-8E5D-4D9F-ADDB-39EC214E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공동 저장과 복구 경로의 변경 전파, 평균 4.0개 (변경 용이성 ↓)</a:t>
            </a:r>
          </a:p>
        </p:txBody>
      </p:sp>
      <p:sp>
        <p:nvSpPr>
          <p:cNvPr id="25" name="dp42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4167C123-BDB3-4CCD-9A43-8B98BC28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26" name="dp42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00FB5699-B56D-43FE-8D6B-A77BC88C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2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609CD2D-C65B-4298-9879-F60F80E6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3.2 s</a:t>
            </a:r>
          </a:p>
        </p:txBody>
      </p:sp>
      <p:sp>
        <p:nvSpPr>
          <p:cNvPr id="28" name="dp42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0EBCA6A1-7556-42C0-B367-CE86B2D2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29" name="dp42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5E366490-C7E5-4341-9BED-B29C04AB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0" name="dp42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49942EFF-CEBC-499D-91A6-F78824DA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2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78F514E-A160-4949-856C-9D0C8F52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2" name="dp42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683311B1-2870-439B-9CF2-4434D0C4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3" name="dp42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489DCB5D-FFE2-457A-8697-5793883C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2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EB39D629-010D-4302-815A-3CDDB19B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2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F8A3488D-A635-4820-938C-CBA09995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2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52ABA272-59A5-4AAA-BC82-22F9B935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2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C094BA73-D0C3-46DC-A82D-D46F4392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독립 대화 서비스와 업무 서비스</a:t>
            </a:r>
          </a:p>
        </p:txBody>
      </p:sp>
      <p:sp>
        <p:nvSpPr>
          <p:cNvPr id="38" name="dp42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CDD79DD4-8006-4510-B7BD-377597F5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업무 상태와 실행 경계의 독립 변경, 평균 2.5개 (변경 용이성 ↑)</a:t>
            </a:r>
          </a:p>
        </p:txBody>
      </p:sp>
      <p:sp>
        <p:nvSpPr>
          <p:cNvPr id="39" name="dp42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1B3D50F7-0462-4A65-B9D2-99F8696F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명령 접수와 대화 반영의 왕복으로 평균 VIA 처리시간 3.8 s (요청 완료 신속성 ↓)</a:t>
            </a:r>
          </a:p>
        </p:txBody>
      </p:sp>
      <p:sp>
        <p:nvSpPr>
          <p:cNvPr id="40" name="dp42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9D31DDD6-C999-4DBA-8821-F437DE35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별도 heap과 대기열로 전체 메모리 13.6 GB (메모리 효율성 ↓)</a:t>
            </a:r>
          </a:p>
        </p:txBody>
      </p:sp>
      <p:sp>
        <p:nvSpPr>
          <p:cNvPr id="41" name="dp42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C04499B6-61E7-415A-89DC-20D2CB36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2" name="dp42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BCA0C3F7-49E3-4BE9-B026-4AF626DD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2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4864E88E-2DE5-42B0-B4A3-AF8EEA30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3.8 s</a:t>
            </a:r>
          </a:p>
        </p:txBody>
      </p:sp>
      <p:sp>
        <p:nvSpPr>
          <p:cNvPr id="44" name="dp42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0EDDDD92-0497-400C-85F5-1E2BC5A7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5" name="dp42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CCFD5A45-7BD7-4703-985C-B69F7CCA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6" name="dp42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EB0BAF87-B47F-4390-A404-6D9484E5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2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FF95ED9-6242-412A-9BE7-CB5DD305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8" name="dp42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3AB58FB3-2139-4F58-BD01-44E14B4E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49" name="dp42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5CE1F282-8C5A-4139-A8E0-FE8B19CC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2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7827629A-1C1C-4CAC-8669-B72241C9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2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B7AC4F73-CD74-4E43-B565-70A3066B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13.6 GB</a:t>
            </a:r>
          </a:p>
        </p:txBody>
      </p:sp>
      <p:sp>
        <p:nvSpPr>
          <p:cNvPr id="52" name="dp42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25B7BE0E-791C-4E7A-AF22-FF45E400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2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FD638722-05CF-4D62-B6ED-D3B4DBEB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업무 저장과 실행 수명의 독립 변경 / 일반 Agent adapter 변경은 제외</a:t>
            </a:r>
          </a:p>
        </p:txBody>
      </p:sp>
      <p:sp>
        <p:nvSpPr>
          <p:cNvPr id="54" name="dp42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E3520F13-5837-45B9-A16C-439C2DD5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2-comparison / n54">
            <a:extLst xmlns:a="http://schemas.openxmlformats.org/drawingml/2006/main">
              <a:ext uri="{FF2B5EF4-FFF2-40B4-BE49-F238E27FC236}">
                <a16:creationId xmlns:a16="http://schemas.microsoft.com/office/drawing/2014/main" id="{EF590290-0E10-4171-8F94-9C92491F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2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CD0180D7-0297-453A-8B40-8B626657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2-comparison / n56">
            <a:extLst xmlns:a="http://schemas.openxmlformats.org/drawingml/2006/main">
              <a:ext uri="{FF2B5EF4-FFF2-40B4-BE49-F238E27FC236}">
                <a16:creationId xmlns:a16="http://schemas.microsoft.com/office/drawing/2014/main" id="{9A3F0A06-C973-4DE1-97FB-60201A9A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2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CCB60F9D-20C7-4489-921C-49FF025F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2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7FB7641B-6652-46CC-AA72-E24AA812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2-comparison / n59">
            <a:extLst xmlns:a="http://schemas.openxmlformats.org/drawingml/2006/main">
              <a:ext uri="{FF2B5EF4-FFF2-40B4-BE49-F238E27FC236}">
                <a16:creationId xmlns:a16="http://schemas.microsoft.com/office/drawing/2014/main" id="{59552D99-39C8-40CB-90B4-5F486269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2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00556B82-9695-4BE9-96B2-4DAA00BC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2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608F2127-BA9B-4566-A7CE-AEF8917D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2-comparison / n62">
            <a:extLst xmlns:a="http://schemas.openxmlformats.org/drawingml/2006/main">
              <a:ext uri="{FF2B5EF4-FFF2-40B4-BE49-F238E27FC236}">
                <a16:creationId xmlns:a16="http://schemas.microsoft.com/office/drawing/2014/main" id="{7FD8BC42-14EE-4CEE-8B0E-5B5FA72B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2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B5096D3E-31EC-4877-8B19-3435F32A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2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2563BF0A-BE71-4FD7-BC3E-97BF28A8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2-comparison / n65">
            <a:extLst xmlns:a="http://schemas.openxmlformats.org/drawingml/2006/main">
              <a:ext uri="{FF2B5EF4-FFF2-40B4-BE49-F238E27FC236}">
                <a16:creationId xmlns:a16="http://schemas.microsoft.com/office/drawing/2014/main" id="{E6D85088-EE54-43A7-92B2-C8E2C09D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2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17DD7FAD-2CE3-40DA-9EFA-21221CE9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2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BB934A9D-41FA-4E52-BC2C-4BF67B83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2-comparison / n68">
            <a:extLst xmlns:a="http://schemas.openxmlformats.org/drawingml/2006/main">
              <a:ext uri="{FF2B5EF4-FFF2-40B4-BE49-F238E27FC236}">
                <a16:creationId xmlns:a16="http://schemas.microsoft.com/office/drawing/2014/main" id="{9A0F530B-207F-4034-B28D-84DB4A54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2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A95F61DC-DB07-4F8C-853D-738AB084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2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5EBEF3E9-A336-40E3-8823-FCDE1FE8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2-comparison / n71">
            <a:extLst xmlns:a="http://schemas.openxmlformats.org/drawingml/2006/main">
              <a:ext uri="{FF2B5EF4-FFF2-40B4-BE49-F238E27FC236}">
                <a16:creationId xmlns:a16="http://schemas.microsoft.com/office/drawing/2014/main" id="{602DE894-A128-4F98-894B-BDCEA3A9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2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4573F0C4-82FA-4EC8-A5AF-BC9A1F30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2-comparison / n73">
            <a:extLst xmlns:a="http://schemas.openxmlformats.org/drawingml/2006/main">
              <a:ext uri="{FF2B5EF4-FFF2-40B4-BE49-F238E27FC236}">
                <a16:creationId xmlns:a16="http://schemas.microsoft.com/office/drawing/2014/main" id="{BE1C3794-BBB5-4108-9935-4B3F83FD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2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8E821E39-11CE-45CD-B27B-24CF72DF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2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6B1AAD4B-72D1-461E-9966-A07C05A8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2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32776343-40B1-4D8D-AC69-F8864BA5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2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A94267B2-CFF5-4A7A-A328-0937A5E1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2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FD69456C-65F1-4973-A2A1-0EC9B366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2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B0786698-DE44-49EB-95A6-9F9A64F5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2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3D5D63A7-002D-4A07-9E8B-02194FC6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2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E7A95F5F-6EDD-4345-AC0C-6D3AED93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2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6F44BABE-EA64-40E6-A896-6D66D07D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2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E3EACA7D-5854-49A3-8B5F-466BB06A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2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6B247A0C-C526-4056-BC03-2ED891A1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2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16E85C67-ABDF-4E04-88E1-46D19044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7" name="dp42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347E04CF-99E8-4E17-81A9-72E65F7E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8" name="dp42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076C245B-56BF-42CC-A9D0-565D2A4C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9" name="dp42-comparison / n101 / path">
            <a:extLst xmlns:a="http://schemas.openxmlformats.org/drawingml/2006/main">
              <a:ext uri="{FF2B5EF4-FFF2-40B4-BE49-F238E27FC236}">
                <a16:creationId xmlns:a16="http://schemas.microsoft.com/office/drawing/2014/main" id="{EE19ED36-3866-48DC-B4E2-B6FACB04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90" name="dp42-comparison / n106">
            <a:extLst xmlns:a="http://schemas.openxmlformats.org/drawingml/2006/main">
              <a:ext uri="{FF2B5EF4-FFF2-40B4-BE49-F238E27FC236}">
                <a16:creationId xmlns:a16="http://schemas.microsoft.com/office/drawing/2014/main" id="{47237FEE-998C-4024-9E38-961621C2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95675"/>
            <a:ext cx="78581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91" name="dp42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6E7D3F98-A1CA-460F-BEB4-20270FC1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590925"/>
            <a:ext cx="76104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VIA Core</a:t>
            </a:r>
          </a:p>
        </p:txBody>
      </p:sp>
      <p:sp>
        <p:nvSpPr>
          <p:cNvPr id="92" name="dp42-comparison / n110">
            <a:extLst xmlns:a="http://schemas.openxmlformats.org/drawingml/2006/main">
              <a:ext uri="{FF2B5EF4-FFF2-40B4-BE49-F238E27FC236}">
                <a16:creationId xmlns:a16="http://schemas.microsoft.com/office/drawing/2014/main" id="{BAD5BC9F-782A-467A-94C9-F6643821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2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EB589AEC-1475-45C2-816D-2F9B16DB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4" name="dp42-comparison / n112">
            <a:extLst xmlns:a="http://schemas.openxmlformats.org/drawingml/2006/main">
              <a:ext uri="{FF2B5EF4-FFF2-40B4-BE49-F238E27FC236}">
                <a16:creationId xmlns:a16="http://schemas.microsoft.com/office/drawing/2014/main" id="{6D4A441B-2064-463D-B163-990C26CE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2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D8CBADC0-1EEE-42C8-B020-747CE8AC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96" name="dp42-comparison / n114">
            <a:extLst xmlns:a="http://schemas.openxmlformats.org/drawingml/2006/main">
              <a:ext uri="{FF2B5EF4-FFF2-40B4-BE49-F238E27FC236}">
                <a16:creationId xmlns:a16="http://schemas.microsoft.com/office/drawing/2014/main" id="{AAAE8D3B-C67B-48C9-A84C-385E2CE4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2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DDCC5521-CF26-4C6C-9367-787FDC44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8" name="dp42-comparison / n116">
            <a:extLst xmlns:a="http://schemas.openxmlformats.org/drawingml/2006/main">
              <a:ext uri="{FF2B5EF4-FFF2-40B4-BE49-F238E27FC236}">
                <a16:creationId xmlns:a16="http://schemas.microsoft.com/office/drawing/2014/main" id="{26CFDC82-A40B-4B1F-9AF7-A3AC71D1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2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0131C27B-A3E7-4370-B692-8680287C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00" name="dp42-comparison / n118">
            <a:extLst xmlns:a="http://schemas.openxmlformats.org/drawingml/2006/main">
              <a:ext uri="{FF2B5EF4-FFF2-40B4-BE49-F238E27FC236}">
                <a16:creationId xmlns:a16="http://schemas.microsoft.com/office/drawing/2014/main" id="{DA052E61-DEF2-4942-A439-C0916233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1" name="dp42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0D1E5355-2ECB-40B5-9ECD-6C815EBA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02" name="dp42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6D2D8F60-3EFB-4EBD-9A31-31F59AFD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3" name="dp42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CB42A2A4-2426-4DD3-9EDF-9D923CB6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72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4" name="dp42-comparison / n125 / path">
            <a:extLst xmlns:a="http://schemas.openxmlformats.org/drawingml/2006/main">
              <a:ext uri="{FF2B5EF4-FFF2-40B4-BE49-F238E27FC236}">
                <a16:creationId xmlns:a16="http://schemas.microsoft.com/office/drawing/2014/main" id="{21590B57-FE12-421D-B9C3-320B12CE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5" name="dp42-comparison / n125 / arrow">
            <a:extLst xmlns:a="http://schemas.openxmlformats.org/drawingml/2006/main">
              <a:ext uri="{FF2B5EF4-FFF2-40B4-BE49-F238E27FC236}">
                <a16:creationId xmlns:a16="http://schemas.microsoft.com/office/drawing/2014/main" id="{705E5B17-076C-4742-897D-8633CC90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6" name="dp42-comparison / n128 / path">
            <a:extLst xmlns:a="http://schemas.openxmlformats.org/drawingml/2006/main">
              <a:ext uri="{FF2B5EF4-FFF2-40B4-BE49-F238E27FC236}">
                <a16:creationId xmlns:a16="http://schemas.microsoft.com/office/drawing/2014/main" id="{D7F6844E-280A-4170-BB0E-33FFB6B3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7" name="dp42-comparison / n128 / arrow">
            <a:extLst xmlns:a="http://schemas.openxmlformats.org/drawingml/2006/main">
              <a:ext uri="{FF2B5EF4-FFF2-40B4-BE49-F238E27FC236}">
                <a16:creationId xmlns:a16="http://schemas.microsoft.com/office/drawing/2014/main" id="{DBD71563-AC80-4690-BDA5-C5E7A8FF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8" name="dp42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BBDB1481-C6FA-41E8-BBF5-27EDE639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9" name="dp42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4ABF4FED-2DE0-4311-8A35-118EF65E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0" name="dp42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CF931000-66C3-4EA9-851B-7FBA20BC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06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1" name="dp42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6EE65618-C90B-4BB6-972F-94416F17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53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2" name="dp42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FB62232B-CEA1-4FDB-856A-DD1076BE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31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3" name="dp42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6EEB0829-519F-46BB-9F44-507EC7BD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78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2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BED03308-A3BD-4FBA-8CBA-AFE77FF5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2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D58FE16B-1EB5-40CC-97FE-61D0AC16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66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2-comparison / n139 / path">
            <a:extLst xmlns:a="http://schemas.openxmlformats.org/drawingml/2006/main">
              <a:ext uri="{FF2B5EF4-FFF2-40B4-BE49-F238E27FC236}">
                <a16:creationId xmlns:a16="http://schemas.microsoft.com/office/drawing/2014/main" id="{1B08C725-054B-4DC0-903F-597A0AE1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2-comparison / n139 / arrow">
            <a:extLst xmlns:a="http://schemas.openxmlformats.org/drawingml/2006/main">
              <a:ext uri="{FF2B5EF4-FFF2-40B4-BE49-F238E27FC236}">
                <a16:creationId xmlns:a16="http://schemas.microsoft.com/office/drawing/2014/main" id="{8680B55C-AF0A-41CA-95F3-C7672B94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2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A97AEDEE-05D9-4D97-9E8A-CACD182D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2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694D7372-E551-44C3-B713-5BC04A44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22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2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C7E1F0BA-DD34-4FE9-A7EC-A6BF0A78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2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41D64992-7AF0-41E7-AF19-030E3D04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2-comparison / n150">
            <a:extLst xmlns:a="http://schemas.openxmlformats.org/drawingml/2006/main">
              <a:ext uri="{FF2B5EF4-FFF2-40B4-BE49-F238E27FC236}">
                <a16:creationId xmlns:a16="http://schemas.microsoft.com/office/drawing/2014/main" id="{3E8E42F8-A8D3-442F-A26F-C7A35ED0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915025"/>
            <a:ext cx="2095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23" name="dp42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9AAC7865-A76E-430B-86DB-C3EA3AB4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957411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트랜잭션 관리자</a:t>
            </a:r>
          </a:p>
        </p:txBody>
      </p:sp>
      <p:sp>
        <p:nvSpPr>
          <p:cNvPr id="124" name="dp42-comparison / n152">
            <a:extLst xmlns:a="http://schemas.openxmlformats.org/drawingml/2006/main">
              <a:ext uri="{FF2B5EF4-FFF2-40B4-BE49-F238E27FC236}">
                <a16:creationId xmlns:a16="http://schemas.microsoft.com/office/drawing/2014/main" id="{8E5691E9-0E9E-4077-96A9-606C2BC6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00800"/>
            <a:ext cx="19050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5" name="dp42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AE413BDA-D156-499F-B8F3-B143356C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1733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26" name="dp42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39A4A96B-2F51-40F2-BF99-8AEF2DF5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38625"/>
            <a:ext cx="1000125" cy="1676400"/>
          </a:xfrm>
          <a:custGeom xmlns:a="http://schemas.openxmlformats.org/drawingml/2006/main">
            <a:pathLst>
              <a:path w="1000125" h="1676400">
                <a:moveTo>
                  <a:pt x="0" y="0"/>
                </a:moveTo>
                <a:lnTo>
                  <a:pt x="285750" y="0"/>
                </a:lnTo>
                <a:lnTo>
                  <a:pt x="285750" y="1600200"/>
                </a:lnTo>
                <a:lnTo>
                  <a:pt x="1000125" y="1600200"/>
                </a:lnTo>
                <a:lnTo>
                  <a:pt x="1000125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2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6C8CA28D-60D5-4EB1-93C6-70B01668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947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2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31993372-096B-4D90-9173-F7C5EA0E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38625"/>
            <a:ext cx="619125" cy="1676400"/>
          </a:xfrm>
          <a:custGeom xmlns:a="http://schemas.openxmlformats.org/drawingml/2006/main">
            <a:pathLst>
              <a:path w="619125" h="1676400">
                <a:moveTo>
                  <a:pt x="619125" y="0"/>
                </a:moveTo>
                <a:lnTo>
                  <a:pt x="571500" y="0"/>
                </a:lnTo>
                <a:lnTo>
                  <a:pt x="571500" y="1600200"/>
                </a:lnTo>
                <a:lnTo>
                  <a:pt x="0" y="1600200"/>
                </a:lnTo>
                <a:lnTo>
                  <a:pt x="0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9" name="dp42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49BB898E-A8D9-4238-A194-912677EF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2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A25A9B6B-742C-416D-B972-A4AFA658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6210300"/>
            <a:ext cx="95250" cy="190500"/>
          </a:xfrm>
          <a:custGeom xmlns:a="http://schemas.openxmlformats.org/drawingml/2006/main">
            <a:pathLst>
              <a:path w="95250" h="190500">
                <a:moveTo>
                  <a:pt x="0" y="0"/>
                </a:moveTo>
                <a:lnTo>
                  <a:pt x="0" y="85725"/>
                </a:lnTo>
                <a:lnTo>
                  <a:pt x="95250" y="85725"/>
                </a:lnTo>
                <a:lnTo>
                  <a:pt x="9525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2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0E9DAE32-C969-41A1-9F06-23C9450E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85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2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1D979FE1-4F22-45E7-BC16-27C85045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915025"/>
            <a:ext cx="95250" cy="771525"/>
          </a:xfrm>
          <a:custGeom xmlns:a="http://schemas.openxmlformats.org/drawingml/2006/main">
            <a:pathLst>
              <a:path w="95250" h="771525">
                <a:moveTo>
                  <a:pt x="95250" y="771525"/>
                </a:moveTo>
                <a:lnTo>
                  <a:pt x="95250" y="400050"/>
                </a:lnTo>
                <a:lnTo>
                  <a:pt x="0" y="4000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2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B1E350C4-EA59-46B4-9CDC-0FA75A29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91502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2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4CD1FCD1-3A67-4DC9-995B-B0263801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29100"/>
            <a:ext cx="476250" cy="1833563"/>
          </a:xfrm>
          <a:custGeom xmlns:a="http://schemas.openxmlformats.org/drawingml/2006/main">
            <a:pathLst>
              <a:path w="476250" h="1833563">
                <a:moveTo>
                  <a:pt x="476250" y="1833563"/>
                </a:moveTo>
                <a:lnTo>
                  <a:pt x="228600" y="1833563"/>
                </a:lnTo>
                <a:lnTo>
                  <a:pt x="2286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5" name="dp42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607A2305-9A6B-45B9-8920-523918FD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2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5DC146B7-1452-4A44-9318-6740ABF2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29100"/>
            <a:ext cx="95250" cy="1833563"/>
          </a:xfrm>
          <a:custGeom xmlns:a="http://schemas.openxmlformats.org/drawingml/2006/main">
            <a:pathLst>
              <a:path w="95250" h="1833563">
                <a:moveTo>
                  <a:pt x="0" y="1833563"/>
                </a:moveTo>
                <a:lnTo>
                  <a:pt x="66675" y="1833563"/>
                </a:lnTo>
                <a:lnTo>
                  <a:pt x="66675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2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C9FE2C12-8703-47F4-95D4-5173F14D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2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BB4562C2-DB6A-4AC2-A424-00E4E111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95925"/>
            <a:ext cx="2962275" cy="904875"/>
          </a:xfrm>
          <a:custGeom xmlns:a="http://schemas.openxmlformats.org/drawingml/2006/main">
            <a:pathLst>
              <a:path w="2962275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2962275" y="762000"/>
                </a:lnTo>
                <a:lnTo>
                  <a:pt x="2962275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2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5E11F91C-BFCA-47A4-B5AC-A87EF97D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60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2-comparison / n165">
            <a:extLst xmlns:a="http://schemas.openxmlformats.org/drawingml/2006/main">
              <a:ext uri="{FF2B5EF4-FFF2-40B4-BE49-F238E27FC236}">
                <a16:creationId xmlns:a16="http://schemas.microsoft.com/office/drawing/2014/main" id="{3FE1C58A-952A-4B11-BF8B-F5EE7F59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1" name="dp42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0DE7FD83-3725-4574-A682-46E6CA81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2" name="dp42-comparison / n167">
            <a:extLst xmlns:a="http://schemas.openxmlformats.org/drawingml/2006/main">
              <a:ext uri="{FF2B5EF4-FFF2-40B4-BE49-F238E27FC236}">
                <a16:creationId xmlns:a16="http://schemas.microsoft.com/office/drawing/2014/main" id="{7D240767-E354-45C3-8F38-D1DF77C4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3" name="dp42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86A77CFB-2B3D-469E-B443-199F83D5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4" name="dp42-comparison / n169">
            <a:extLst xmlns:a="http://schemas.openxmlformats.org/drawingml/2006/main">
              <a:ext uri="{FF2B5EF4-FFF2-40B4-BE49-F238E27FC236}">
                <a16:creationId xmlns:a16="http://schemas.microsoft.com/office/drawing/2014/main" id="{7728013B-58F4-4F0F-A65F-456C26DC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5" name="dp42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C0F954B2-6D66-4109-9227-AF428B23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46" name="dp42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568AD41F-AA68-41A4-9179-D18B5928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7" name="dp42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BA2DF226-3D9E-4956-94E7-D838CE81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2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EBEBC101-0879-411C-A7C5-95BA4F7F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9" name="dp42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C72DB567-3601-45DB-88BE-79BEF625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0" name="dp42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2E2FD07D-FC83-4444-9533-FF30120F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85725" cy="1647825"/>
          </a:xfrm>
          <a:custGeom xmlns:a="http://schemas.openxmlformats.org/drawingml/2006/main">
            <a:pathLst>
              <a:path w="85725" h="1647825">
                <a:moveTo>
                  <a:pt x="0" y="1647825"/>
                </a:moveTo>
                <a:lnTo>
                  <a:pt x="85725" y="1647825"/>
                </a:lnTo>
                <a:lnTo>
                  <a:pt x="857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1" name="dp42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369E2C07-FAE1-4DCF-BEF7-C87E8C79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2" name="dp42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A02132FF-5B00-4591-8A3F-7D88FFB5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781550"/>
            <a:ext cx="1095375" cy="2238375"/>
          </a:xfrm>
          <a:custGeom xmlns:a="http://schemas.openxmlformats.org/drawingml/2006/main">
            <a:pathLst>
              <a:path w="1095375" h="2238375">
                <a:moveTo>
                  <a:pt x="0" y="0"/>
                </a:moveTo>
                <a:lnTo>
                  <a:pt x="409575" y="0"/>
                </a:lnTo>
                <a:lnTo>
                  <a:pt x="4095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3" name="dp42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3F887969-5A8F-4704-B3D2-D1BABDDB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7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4" name="dp42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AEDFDD4A-2778-44C3-815E-E7F442EC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76800"/>
            <a:ext cx="1285875" cy="2143125"/>
          </a:xfrm>
          <a:custGeom xmlns:a="http://schemas.openxmlformats.org/drawingml/2006/main">
            <a:pathLst>
              <a:path w="1285875" h="2143125">
                <a:moveTo>
                  <a:pt x="1285875" y="2143125"/>
                </a:moveTo>
                <a:lnTo>
                  <a:pt x="1285875" y="2066925"/>
                </a:lnTo>
                <a:lnTo>
                  <a:pt x="457200" y="2066925"/>
                </a:lnTo>
                <a:lnTo>
                  <a:pt x="4572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5" name="dp42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3A7C272E-3489-4625-B5B4-536932E4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6" name="dp42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460F42F2-B7C4-4B4A-A136-5372BB63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333375" y="0"/>
                </a:lnTo>
                <a:lnTo>
                  <a:pt x="3333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7" name="dp42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5947D5A4-2283-41B0-92BA-11C46C8F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8" name="dp42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1F45D2BA-BAC5-4623-A497-89B12BCB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352425" y="1295400"/>
                </a:lnTo>
                <a:lnTo>
                  <a:pt x="3524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9" name="dp42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39349F24-1BED-4EAF-8152-FA8B946B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0" name="dp42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14B7A37A-05D9-4532-9CEA-8F10380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8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61" name="dp42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AAF2A876-A73F-4E24-81A2-2690A4A5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6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2" name="dp42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283989AB-A519-4811-96D3-0274C600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63" name="dp42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5FB4083F-3395-49A2-9E7E-C2FD20BB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4" name="dp42-comparison / n82">
            <a:extLst xmlns:a="http://schemas.openxmlformats.org/drawingml/2006/main">
              <a:ext uri="{FF2B5EF4-FFF2-40B4-BE49-F238E27FC236}">
                <a16:creationId xmlns:a16="http://schemas.microsoft.com/office/drawing/2014/main" id="{A20B0437-33BE-41F5-A4EF-617EF37E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p42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C9708617-8229-4EAE-BC8B-DF701123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166" name="dp42-comparison / n84">
            <a:extLst xmlns:a="http://schemas.openxmlformats.org/drawingml/2006/main">
              <a:ext uri="{FF2B5EF4-FFF2-40B4-BE49-F238E27FC236}">
                <a16:creationId xmlns:a16="http://schemas.microsoft.com/office/drawing/2014/main" id="{18047F02-CFAE-421F-9B93-22FFD093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p42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21851994-7AC5-44B8-9B73-A66525F8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168" name="dp42-comparison / n87">
            <a:extLst xmlns:a="http://schemas.openxmlformats.org/drawingml/2006/main">
              <a:ext uri="{FF2B5EF4-FFF2-40B4-BE49-F238E27FC236}">
                <a16:creationId xmlns:a16="http://schemas.microsoft.com/office/drawing/2014/main" id="{8982A855-5BC2-46FE-9C7C-8146EE4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p42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B4C6D162-8E5C-4BAA-BE5A-B5399115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170" name="dp42-comparison / n89">
            <a:extLst xmlns:a="http://schemas.openxmlformats.org/drawingml/2006/main">
              <a:ext uri="{FF2B5EF4-FFF2-40B4-BE49-F238E27FC236}">
                <a16:creationId xmlns:a16="http://schemas.microsoft.com/office/drawing/2014/main" id="{31E1E58F-DD07-4F3A-9716-13DB3761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p42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BCF89135-F6D6-4E78-BB99-05E4CBBF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72" name="dp42-comparison / n92">
            <a:extLst xmlns:a="http://schemas.openxmlformats.org/drawingml/2006/main">
              <a:ext uri="{FF2B5EF4-FFF2-40B4-BE49-F238E27FC236}">
                <a16:creationId xmlns:a16="http://schemas.microsoft.com/office/drawing/2014/main" id="{87B4DC90-8637-473B-8123-7468116C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p42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2CC3A3F5-3CAA-4061-AAFC-DC801F4B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174" name="dp42-comparison / n94">
            <a:extLst xmlns:a="http://schemas.openxmlformats.org/drawingml/2006/main">
              <a:ext uri="{FF2B5EF4-FFF2-40B4-BE49-F238E27FC236}">
                <a16:creationId xmlns:a16="http://schemas.microsoft.com/office/drawing/2014/main" id="{F2156609-ACB5-498B-8B96-BC7C0A43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p42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B9755A8E-470F-425A-9E3F-AAE8E288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176" name="dp42-comparison / n97">
            <a:extLst xmlns:a="http://schemas.openxmlformats.org/drawingml/2006/main">
              <a:ext uri="{FF2B5EF4-FFF2-40B4-BE49-F238E27FC236}">
                <a16:creationId xmlns:a16="http://schemas.microsoft.com/office/drawing/2014/main" id="{F13030EB-E182-4C5E-B325-7C745045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p42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6696796E-0993-4241-9B86-79E12A19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178" name="dp42-comparison / n99">
            <a:extLst xmlns:a="http://schemas.openxmlformats.org/drawingml/2006/main">
              <a:ext uri="{FF2B5EF4-FFF2-40B4-BE49-F238E27FC236}">
                <a16:creationId xmlns:a16="http://schemas.microsoft.com/office/drawing/2014/main" id="{D74F244B-5A25-4001-AE1E-8AE57F40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p42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44B0C4B8-4F00-447C-867B-0ADCA9ED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180" name="dp42-comparison / n102">
            <a:extLst xmlns:a="http://schemas.openxmlformats.org/drawingml/2006/main">
              <a:ext uri="{FF2B5EF4-FFF2-40B4-BE49-F238E27FC236}">
                <a16:creationId xmlns:a16="http://schemas.microsoft.com/office/drawing/2014/main" id="{E26A026C-7CF7-4B5A-A366-799FD05C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p42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22C79BD8-FBA3-471D-926E-45F4DE77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182" name="dp42-comparison / n104">
            <a:extLst xmlns:a="http://schemas.openxmlformats.org/drawingml/2006/main">
              <a:ext uri="{FF2B5EF4-FFF2-40B4-BE49-F238E27FC236}">
                <a16:creationId xmlns:a16="http://schemas.microsoft.com/office/drawing/2014/main" id="{753C05BC-AB14-4376-8ABB-0AA8264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p42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7BA29C23-B2B0-46B1-B5DC-8CB9AC36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184" name="dp42-comparison / n108">
            <a:extLst xmlns:a="http://schemas.openxmlformats.org/drawingml/2006/main">
              <a:ext uri="{FF2B5EF4-FFF2-40B4-BE49-F238E27FC236}">
                <a16:creationId xmlns:a16="http://schemas.microsoft.com/office/drawing/2014/main" id="{EA3B5BC5-02EB-47E8-86D0-584B4897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71875"/>
            <a:ext cx="288226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p42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62964174-8E36-4BC1-8E77-C319A596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81400"/>
            <a:ext cx="51435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같은 실행 경계 / 관련 변경의 공동 확정</a:t>
            </a:r>
          </a:p>
        </p:txBody>
      </p:sp>
      <p:sp>
        <p:nvSpPr>
          <p:cNvPr id="186" name="dp42-comparison / n120">
            <a:extLst xmlns:a="http://schemas.openxmlformats.org/drawingml/2006/main">
              <a:ext uri="{FF2B5EF4-FFF2-40B4-BE49-F238E27FC236}">
                <a16:creationId xmlns:a16="http://schemas.microsoft.com/office/drawing/2014/main" id="{CEAD7F72-FB65-4DD2-A426-A3374568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p42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7B75F542-8AB5-4A72-823A-76121CAA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188" name="dp42-comparison / n122">
            <a:extLst xmlns:a="http://schemas.openxmlformats.org/drawingml/2006/main">
              <a:ext uri="{FF2B5EF4-FFF2-40B4-BE49-F238E27FC236}">
                <a16:creationId xmlns:a16="http://schemas.microsoft.com/office/drawing/2014/main" id="{7CFB82B6-A712-4972-83C4-15B9827E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2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DD632CF0-3E18-4694-BF3A-B6A0B9CD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190" name="dp42-comparison / n126">
            <a:extLst xmlns:a="http://schemas.openxmlformats.org/drawingml/2006/main">
              <a:ext uri="{FF2B5EF4-FFF2-40B4-BE49-F238E27FC236}">
                <a16:creationId xmlns:a16="http://schemas.microsoft.com/office/drawing/2014/main" id="{EE6E88EB-F115-4F49-9251-A273C7A1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2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9E32802C-F627-48D5-B669-72A347AF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192" name="dp42-comparison / n129">
            <a:extLst xmlns:a="http://schemas.openxmlformats.org/drawingml/2006/main">
              <a:ext uri="{FF2B5EF4-FFF2-40B4-BE49-F238E27FC236}">
                <a16:creationId xmlns:a16="http://schemas.microsoft.com/office/drawing/2014/main" id="{55FC9D74-12A1-4399-B548-6613986F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2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8BE2F843-5C7F-4279-9924-727B6EF9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194" name="dp42-comparison / n132">
            <a:extLst xmlns:a="http://schemas.openxmlformats.org/drawingml/2006/main">
              <a:ext uri="{FF2B5EF4-FFF2-40B4-BE49-F238E27FC236}">
                <a16:creationId xmlns:a16="http://schemas.microsoft.com/office/drawing/2014/main" id="{E976F0F7-4135-472B-B9B2-E2FD13A7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2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46989650-B816-466F-83E9-101E5098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196" name="dp42-comparison / n136">
            <a:extLst xmlns:a="http://schemas.openxmlformats.org/drawingml/2006/main">
              <a:ext uri="{FF2B5EF4-FFF2-40B4-BE49-F238E27FC236}">
                <a16:creationId xmlns:a16="http://schemas.microsoft.com/office/drawing/2014/main" id="{2B2F88DF-A683-4F98-BFFF-FD3A8296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p42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3DD94820-FA66-488A-ABD8-CBD1A9FB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198" name="dp42-comparison / n140">
            <a:extLst xmlns:a="http://schemas.openxmlformats.org/drawingml/2006/main">
              <a:ext uri="{FF2B5EF4-FFF2-40B4-BE49-F238E27FC236}">
                <a16:creationId xmlns:a16="http://schemas.microsoft.com/office/drawing/2014/main" id="{431B3385-6FD2-4883-8D03-0D3661DE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p42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9C414FB3-DDF0-43A8-952C-83186936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200" name="dp42-comparison / n141 / text 2">
            <a:extLst xmlns:a="http://schemas.openxmlformats.org/drawingml/2006/main">
              <a:ext uri="{FF2B5EF4-FFF2-40B4-BE49-F238E27FC236}">
                <a16:creationId xmlns:a16="http://schemas.microsoft.com/office/drawing/2014/main" id="{5C0CF358-1D8E-49E7-8257-5F8FB9F3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201" name="dp42-comparison / n142">
            <a:extLst xmlns:a="http://schemas.openxmlformats.org/drawingml/2006/main">
              <a:ext uri="{FF2B5EF4-FFF2-40B4-BE49-F238E27FC236}">
                <a16:creationId xmlns:a16="http://schemas.microsoft.com/office/drawing/2014/main" id="{11134420-441D-426B-880A-FBA35D99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2-comparison / n143 / text 1">
            <a:extLst xmlns:a="http://schemas.openxmlformats.org/drawingml/2006/main">
              <a:ext uri="{FF2B5EF4-FFF2-40B4-BE49-F238E27FC236}">
                <a16:creationId xmlns:a16="http://schemas.microsoft.com/office/drawing/2014/main" id="{26467BC0-CF69-4CDD-8C30-FB501AD9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203" name="dp42-comparison / n146">
            <a:extLst xmlns:a="http://schemas.openxmlformats.org/drawingml/2006/main">
              <a:ext uri="{FF2B5EF4-FFF2-40B4-BE49-F238E27FC236}">
                <a16:creationId xmlns:a16="http://schemas.microsoft.com/office/drawing/2014/main" id="{C8F1CAA5-AD7C-40FF-B699-CC06E740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2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7139D498-59B9-48E4-9D66-F747F773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205" name="dp42-comparison / n147 / text 2">
            <a:extLst xmlns:a="http://schemas.openxmlformats.org/drawingml/2006/main">
              <a:ext uri="{FF2B5EF4-FFF2-40B4-BE49-F238E27FC236}">
                <a16:creationId xmlns:a16="http://schemas.microsoft.com/office/drawing/2014/main" id="{4C36E59C-2AF6-48B8-9886-6F925154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206" name="dp42-comparison / n148">
            <a:extLst xmlns:a="http://schemas.openxmlformats.org/drawingml/2006/main">
              <a:ext uri="{FF2B5EF4-FFF2-40B4-BE49-F238E27FC236}">
                <a16:creationId xmlns:a16="http://schemas.microsoft.com/office/drawing/2014/main" id="{07E9617C-4E08-48EC-9509-882FBA5A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p42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CA6BDC1D-1A3E-448E-BB1D-5F33397B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208" name="dp42-comparison / n158">
            <a:extLst xmlns:a="http://schemas.openxmlformats.org/drawingml/2006/main">
              <a:ext uri="{FF2B5EF4-FFF2-40B4-BE49-F238E27FC236}">
                <a16:creationId xmlns:a16="http://schemas.microsoft.com/office/drawing/2014/main" id="{455494F7-2790-40D3-8D0C-7E789832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000750"/>
            <a:ext cx="2105787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2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34189CE9-5169-4A0D-AAAC-3C41222C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01027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R2↔Q1↔T1 연결과 K1을</a:t>
            </a:r>
          </a:p>
        </p:txBody>
      </p:sp>
      <p:sp>
        <p:nvSpPr>
          <p:cNvPr id="210" name="dp42-comparison / n159 / text 2">
            <a:extLst xmlns:a="http://schemas.openxmlformats.org/drawingml/2006/main">
              <a:ext uri="{FF2B5EF4-FFF2-40B4-BE49-F238E27FC236}">
                <a16:creationId xmlns:a16="http://schemas.microsoft.com/office/drawing/2014/main" id="{0E5241FA-08BE-45FF-8146-C2694015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17029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관련 owner 변경으로 함께 확정</a:t>
            </a:r>
          </a:p>
        </p:txBody>
      </p:sp>
      <p:sp>
        <p:nvSpPr>
          <p:cNvPr id="211" name="dp42-comparison / n160">
            <a:extLst xmlns:a="http://schemas.openxmlformats.org/drawingml/2006/main">
              <a:ext uri="{FF2B5EF4-FFF2-40B4-BE49-F238E27FC236}">
                <a16:creationId xmlns:a16="http://schemas.microsoft.com/office/drawing/2014/main" id="{B35150B1-A317-435C-8EDD-BA67B51A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6000750"/>
            <a:ext cx="181775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2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708C2A9A-5702-4922-90F9-F919D875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01027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성공: 둘 다 반영</a:t>
            </a:r>
          </a:p>
        </p:txBody>
      </p:sp>
      <p:sp>
        <p:nvSpPr>
          <p:cNvPr id="213" name="dp42-comparison / n161 / text 2">
            <a:extLst xmlns:a="http://schemas.openxmlformats.org/drawingml/2006/main">
              <a:ext uri="{FF2B5EF4-FFF2-40B4-BE49-F238E27FC236}">
                <a16:creationId xmlns:a16="http://schemas.microsoft.com/office/drawing/2014/main" id="{3404E319-7E6F-4C49-9CC8-62F1FE47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17029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충돌 / 실패: 둘 다 미반영</a:t>
            </a:r>
          </a:p>
        </p:txBody>
      </p:sp>
      <p:sp>
        <p:nvSpPr>
          <p:cNvPr id="214" name="dp42-comparison / n174">
            <a:extLst xmlns:a="http://schemas.openxmlformats.org/drawingml/2006/main">
              <a:ext uri="{FF2B5EF4-FFF2-40B4-BE49-F238E27FC236}">
                <a16:creationId xmlns:a16="http://schemas.microsoft.com/office/drawing/2014/main" id="{A5536A9D-CE3A-407C-A1DD-68651E22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2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13B3F9D8-6993-4390-93D7-D28A695E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216" name="dp42-comparison / n182">
            <a:extLst xmlns:a="http://schemas.openxmlformats.org/drawingml/2006/main">
              <a:ext uri="{FF2B5EF4-FFF2-40B4-BE49-F238E27FC236}">
                <a16:creationId xmlns:a16="http://schemas.microsoft.com/office/drawing/2014/main" id="{C521F387-1232-45DC-9328-1BA2D3E4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2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34B34719-CA29-4232-9B1D-0036C0CF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218" name="dp42-comparison / n184">
            <a:extLst xmlns:a="http://schemas.openxmlformats.org/drawingml/2006/main">
              <a:ext uri="{FF2B5EF4-FFF2-40B4-BE49-F238E27FC236}">
                <a16:creationId xmlns:a16="http://schemas.microsoft.com/office/drawing/2014/main" id="{22C1A177-229A-45D1-BC7B-0BBBC6E3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2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C697EFD5-8C1A-406E-AB48-5244B42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220" name="dp42-comparison / n186">
            <a:extLst xmlns:a="http://schemas.openxmlformats.org/drawingml/2006/main">
              <a:ext uri="{FF2B5EF4-FFF2-40B4-BE49-F238E27FC236}">
                <a16:creationId xmlns:a16="http://schemas.microsoft.com/office/drawing/2014/main" id="{D4D7FE4E-74D8-431C-8054-45C3C976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p42-comparison / n187 / text 1">
            <a:extLst xmlns:a="http://schemas.openxmlformats.org/drawingml/2006/main">
              <a:ext uri="{FF2B5EF4-FFF2-40B4-BE49-F238E27FC236}">
                <a16:creationId xmlns:a16="http://schemas.microsoft.com/office/drawing/2014/main" id="{C1AB4083-8098-45C6-A913-53465D26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222" name="dp42-comparison / n188">
            <a:extLst xmlns:a="http://schemas.openxmlformats.org/drawingml/2006/main">
              <a:ext uri="{FF2B5EF4-FFF2-40B4-BE49-F238E27FC236}">
                <a16:creationId xmlns:a16="http://schemas.microsoft.com/office/drawing/2014/main" id="{AC28239D-ED7E-4AE9-84EE-B43BA6E5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2-comparison / n189 / text 1">
            <a:extLst xmlns:a="http://schemas.openxmlformats.org/drawingml/2006/main">
              <a:ext uri="{FF2B5EF4-FFF2-40B4-BE49-F238E27FC236}">
                <a16:creationId xmlns:a16="http://schemas.microsoft.com/office/drawing/2014/main" id="{9D45F6D7-A9D3-4A6C-AD2E-216E6041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  <p:sp>
        <p:nvSpPr>
          <p:cNvPr id="224" name="dp42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A919421D-B1B8-46A4-9F73-EC9760CC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2-comparison / n199 / path">
            <a:extLst xmlns:a="http://schemas.openxmlformats.org/drawingml/2006/main">
              <a:ext uri="{FF2B5EF4-FFF2-40B4-BE49-F238E27FC236}">
                <a16:creationId xmlns:a16="http://schemas.microsoft.com/office/drawing/2014/main" id="{EFE3BD0E-8A08-4259-89A4-BF88D1A4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6" name="dp42-comparison / n204 / path">
            <a:extLst xmlns:a="http://schemas.openxmlformats.org/drawingml/2006/main">
              <a:ext uri="{FF2B5EF4-FFF2-40B4-BE49-F238E27FC236}">
                <a16:creationId xmlns:a16="http://schemas.microsoft.com/office/drawing/2014/main" id="{49659515-EB55-4D3D-AF33-5BA84CEF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2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3E272796-F5F2-4DEB-9E09-0F85213D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8" name="dp42-comparison / n214">
            <a:extLst xmlns:a="http://schemas.openxmlformats.org/drawingml/2006/main">
              <a:ext uri="{FF2B5EF4-FFF2-40B4-BE49-F238E27FC236}">
                <a16:creationId xmlns:a16="http://schemas.microsoft.com/office/drawing/2014/main" id="{E7374F36-5772-4EED-9986-51D62B33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495675"/>
            <a:ext cx="40005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29" name="dp42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EEED22FB-2B77-401D-9906-FBC351E4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590925"/>
            <a:ext cx="3752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대화 서비스</a:t>
            </a:r>
          </a:p>
        </p:txBody>
      </p:sp>
      <p:sp>
        <p:nvSpPr>
          <p:cNvPr id="230" name="dp42-comparison / n216">
            <a:extLst xmlns:a="http://schemas.openxmlformats.org/drawingml/2006/main">
              <a:ext uri="{FF2B5EF4-FFF2-40B4-BE49-F238E27FC236}">
                <a16:creationId xmlns:a16="http://schemas.microsoft.com/office/drawing/2014/main" id="{0A8AEC83-E4A7-447C-8D13-9F088E06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3495675"/>
            <a:ext cx="338137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31" name="dp42-comparison / n217 / text 1">
            <a:extLst xmlns:a="http://schemas.openxmlformats.org/drawingml/2006/main">
              <a:ext uri="{FF2B5EF4-FFF2-40B4-BE49-F238E27FC236}">
                <a16:creationId xmlns:a16="http://schemas.microsoft.com/office/drawing/2014/main" id="{79D0E7DA-BE77-4EEE-AC54-2A5FA0F5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3590925"/>
            <a:ext cx="31337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 서비스</a:t>
            </a:r>
          </a:p>
        </p:txBody>
      </p:sp>
      <p:sp>
        <p:nvSpPr>
          <p:cNvPr id="232" name="dp42-comparison / n222">
            <a:extLst xmlns:a="http://schemas.openxmlformats.org/drawingml/2006/main">
              <a:ext uri="{FF2B5EF4-FFF2-40B4-BE49-F238E27FC236}">
                <a16:creationId xmlns:a16="http://schemas.microsoft.com/office/drawing/2014/main" id="{3FA68D3C-C0F8-4A9B-A0EF-81EE4371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3" name="dp42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DCF902C-EA78-46A5-BD01-A6279CA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34" name="dp42-comparison / n224">
            <a:extLst xmlns:a="http://schemas.openxmlformats.org/drawingml/2006/main">
              <a:ext uri="{FF2B5EF4-FFF2-40B4-BE49-F238E27FC236}">
                <a16:creationId xmlns:a16="http://schemas.microsoft.com/office/drawing/2014/main" id="{B09EE3F8-16B0-45CA-89E3-B7A73ADC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5" name="dp42-comparison / n225 / text 1">
            <a:extLst xmlns:a="http://schemas.openxmlformats.org/drawingml/2006/main">
              <a:ext uri="{FF2B5EF4-FFF2-40B4-BE49-F238E27FC236}">
                <a16:creationId xmlns:a16="http://schemas.microsoft.com/office/drawing/2014/main" id="{106D9430-9011-4DD0-A080-9448B8A5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36" name="dp42-comparison / n226">
            <a:extLst xmlns:a="http://schemas.openxmlformats.org/drawingml/2006/main">
              <a:ext uri="{FF2B5EF4-FFF2-40B4-BE49-F238E27FC236}">
                <a16:creationId xmlns:a16="http://schemas.microsoft.com/office/drawing/2014/main" id="{48363BB2-AC2B-4783-9528-F000402A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7" name="dp42-comparison / n227 / text 1">
            <a:extLst xmlns:a="http://schemas.openxmlformats.org/drawingml/2006/main">
              <a:ext uri="{FF2B5EF4-FFF2-40B4-BE49-F238E27FC236}">
                <a16:creationId xmlns:a16="http://schemas.microsoft.com/office/drawing/2014/main" id="{DBD802FF-03FB-4D2A-A7C8-419A150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38" name="dp42-comparison / n228">
            <a:extLst xmlns:a="http://schemas.openxmlformats.org/drawingml/2006/main">
              <a:ext uri="{FF2B5EF4-FFF2-40B4-BE49-F238E27FC236}">
                <a16:creationId xmlns:a16="http://schemas.microsoft.com/office/drawing/2014/main" id="{FEC3A8D6-1DCD-490B-AAD9-163DA790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9" name="dp42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3E0B4D48-7439-4F37-A35F-F1D71304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40" name="dp42-comparison / n230">
            <a:extLst xmlns:a="http://schemas.openxmlformats.org/drawingml/2006/main">
              <a:ext uri="{FF2B5EF4-FFF2-40B4-BE49-F238E27FC236}">
                <a16:creationId xmlns:a16="http://schemas.microsoft.com/office/drawing/2014/main" id="{DF097DB0-98F0-4FFE-B5FE-0CD59A67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41" name="dp42-comparison / n231 / text 1">
            <a:extLst xmlns:a="http://schemas.openxmlformats.org/drawingml/2006/main">
              <a:ext uri="{FF2B5EF4-FFF2-40B4-BE49-F238E27FC236}">
                <a16:creationId xmlns:a16="http://schemas.microsoft.com/office/drawing/2014/main" id="{546E4476-D754-4CAD-AA2A-C27ABA0B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242" name="dp42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5F294762-D378-43C9-A669-5E7E5D19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2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5BFD428A-45C8-4A28-9668-9AA0D80F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647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2-comparison / n237 / path">
            <a:extLst xmlns:a="http://schemas.openxmlformats.org/drawingml/2006/main">
              <a:ext uri="{FF2B5EF4-FFF2-40B4-BE49-F238E27FC236}">
                <a16:creationId xmlns:a16="http://schemas.microsoft.com/office/drawing/2014/main" id="{E542AE28-1E84-4852-9FE6-5AB884A3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2-comparison / n237 / arrow">
            <a:extLst xmlns:a="http://schemas.openxmlformats.org/drawingml/2006/main">
              <a:ext uri="{FF2B5EF4-FFF2-40B4-BE49-F238E27FC236}">
                <a16:creationId xmlns:a16="http://schemas.microsoft.com/office/drawing/2014/main" id="{A324BC67-75CA-442D-B38C-0B057518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2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231E6E56-2F0F-4DD3-9572-3EF320FE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2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D855FF90-82EE-42C0-8656-6F89A892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2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A66DC805-85FF-436A-9A83-5DD510AA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2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F9C8F40B-FAC3-4D4F-86A8-BC48AE4B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2-comparison / n246 / path">
            <a:extLst xmlns:a="http://schemas.openxmlformats.org/drawingml/2006/main">
              <a:ext uri="{FF2B5EF4-FFF2-40B4-BE49-F238E27FC236}">
                <a16:creationId xmlns:a16="http://schemas.microsoft.com/office/drawing/2014/main" id="{41A4BA7C-AA2C-4C5D-89D5-F05520FA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81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2-comparison / n246 / arrow">
            <a:extLst xmlns:a="http://schemas.openxmlformats.org/drawingml/2006/main">
              <a:ext uri="{FF2B5EF4-FFF2-40B4-BE49-F238E27FC236}">
                <a16:creationId xmlns:a16="http://schemas.microsoft.com/office/drawing/2014/main" id="{71F0195D-E709-4E7E-9127-BB25A13A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28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2-comparison / n247 / path">
            <a:extLst xmlns:a="http://schemas.openxmlformats.org/drawingml/2006/main">
              <a:ext uri="{FF2B5EF4-FFF2-40B4-BE49-F238E27FC236}">
                <a16:creationId xmlns:a16="http://schemas.microsoft.com/office/drawing/2014/main" id="{2F873692-F33B-4029-BFD2-3AF0D496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906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2-comparison / n247 / arrow">
            <a:extLst xmlns:a="http://schemas.openxmlformats.org/drawingml/2006/main">
              <a:ext uri="{FF2B5EF4-FFF2-40B4-BE49-F238E27FC236}">
                <a16:creationId xmlns:a16="http://schemas.microsoft.com/office/drawing/2014/main" id="{7CD6E4BF-52FA-456F-B601-BC927952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553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2-comparison / n250 / path">
            <a:extLst xmlns:a="http://schemas.openxmlformats.org/drawingml/2006/main">
              <a:ext uri="{FF2B5EF4-FFF2-40B4-BE49-F238E27FC236}">
                <a16:creationId xmlns:a16="http://schemas.microsoft.com/office/drawing/2014/main" id="{4F8537F6-772B-4044-B07C-57590D41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2-comparison / n250 / arrow">
            <a:extLst xmlns:a="http://schemas.openxmlformats.org/drawingml/2006/main">
              <a:ext uri="{FF2B5EF4-FFF2-40B4-BE49-F238E27FC236}">
                <a16:creationId xmlns:a16="http://schemas.microsoft.com/office/drawing/2014/main" id="{D0F0BD6B-8F58-4039-93BB-EE1B84DE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41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2-comparison / n251 / path">
            <a:extLst xmlns:a="http://schemas.openxmlformats.org/drawingml/2006/main">
              <a:ext uri="{FF2B5EF4-FFF2-40B4-BE49-F238E27FC236}">
                <a16:creationId xmlns:a16="http://schemas.microsoft.com/office/drawing/2014/main" id="{57109AE0-B13A-49FF-9510-AB095A79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7" name="dp42-comparison / n251 / arrow">
            <a:extLst xmlns:a="http://schemas.openxmlformats.org/drawingml/2006/main">
              <a:ext uri="{FF2B5EF4-FFF2-40B4-BE49-F238E27FC236}">
                <a16:creationId xmlns:a16="http://schemas.microsoft.com/office/drawing/2014/main" id="{DD8570D9-7933-4B23-89DF-83130EAB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2-comparison / n256 / path">
            <a:extLst xmlns:a="http://schemas.openxmlformats.org/drawingml/2006/main">
              <a:ext uri="{FF2B5EF4-FFF2-40B4-BE49-F238E27FC236}">
                <a16:creationId xmlns:a16="http://schemas.microsoft.com/office/drawing/2014/main" id="{105FD260-1526-4A1C-9F61-E73506DF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9" name="dp42-comparison / n256 / arrow">
            <a:extLst xmlns:a="http://schemas.openxmlformats.org/drawingml/2006/main">
              <a:ext uri="{FF2B5EF4-FFF2-40B4-BE49-F238E27FC236}">
                <a16:creationId xmlns:a16="http://schemas.microsoft.com/office/drawing/2014/main" id="{824417E2-9758-432A-881D-0039D16A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5897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2-comparison / n257 / path">
            <a:extLst xmlns:a="http://schemas.openxmlformats.org/drawingml/2006/main">
              <a:ext uri="{FF2B5EF4-FFF2-40B4-BE49-F238E27FC236}">
                <a16:creationId xmlns:a16="http://schemas.microsoft.com/office/drawing/2014/main" id="{5E916C6B-4E9E-4D3F-9125-6844459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2-comparison / n257 / arrow">
            <a:extLst xmlns:a="http://schemas.openxmlformats.org/drawingml/2006/main">
              <a:ext uri="{FF2B5EF4-FFF2-40B4-BE49-F238E27FC236}">
                <a16:creationId xmlns:a16="http://schemas.microsoft.com/office/drawing/2014/main" id="{6230FA88-5473-402B-8483-6A539565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2" name="dp42-comparison / n262">
            <a:extLst xmlns:a="http://schemas.openxmlformats.org/drawingml/2006/main">
              <a:ext uri="{FF2B5EF4-FFF2-40B4-BE49-F238E27FC236}">
                <a16:creationId xmlns:a16="http://schemas.microsoft.com/office/drawing/2014/main" id="{5803ACA7-5994-40AF-945E-EA03E70B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36195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3" name="dp42-comparison / n263 / text 1">
            <a:extLst xmlns:a="http://schemas.openxmlformats.org/drawingml/2006/main">
              <a:ext uri="{FF2B5EF4-FFF2-40B4-BE49-F238E27FC236}">
                <a16:creationId xmlns:a16="http://schemas.microsoft.com/office/drawing/2014/main" id="{2906B3A0-EDE6-4462-B674-45AA26B1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515100"/>
            <a:ext cx="34480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대화 상태 저장소</a:t>
            </a:r>
          </a:p>
        </p:txBody>
      </p:sp>
      <p:sp>
        <p:nvSpPr>
          <p:cNvPr id="264" name="dp42-comparison / n264">
            <a:extLst xmlns:a="http://schemas.openxmlformats.org/drawingml/2006/main">
              <a:ext uri="{FF2B5EF4-FFF2-40B4-BE49-F238E27FC236}">
                <a16:creationId xmlns:a16="http://schemas.microsoft.com/office/drawing/2014/main" id="{C9656219-A41F-428C-A55A-5E2472C0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6400800"/>
            <a:ext cx="3000375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5" name="dp42-comparison / n265 / text 1">
            <a:extLst xmlns:a="http://schemas.openxmlformats.org/drawingml/2006/main">
              <a:ext uri="{FF2B5EF4-FFF2-40B4-BE49-F238E27FC236}">
                <a16:creationId xmlns:a16="http://schemas.microsoft.com/office/drawing/2014/main" id="{D66525D3-1E12-44EC-992C-ECAEE99F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3725" y="6515100"/>
            <a:ext cx="2828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상태 저장소</a:t>
            </a:r>
          </a:p>
        </p:txBody>
      </p:sp>
      <p:sp>
        <p:nvSpPr>
          <p:cNvPr id="266" name="dp42-comparison / n266 / path">
            <a:extLst xmlns:a="http://schemas.openxmlformats.org/drawingml/2006/main">
              <a:ext uri="{FF2B5EF4-FFF2-40B4-BE49-F238E27FC236}">
                <a16:creationId xmlns:a16="http://schemas.microsoft.com/office/drawing/2014/main" id="{3B16F963-0945-4784-97CF-73C1087B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238625"/>
            <a:ext cx="266700" cy="2162175"/>
          </a:xfrm>
          <a:custGeom xmlns:a="http://schemas.openxmlformats.org/drawingml/2006/main">
            <a:pathLst>
              <a:path w="266700" h="2162175">
                <a:moveTo>
                  <a:pt x="0" y="0"/>
                </a:moveTo>
                <a:lnTo>
                  <a:pt x="266700" y="0"/>
                </a:lnTo>
                <a:lnTo>
                  <a:pt x="266700" y="2057400"/>
                </a:lnTo>
                <a:lnTo>
                  <a:pt x="47625" y="2057400"/>
                </a:lnTo>
                <a:lnTo>
                  <a:pt x="47625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7" name="dp42-comparison / n266 / arrow">
            <a:extLst xmlns:a="http://schemas.openxmlformats.org/drawingml/2006/main">
              <a:ext uri="{FF2B5EF4-FFF2-40B4-BE49-F238E27FC236}">
                <a16:creationId xmlns:a16="http://schemas.microsoft.com/office/drawing/2014/main" id="{A6CCD14B-5E5A-40E2-B76E-5A57C136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372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8" name="dp42-comparison / n267 / path">
            <a:extLst xmlns:a="http://schemas.openxmlformats.org/drawingml/2006/main">
              <a:ext uri="{FF2B5EF4-FFF2-40B4-BE49-F238E27FC236}">
                <a16:creationId xmlns:a16="http://schemas.microsoft.com/office/drawing/2014/main" id="{113BDB7C-C6A2-40E5-BE02-39A97B49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2275" y="4238625"/>
            <a:ext cx="585788" cy="2162175"/>
          </a:xfrm>
          <a:custGeom xmlns:a="http://schemas.openxmlformats.org/drawingml/2006/main">
            <a:pathLst>
              <a:path w="585788" h="2162175">
                <a:moveTo>
                  <a:pt x="514350" y="0"/>
                </a:moveTo>
                <a:lnTo>
                  <a:pt x="0" y="0"/>
                </a:lnTo>
                <a:lnTo>
                  <a:pt x="0" y="2057400"/>
                </a:lnTo>
                <a:lnTo>
                  <a:pt x="585788" y="2057400"/>
                </a:lnTo>
                <a:lnTo>
                  <a:pt x="585788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9" name="dp42-comparison / n267 / arrow">
            <a:extLst xmlns:a="http://schemas.openxmlformats.org/drawingml/2006/main">
              <a:ext uri="{FF2B5EF4-FFF2-40B4-BE49-F238E27FC236}">
                <a16:creationId xmlns:a16="http://schemas.microsoft.com/office/drawing/2014/main" id="{821D7300-9020-497D-A27E-C000E13C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4535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0" name="dp42-comparison / n268 / path">
            <a:extLst xmlns:a="http://schemas.openxmlformats.org/drawingml/2006/main">
              <a:ext uri="{FF2B5EF4-FFF2-40B4-BE49-F238E27FC236}">
                <a16:creationId xmlns:a16="http://schemas.microsoft.com/office/drawing/2014/main" id="{08C72CA6-2014-47FF-A57F-6D9D0505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1938" y="4257675"/>
            <a:ext cx="3929063" cy="285750"/>
          </a:xfrm>
          <a:custGeom xmlns:a="http://schemas.openxmlformats.org/drawingml/2006/main">
            <a:pathLst>
              <a:path w="3929063" h="285750">
                <a:moveTo>
                  <a:pt x="3929063" y="0"/>
                </a:moveTo>
                <a:lnTo>
                  <a:pt x="3929063" y="228600"/>
                </a:lnTo>
                <a:lnTo>
                  <a:pt x="2309813" y="228600"/>
                </a:lnTo>
                <a:lnTo>
                  <a:pt x="2309813" y="285750"/>
                </a:lnTo>
                <a:lnTo>
                  <a:pt x="0" y="2857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1" name="dp42-comparison / n268 / arrow">
            <a:extLst xmlns:a="http://schemas.openxmlformats.org/drawingml/2006/main">
              <a:ext uri="{FF2B5EF4-FFF2-40B4-BE49-F238E27FC236}">
                <a16:creationId xmlns:a16="http://schemas.microsoft.com/office/drawing/2014/main" id="{132C9274-79BF-445A-9C5A-7554AFEF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410" y="42576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2" name="dp42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114D8D84-1371-44A2-B3CA-9DC7304B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495925"/>
            <a:ext cx="914400" cy="904875"/>
          </a:xfrm>
          <a:custGeom xmlns:a="http://schemas.openxmlformats.org/drawingml/2006/main">
            <a:pathLst>
              <a:path w="914400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914400" y="762000"/>
                </a:lnTo>
                <a:lnTo>
                  <a:pt x="914400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73" name="dp42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116E0515-2524-4088-8C97-1568AD46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497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4" name="dp42-comparison / n276">
            <a:extLst xmlns:a="http://schemas.openxmlformats.org/drawingml/2006/main">
              <a:ext uri="{FF2B5EF4-FFF2-40B4-BE49-F238E27FC236}">
                <a16:creationId xmlns:a16="http://schemas.microsoft.com/office/drawing/2014/main" id="{71E1CFF1-8476-4D57-A65F-4D23E66A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5" name="dp42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BA135505-B45B-4EBC-B72F-3B438BD9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6" name="dp42-comparison / n278">
            <a:extLst xmlns:a="http://schemas.openxmlformats.org/drawingml/2006/main">
              <a:ext uri="{FF2B5EF4-FFF2-40B4-BE49-F238E27FC236}">
                <a16:creationId xmlns:a16="http://schemas.microsoft.com/office/drawing/2014/main" id="{596ED37A-D013-4085-856A-9F229C2F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7" name="dp42-comparison / n279 / text 1">
            <a:extLst xmlns:a="http://schemas.openxmlformats.org/drawingml/2006/main">
              <a:ext uri="{FF2B5EF4-FFF2-40B4-BE49-F238E27FC236}">
                <a16:creationId xmlns:a16="http://schemas.microsoft.com/office/drawing/2014/main" id="{43619D77-A3C4-4583-8FB7-88257CE4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78" name="dp42-comparison / n280">
            <a:extLst xmlns:a="http://schemas.openxmlformats.org/drawingml/2006/main">
              <a:ext uri="{FF2B5EF4-FFF2-40B4-BE49-F238E27FC236}">
                <a16:creationId xmlns:a16="http://schemas.microsoft.com/office/drawing/2014/main" id="{486AD4C7-9E58-456B-9F47-01099858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9" name="dp42-comparison / n281 / text 1">
            <a:extLst xmlns:a="http://schemas.openxmlformats.org/drawingml/2006/main">
              <a:ext uri="{FF2B5EF4-FFF2-40B4-BE49-F238E27FC236}">
                <a16:creationId xmlns:a16="http://schemas.microsoft.com/office/drawing/2014/main" id="{6F3C0B7C-1EC2-4F1F-9E87-A3A05D95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097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280" name="dp42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CAD1C2D8-83ED-4C87-AEC9-3D815117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1" name="dp42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426F2160-0CB0-4119-AE9B-48A4375C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2" name="dp42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8DA573AF-F7D9-4706-96CB-F1095FCA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3" name="dp42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A94FD590-C9B6-4D89-96A3-69436D81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1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4" name="dp42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06250986-CC8E-4C63-A0C8-B2C36BB6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400675"/>
            <a:ext cx="2457450" cy="1838325"/>
          </a:xfrm>
          <a:custGeom xmlns:a="http://schemas.openxmlformats.org/drawingml/2006/main">
            <a:pathLst>
              <a:path w="2457450" h="1838325">
                <a:moveTo>
                  <a:pt x="2352675" y="1838325"/>
                </a:moveTo>
                <a:lnTo>
                  <a:pt x="2457450" y="1838325"/>
                </a:lnTo>
                <a:lnTo>
                  <a:pt x="2457450" y="1552575"/>
                </a:lnTo>
                <a:lnTo>
                  <a:pt x="0" y="1552575"/>
                </a:lnTo>
                <a:lnTo>
                  <a:pt x="0" y="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5" name="dp42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5688BA66-1DE4-4F78-B1AD-07C62BAD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53671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6" name="dp42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5E19A266-A203-4F11-94EE-3FE0DCCC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781550"/>
            <a:ext cx="1666875" cy="2238375"/>
          </a:xfrm>
          <a:custGeom xmlns:a="http://schemas.openxmlformats.org/drawingml/2006/main">
            <a:pathLst>
              <a:path w="1666875" h="2238375">
                <a:moveTo>
                  <a:pt x="0" y="0"/>
                </a:moveTo>
                <a:lnTo>
                  <a:pt x="1666875" y="0"/>
                </a:lnTo>
                <a:lnTo>
                  <a:pt x="16668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7" name="dp42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4C09AE8A-7592-421F-8112-8E17F71F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14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8" name="dp42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2564EF95-C743-44B0-86E5-82F20B6F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76800"/>
            <a:ext cx="1724025" cy="2143125"/>
          </a:xfrm>
          <a:custGeom xmlns:a="http://schemas.openxmlformats.org/drawingml/2006/main">
            <a:pathLst>
              <a:path w="1724025" h="2143125">
                <a:moveTo>
                  <a:pt x="1285875" y="2143125"/>
                </a:moveTo>
                <a:lnTo>
                  <a:pt x="1285875" y="2066925"/>
                </a:lnTo>
                <a:lnTo>
                  <a:pt x="1724025" y="2066925"/>
                </a:lnTo>
                <a:lnTo>
                  <a:pt x="17240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9" name="dp42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72E173EC-BCF9-4A6F-BE6B-F6CAEF51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0" name="dp42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5E4E3724-6884-4419-96A3-E73A54D4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1781175" y="0"/>
                </a:lnTo>
                <a:lnTo>
                  <a:pt x="17811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1" name="dp42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32FC3034-1F3C-4BCD-ACC2-24C55239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9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2" name="dp42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31D7E240-9183-48F9-A592-DED5403D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1838325" y="1295400"/>
                </a:lnTo>
                <a:lnTo>
                  <a:pt x="18383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3" name="dp42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CB457F5A-399F-4BDE-A5BF-263F825E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4" name="dp42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1ABFCD6D-6933-47A6-B37D-78CDF021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93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5" name="dp42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6228B74A-60EB-411B-A433-B6350329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0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6" name="dp42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32C2A880-2CD3-45C1-8279-22E3EAED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018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7" name="dp42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16E819B7-3263-4911-B6B7-A9F8A21A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83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8" name="dp42-comparison / n190">
            <a:extLst xmlns:a="http://schemas.openxmlformats.org/drawingml/2006/main">
              <a:ext uri="{FF2B5EF4-FFF2-40B4-BE49-F238E27FC236}">
                <a16:creationId xmlns:a16="http://schemas.microsoft.com/office/drawing/2014/main" id="{D82C77F6-F880-4AF3-BD58-2061A9CB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p42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132C218A-162E-48BC-A4C9-514FE234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300" name="dp42-comparison / n192">
            <a:extLst xmlns:a="http://schemas.openxmlformats.org/drawingml/2006/main">
              <a:ext uri="{FF2B5EF4-FFF2-40B4-BE49-F238E27FC236}">
                <a16:creationId xmlns:a16="http://schemas.microsoft.com/office/drawing/2014/main" id="{4395187E-930F-4E48-A19C-9E73B1A3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p42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3C24D727-713B-44F5-A3B0-15D3C94A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302" name="dp42-comparison / n195">
            <a:extLst xmlns:a="http://schemas.openxmlformats.org/drawingml/2006/main">
              <a:ext uri="{FF2B5EF4-FFF2-40B4-BE49-F238E27FC236}">
                <a16:creationId xmlns:a16="http://schemas.microsoft.com/office/drawing/2014/main" id="{83046212-4081-428F-B4CC-35C516C2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p42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F8FA5015-7F5C-44F5-B7E9-95E0A582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304" name="dp42-comparison / n197">
            <a:extLst xmlns:a="http://schemas.openxmlformats.org/drawingml/2006/main">
              <a:ext uri="{FF2B5EF4-FFF2-40B4-BE49-F238E27FC236}">
                <a16:creationId xmlns:a16="http://schemas.microsoft.com/office/drawing/2014/main" id="{13780312-9A77-4AA6-9787-3638810A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p42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CBD5DA3B-77B6-40D5-8298-7D764BA1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306" name="dp42-comparison / n200">
            <a:extLst xmlns:a="http://schemas.openxmlformats.org/drawingml/2006/main">
              <a:ext uri="{FF2B5EF4-FFF2-40B4-BE49-F238E27FC236}">
                <a16:creationId xmlns:a16="http://schemas.microsoft.com/office/drawing/2014/main" id="{153D74B1-0AAD-4D78-BDFE-F1417F67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p42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25ED1600-D64D-410B-B948-E178A1D5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308" name="dp42-comparison / n202">
            <a:extLst xmlns:a="http://schemas.openxmlformats.org/drawingml/2006/main">
              <a:ext uri="{FF2B5EF4-FFF2-40B4-BE49-F238E27FC236}">
                <a16:creationId xmlns:a16="http://schemas.microsoft.com/office/drawing/2014/main" id="{A40CCDC3-F9D6-4971-898C-3E5DD27F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p42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C81EA946-BF7B-4FC4-B93A-7C736827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310" name="dp42-comparison / n205">
            <a:extLst xmlns:a="http://schemas.openxmlformats.org/drawingml/2006/main">
              <a:ext uri="{FF2B5EF4-FFF2-40B4-BE49-F238E27FC236}">
                <a16:creationId xmlns:a16="http://schemas.microsoft.com/office/drawing/2014/main" id="{8C92AB20-E3BF-4A1F-8A38-5D214BB5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p42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BC771A4A-46FC-4F08-9CB6-C0AAB8A9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312" name="dp42-comparison / n207">
            <a:extLst xmlns:a="http://schemas.openxmlformats.org/drawingml/2006/main">
              <a:ext uri="{FF2B5EF4-FFF2-40B4-BE49-F238E27FC236}">
                <a16:creationId xmlns:a16="http://schemas.microsoft.com/office/drawing/2014/main" id="{6506FAD0-21AC-4268-8422-1D0E2D48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p42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A2A51953-F072-4354-8FD7-2A9F0D06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314" name="dp42-comparison / n210">
            <a:extLst xmlns:a="http://schemas.openxmlformats.org/drawingml/2006/main">
              <a:ext uri="{FF2B5EF4-FFF2-40B4-BE49-F238E27FC236}">
                <a16:creationId xmlns:a16="http://schemas.microsoft.com/office/drawing/2014/main" id="{F017ADD6-09FC-4910-82D7-E109E5AC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p42-comparison / n211 / text 1">
            <a:extLst xmlns:a="http://schemas.openxmlformats.org/drawingml/2006/main">
              <a:ext uri="{FF2B5EF4-FFF2-40B4-BE49-F238E27FC236}">
                <a16:creationId xmlns:a16="http://schemas.microsoft.com/office/drawing/2014/main" id="{FF19D94E-0045-44E8-A0C2-087BB17A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316" name="dp42-comparison / n212">
            <a:extLst xmlns:a="http://schemas.openxmlformats.org/drawingml/2006/main">
              <a:ext uri="{FF2B5EF4-FFF2-40B4-BE49-F238E27FC236}">
                <a16:creationId xmlns:a16="http://schemas.microsoft.com/office/drawing/2014/main" id="{38B2D526-05F5-483F-AF0A-4DCE365F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p42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578B8394-0A66-408A-9F7C-2AE9E43B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318" name="dp42-comparison / n218">
            <a:extLst xmlns:a="http://schemas.openxmlformats.org/drawingml/2006/main">
              <a:ext uri="{FF2B5EF4-FFF2-40B4-BE49-F238E27FC236}">
                <a16:creationId xmlns:a16="http://schemas.microsoft.com/office/drawing/2014/main" id="{EDD48BEB-8631-4E32-AA0C-0BBC4967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p42-comparison / n219 / text 1">
            <a:extLst xmlns:a="http://schemas.openxmlformats.org/drawingml/2006/main">
              <a:ext uri="{FF2B5EF4-FFF2-40B4-BE49-F238E27FC236}">
                <a16:creationId xmlns:a16="http://schemas.microsoft.com/office/drawing/2014/main" id="{D9A0CEAE-2EFE-44D5-8B0E-F683FC72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3590925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0" name="dp42-comparison / n220">
            <a:extLst xmlns:a="http://schemas.openxmlformats.org/drawingml/2006/main">
              <a:ext uri="{FF2B5EF4-FFF2-40B4-BE49-F238E27FC236}">
                <a16:creationId xmlns:a16="http://schemas.microsoft.com/office/drawing/2014/main" id="{4F50A152-1877-4D15-89ED-995FACAB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p42-comparison / n221 / text 1">
            <a:extLst xmlns:a="http://schemas.openxmlformats.org/drawingml/2006/main">
              <a:ext uri="{FF2B5EF4-FFF2-40B4-BE49-F238E27FC236}">
                <a16:creationId xmlns:a16="http://schemas.microsoft.com/office/drawing/2014/main" id="{5B9BF026-B987-48FC-BA4E-79375172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590925"/>
            <a:ext cx="1809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2" name="dp42-comparison / n232">
            <a:extLst xmlns:a="http://schemas.openxmlformats.org/drawingml/2006/main">
              <a:ext uri="{FF2B5EF4-FFF2-40B4-BE49-F238E27FC236}">
                <a16:creationId xmlns:a16="http://schemas.microsoft.com/office/drawing/2014/main" id="{900879BD-D2E3-4634-A882-543AE27F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p42-comparison / n233 / text 1">
            <a:extLst xmlns:a="http://schemas.openxmlformats.org/drawingml/2006/main">
              <a:ext uri="{FF2B5EF4-FFF2-40B4-BE49-F238E27FC236}">
                <a16:creationId xmlns:a16="http://schemas.microsoft.com/office/drawing/2014/main" id="{5BF211DD-D392-4603-A0FB-241BFA2D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324" name="dp42-comparison / n234">
            <a:extLst xmlns:a="http://schemas.openxmlformats.org/drawingml/2006/main">
              <a:ext uri="{FF2B5EF4-FFF2-40B4-BE49-F238E27FC236}">
                <a16:creationId xmlns:a16="http://schemas.microsoft.com/office/drawing/2014/main" id="{47A04EB9-DF97-47ED-936E-D50E7F6E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p42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B1186D0F-AC6C-403E-8CF0-00905E6E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326" name="dp42-comparison / n238">
            <a:extLst xmlns:a="http://schemas.openxmlformats.org/drawingml/2006/main">
              <a:ext uri="{FF2B5EF4-FFF2-40B4-BE49-F238E27FC236}">
                <a16:creationId xmlns:a16="http://schemas.microsoft.com/office/drawing/2014/main" id="{E978BD6F-EB60-4C0B-A3FD-DDDC9794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822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p42-comparison / n239 / text 1">
            <a:extLst xmlns:a="http://schemas.openxmlformats.org/drawingml/2006/main">
              <a:ext uri="{FF2B5EF4-FFF2-40B4-BE49-F238E27FC236}">
                <a16:creationId xmlns:a16="http://schemas.microsoft.com/office/drawing/2014/main" id="{D6855DD0-D8EE-40E3-8A77-4BCA311F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328" name="dp42-comparison / n241">
            <a:extLst xmlns:a="http://schemas.openxmlformats.org/drawingml/2006/main">
              <a:ext uri="{FF2B5EF4-FFF2-40B4-BE49-F238E27FC236}">
                <a16:creationId xmlns:a16="http://schemas.microsoft.com/office/drawing/2014/main" id="{DCC8B25A-ACE9-43C8-AA23-9E813585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p42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054C61DF-22A1-4C86-9A4B-D98B2A1F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330" name="dp42-comparison / n244">
            <a:extLst xmlns:a="http://schemas.openxmlformats.org/drawingml/2006/main">
              <a:ext uri="{FF2B5EF4-FFF2-40B4-BE49-F238E27FC236}">
                <a16:creationId xmlns:a16="http://schemas.microsoft.com/office/drawing/2014/main" id="{64262CB7-B946-41BB-B50B-63BD9783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p42-comparison / n245 / text 1">
            <a:extLst xmlns:a="http://schemas.openxmlformats.org/drawingml/2006/main">
              <a:ext uri="{FF2B5EF4-FFF2-40B4-BE49-F238E27FC236}">
                <a16:creationId xmlns:a16="http://schemas.microsoft.com/office/drawing/2014/main" id="{94658E88-9B4C-42BA-8E3E-E0F5E6EA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332" name="dp42-comparison / n248">
            <a:extLst xmlns:a="http://schemas.openxmlformats.org/drawingml/2006/main">
              <a:ext uri="{FF2B5EF4-FFF2-40B4-BE49-F238E27FC236}">
                <a16:creationId xmlns:a16="http://schemas.microsoft.com/office/drawing/2014/main" id="{2A7E9688-7061-4F16-A888-68C8819A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2-comparison / n249 / text 1">
            <a:extLst xmlns:a="http://schemas.openxmlformats.org/drawingml/2006/main">
              <a:ext uri="{FF2B5EF4-FFF2-40B4-BE49-F238E27FC236}">
                <a16:creationId xmlns:a16="http://schemas.microsoft.com/office/drawing/2014/main" id="{C766FD1F-5FCB-4464-B8AF-1CC3D2E1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334" name="dp42-comparison / n252">
            <a:extLst xmlns:a="http://schemas.openxmlformats.org/drawingml/2006/main">
              <a:ext uri="{FF2B5EF4-FFF2-40B4-BE49-F238E27FC236}">
                <a16:creationId xmlns:a16="http://schemas.microsoft.com/office/drawing/2014/main" id="{F515162A-DA9B-47BC-BDCC-9FF52640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p42-comparison / n253 / text 1">
            <a:extLst xmlns:a="http://schemas.openxmlformats.org/drawingml/2006/main">
              <a:ext uri="{FF2B5EF4-FFF2-40B4-BE49-F238E27FC236}">
                <a16:creationId xmlns:a16="http://schemas.microsoft.com/office/drawing/2014/main" id="{51FBE5E5-9EA1-4F50-8066-1F79F807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336" name="dp42-comparison / n253 / text 2">
            <a:extLst xmlns:a="http://schemas.openxmlformats.org/drawingml/2006/main">
              <a:ext uri="{FF2B5EF4-FFF2-40B4-BE49-F238E27FC236}">
                <a16:creationId xmlns:a16="http://schemas.microsoft.com/office/drawing/2014/main" id="{784D831B-8B4D-4DFC-BD50-5EDEE8AF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337" name="dp42-comparison / n254">
            <a:extLst xmlns:a="http://schemas.openxmlformats.org/drawingml/2006/main">
              <a:ext uri="{FF2B5EF4-FFF2-40B4-BE49-F238E27FC236}">
                <a16:creationId xmlns:a16="http://schemas.microsoft.com/office/drawing/2014/main" id="{F5461CA6-8BED-4895-939C-08AC1D67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p42-comparison / n255 / text 1">
            <a:extLst xmlns:a="http://schemas.openxmlformats.org/drawingml/2006/main">
              <a:ext uri="{FF2B5EF4-FFF2-40B4-BE49-F238E27FC236}">
                <a16:creationId xmlns:a16="http://schemas.microsoft.com/office/drawing/2014/main" id="{FEBA51CE-7B3A-41F7-BA9E-67A8E074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339" name="dp42-comparison / n258">
            <a:extLst xmlns:a="http://schemas.openxmlformats.org/drawingml/2006/main">
              <a:ext uri="{FF2B5EF4-FFF2-40B4-BE49-F238E27FC236}">
                <a16:creationId xmlns:a16="http://schemas.microsoft.com/office/drawing/2014/main" id="{BDED7B6B-ED67-4D16-B7D1-C13FA2AE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p42-comparison / n259 / text 1">
            <a:extLst xmlns:a="http://schemas.openxmlformats.org/drawingml/2006/main">
              <a:ext uri="{FF2B5EF4-FFF2-40B4-BE49-F238E27FC236}">
                <a16:creationId xmlns:a16="http://schemas.microsoft.com/office/drawing/2014/main" id="{0FE81EBF-4AB3-4DE5-B143-9846FDC7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341" name="dp42-comparison / n259 / text 2">
            <a:extLst xmlns:a="http://schemas.openxmlformats.org/drawingml/2006/main">
              <a:ext uri="{FF2B5EF4-FFF2-40B4-BE49-F238E27FC236}">
                <a16:creationId xmlns:a16="http://schemas.microsoft.com/office/drawing/2014/main" id="{45E88B7A-92E6-45AA-88AE-61388D5E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342" name="dp42-comparison / n260">
            <a:extLst xmlns:a="http://schemas.openxmlformats.org/drawingml/2006/main">
              <a:ext uri="{FF2B5EF4-FFF2-40B4-BE49-F238E27FC236}">
                <a16:creationId xmlns:a16="http://schemas.microsoft.com/office/drawing/2014/main" id="{C7D08C8B-F7CA-4DD3-8A28-B4192812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p42-comparison / n261 / text 1">
            <a:extLst xmlns:a="http://schemas.openxmlformats.org/drawingml/2006/main">
              <a:ext uri="{FF2B5EF4-FFF2-40B4-BE49-F238E27FC236}">
                <a16:creationId xmlns:a16="http://schemas.microsoft.com/office/drawing/2014/main" id="{5AE5F802-6615-46D2-A12E-4C7CDC5C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344" name="dp42-comparison / n269">
            <a:extLst xmlns:a="http://schemas.openxmlformats.org/drawingml/2006/main">
              <a:ext uri="{FF2B5EF4-FFF2-40B4-BE49-F238E27FC236}">
                <a16:creationId xmlns:a16="http://schemas.microsoft.com/office/drawing/2014/main" id="{A4E04F43-412A-45AB-B630-0FE084E4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000750"/>
            <a:ext cx="1860423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p42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F9ACC11A-490E-4C1E-9DC4-40DE89DE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01027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선저장: R2=접수 대기 / K1</a:t>
            </a:r>
          </a:p>
        </p:txBody>
      </p:sp>
      <p:sp>
        <p:nvSpPr>
          <p:cNvPr id="346" name="dp42-comparison / n270 / text 2">
            <a:extLst xmlns:a="http://schemas.openxmlformats.org/drawingml/2006/main">
              <a:ext uri="{FF2B5EF4-FFF2-40B4-BE49-F238E27FC236}">
                <a16:creationId xmlns:a16="http://schemas.microsoft.com/office/drawing/2014/main" id="{84098215-DEB0-486C-9FD2-2EFAD84E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7029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후반영: K1 내부 접수 확인</a:t>
            </a:r>
          </a:p>
        </p:txBody>
      </p:sp>
      <p:sp>
        <p:nvSpPr>
          <p:cNvPr id="347" name="dp42-comparison / n271">
            <a:extLst xmlns:a="http://schemas.openxmlformats.org/drawingml/2006/main">
              <a:ext uri="{FF2B5EF4-FFF2-40B4-BE49-F238E27FC236}">
                <a16:creationId xmlns:a16="http://schemas.microsoft.com/office/drawing/2014/main" id="{D86C1012-1640-47A0-AAE4-70D4C553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6575" y="6000750"/>
            <a:ext cx="2148459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p42-comparison / n272 / text 1">
            <a:extLst xmlns:a="http://schemas.openxmlformats.org/drawingml/2006/main">
              <a:ext uri="{FF2B5EF4-FFF2-40B4-BE49-F238E27FC236}">
                <a16:creationId xmlns:a16="http://schemas.microsoft.com/office/drawing/2014/main" id="{A071E68D-388D-41B7-A0DF-A5BC0E5D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01027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변경 + K1 + 내부 접수 결과</a:t>
            </a:r>
          </a:p>
        </p:txBody>
      </p:sp>
      <p:sp>
        <p:nvSpPr>
          <p:cNvPr id="349" name="dp42-comparison / n272 / text 2">
            <a:extLst xmlns:a="http://schemas.openxmlformats.org/drawingml/2006/main">
              <a:ext uri="{FF2B5EF4-FFF2-40B4-BE49-F238E27FC236}">
                <a16:creationId xmlns:a16="http://schemas.microsoft.com/office/drawing/2014/main" id="{9B706FB3-06D5-4397-99B4-6A7E8814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17029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업무의 로컬 transaction</a:t>
            </a:r>
          </a:p>
        </p:txBody>
      </p:sp>
      <p:sp>
        <p:nvSpPr>
          <p:cNvPr id="350" name="dp42-comparison / n273">
            <a:extLst xmlns:a="http://schemas.openxmlformats.org/drawingml/2006/main">
              <a:ext uri="{FF2B5EF4-FFF2-40B4-BE49-F238E27FC236}">
                <a16:creationId xmlns:a16="http://schemas.microsoft.com/office/drawing/2014/main" id="{69DA83C3-DE33-48D6-9D90-AA63CBC8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4619625"/>
            <a:ext cx="1497711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p42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243BA4FF-CC29-4FB9-A027-CA7937A1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7300" y="4629150"/>
            <a:ext cx="20478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내부 접수 결과 반환</a:t>
            </a:r>
          </a:p>
        </p:txBody>
      </p:sp>
      <p:sp>
        <p:nvSpPr>
          <p:cNvPr id="352" name="dp42-comparison / n285">
            <a:extLst xmlns:a="http://schemas.openxmlformats.org/drawingml/2006/main">
              <a:ext uri="{FF2B5EF4-FFF2-40B4-BE49-F238E27FC236}">
                <a16:creationId xmlns:a16="http://schemas.microsoft.com/office/drawing/2014/main" id="{76306547-B986-472B-89FD-93088CED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p42-comparison / n286 / text 1">
            <a:extLst xmlns:a="http://schemas.openxmlformats.org/drawingml/2006/main">
              <a:ext uri="{FF2B5EF4-FFF2-40B4-BE49-F238E27FC236}">
                <a16:creationId xmlns:a16="http://schemas.microsoft.com/office/drawing/2014/main" id="{D71B68CD-15A2-451E-ABEA-B5B59418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354" name="dp42-comparison / n293">
            <a:extLst xmlns:a="http://schemas.openxmlformats.org/drawingml/2006/main">
              <a:ext uri="{FF2B5EF4-FFF2-40B4-BE49-F238E27FC236}">
                <a16:creationId xmlns:a16="http://schemas.microsoft.com/office/drawing/2014/main" id="{18857D36-D71B-477E-9C09-0D819E60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p42-comparison / n294 / text 1">
            <a:extLst xmlns:a="http://schemas.openxmlformats.org/drawingml/2006/main">
              <a:ext uri="{FF2B5EF4-FFF2-40B4-BE49-F238E27FC236}">
                <a16:creationId xmlns:a16="http://schemas.microsoft.com/office/drawing/2014/main" id="{77C87000-E925-41A2-B026-ED495CEC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356" name="dp42-comparison / n295">
            <a:extLst xmlns:a="http://schemas.openxmlformats.org/drawingml/2006/main">
              <a:ext uri="{FF2B5EF4-FFF2-40B4-BE49-F238E27FC236}">
                <a16:creationId xmlns:a16="http://schemas.microsoft.com/office/drawing/2014/main" id="{6EE4738F-E614-4FFE-8105-EE1AFF0C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p42-comparison / n296 / text 1">
            <a:extLst xmlns:a="http://schemas.openxmlformats.org/drawingml/2006/main">
              <a:ext uri="{FF2B5EF4-FFF2-40B4-BE49-F238E27FC236}">
                <a16:creationId xmlns:a16="http://schemas.microsoft.com/office/drawing/2014/main" id="{1DEC06BE-CF01-44B1-95C2-F13EBAAD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358" name="dp42-comparison / n297">
            <a:extLst xmlns:a="http://schemas.openxmlformats.org/drawingml/2006/main">
              <a:ext uri="{FF2B5EF4-FFF2-40B4-BE49-F238E27FC236}">
                <a16:creationId xmlns:a16="http://schemas.microsoft.com/office/drawing/2014/main" id="{C6CA61F5-C879-43D8-8C27-953C29B1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477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p42-comparison / n298 / text 1">
            <a:extLst xmlns:a="http://schemas.openxmlformats.org/drawingml/2006/main">
              <a:ext uri="{FF2B5EF4-FFF2-40B4-BE49-F238E27FC236}">
                <a16:creationId xmlns:a16="http://schemas.microsoft.com/office/drawing/2014/main" id="{8114E392-2C29-42A3-A8C1-C0ED182E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382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360" name="dp42-comparison / n299">
            <a:extLst xmlns:a="http://schemas.openxmlformats.org/drawingml/2006/main">
              <a:ext uri="{FF2B5EF4-FFF2-40B4-BE49-F238E27FC236}">
                <a16:creationId xmlns:a16="http://schemas.microsoft.com/office/drawing/2014/main" id="{59BBF83D-8A7E-488F-9F24-BFAC8360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p42-comparison / n300 / text 1">
            <a:extLst xmlns:a="http://schemas.openxmlformats.org/drawingml/2006/main">
              <a:ext uri="{FF2B5EF4-FFF2-40B4-BE49-F238E27FC236}">
                <a16:creationId xmlns:a16="http://schemas.microsoft.com/office/drawing/2014/main" id="{12A6CCDD-9E8B-4DC8-9A7E-A412CB4E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</p:spTree>
    <p:extLst>
      <p:ext uri="{BB962C8B-B14F-4D97-AF65-F5344CB8AC3E}">
        <p14:creationId xmlns:p14="http://schemas.microsoft.com/office/powerpoint/2010/main" val="704876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dp43-background / n1">
            <a:extLst xmlns:a="http://schemas.openxmlformats.org/drawingml/2006/main">
              <a:ext uri="{FF2B5EF4-FFF2-40B4-BE49-F238E27FC236}">
                <a16:creationId xmlns:a16="http://schemas.microsoft.com/office/drawing/2014/main" id="{51732F8F-9DE4-4E3E-85B0-E9E954A7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43B7752C-BA32-40A0-8038-25CC91A8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3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52E6EB53-4ACA-4C0C-AB8D-6366B80C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04-43</a:t>
            </a:r>
          </a:p>
        </p:txBody>
      </p:sp>
      <p:sp>
        <p:nvSpPr>
          <p:cNvPr id="4" name="dp43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59C55532-D64C-4183-8C0D-3ACC06F8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55E14FC1-6ABE-40E4-A16F-624BDD95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background / n6">
            <a:extLst xmlns:a="http://schemas.openxmlformats.org/drawingml/2006/main">
              <a:ext uri="{FF2B5EF4-FFF2-40B4-BE49-F238E27FC236}">
                <a16:creationId xmlns:a16="http://schemas.microsoft.com/office/drawing/2014/main" id="{1416CE0B-5ED0-43D0-9899-AAAFF8E2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3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8288F0E6-DD71-4F01-B4C0-A178EF42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정정에 따른 관련 참조 오류와 기존 조건 누락 위험</a:t>
            </a:r>
          </a:p>
        </p:txBody>
      </p:sp>
      <p:sp>
        <p:nvSpPr>
          <p:cNvPr id="8" name="dp43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FD4BF337-781E-4C48-8226-7DF2D28B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3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E76C0721-7B8B-4A3B-A00D-6AB2BF12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3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648A9FB7-D942-4664-A5EB-89886A4B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3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C51688B1-4822-4F79-8BE3-AE247AEF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3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73625086-68E7-46B9-8940-D613A41F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연관된 의미 판단의 생산 책임과 조정 방식 설계</a:t>
            </a:r>
          </a:p>
        </p:txBody>
      </p:sp>
      <p:sp>
        <p:nvSpPr>
          <p:cNvPr id="13" name="dp43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FF501319-EB63-4E6C-A727-EF5CE9C3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변경 용이성</a:t>
            </a:r>
          </a:p>
        </p:txBody>
      </p:sp>
      <p:sp>
        <p:nvSpPr>
          <p:cNvPr id="14" name="dp43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B8A63EAB-2992-4E71-AC49-505F5C69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3-background / n15">
            <a:extLst xmlns:a="http://schemas.openxmlformats.org/drawingml/2006/main">
              <a:ext uri="{FF2B5EF4-FFF2-40B4-BE49-F238E27FC236}">
                <a16:creationId xmlns:a16="http://schemas.microsoft.com/office/drawing/2014/main" id="{ACC1A435-EC33-4E1F-8858-1EE46134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51435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p43-background / n16">
            <a:extLst xmlns:a="http://schemas.openxmlformats.org/drawingml/2006/main">
              <a:ext uri="{FF2B5EF4-FFF2-40B4-BE49-F238E27FC236}">
                <a16:creationId xmlns:a16="http://schemas.microsoft.com/office/drawing/2014/main" id="{1773C2CA-6593-48FB-BD9C-B5BB437B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19375"/>
            <a:ext cx="49720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p43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6D760CF0-AB9E-4E2D-89F0-AEEE2D90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진행 중인 두 Task의 조건 지정</a:t>
            </a:r>
          </a:p>
        </p:txBody>
      </p:sp>
      <p:sp>
        <p:nvSpPr>
          <p:cNvPr id="18" name="dp43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81C7B011-1166-428A-A00F-17570DD0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</a:t>
            </a:r>
          </a:p>
        </p:txBody>
      </p:sp>
      <p:sp>
        <p:nvSpPr>
          <p:cNvPr id="19" name="dp43-background / n18 / text 2">
            <a:extLst xmlns:a="http://schemas.openxmlformats.org/drawingml/2006/main">
              <a:ext uri="{FF2B5EF4-FFF2-40B4-BE49-F238E27FC236}">
                <a16:creationId xmlns:a16="http://schemas.microsoft.com/office/drawing/2014/main" id="{53A370C0-992C-4DFD-ABC5-D780565A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그 보고서의 결론을 넣어줘.”</a:t>
            </a:r>
          </a:p>
        </p:txBody>
      </p:sp>
      <p:sp>
        <p:nvSpPr>
          <p:cNvPr id="20" name="dp43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C683A2C6-C095-438D-8211-B54DBC6F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76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PDF 조건과 메일 내용</a:t>
            </a:r>
          </a:p>
        </p:txBody>
      </p:sp>
      <p:sp>
        <p:nvSpPr>
          <p:cNvPr id="21" name="dp43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3F3FA63A-B132-4AAA-8E02-8E04D308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33675"/>
            <a:ext cx="4591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잠시 뒤 / 메일 내용 정정</a:t>
            </a:r>
          </a:p>
        </p:txBody>
      </p:sp>
      <p:sp>
        <p:nvSpPr>
          <p:cNvPr id="22" name="dp43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B5DA42F3-CE0C-43C2-9B81-BE584192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861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“메일에는 결론 대신</a:t>
            </a:r>
          </a:p>
        </p:txBody>
      </p:sp>
      <p:sp>
        <p:nvSpPr>
          <p:cNvPr id="23" name="dp43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C338F965-EDB7-483C-BD68-06118B92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909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표만 넣어줘.”</a:t>
            </a:r>
          </a:p>
        </p:txBody>
      </p:sp>
      <p:sp>
        <p:nvSpPr>
          <p:cNvPr id="24" name="dp43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014C26B2-F6FB-4278-9678-D2ABE052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4275"/>
            <a:ext cx="45910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메일 내용 교체</a:t>
            </a:r>
          </a:p>
        </p:txBody>
      </p:sp>
      <p:sp>
        <p:nvSpPr>
          <p:cNvPr id="25" name="dp43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289221A3-61D4-4AB9-9605-0912746B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95650"/>
            <a:ext cx="228600" cy="953"/>
          </a:xfrm>
          <a:custGeom xmlns:a="http://schemas.openxmlformats.org/drawingml/2006/main">
            <a:pathLst>
              <a:path w="228600" h="953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6" name="dp43-background / n23 / arrow">
            <a:extLst xmlns:a="http://schemas.openxmlformats.org/drawingml/2006/main">
              <a:ext uri="{FF2B5EF4-FFF2-40B4-BE49-F238E27FC236}">
                <a16:creationId xmlns:a16="http://schemas.microsoft.com/office/drawing/2014/main" id="{539B802B-D53E-4EA2-8AA2-7D73DB8E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080" y="32346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7" name="dp43-background / n24">
            <a:extLst xmlns:a="http://schemas.openxmlformats.org/drawingml/2006/main">
              <a:ext uri="{FF2B5EF4-FFF2-40B4-BE49-F238E27FC236}">
                <a16:creationId xmlns:a16="http://schemas.microsoft.com/office/drawing/2014/main" id="{FFB6FA70-F806-488A-98C9-1E2C3638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2857500" cy="1943100"/>
          </a:xfrm>
          <a:custGeom xmlns:a="http://schemas.openxmlformats.org/drawingml/2006/main">
            <a:pathLst>
              <a:path w="2857500" h="1943100">
                <a:moveTo>
                  <a:pt x="0" y="0"/>
                </a:moveTo>
                <a:lnTo>
                  <a:pt x="2686050" y="0"/>
                </a:lnTo>
                <a:lnTo>
                  <a:pt x="2857500" y="171450"/>
                </a:lnTo>
                <a:lnTo>
                  <a:pt x="285750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7F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8" name="dp43-background / n24 / fold">
            <a:extLst xmlns:a="http://schemas.openxmlformats.org/drawingml/2006/main">
              <a:ext uri="{FF2B5EF4-FFF2-40B4-BE49-F238E27FC236}">
                <a16:creationId xmlns:a16="http://schemas.microsoft.com/office/drawing/2014/main" id="{CB957DAD-9E8F-4592-99A4-EEC18053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9" name="dp43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932638EA-2722-47B5-B7B5-CAA65A4A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57725"/>
            <a:ext cx="24765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30" name="dp43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5327D118-9809-4A63-9A09-698F6D08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14925"/>
            <a:ext cx="24765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PDF 조건 유지</a:t>
            </a:r>
          </a:p>
        </p:txBody>
      </p:sp>
      <p:sp>
        <p:nvSpPr>
          <p:cNvPr id="31" name="dp43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B4EAED37-18E2-47F7-8A11-42BAD024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24765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결과 / 결론과 표</a:t>
            </a:r>
          </a:p>
        </p:txBody>
      </p:sp>
      <p:sp>
        <p:nvSpPr>
          <p:cNvPr id="32" name="dp43-background / n28">
            <a:extLst xmlns:a="http://schemas.openxmlformats.org/drawingml/2006/main">
              <a:ext uri="{FF2B5EF4-FFF2-40B4-BE49-F238E27FC236}">
                <a16:creationId xmlns:a16="http://schemas.microsoft.com/office/drawing/2014/main" id="{D3F59ECD-E251-4934-BFA3-764A10B7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33900"/>
            <a:ext cx="4019550" cy="1943100"/>
          </a:xfrm>
          <a:custGeom xmlns:a="http://schemas.openxmlformats.org/drawingml/2006/main">
            <a:pathLst>
              <a:path w="4019550" h="1943100">
                <a:moveTo>
                  <a:pt x="0" y="0"/>
                </a:moveTo>
                <a:lnTo>
                  <a:pt x="3848100" y="0"/>
                </a:lnTo>
                <a:lnTo>
                  <a:pt x="4019550" y="171450"/>
                </a:lnTo>
                <a:lnTo>
                  <a:pt x="401955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6FA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3" name="dp43-background / n28 / fold">
            <a:extLst xmlns:a="http://schemas.openxmlformats.org/drawingml/2006/main">
              <a:ext uri="{FF2B5EF4-FFF2-40B4-BE49-F238E27FC236}">
                <a16:creationId xmlns:a16="http://schemas.microsoft.com/office/drawing/2014/main" id="{1D625921-1A78-49A2-BAAC-317F2121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4" name="dp43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54115012-186D-425B-A2DD-E1CE6EF3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57725"/>
            <a:ext cx="36385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35" name="dp43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524ECCFD-09D6-4FBE-9D42-55F68647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14925"/>
            <a:ext cx="36385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기존 / 보고서 결론</a:t>
            </a:r>
          </a:p>
        </p:txBody>
      </p:sp>
      <p:sp>
        <p:nvSpPr>
          <p:cNvPr id="36" name="dp43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67969977-D7C2-424C-AB73-B0C74752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267325"/>
            <a:ext cx="1666875" cy="953"/>
          </a:xfrm>
          <a:custGeom xmlns:a="http://schemas.openxmlformats.org/drawingml/2006/main">
            <a:pathLst>
              <a:path w="1666875" h="953">
                <a:moveTo>
                  <a:pt x="0" y="0"/>
                </a:moveTo>
                <a:lnTo>
                  <a:pt x="1666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37" name="dp43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16731498-9CE8-4E6A-8ED3-4B949137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762625"/>
            <a:ext cx="36385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같은 보고서의 표만 사용</a:t>
            </a:r>
          </a:p>
        </p:txBody>
      </p:sp>
      <p:sp>
        <p:nvSpPr>
          <p:cNvPr id="38" name="dp43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49614C8F-3B3F-43E0-8F23-4B7F4198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05450"/>
            <a:ext cx="3333750" cy="953"/>
          </a:xfrm>
          <a:custGeom xmlns:a="http://schemas.openxmlformats.org/drawingml/2006/main">
            <a:pathLst>
              <a:path w="3333750" h="953">
                <a:moveTo>
                  <a:pt x="0" y="0"/>
                </a:moveTo>
                <a:lnTo>
                  <a:pt x="333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39" name="dp43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F7C8D706-7038-464B-9232-6E422F84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5414010"/>
            <a:ext cx="182880" cy="182880"/>
          </a:xfrm>
          <a:custGeom xmlns:a="http://schemas.openxmlformats.org/drawingml/2006/main">
            <a:pathLst>
              <a:path w="182880" h="182880">
                <a:moveTo>
                  <a:pt x="0" y="182880"/>
                </a:moveTo>
                <a:lnTo>
                  <a:pt x="182880" y="9144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6576">
            <a:solidFill>
              <a:srgbClr val="087E8B"/>
            </a:solidFill>
            <a:prstDash val="solid"/>
          </a:ln>
        </p:spPr>
      </p:sp>
      <p:sp>
        <p:nvSpPr>
          <p:cNvPr id="40" name="dp43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16074B11-AD86-4E4E-913D-96CF42FA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714875"/>
            <a:ext cx="30670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메일의 보고서 참조 변경</a:t>
            </a:r>
          </a:p>
        </p:txBody>
      </p:sp>
      <p:sp>
        <p:nvSpPr>
          <p:cNvPr id="41" name="dp43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13DB03C1-1EEB-42BE-AF15-CAB9D6C0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962650"/>
            <a:ext cx="30670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결과 준비 후 사용</a:t>
            </a:r>
          </a:p>
        </p:txBody>
      </p:sp>
      <p:sp>
        <p:nvSpPr>
          <p:cNvPr id="42" name="dp43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11C34C11-98B0-4F8E-BCFB-CDBE5EFC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시 함께 맞춰야 할 판단</a:t>
            </a:r>
          </a:p>
        </p:txBody>
      </p:sp>
      <p:sp>
        <p:nvSpPr>
          <p:cNvPr id="43" name="dp43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723C7412-9D92-45CD-9839-0CF685AE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Referent</a:t>
            </a:r>
          </a:p>
        </p:txBody>
      </p:sp>
      <p:sp>
        <p:nvSpPr>
          <p:cNvPr id="44" name="dp43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4E3F62EB-6C51-4CFC-8281-748ACB3D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같은 보고서의 표</a:t>
            </a:r>
          </a:p>
        </p:txBody>
      </p:sp>
      <p:sp>
        <p:nvSpPr>
          <p:cNvPr id="45" name="dp43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3F445319-03DD-4638-A65A-D9A6D9DA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Association</a:t>
            </a:r>
          </a:p>
        </p:txBody>
      </p:sp>
      <p:sp>
        <p:nvSpPr>
          <p:cNvPr id="46" name="dp43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E292942B-9150-49BD-AE66-C7384526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47" name="dp43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8E951E91-4B68-4570-B0D2-8DC2A4CE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범위</a:t>
            </a:r>
          </a:p>
        </p:txBody>
      </p:sp>
      <p:sp>
        <p:nvSpPr>
          <p:cNvPr id="48" name="dp43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74CEB6B7-FA85-4E97-AD67-EE59E366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내용만 교체</a:t>
            </a:r>
          </a:p>
        </p:txBody>
      </p:sp>
      <p:sp>
        <p:nvSpPr>
          <p:cNvPr id="49" name="dp43-background / n43 / path">
            <a:extLst xmlns:a="http://schemas.openxmlformats.org/drawingml/2006/main">
              <a:ext uri="{FF2B5EF4-FFF2-40B4-BE49-F238E27FC236}">
                <a16:creationId xmlns:a16="http://schemas.microsoft.com/office/drawing/2014/main" id="{3D2DC769-2EDA-4633-92E5-D3B5BA66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800975"/>
            <a:ext cx="419100" cy="953"/>
          </a:xfrm>
          <a:custGeom xmlns:a="http://schemas.openxmlformats.org/drawingml/2006/main">
            <a:pathLst>
              <a:path w="419100" h="953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0" name="dp43-background / n44 / path">
            <a:extLst xmlns:a="http://schemas.openxmlformats.org/drawingml/2006/main">
              <a:ext uri="{FF2B5EF4-FFF2-40B4-BE49-F238E27FC236}">
                <a16:creationId xmlns:a16="http://schemas.microsoft.com/office/drawing/2014/main" id="{7A23F118-AF3F-42D2-BEB6-3F87C984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7800975"/>
            <a:ext cx="438150" cy="953"/>
          </a:xfrm>
          <a:custGeom xmlns:a="http://schemas.openxmlformats.org/drawingml/2006/main">
            <a:pathLst>
              <a:path w="438150" h="953">
                <a:moveTo>
                  <a:pt x="0" y="0"/>
                </a:move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1" name="dp43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837753B5-08B2-4E26-9229-BA35E30C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의도와 처리 방향</a:t>
            </a:r>
          </a:p>
        </p:txBody>
      </p:sp>
      <p:sp>
        <p:nvSpPr>
          <p:cNvPr id="52" name="dp43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ED5AF4B3-29B0-4CB5-9498-7B785308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요청 목표와 Delegation 및 자료 대기의 판단</a:t>
            </a:r>
          </a:p>
        </p:txBody>
      </p:sp>
      <p:sp>
        <p:nvSpPr>
          <p:cNvPr id="53" name="dp43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E9BB46D0-8869-4CA5-8D50-DCB833CD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Referent와 Task Association</a:t>
            </a:r>
          </a:p>
        </p:txBody>
      </p:sp>
      <p:sp>
        <p:nvSpPr>
          <p:cNvPr id="54" name="dp43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53AECD46-1C02-46BC-8821-DB796A55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자료와 관련 Task 및 결과 사용 관계의 일치</a:t>
            </a:r>
          </a:p>
        </p:txBody>
      </p:sp>
      <p:sp>
        <p:nvSpPr>
          <p:cNvPr id="55" name="dp43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EA9B4516-4CA8-458F-BE0C-F55A6DDC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정정 범위와 기존 조건</a:t>
            </a:r>
          </a:p>
        </p:txBody>
      </p:sp>
      <p:sp>
        <p:nvSpPr>
          <p:cNvPr id="56" name="dp43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3262DD9C-3443-4040-9B93-F7FBA5CF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내용만 교체하고 PDF 조건 유지</a:t>
            </a:r>
          </a:p>
        </p:txBody>
      </p:sp>
    </p:spTree>
    <p:extLst>
      <p:ext uri="{BB962C8B-B14F-4D97-AF65-F5344CB8AC3E}">
        <p14:creationId xmlns:p14="http://schemas.microsoft.com/office/powerpoint/2010/main" val="5885508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dp43-comparison / n1">
            <a:extLst xmlns:a="http://schemas.openxmlformats.org/drawingml/2006/main">
              <a:ext uri="{FF2B5EF4-FFF2-40B4-BE49-F238E27FC236}">
                <a16:creationId xmlns:a16="http://schemas.microsoft.com/office/drawing/2014/main" id="{539C452D-04D3-44D7-A9E4-1FC19FA7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1AF511D2-734C-4FF3-95FF-37DE60BC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3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18041859-E2D9-438C-95BF-A4AE043D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3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8541CF34-7C33-45EA-BE8B-E2C8E3E8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BA783C28-D448-44F6-9777-7D4817CA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AB8D128-1AA1-470E-B640-7B6EBB1C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 결론을 넣어줘.” → “메일에는 결론 대신 표만 넣어줘.”</a:t>
            </a:r>
          </a:p>
        </p:txBody>
      </p:sp>
      <p:sp>
        <p:nvSpPr>
          <p:cNvPr id="7" name="dp43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B3E36739-3DB8-4FD8-936F-5CA3990A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3-comparison / n8">
            <a:extLst xmlns:a="http://schemas.openxmlformats.org/drawingml/2006/main">
              <a:ext uri="{FF2B5EF4-FFF2-40B4-BE49-F238E27FC236}">
                <a16:creationId xmlns:a16="http://schemas.microsoft.com/office/drawing/2014/main" id="{D98578CF-C4D0-4F38-8A31-6CEC4136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3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9E6C049F-3B59-4A83-BD17-797CA59E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3-comparison / n10">
            <a:extLst xmlns:a="http://schemas.openxmlformats.org/drawingml/2006/main">
              <a:ext uri="{FF2B5EF4-FFF2-40B4-BE49-F238E27FC236}">
                <a16:creationId xmlns:a16="http://schemas.microsoft.com/office/drawing/2014/main" id="{1B074960-1C0C-434F-A19F-1C392B9C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3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6AA04085-07F1-445B-B048-8D577D6A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3-comparison / n12">
            <a:extLst xmlns:a="http://schemas.openxmlformats.org/drawingml/2006/main">
              <a:ext uri="{FF2B5EF4-FFF2-40B4-BE49-F238E27FC236}">
                <a16:creationId xmlns:a16="http://schemas.microsoft.com/office/drawing/2014/main" id="{24E71620-0EC8-415A-BD46-16A76DE2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3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2A39EEC0-B53B-4097-8AD9-CF701A71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3-comparison / n14">
            <a:extLst xmlns:a="http://schemas.openxmlformats.org/drawingml/2006/main">
              <a:ext uri="{FF2B5EF4-FFF2-40B4-BE49-F238E27FC236}">
                <a16:creationId xmlns:a16="http://schemas.microsoft.com/office/drawing/2014/main" id="{3B8BFC31-C9FE-4DDB-A521-367A69E9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3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CE16D8CD-E39A-4A9C-8269-1D62F9AF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3-comparison / n16">
            <a:extLst xmlns:a="http://schemas.openxmlformats.org/drawingml/2006/main">
              <a:ext uri="{FF2B5EF4-FFF2-40B4-BE49-F238E27FC236}">
                <a16:creationId xmlns:a16="http://schemas.microsoft.com/office/drawing/2014/main" id="{0A555600-8B57-45E0-9216-06A5B5E8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3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437A61E9-F475-42E4-9BAC-787AA36D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3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3569D43A-9857-4AA2-96B6-8AB0F7A6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3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618D0942-1015-4946-98FF-E1C6B168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3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0DE7B190-2392-49C7-9027-4C2E0FDB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3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72E10A3A-800A-4114-B406-24C3533A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통합 의미 생산</a:t>
            </a:r>
          </a:p>
        </p:txBody>
      </p:sp>
      <p:sp>
        <p:nvSpPr>
          <p:cNvPr id="22" name="dp43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3C7CB60D-8659-4930-B4E4-91B4257A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의미의 공동 판단으로 정확 처리율 94% (기능 정확성 ↑)</a:t>
            </a:r>
          </a:p>
        </p:txBody>
      </p:sp>
      <p:sp>
        <p:nvSpPr>
          <p:cNvPr id="23" name="dp43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C4924AE7-F39F-485F-AF73-4CCC0208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제안 간 교환 축소로 평균 VIA 처리시간 5.5 s (요청 완료 신속성 ↑)</a:t>
            </a:r>
          </a:p>
        </p:txBody>
      </p:sp>
      <p:sp>
        <p:nvSpPr>
          <p:cNvPr id="24" name="dp43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8C87F833-8327-4A09-9B32-04CB385E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통합 의미 생산 계약의 변경 전파, 평균 4.0개 (변경 용이성 ↓)</a:t>
            </a:r>
          </a:p>
        </p:txBody>
      </p:sp>
      <p:sp>
        <p:nvSpPr>
          <p:cNvPr id="25" name="dp43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ABCCB5C1-C3C3-4EF5-971A-FE21EEF7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3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4482D985-A034-41E9-AAC0-C94F236F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3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B0D876F-6220-43B9-9B1B-70758487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28" name="dp43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F627ACF7-FCB7-45F0-BB7F-F1923D5C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3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3E7ABA87-B396-4182-930A-9EC07AD1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3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8DBE83C3-68E7-456B-B58F-AFF33E2C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1" name="dp43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D90E4027-DBC7-4E92-9B48-FFA1E7D2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5.5 s</a:t>
            </a:r>
          </a:p>
        </p:txBody>
      </p:sp>
      <p:sp>
        <p:nvSpPr>
          <p:cNvPr id="32" name="dp43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73B4F518-4BD4-48BC-89AB-F429F9E6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3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F335998E-1FFA-4BBE-9763-C0B307D5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3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5643F7D8-9B5B-4D45-8E65-0CAE1A8C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35" name="dp43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4BE5EBE4-E3A5-47AE-A573-89096B8F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6" name="dp43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4CC890DA-792F-40FC-A40C-5F0FC4C5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3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F626A3EC-17AB-430F-A688-A0152E4A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 기능별 의미 생산과 코드 조정</a:t>
            </a:r>
          </a:p>
        </p:txBody>
      </p:sp>
      <p:sp>
        <p:nvSpPr>
          <p:cNvPr id="38" name="dp43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BEAE2B34-1652-49A6-9AC1-01E2C71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특정 기능의 생산 책임 분리로 변경 평균 2.0개 (변경 용이성 ↑)</a:t>
            </a:r>
          </a:p>
        </p:txBody>
      </p:sp>
      <p:sp>
        <p:nvSpPr>
          <p:cNvPr id="39" name="dp43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43E9D56D-11AB-4D63-9BDB-85159A2E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의미 불일치와 오류 전파로 정확 처리율 91% (기능 정확성 ↓)</a:t>
            </a:r>
          </a:p>
        </p:txBody>
      </p:sp>
      <p:sp>
        <p:nvSpPr>
          <p:cNvPr id="40" name="dp43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8FA81610-BF6D-40E3-9333-D39D1E88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제안 교환과 재판단으로 평균 VIA 처리시간 7.2 s (요청 완료 신속성 ↓)</a:t>
            </a:r>
          </a:p>
        </p:txBody>
      </p:sp>
      <p:sp>
        <p:nvSpPr>
          <p:cNvPr id="41" name="dp43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5D291DC6-94F8-4DE6-BD3E-90302E83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3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DF387DD-4DF1-42DD-B5CA-AC5F27AF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3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A966638B-4EA2-40DB-9B19-27B995B9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91%</a:t>
            </a:r>
          </a:p>
        </p:txBody>
      </p:sp>
      <p:sp>
        <p:nvSpPr>
          <p:cNvPr id="44" name="dp43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FFE1D00-2F6A-4FE8-A2BB-0E2FCC6E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3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5E1959AE-BE3A-4BBA-81F4-BD55185B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3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BFFB8B84-F29A-434C-BB33-6C5BA65D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7" name="dp43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FC2AA897-7E0F-4F9B-8A15-950A9A2D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7.2 s</a:t>
            </a:r>
          </a:p>
        </p:txBody>
      </p:sp>
      <p:sp>
        <p:nvSpPr>
          <p:cNvPr id="48" name="dp43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2128D152-A142-439B-9A07-721C1CB5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3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465C21C3-3CC0-48B0-981A-02EE5884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3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AC73B9C0-1C29-4138-AC5F-3F05941B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1" name="dp43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55AD4F62-19E0-4047-A358-AD578781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52" name="dp43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DAD9C242-C87A-4DE6-8EDC-956B40C2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3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C1E1B04D-5EAF-455C-B326-D9F4D76A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교차 의미 정정 / 특정 지칭 기능의 독립 변경 / 동일한 공유 Omni</a:t>
            </a:r>
          </a:p>
        </p:txBody>
      </p:sp>
      <p:sp>
        <p:nvSpPr>
          <p:cNvPr id="54" name="dp43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94FFAE1F-5A13-43C6-8D8C-9ABF78E1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3-comparison / n54">
            <a:extLst xmlns:a="http://schemas.openxmlformats.org/drawingml/2006/main">
              <a:ext uri="{FF2B5EF4-FFF2-40B4-BE49-F238E27FC236}">
                <a16:creationId xmlns:a16="http://schemas.microsoft.com/office/drawing/2014/main" id="{5688087B-97B8-425C-BBC8-035FC392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3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51F407B3-4F26-4C1A-A329-7AA2EC07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3-comparison / n56">
            <a:extLst xmlns:a="http://schemas.openxmlformats.org/drawingml/2006/main">
              <a:ext uri="{FF2B5EF4-FFF2-40B4-BE49-F238E27FC236}">
                <a16:creationId xmlns:a16="http://schemas.microsoft.com/office/drawing/2014/main" id="{32549CE1-57EC-4256-91D1-985861AE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3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42F4BFFF-47AD-4BB3-A53F-4534E0B3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3-comparison / n58">
            <a:extLst xmlns:a="http://schemas.openxmlformats.org/drawingml/2006/main">
              <a:ext uri="{FF2B5EF4-FFF2-40B4-BE49-F238E27FC236}">
                <a16:creationId xmlns:a16="http://schemas.microsoft.com/office/drawing/2014/main" id="{F143FCE3-B8B2-438A-809C-0725171D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3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967CA26D-16EA-4499-88D5-556AD057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3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84C52DA1-2B62-44D7-9A6F-8999A06F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3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1F7FBB5F-9348-49E4-AE38-3FDDD87F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3-comparison / n69">
            <a:extLst xmlns:a="http://schemas.openxmlformats.org/drawingml/2006/main">
              <a:ext uri="{FF2B5EF4-FFF2-40B4-BE49-F238E27FC236}">
                <a16:creationId xmlns:a16="http://schemas.microsoft.com/office/drawing/2014/main" id="{7B58EFA8-DAD1-49FF-ACDE-37CCB183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3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A588F682-0AB5-42AF-9020-8EA35906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3-comparison / n71">
            <a:extLst xmlns:a="http://schemas.openxmlformats.org/drawingml/2006/main">
              <a:ext uri="{FF2B5EF4-FFF2-40B4-BE49-F238E27FC236}">
                <a16:creationId xmlns:a16="http://schemas.microsoft.com/office/drawing/2014/main" id="{DC9F725E-6BA5-463B-AB3F-36A9138B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914775"/>
            <a:ext cx="527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3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0DAF9F56-0CC6-4F49-B7BD-7EDBF53C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3359"/>
            <a:ext cx="5105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Integrated Semantic Interpreter</a:t>
            </a:r>
          </a:p>
        </p:txBody>
      </p:sp>
      <p:sp>
        <p:nvSpPr>
          <p:cNvPr id="67" name="dp43-comparison / n73">
            <a:extLst xmlns:a="http://schemas.openxmlformats.org/drawingml/2006/main">
              <a:ext uri="{FF2B5EF4-FFF2-40B4-BE49-F238E27FC236}">
                <a16:creationId xmlns:a16="http://schemas.microsoft.com/office/drawing/2014/main" id="{B94D9ECF-FA1E-4C33-9F52-A09FA624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95875"/>
            <a:ext cx="3124200" cy="5048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3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7C181668-739E-4EED-A68D-9B9A12C6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5257800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 Attempt State</a:t>
            </a:r>
          </a:p>
        </p:txBody>
      </p:sp>
      <p:sp>
        <p:nvSpPr>
          <p:cNvPr id="69" name="dp43-comparison / n75 / path">
            <a:extLst xmlns:a="http://schemas.openxmlformats.org/drawingml/2006/main">
              <a:ext uri="{FF2B5EF4-FFF2-40B4-BE49-F238E27FC236}">
                <a16:creationId xmlns:a16="http://schemas.microsoft.com/office/drawing/2014/main" id="{5EF9B40D-C619-4D7B-A3FB-B630B443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38475"/>
            <a:ext cx="1133475" cy="876300"/>
          </a:xfrm>
          <a:custGeom xmlns:a="http://schemas.openxmlformats.org/drawingml/2006/main">
            <a:pathLst>
              <a:path w="1133475" h="876300">
                <a:moveTo>
                  <a:pt x="1133475" y="0"/>
                </a:moveTo>
                <a:lnTo>
                  <a:pt x="1133475" y="266700"/>
                </a:lnTo>
                <a:lnTo>
                  <a:pt x="0" y="266700"/>
                </a:lnTo>
                <a:lnTo>
                  <a:pt x="0" y="876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3-comparison / n75 / arrow">
            <a:extLst xmlns:a="http://schemas.openxmlformats.org/drawingml/2006/main">
              <a:ext uri="{FF2B5EF4-FFF2-40B4-BE49-F238E27FC236}">
                <a16:creationId xmlns:a16="http://schemas.microsoft.com/office/drawing/2014/main" id="{0D7203BD-175F-4499-A897-2E925EF3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865" y="37928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3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C1A749B3-C100-472B-AB08-51B841D0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71975"/>
            <a:ext cx="9525" cy="723900"/>
          </a:xfrm>
          <a:custGeom xmlns:a="http://schemas.openxmlformats.org/drawingml/2006/main">
            <a:pathLst>
              <a:path w="9525" h="723900">
                <a:moveTo>
                  <a:pt x="9525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3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622F17F0-C5E2-474C-9B47-85DB6BE1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949" y="4973164"/>
            <a:ext cx="121909" cy="122711"/>
          </a:xfrm>
          <a:custGeom xmlns:a="http://schemas.openxmlformats.org/drawingml/2006/main">
            <a:pathLst>
              <a:path w="121909" h="122711">
                <a:moveTo>
                  <a:pt x="0" y="0"/>
                </a:moveTo>
                <a:lnTo>
                  <a:pt x="59351" y="122711"/>
                </a:lnTo>
                <a:lnTo>
                  <a:pt x="121909" y="160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3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BF64A209-217F-4631-8613-FBB4F4B3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143375"/>
            <a:ext cx="1266825" cy="1209675"/>
          </a:xfrm>
          <a:custGeom xmlns:a="http://schemas.openxmlformats.org/drawingml/2006/main">
            <a:pathLst>
              <a:path w="1266825" h="1209675">
                <a:moveTo>
                  <a:pt x="1266825" y="1204913"/>
                </a:moveTo>
                <a:lnTo>
                  <a:pt x="0" y="1209675"/>
                </a:lnTo>
                <a:lnTo>
                  <a:pt x="0" y="0"/>
                </a:ln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4" name="dp43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6DD28D1D-0224-4411-946F-5F1B647B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824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3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747D1825-368E-4818-8C8C-48C9C702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8475"/>
            <a:ext cx="1114425" cy="1104900"/>
          </a:xfrm>
          <a:custGeom xmlns:a="http://schemas.openxmlformats.org/drawingml/2006/main">
            <a:pathLst>
              <a:path w="1114425" h="1104900">
                <a:moveTo>
                  <a:pt x="0" y="1104900"/>
                </a:moveTo>
                <a:lnTo>
                  <a:pt x="1114425" y="1104900"/>
                </a:lnTo>
                <a:lnTo>
                  <a:pt x="1114425" y="266700"/>
                </a:lnTo>
                <a:lnTo>
                  <a:pt x="304800" y="266700"/>
                </a:ln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76" name="dp43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906F6B28-ED4D-4879-84B7-BA72B6F7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09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77" name="dp43-comparison / n87">
            <a:extLst xmlns:a="http://schemas.openxmlformats.org/drawingml/2006/main">
              <a:ext uri="{FF2B5EF4-FFF2-40B4-BE49-F238E27FC236}">
                <a16:creationId xmlns:a16="http://schemas.microsoft.com/office/drawing/2014/main" id="{BA295497-A19C-4E37-A676-E8CD44D3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8" name="dp43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0361C634-3C2A-40F9-8E68-8288E6D2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9" name="dp43-comparison / n89">
            <a:extLst xmlns:a="http://schemas.openxmlformats.org/drawingml/2006/main">
              <a:ext uri="{FF2B5EF4-FFF2-40B4-BE49-F238E27FC236}">
                <a16:creationId xmlns:a16="http://schemas.microsoft.com/office/drawing/2014/main" id="{BA7E949E-1BF8-4CC5-BD4C-A4DE5BD2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0" name="dp43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FC66E178-C469-438D-8AFC-2F26EDE2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81" name="dp43-comparison / n91">
            <a:extLst xmlns:a="http://schemas.openxmlformats.org/drawingml/2006/main">
              <a:ext uri="{FF2B5EF4-FFF2-40B4-BE49-F238E27FC236}">
                <a16:creationId xmlns:a16="http://schemas.microsoft.com/office/drawing/2014/main" id="{53E8D436-1DEB-4C7D-B575-45CD0FBE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3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6D28A8D6-69D8-4C55-8018-BD3E67EF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83" name="dp43-comparison / n93 / path">
            <a:extLst xmlns:a="http://schemas.openxmlformats.org/drawingml/2006/main">
              <a:ext uri="{FF2B5EF4-FFF2-40B4-BE49-F238E27FC236}">
                <a16:creationId xmlns:a16="http://schemas.microsoft.com/office/drawing/2014/main" id="{AA713E6C-1E8E-419E-9F0A-305448B0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00700"/>
            <a:ext cx="2638425" cy="923925"/>
          </a:xfrm>
          <a:custGeom xmlns:a="http://schemas.openxmlformats.org/drawingml/2006/main">
            <a:pathLst>
              <a:path w="2638425" h="923925">
                <a:moveTo>
                  <a:pt x="2638425" y="0"/>
                </a:moveTo>
                <a:lnTo>
                  <a:pt x="2638425" y="857250"/>
                </a:lnTo>
                <a:lnTo>
                  <a:pt x="0" y="857250"/>
                </a:ln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4" name="dp43-comparison / n93 / arrow">
            <a:extLst xmlns:a="http://schemas.openxmlformats.org/drawingml/2006/main">
              <a:ext uri="{FF2B5EF4-FFF2-40B4-BE49-F238E27FC236}">
                <a16:creationId xmlns:a16="http://schemas.microsoft.com/office/drawing/2014/main" id="{0E2123E8-2C07-4E22-9815-8E01340F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3-comparison / n94 / path">
            <a:extLst xmlns:a="http://schemas.openxmlformats.org/drawingml/2006/main">
              <a:ext uri="{FF2B5EF4-FFF2-40B4-BE49-F238E27FC236}">
                <a16:creationId xmlns:a16="http://schemas.microsoft.com/office/drawing/2014/main" id="{16D009AB-D524-4CF9-AE23-C2F9F44F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6" name="dp43-comparison / n94 / arrow">
            <a:extLst xmlns:a="http://schemas.openxmlformats.org/drawingml/2006/main">
              <a:ext uri="{FF2B5EF4-FFF2-40B4-BE49-F238E27FC236}">
                <a16:creationId xmlns:a16="http://schemas.microsoft.com/office/drawing/2014/main" id="{F56BA3FA-863D-4E4F-8EA9-4712405A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7" name="dp43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6D4D73E9-3EE2-4C5F-9E27-4B0D41F2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3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5B032A44-F1E2-4ECF-89A1-913D9924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3-comparison / n60">
            <a:extLst xmlns:a="http://schemas.openxmlformats.org/drawingml/2006/main">
              <a:ext uri="{FF2B5EF4-FFF2-40B4-BE49-F238E27FC236}">
                <a16:creationId xmlns:a16="http://schemas.microsoft.com/office/drawing/2014/main" id="{6E10ED2B-713C-4A1B-8440-D07F7C6F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3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E59AB8CF-6311-4FC5-BE18-DD7292EB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91" name="dp43-comparison / n62">
            <a:extLst xmlns:a="http://schemas.openxmlformats.org/drawingml/2006/main">
              <a:ext uri="{FF2B5EF4-FFF2-40B4-BE49-F238E27FC236}">
                <a16:creationId xmlns:a16="http://schemas.microsoft.com/office/drawing/2014/main" id="{12747DD7-69C9-4DD6-8A6A-7B01A1AB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p43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E66E1991-1B9B-402E-9DE6-053C5BEE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93" name="dp43-comparison / n65">
            <a:extLst xmlns:a="http://schemas.openxmlformats.org/drawingml/2006/main">
              <a:ext uri="{FF2B5EF4-FFF2-40B4-BE49-F238E27FC236}">
                <a16:creationId xmlns:a16="http://schemas.microsoft.com/office/drawing/2014/main" id="{375A72A0-F4B7-4A8A-AA8E-5D82EE53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p43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62C492AD-90E4-4630-87BF-D131E0C7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95" name="dp43-comparison / n67">
            <a:extLst xmlns:a="http://schemas.openxmlformats.org/drawingml/2006/main">
              <a:ext uri="{FF2B5EF4-FFF2-40B4-BE49-F238E27FC236}">
                <a16:creationId xmlns:a16="http://schemas.microsoft.com/office/drawing/2014/main" id="{7CCB18E2-C0B2-44E2-900D-28C46D9D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3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D4347CD6-A305-4752-A65F-3137AE4F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97" name="dp43-comparison / n76">
            <a:extLst xmlns:a="http://schemas.openxmlformats.org/drawingml/2006/main">
              <a:ext uri="{FF2B5EF4-FFF2-40B4-BE49-F238E27FC236}">
                <a16:creationId xmlns:a16="http://schemas.microsoft.com/office/drawing/2014/main" id="{C53D9399-6E45-4A38-B9FC-7675B1E7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467225"/>
            <a:ext cx="4531805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3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51448E2F-5DA0-43DA-8997-34973CB9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476750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F1 의도 / F2 Referent / F3 Task Association</a:t>
            </a:r>
          </a:p>
        </p:txBody>
      </p:sp>
      <p:sp>
        <p:nvSpPr>
          <p:cNvPr id="99" name="dp43-comparison / n78">
            <a:extLst xmlns:a="http://schemas.openxmlformats.org/drawingml/2006/main">
              <a:ext uri="{FF2B5EF4-FFF2-40B4-BE49-F238E27FC236}">
                <a16:creationId xmlns:a16="http://schemas.microsoft.com/office/drawing/2014/main" id="{ADCA5E2E-C132-47C4-AC96-3251D617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724400"/>
            <a:ext cx="4510088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3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F96F4D17-E887-4B41-B7CF-4CC586CC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33925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F4 Request 관계 / F5 정정 범위 / F6 처리 방향</a:t>
            </a:r>
          </a:p>
        </p:txBody>
      </p:sp>
      <p:sp>
        <p:nvSpPr>
          <p:cNvPr id="101" name="dp43-comparison / n82">
            <a:extLst xmlns:a="http://schemas.openxmlformats.org/drawingml/2006/main">
              <a:ext uri="{FF2B5EF4-FFF2-40B4-BE49-F238E27FC236}">
                <a16:creationId xmlns:a16="http://schemas.microsoft.com/office/drawing/2014/main" id="{3C2CC1F4-7988-4CB1-B057-ABCF8D24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676900"/>
            <a:ext cx="42538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3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F5D64343-752D-4F70-AD5B-76CEAE79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864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조건 유지와 부분 갱신 / 검색과 전문 보조 허용</a:t>
            </a:r>
          </a:p>
        </p:txBody>
      </p:sp>
      <p:sp>
        <p:nvSpPr>
          <p:cNvPr id="103" name="dp43-comparison / n85">
            <a:extLst xmlns:a="http://schemas.openxmlformats.org/drawingml/2006/main">
              <a:ext uri="{FF2B5EF4-FFF2-40B4-BE49-F238E27FC236}">
                <a16:creationId xmlns:a16="http://schemas.microsoft.com/office/drawing/2014/main" id="{77C8035F-808F-476A-86D8-AA6EFF3D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3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7A73ACAA-A1A8-4795-9560-866D2F84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105" name="dp43-comparison / n96">
            <a:extLst xmlns:a="http://schemas.openxmlformats.org/drawingml/2006/main">
              <a:ext uri="{FF2B5EF4-FFF2-40B4-BE49-F238E27FC236}">
                <a16:creationId xmlns:a16="http://schemas.microsoft.com/office/drawing/2014/main" id="{47716AE6-3CB2-448D-B99E-226B9C1D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3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2F291518-7AA9-42AA-A1BE-F9CDAD46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07" name="dp43-comparison / n98">
            <a:extLst xmlns:a="http://schemas.openxmlformats.org/drawingml/2006/main">
              <a:ext uri="{FF2B5EF4-FFF2-40B4-BE49-F238E27FC236}">
                <a16:creationId xmlns:a16="http://schemas.microsoft.com/office/drawing/2014/main" id="{21B23380-A54F-412C-938C-2093BD70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3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F7667E42-2585-40B7-8079-0238E500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09" name="dp43-comparison / n100">
            <a:extLst xmlns:a="http://schemas.openxmlformats.org/drawingml/2006/main">
              <a:ext uri="{FF2B5EF4-FFF2-40B4-BE49-F238E27FC236}">
                <a16:creationId xmlns:a16="http://schemas.microsoft.com/office/drawing/2014/main" id="{A70D7046-3003-4914-9839-FC32016F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3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CC998A12-D534-4DAD-A7B7-EDA8DFDF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11" name="dp43-comparison / n102">
            <a:extLst xmlns:a="http://schemas.openxmlformats.org/drawingml/2006/main">
              <a:ext uri="{FF2B5EF4-FFF2-40B4-BE49-F238E27FC236}">
                <a16:creationId xmlns:a16="http://schemas.microsoft.com/office/drawing/2014/main" id="{769CE3B4-EAEE-4B86-84B6-E71314A8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3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BFA1D431-3BD1-4762-BBC1-68EAFE98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13" name="dp43-comparison / n104">
            <a:extLst xmlns:a="http://schemas.openxmlformats.org/drawingml/2006/main">
              <a:ext uri="{FF2B5EF4-FFF2-40B4-BE49-F238E27FC236}">
                <a16:creationId xmlns:a16="http://schemas.microsoft.com/office/drawing/2014/main" id="{9C9D2335-9DCF-46C6-80EA-23B2405B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4" name="dp43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0A1D2E1E-35F0-4A9F-A413-A2EBB893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15" name="dp43-comparison / n106">
            <a:extLst xmlns:a="http://schemas.openxmlformats.org/drawingml/2006/main">
              <a:ext uri="{FF2B5EF4-FFF2-40B4-BE49-F238E27FC236}">
                <a16:creationId xmlns:a16="http://schemas.microsoft.com/office/drawing/2014/main" id="{600F5067-FD89-498D-825B-31FBA860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6" name="dp43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7DFDAC06-D9CC-4613-8037-C969721A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7" name="dp43-comparison / n108">
            <a:extLst xmlns:a="http://schemas.openxmlformats.org/drawingml/2006/main">
              <a:ext uri="{FF2B5EF4-FFF2-40B4-BE49-F238E27FC236}">
                <a16:creationId xmlns:a16="http://schemas.microsoft.com/office/drawing/2014/main" id="{1FF22B66-F179-4C13-8360-81ED116E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8" name="dp43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94613178-2B12-48D1-AA92-A6E9C657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19" name="dp43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83934ECB-7D77-440A-848C-40F6A66E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20" name="dp43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60B8A4A2-6091-4EEE-A1E3-DD5ABACB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21" name="dp43-comparison / n119">
            <a:extLst xmlns:a="http://schemas.openxmlformats.org/drawingml/2006/main">
              <a:ext uri="{FF2B5EF4-FFF2-40B4-BE49-F238E27FC236}">
                <a16:creationId xmlns:a16="http://schemas.microsoft.com/office/drawing/2014/main" id="{B0E8E0EE-5A4F-4FDF-BA14-8D124AEC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2" name="dp43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B138BBE4-B747-44E3-AD19-79265BAB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23" name="dp43-comparison / n121">
            <a:extLst xmlns:a="http://schemas.openxmlformats.org/drawingml/2006/main">
              <a:ext uri="{FF2B5EF4-FFF2-40B4-BE49-F238E27FC236}">
                <a16:creationId xmlns:a16="http://schemas.microsoft.com/office/drawing/2014/main" id="{FF075346-A894-4BC3-833B-8FC70A19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3867150"/>
            <a:ext cx="22860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24" name="dp43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11C730C5-3EFB-4B89-9933-1D023335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32911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</a:t>
            </a:r>
          </a:p>
        </p:txBody>
      </p:sp>
      <p:sp>
        <p:nvSpPr>
          <p:cNvPr id="125" name="dp43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CA0A428B-4326-4E98-A6A5-394561EE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57676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Coordinator</a:t>
            </a:r>
          </a:p>
        </p:txBody>
      </p:sp>
      <p:sp>
        <p:nvSpPr>
          <p:cNvPr id="126" name="dp43-comparison / n123">
            <a:extLst xmlns:a="http://schemas.openxmlformats.org/drawingml/2006/main">
              <a:ext uri="{FF2B5EF4-FFF2-40B4-BE49-F238E27FC236}">
                <a16:creationId xmlns:a16="http://schemas.microsoft.com/office/drawing/2014/main" id="{B96EE867-99B9-4DF0-AA7E-8E58AEAC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5400675"/>
            <a:ext cx="22860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7" name="dp43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136E5748-A19A-4A40-BF51-7D8832CE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5562600"/>
            <a:ext cx="21145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Partial Interpretation Ledger</a:t>
            </a:r>
          </a:p>
        </p:txBody>
      </p:sp>
      <p:sp>
        <p:nvSpPr>
          <p:cNvPr id="128" name="dp43-comparison / n125">
            <a:extLst xmlns:a="http://schemas.openxmlformats.org/drawingml/2006/main">
              <a:ext uri="{FF2B5EF4-FFF2-40B4-BE49-F238E27FC236}">
                <a16:creationId xmlns:a16="http://schemas.microsoft.com/office/drawing/2014/main" id="{1883D8C2-9A30-41A1-B391-69A3E7C5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9" name="dp43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627AE03D-261B-45D3-813E-D5F2DBBF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Intent</a:t>
            </a:r>
          </a:p>
        </p:txBody>
      </p:sp>
      <p:sp>
        <p:nvSpPr>
          <p:cNvPr id="130" name="dp43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EABE7F2A-D08D-4BF0-AF77-B7ABB498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31" name="dp43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B34A68BD-B2EE-4ECC-9D3F-C06BFCBD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986213"/>
            <a:ext cx="342900" cy="19050"/>
          </a:xfrm>
          <a:custGeom xmlns:a="http://schemas.openxmlformats.org/drawingml/2006/main">
            <a:pathLst>
              <a:path w="342900" h="19050">
                <a:moveTo>
                  <a:pt x="0" y="0"/>
                </a:moveTo>
                <a:lnTo>
                  <a:pt x="34290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2" name="dp43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69884A12-213A-4011-8689-8D4C48BE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5036" y="3937633"/>
            <a:ext cx="125114" cy="121732"/>
          </a:xfrm>
          <a:custGeom xmlns:a="http://schemas.openxmlformats.org/drawingml/2006/main">
            <a:pathLst>
              <a:path w="125114" h="121732">
                <a:moveTo>
                  <a:pt x="0" y="121732"/>
                </a:moveTo>
                <a:lnTo>
                  <a:pt x="125114" y="67629"/>
                </a:lnTo>
                <a:lnTo>
                  <a:pt x="67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3" name="dp43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813D8099-8D57-4E54-B523-0A827707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57663"/>
            <a:ext cx="342900" cy="19050"/>
          </a:xfrm>
          <a:custGeom xmlns:a="http://schemas.openxmlformats.org/drawingml/2006/main">
            <a:pathLst>
              <a:path w="342900" h="19050">
                <a:moveTo>
                  <a:pt x="342900" y="19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34" name="dp43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0E41E04C-D987-4A7C-A09C-9156A76A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03559"/>
            <a:ext cx="125114" cy="121732"/>
          </a:xfrm>
          <a:custGeom xmlns:a="http://schemas.openxmlformats.org/drawingml/2006/main">
            <a:pathLst>
              <a:path w="125114" h="121732">
                <a:moveTo>
                  <a:pt x="125114" y="0"/>
                </a:moveTo>
                <a:lnTo>
                  <a:pt x="0" y="54103"/>
                </a:lnTo>
                <a:lnTo>
                  <a:pt x="118351" y="12173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5" name="dp43-comparison / n131">
            <a:extLst xmlns:a="http://schemas.openxmlformats.org/drawingml/2006/main">
              <a:ext uri="{FF2B5EF4-FFF2-40B4-BE49-F238E27FC236}">
                <a16:creationId xmlns:a16="http://schemas.microsoft.com/office/drawing/2014/main" id="{3CF00CB7-ED8E-4FC5-955C-CDA134B6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36" name="dp43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1AA6F1D5-4611-403E-8B47-BF425557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23911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Referent Resolver</a:t>
            </a:r>
          </a:p>
        </p:txBody>
      </p:sp>
      <p:sp>
        <p:nvSpPr>
          <p:cNvPr id="137" name="dp43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7727D3AE-16FA-4889-A1CA-31772CEC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9103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0" y="15240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8" name="dp43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66BAFDDA-806C-4E51-BFF5-C77660FF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980" y="4484848"/>
            <a:ext cx="136170" cy="111412"/>
          </a:xfrm>
          <a:custGeom xmlns:a="http://schemas.openxmlformats.org/drawingml/2006/main">
            <a:pathLst>
              <a:path w="136170" h="111412">
                <a:moveTo>
                  <a:pt x="49516" y="111412"/>
                </a:moveTo>
                <a:lnTo>
                  <a:pt x="136170" y="619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9" name="dp43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91F7C9B4-3385-4209-AC72-90CE83E6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6248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3429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0" name="dp43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88B7E6C5-93FC-450C-8CAD-7371EFD5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709665"/>
            <a:ext cx="136170" cy="111412"/>
          </a:xfrm>
          <a:custGeom xmlns:a="http://schemas.openxmlformats.org/drawingml/2006/main">
            <a:pathLst>
              <a:path w="136170" h="111412">
                <a:moveTo>
                  <a:pt x="86654" y="0"/>
                </a:moveTo>
                <a:lnTo>
                  <a:pt x="0" y="105222"/>
                </a:lnTo>
                <a:lnTo>
                  <a:pt x="136170" y="11141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1" name="dp43-comparison / n137">
            <a:extLst xmlns:a="http://schemas.openxmlformats.org/drawingml/2006/main">
              <a:ext uri="{FF2B5EF4-FFF2-40B4-BE49-F238E27FC236}">
                <a16:creationId xmlns:a16="http://schemas.microsoft.com/office/drawing/2014/main" id="{952EDE3E-0FF6-421F-ABE2-CE22C6DD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2" name="dp43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B268FB6C-3FCB-45CF-AC8D-94A94A0E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Association</a:t>
            </a:r>
          </a:p>
        </p:txBody>
      </p:sp>
      <p:sp>
        <p:nvSpPr>
          <p:cNvPr id="143" name="dp43-comparison / n138 / text 2">
            <a:extLst xmlns:a="http://schemas.openxmlformats.org/drawingml/2006/main">
              <a:ext uri="{FF2B5EF4-FFF2-40B4-BE49-F238E27FC236}">
                <a16:creationId xmlns:a16="http://schemas.microsoft.com/office/drawing/2014/main" id="{3C68582E-705B-4D62-A049-F263AAAE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Resolver</a:t>
            </a:r>
          </a:p>
        </p:txBody>
      </p:sp>
      <p:sp>
        <p:nvSpPr>
          <p:cNvPr id="144" name="dp43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9AC98265-F968-4D04-BDEE-8818809E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97681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0" y="32385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45" name="dp43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D7BB7FB8-473D-45D7-9413-23057173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9656" y="4976813"/>
            <a:ext cx="130494" cy="128032"/>
          </a:xfrm>
          <a:custGeom xmlns:a="http://schemas.openxmlformats.org/drawingml/2006/main">
            <a:pathLst>
              <a:path w="130494" h="128032">
                <a:moveTo>
                  <a:pt x="83713" y="128032"/>
                </a:moveTo>
                <a:lnTo>
                  <a:pt x="130494" y="0"/>
                </a:lnTo>
                <a:lnTo>
                  <a:pt x="0" y="3939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6" name="dp43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9C9283B9-6190-4971-8D67-F73364B4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14826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34290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7" name="dp43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3C254935-1660-40EA-870F-7E4ACFEC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44081"/>
            <a:ext cx="130494" cy="128032"/>
          </a:xfrm>
          <a:custGeom xmlns:a="http://schemas.openxmlformats.org/drawingml/2006/main">
            <a:pathLst>
              <a:path w="130494" h="128032">
                <a:moveTo>
                  <a:pt x="46781" y="0"/>
                </a:moveTo>
                <a:lnTo>
                  <a:pt x="0" y="128032"/>
                </a:lnTo>
                <a:lnTo>
                  <a:pt x="130494" y="8863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8" name="dp43-comparison / n143">
            <a:extLst xmlns:a="http://schemas.openxmlformats.org/drawingml/2006/main">
              <a:ext uri="{FF2B5EF4-FFF2-40B4-BE49-F238E27FC236}">
                <a16:creationId xmlns:a16="http://schemas.microsoft.com/office/drawing/2014/main" id="{33CEF426-A550-490A-B49A-C16717A9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9" name="dp43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AE05C7F9-AC66-46B0-A683-0EFE56A3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Relation</a:t>
            </a:r>
          </a:p>
        </p:txBody>
      </p:sp>
      <p:sp>
        <p:nvSpPr>
          <p:cNvPr id="150" name="dp43-comparison / n144 / text 2">
            <a:extLst xmlns:a="http://schemas.openxmlformats.org/drawingml/2006/main">
              <a:ext uri="{FF2B5EF4-FFF2-40B4-BE49-F238E27FC236}">
                <a16:creationId xmlns:a16="http://schemas.microsoft.com/office/drawing/2014/main" id="{BD515B41-83E1-4733-BFB7-B165C55F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1" name="dp43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E77887D6-A8B5-4BA0-BDE0-4CC2A5B9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86213"/>
            <a:ext cx="323850" cy="19050"/>
          </a:xfrm>
          <a:custGeom xmlns:a="http://schemas.openxmlformats.org/drawingml/2006/main">
            <a:pathLst>
              <a:path w="323850" h="19050">
                <a:moveTo>
                  <a:pt x="323850" y="0"/>
                </a:move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2" name="dp43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796EF363-7A86-4A61-852B-48FECB62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37248"/>
            <a:ext cx="125289" cy="121710"/>
          </a:xfrm>
          <a:custGeom xmlns:a="http://schemas.openxmlformats.org/drawingml/2006/main">
            <a:pathLst>
              <a:path w="125289" h="121710">
                <a:moveTo>
                  <a:pt x="118130" y="0"/>
                </a:moveTo>
                <a:lnTo>
                  <a:pt x="0" y="68014"/>
                </a:lnTo>
                <a:lnTo>
                  <a:pt x="125289" y="12171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3" name="dp43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C2A54A6A-9D42-4FAE-9F10-D67FB8EE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157663"/>
            <a:ext cx="323850" cy="19050"/>
          </a:xfrm>
          <a:custGeom xmlns:a="http://schemas.openxmlformats.org/drawingml/2006/main">
            <a:pathLst>
              <a:path w="323850" h="19050">
                <a:moveTo>
                  <a:pt x="0" y="190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54" name="dp43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0247FA53-886B-49BE-B3CB-3DE2D141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4711" y="4103967"/>
            <a:ext cx="125289" cy="121710"/>
          </a:xfrm>
          <a:custGeom xmlns:a="http://schemas.openxmlformats.org/drawingml/2006/main">
            <a:pathLst>
              <a:path w="125289" h="121710">
                <a:moveTo>
                  <a:pt x="7159" y="121710"/>
                </a:moveTo>
                <a:lnTo>
                  <a:pt x="125289" y="5369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5" name="dp43-comparison / n149">
            <a:extLst xmlns:a="http://schemas.openxmlformats.org/drawingml/2006/main">
              <a:ext uri="{FF2B5EF4-FFF2-40B4-BE49-F238E27FC236}">
                <a16:creationId xmlns:a16="http://schemas.microsoft.com/office/drawing/2014/main" id="{15BB7B21-2A08-4542-AB5D-51654CA3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56" name="dp43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4F88F384-C49A-4627-AFB5-029CBA50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518660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Revision</a:t>
            </a:r>
          </a:p>
        </p:txBody>
      </p:sp>
      <p:sp>
        <p:nvSpPr>
          <p:cNvPr id="157" name="dp43-comparison / n150 / text 2">
            <a:extLst xmlns:a="http://schemas.openxmlformats.org/drawingml/2006/main">
              <a:ext uri="{FF2B5EF4-FFF2-40B4-BE49-F238E27FC236}">
                <a16:creationId xmlns:a16="http://schemas.microsoft.com/office/drawing/2014/main" id="{2196D395-C71B-424F-A3B6-B71FB9E9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729163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8" name="dp43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93BF6DA8-E630-4501-A901-BCDC73A8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9103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323850" y="1524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9" name="dp43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2A4771B0-B29F-4AEF-9BD3-34FE1F94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87793"/>
            <a:ext cx="136272" cy="110315"/>
          </a:xfrm>
          <a:custGeom xmlns:a="http://schemas.openxmlformats.org/drawingml/2006/main">
            <a:pathLst>
              <a:path w="136272" h="110315">
                <a:moveTo>
                  <a:pt x="136272" y="0"/>
                </a:moveTo>
                <a:lnTo>
                  <a:pt x="0" y="3245"/>
                </a:lnTo>
                <a:lnTo>
                  <a:pt x="84359" y="11031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0" name="dp43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41BAF96C-986B-4816-87B5-50F74B94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6248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0" y="0"/>
                </a:moveTo>
                <a:lnTo>
                  <a:pt x="32385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1" name="dp43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C95F8F80-CD0A-40F8-AAE9-BA340B24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728" y="4707817"/>
            <a:ext cx="136272" cy="110315"/>
          </a:xfrm>
          <a:custGeom xmlns:a="http://schemas.openxmlformats.org/drawingml/2006/main">
            <a:pathLst>
              <a:path w="136272" h="110315">
                <a:moveTo>
                  <a:pt x="0" y="110315"/>
                </a:moveTo>
                <a:lnTo>
                  <a:pt x="136272" y="107071"/>
                </a:lnTo>
                <a:lnTo>
                  <a:pt x="51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2" name="dp43-comparison / n155">
            <a:extLst xmlns:a="http://schemas.openxmlformats.org/drawingml/2006/main">
              <a:ext uri="{FF2B5EF4-FFF2-40B4-BE49-F238E27FC236}">
                <a16:creationId xmlns:a16="http://schemas.microsoft.com/office/drawing/2014/main" id="{0EC0449E-68D9-40A6-ACF9-8E9BCB19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63" name="dp43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6502A7E6-8A8A-4ACF-A7C5-0D284333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Handling</a:t>
            </a:r>
          </a:p>
        </p:txBody>
      </p:sp>
      <p:sp>
        <p:nvSpPr>
          <p:cNvPr id="164" name="dp43-comparison / n156 / text 2">
            <a:extLst xmlns:a="http://schemas.openxmlformats.org/drawingml/2006/main">
              <a:ext uri="{FF2B5EF4-FFF2-40B4-BE49-F238E27FC236}">
                <a16:creationId xmlns:a16="http://schemas.microsoft.com/office/drawing/2014/main" id="{B2843BEA-5D02-4E3C-9889-AADE9B46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65" name="dp43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6C5DB757-6F10-41FD-B270-99BED1CA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32385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66" name="dp43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52540C5-25DB-43C8-B72C-0A10036F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129316" cy="129316"/>
          </a:xfrm>
          <a:custGeom xmlns:a="http://schemas.openxmlformats.org/drawingml/2006/main">
            <a:pathLst>
              <a:path w="129316" h="129316">
                <a:moveTo>
                  <a:pt x="129316" y="43105"/>
                </a:moveTo>
                <a:lnTo>
                  <a:pt x="0" y="0"/>
                </a:lnTo>
                <a:lnTo>
                  <a:pt x="43105" y="1293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7" name="dp43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4BD65947-07E5-4750-A07D-3DE421A9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14826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8" name="dp43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FFD289AF-5B8B-4E69-A974-0B89C6F3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0684" y="5342797"/>
            <a:ext cx="129316" cy="129316"/>
          </a:xfrm>
          <a:custGeom xmlns:a="http://schemas.openxmlformats.org/drawingml/2006/main">
            <a:pathLst>
              <a:path w="129316" h="129316">
                <a:moveTo>
                  <a:pt x="0" y="86210"/>
                </a:moveTo>
                <a:lnTo>
                  <a:pt x="129316" y="129316"/>
                </a:lnTo>
                <a:lnTo>
                  <a:pt x="862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9" name="dp43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A8047B0C-0235-48D0-BDC9-442F689E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3038475"/>
            <a:ext cx="1247775" cy="828675"/>
          </a:xfrm>
          <a:custGeom xmlns:a="http://schemas.openxmlformats.org/drawingml/2006/main">
            <a:pathLst>
              <a:path w="1247775" h="828675">
                <a:moveTo>
                  <a:pt x="1104900" y="0"/>
                </a:moveTo>
                <a:lnTo>
                  <a:pt x="1104900" y="266700"/>
                </a:lnTo>
                <a:lnTo>
                  <a:pt x="1247775" y="266700"/>
                </a:lnTo>
                <a:lnTo>
                  <a:pt x="1247775" y="781050"/>
                </a:lnTo>
                <a:lnTo>
                  <a:pt x="0" y="781050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0" name="dp43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8E3B377A-F05C-4E50-AD2A-B7634AA1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37452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1" name="dp43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CB60EB7E-84FA-4AB8-A3F0-B11BB9C7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5286375"/>
            <a:ext cx="953" cy="114300"/>
          </a:xfrm>
          <a:custGeom xmlns:a="http://schemas.openxmlformats.org/drawingml/2006/main">
            <a:pathLst>
              <a:path w="953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2" name="dp43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30AFB217-110A-443A-8ADB-281319B8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52787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3" name="dp43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4B709071-6841-47FA-93E5-0DB7DA47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38475"/>
            <a:ext cx="7791450" cy="742950"/>
          </a:xfrm>
          <a:custGeom xmlns:a="http://schemas.openxmlformats.org/drawingml/2006/main">
            <a:pathLst>
              <a:path w="7791450" h="742950">
                <a:moveTo>
                  <a:pt x="0" y="742950"/>
                </a:moveTo>
                <a:lnTo>
                  <a:pt x="7791450" y="742950"/>
                </a:lnTo>
                <a:lnTo>
                  <a:pt x="7791450" y="266700"/>
                </a:lnTo>
                <a:lnTo>
                  <a:pt x="6743700" y="266700"/>
                </a:lnTo>
                <a:lnTo>
                  <a:pt x="674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4" name="dp43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9885B000-F079-461F-8828-357AB556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4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5" name="dp43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99BED5CE-B02E-4D61-841D-3FCA1C3F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290513"/>
          </a:xfrm>
          <a:custGeom xmlns:a="http://schemas.openxmlformats.org/drawingml/2006/main">
            <a:pathLst>
              <a:path w="95250" h="290513">
                <a:moveTo>
                  <a:pt x="95250" y="290513"/>
                </a:moveTo>
                <a:lnTo>
                  <a:pt x="0" y="29051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6" name="dp43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A46318C1-90A6-4DDB-A07C-2995691A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947738"/>
          </a:xfrm>
          <a:custGeom xmlns:a="http://schemas.openxmlformats.org/drawingml/2006/main">
            <a:pathLst>
              <a:path w="95250" h="947738">
                <a:moveTo>
                  <a:pt x="95250" y="947738"/>
                </a:moveTo>
                <a:lnTo>
                  <a:pt x="0" y="9477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7" name="dp43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B25EFED7-BC5C-4496-8AFC-47420333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1604963"/>
          </a:xfrm>
          <a:custGeom xmlns:a="http://schemas.openxmlformats.org/drawingml/2006/main">
            <a:pathLst>
              <a:path w="95250" h="1604963">
                <a:moveTo>
                  <a:pt x="95250" y="1604963"/>
                </a:moveTo>
                <a:lnTo>
                  <a:pt x="0" y="160496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3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F4A0C98D-DE60-4B4C-8304-8335C74F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290513"/>
          </a:xfrm>
          <a:custGeom xmlns:a="http://schemas.openxmlformats.org/drawingml/2006/main">
            <a:pathLst>
              <a:path w="247650" h="290513">
                <a:moveTo>
                  <a:pt x="0" y="290513"/>
                </a:moveTo>
                <a:lnTo>
                  <a:pt x="247650" y="29051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3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F6939EA8-03A9-4FD2-8674-4E559F5C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947738"/>
          </a:xfrm>
          <a:custGeom xmlns:a="http://schemas.openxmlformats.org/drawingml/2006/main">
            <a:pathLst>
              <a:path w="247650" h="947738">
                <a:moveTo>
                  <a:pt x="0" y="947738"/>
                </a:moveTo>
                <a:lnTo>
                  <a:pt x="247650" y="947738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0" name="dp43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D440C08F-1EF6-4876-A0C3-F376502A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1604963"/>
          </a:xfrm>
          <a:custGeom xmlns:a="http://schemas.openxmlformats.org/drawingml/2006/main">
            <a:pathLst>
              <a:path w="247650" h="1604963">
                <a:moveTo>
                  <a:pt x="0" y="1604963"/>
                </a:moveTo>
                <a:lnTo>
                  <a:pt x="247650" y="160496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1" name="dp43-comparison / n176">
            <a:extLst xmlns:a="http://schemas.openxmlformats.org/drawingml/2006/main">
              <a:ext uri="{FF2B5EF4-FFF2-40B4-BE49-F238E27FC236}">
                <a16:creationId xmlns:a16="http://schemas.microsoft.com/office/drawing/2014/main" id="{013D0395-B7E9-4DE0-AAF5-2164A2E0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3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4F785923-9EBB-45C7-B8F2-52A169FB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3-comparison / n178">
            <a:extLst xmlns:a="http://schemas.openxmlformats.org/drawingml/2006/main">
              <a:ext uri="{FF2B5EF4-FFF2-40B4-BE49-F238E27FC236}">
                <a16:creationId xmlns:a16="http://schemas.microsoft.com/office/drawing/2014/main" id="{1CC840AA-2A96-4D66-BA01-F6D415F3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3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13961A4A-6B08-4DFD-A287-2BCF45CB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5" name="dp43-comparison / n180">
            <a:extLst xmlns:a="http://schemas.openxmlformats.org/drawingml/2006/main">
              <a:ext uri="{FF2B5EF4-FFF2-40B4-BE49-F238E27FC236}">
                <a16:creationId xmlns:a16="http://schemas.microsoft.com/office/drawing/2014/main" id="{71E490D8-CA97-4441-AB05-E533D51F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6" name="dp43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299151BA-F830-459E-A67B-AAAD86F7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87" name="dp43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256A4B1C-CCDE-4036-B764-506A789A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810250"/>
            <a:ext cx="2676525" cy="714375"/>
          </a:xfrm>
          <a:custGeom xmlns:a="http://schemas.openxmlformats.org/drawingml/2006/main">
            <a:pathLst>
              <a:path w="2676525" h="714375">
                <a:moveTo>
                  <a:pt x="2676525" y="0"/>
                </a:moveTo>
                <a:lnTo>
                  <a:pt x="2676525" y="647700"/>
                </a:lnTo>
                <a:lnTo>
                  <a:pt x="0" y="647700"/>
                </a:ln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88" name="dp43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8DB97C90-0CF1-404C-96D5-E2F82C6A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89" name="dp43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82F1A60D-58BD-481D-B897-39246604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0" name="dp43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9124D4B8-8B55-4EC9-B40D-9C513AB3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1" name="dp43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4688ADCC-F336-47D9-B8C2-6DBB5857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92" name="dp43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BCA6E32B-847A-4892-900C-F50CC57F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93" name="dp43-comparison / n110">
            <a:extLst xmlns:a="http://schemas.openxmlformats.org/drawingml/2006/main">
              <a:ext uri="{FF2B5EF4-FFF2-40B4-BE49-F238E27FC236}">
                <a16:creationId xmlns:a16="http://schemas.microsoft.com/office/drawing/2014/main" id="{4181A5C3-3EBC-4B5E-9BCF-BC4E6E53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3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7E9C46C3-F06D-4B92-A607-4174A42F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5" name="dp43-comparison / n112">
            <a:extLst xmlns:a="http://schemas.openxmlformats.org/drawingml/2006/main">
              <a:ext uri="{FF2B5EF4-FFF2-40B4-BE49-F238E27FC236}">
                <a16:creationId xmlns:a16="http://schemas.microsoft.com/office/drawing/2014/main" id="{97765100-4BE0-47F2-9AA7-637FE83F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3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C5F44CEB-3C5B-4BB6-B05D-EABEAAA2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97" name="dp43-comparison / n115">
            <a:extLst xmlns:a="http://schemas.openxmlformats.org/drawingml/2006/main">
              <a:ext uri="{FF2B5EF4-FFF2-40B4-BE49-F238E27FC236}">
                <a16:creationId xmlns:a16="http://schemas.microsoft.com/office/drawing/2014/main" id="{3FC340C3-1DE3-4396-8E59-428EEB5D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3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55CFA5DA-01BD-461F-9BB2-29240A1F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99" name="dp43-comparison / n117">
            <a:extLst xmlns:a="http://schemas.openxmlformats.org/drawingml/2006/main">
              <a:ext uri="{FF2B5EF4-FFF2-40B4-BE49-F238E27FC236}">
                <a16:creationId xmlns:a16="http://schemas.microsoft.com/office/drawing/2014/main" id="{EA8F9E46-FC83-49A6-9F27-083C27AD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3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3C99236A-F6B4-4984-BB7C-264C0F7F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201" name="dp43-comparison / n127">
            <a:extLst xmlns:a="http://schemas.openxmlformats.org/drawingml/2006/main">
              <a:ext uri="{FF2B5EF4-FFF2-40B4-BE49-F238E27FC236}">
                <a16:creationId xmlns:a16="http://schemas.microsoft.com/office/drawing/2014/main" id="{5D9BA927-C8E7-4A78-AEEB-A89AD6B3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3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2A8BBB86-9F80-41D4-8123-63706539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F1 목표와 완료 조건</a:t>
            </a:r>
          </a:p>
        </p:txBody>
      </p:sp>
      <p:sp>
        <p:nvSpPr>
          <p:cNvPr id="203" name="dp43-comparison / n133">
            <a:extLst xmlns:a="http://schemas.openxmlformats.org/drawingml/2006/main">
              <a:ext uri="{FF2B5EF4-FFF2-40B4-BE49-F238E27FC236}">
                <a16:creationId xmlns:a16="http://schemas.microsoft.com/office/drawing/2014/main" id="{5A7A953A-81D5-4F77-ACA1-C8EE68F8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943475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3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447AA3A2-AFA1-42FC-8AD4-2DBA2284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F2 표와 결론의 범위</a:t>
            </a:r>
          </a:p>
        </p:txBody>
      </p:sp>
      <p:sp>
        <p:nvSpPr>
          <p:cNvPr id="205" name="dp43-comparison / n139">
            <a:extLst xmlns:a="http://schemas.openxmlformats.org/drawingml/2006/main">
              <a:ext uri="{FF2B5EF4-FFF2-40B4-BE49-F238E27FC236}">
                <a16:creationId xmlns:a16="http://schemas.microsoft.com/office/drawing/2014/main" id="{E9ACB78A-61E6-47E2-8D97-E26FD735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600700"/>
            <a:ext cx="226790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3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86C8AE52-C44A-48D2-BDC2-57955F4B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F3 Conversation / Task 연결</a:t>
            </a:r>
          </a:p>
        </p:txBody>
      </p:sp>
      <p:sp>
        <p:nvSpPr>
          <p:cNvPr id="207" name="dp43-comparison / n145">
            <a:extLst xmlns:a="http://schemas.openxmlformats.org/drawingml/2006/main">
              <a:ext uri="{FF2B5EF4-FFF2-40B4-BE49-F238E27FC236}">
                <a16:creationId xmlns:a16="http://schemas.microsoft.com/office/drawing/2014/main" id="{C2A9569D-2F7E-4DA7-A358-CFFE0208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3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505D19AC-66BE-417E-9DBD-C330C574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F4 조건과 의존 관계</a:t>
            </a:r>
          </a:p>
        </p:txBody>
      </p:sp>
      <p:sp>
        <p:nvSpPr>
          <p:cNvPr id="209" name="dp43-comparison / n151">
            <a:extLst xmlns:a="http://schemas.openxmlformats.org/drawingml/2006/main">
              <a:ext uri="{FF2B5EF4-FFF2-40B4-BE49-F238E27FC236}">
                <a16:creationId xmlns:a16="http://schemas.microsoft.com/office/drawing/2014/main" id="{60BD6D1B-C2FC-4C8E-BDE0-1435AA7D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943475"/>
            <a:ext cx="170211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3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49785A56-79C0-4F1F-B7E4-BDF90126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F5 PDF 유지 / 결론→표</a:t>
            </a:r>
          </a:p>
        </p:txBody>
      </p:sp>
      <p:sp>
        <p:nvSpPr>
          <p:cNvPr id="211" name="dp43-comparison / n157">
            <a:extLst xmlns:a="http://schemas.openxmlformats.org/drawingml/2006/main">
              <a:ext uri="{FF2B5EF4-FFF2-40B4-BE49-F238E27FC236}">
                <a16:creationId xmlns:a16="http://schemas.microsoft.com/office/drawing/2014/main" id="{00A6AC04-02BA-47E5-B5A9-228C7383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600700"/>
            <a:ext cx="222218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3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C9C06587-84AD-44FA-8B4C-FE6D47C9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F6 Delegation / 질문 / 대기</a:t>
            </a:r>
          </a:p>
        </p:txBody>
      </p:sp>
      <p:sp>
        <p:nvSpPr>
          <p:cNvPr id="213" name="dp43-comparison / n170">
            <a:extLst xmlns:a="http://schemas.openxmlformats.org/drawingml/2006/main">
              <a:ext uri="{FF2B5EF4-FFF2-40B4-BE49-F238E27FC236}">
                <a16:creationId xmlns:a16="http://schemas.microsoft.com/office/drawing/2014/main" id="{71BD90F2-E5D1-4B26-AC5A-EF3AD943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3475" y="3514725"/>
            <a:ext cx="26422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3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520304A8-10BE-4B52-9FB4-5C4943AC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524250"/>
            <a:ext cx="49625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각 F1~F6 생산자의 모델 호출 / 반환</a:t>
            </a:r>
          </a:p>
        </p:txBody>
      </p:sp>
      <p:sp>
        <p:nvSpPr>
          <p:cNvPr id="215" name="dp43-comparison / n172">
            <a:extLst xmlns:a="http://schemas.openxmlformats.org/drawingml/2006/main">
              <a:ext uri="{FF2B5EF4-FFF2-40B4-BE49-F238E27FC236}">
                <a16:creationId xmlns:a16="http://schemas.microsoft.com/office/drawing/2014/main" id="{67A8C5F5-C717-4D3F-BCFC-30690404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810250"/>
            <a:ext cx="546201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3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A2E433FB-693C-4C72-8D4B-3239FA36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819775"/>
            <a:ext cx="7505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실선 제안 / 점선 원생산자 재판단 / Coordinator의 의미 덮어쓰기 금지</a:t>
            </a:r>
          </a:p>
        </p:txBody>
      </p:sp>
      <p:sp>
        <p:nvSpPr>
          <p:cNvPr id="217" name="dp43-comparison / n174">
            <a:extLst xmlns:a="http://schemas.openxmlformats.org/drawingml/2006/main">
              <a:ext uri="{FF2B5EF4-FFF2-40B4-BE49-F238E27FC236}">
                <a16:creationId xmlns:a16="http://schemas.microsoft.com/office/drawing/2014/main" id="{3899F3A2-3A85-4C74-AA13-5BDFAAA1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3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EEC1CFA1-F5C4-47A4-9836-21335FA6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219" name="dp43-comparison / n185">
            <a:extLst xmlns:a="http://schemas.openxmlformats.org/drawingml/2006/main">
              <a:ext uri="{FF2B5EF4-FFF2-40B4-BE49-F238E27FC236}">
                <a16:creationId xmlns:a16="http://schemas.microsoft.com/office/drawing/2014/main" id="{5AC9CDA2-E5BB-4E61-A8AC-D5DE8746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3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5DF7D618-69FD-4311-8776-EFBCB9FD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21" name="dp43-comparison / n187">
            <a:extLst xmlns:a="http://schemas.openxmlformats.org/drawingml/2006/main">
              <a:ext uri="{FF2B5EF4-FFF2-40B4-BE49-F238E27FC236}">
                <a16:creationId xmlns:a16="http://schemas.microsoft.com/office/drawing/2014/main" id="{E89C0477-816A-4A08-9D15-2965AAAC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3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BF754C77-1AD9-425D-B87A-36D3EE1A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3" name="dp43-comparison / n189">
            <a:extLst xmlns:a="http://schemas.openxmlformats.org/drawingml/2006/main">
              <a:ext uri="{FF2B5EF4-FFF2-40B4-BE49-F238E27FC236}">
                <a16:creationId xmlns:a16="http://schemas.microsoft.com/office/drawing/2014/main" id="{7DC94E20-4AF0-4A86-A28E-A08C2D64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3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0CFD3590-B83F-4F4D-9027-C257EFB2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5" name="dp43-comparison / n191">
            <a:extLst xmlns:a="http://schemas.openxmlformats.org/drawingml/2006/main">
              <a:ext uri="{FF2B5EF4-FFF2-40B4-BE49-F238E27FC236}">
                <a16:creationId xmlns:a16="http://schemas.microsoft.com/office/drawing/2014/main" id="{707BDD6E-C099-4B8B-A8BE-A70382A8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3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E751F4EB-5CAF-47BB-9854-4CB2BCBC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15111853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dp44-background / n1">
            <a:extLst xmlns:a="http://schemas.openxmlformats.org/drawingml/2006/main">
              <a:ext uri="{FF2B5EF4-FFF2-40B4-BE49-F238E27FC236}">
                <a16:creationId xmlns:a16="http://schemas.microsoft.com/office/drawing/2014/main" id="{0E69307E-461A-485D-AB73-AE59F9C9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902C3277-B3DE-43F2-BB2A-EDDF8C3F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4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EA21EABC-6818-4A58-9702-70FB99CF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04-44</a:t>
            </a:r>
          </a:p>
        </p:txBody>
      </p:sp>
      <p:sp>
        <p:nvSpPr>
          <p:cNvPr id="4" name="dp44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BBB4FDF8-8236-484E-88E0-08FF37A6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6F71EA15-EE33-4441-9EEF-DF5212B7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background / n6">
            <a:extLst xmlns:a="http://schemas.openxmlformats.org/drawingml/2006/main">
              <a:ext uri="{FF2B5EF4-FFF2-40B4-BE49-F238E27FC236}">
                <a16:creationId xmlns:a16="http://schemas.microsoft.com/office/drawing/2014/main" id="{02530544-A891-44B9-9F8F-01AC79CB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4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1DB3D147-3115-427D-BD9A-F952FEF3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누락과 현재 대화에 맞지 않는 Response 전달 위험</a:t>
            </a:r>
          </a:p>
        </p:txBody>
      </p:sp>
      <p:sp>
        <p:nvSpPr>
          <p:cNvPr id="8" name="dp44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68C00784-7655-4F1C-B5AE-827A3F0E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4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21254219-01E9-45CE-86C9-A206BCDE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4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FC8B0CE9-37F3-47B2-86BB-A6EE94D0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4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7C3BE31F-10A0-4D79-AC57-992A7CD9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4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2E75A5A4-077F-42FD-86B6-D6BD9A9E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겹친 사건의 후속 실행과 전달을 이어가는 실행 구조 설계</a:t>
            </a:r>
          </a:p>
        </p:txBody>
      </p:sp>
      <p:sp>
        <p:nvSpPr>
          <p:cNvPr id="13" name="dp44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84E87EC7-8E9B-4F3E-A9C0-3E5643D7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반응성 / 기능 정확성 / 자원 활용성</a:t>
            </a:r>
          </a:p>
        </p:txBody>
      </p:sp>
      <p:sp>
        <p:nvSpPr>
          <p:cNvPr id="14" name="dp44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07D8E6B2-4496-40D4-82F4-AD1B05EB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4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221C0AC3-AD14-48C6-9C80-364E99F2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처음 / “보고서 내용 설명해주고, 내일 회의 안내 메일 초안도 만들어줘.”</a:t>
            </a:r>
          </a:p>
        </p:txBody>
      </p:sp>
      <p:sp>
        <p:nvSpPr>
          <p:cNvPr id="16" name="dp44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4B18F507-7E29-4F5A-8D40-2B6F4DA7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처리 시작</a:t>
            </a:r>
          </a:p>
        </p:txBody>
      </p:sp>
      <p:sp>
        <p:nvSpPr>
          <p:cNvPr id="17" name="dp44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E1F076F6-013A-4413-8070-BD634B58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설명 도중 / 두 사건 도착</a:t>
            </a:r>
          </a:p>
        </p:txBody>
      </p:sp>
      <p:sp>
        <p:nvSpPr>
          <p:cNvPr id="18" name="dp44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1B7130FE-368B-4415-A595-B1F968FF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발화 해석 후</a:t>
            </a:r>
          </a:p>
        </p:txBody>
      </p:sp>
      <p:sp>
        <p:nvSpPr>
          <p:cNvPr id="19" name="dp44-background / n19 / path">
            <a:extLst xmlns:a="http://schemas.openxmlformats.org/drawingml/2006/main">
              <a:ext uri="{FF2B5EF4-FFF2-40B4-BE49-F238E27FC236}">
                <a16:creationId xmlns:a16="http://schemas.microsoft.com/office/drawing/2014/main" id="{4466E9D9-45B8-4B03-B899-7D72B051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0" name="dp44-background / n19 / arrow">
            <a:extLst xmlns:a="http://schemas.openxmlformats.org/drawingml/2006/main">
              <a:ext uri="{FF2B5EF4-FFF2-40B4-BE49-F238E27FC236}">
                <a16:creationId xmlns:a16="http://schemas.microsoft.com/office/drawing/2014/main" id="{FBE07F6C-39E8-4077-9837-75D23B93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1" name="dp44-background / n20 / path">
            <a:extLst xmlns:a="http://schemas.openxmlformats.org/drawingml/2006/main">
              <a:ext uri="{FF2B5EF4-FFF2-40B4-BE49-F238E27FC236}">
                <a16:creationId xmlns:a16="http://schemas.microsoft.com/office/drawing/2014/main" id="{BDB12527-15E9-4503-9D55-BD8480CD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2" name="dp44-background / n20 / arrow">
            <a:extLst xmlns:a="http://schemas.openxmlformats.org/drawingml/2006/main">
              <a:ext uri="{FF2B5EF4-FFF2-40B4-BE49-F238E27FC236}">
                <a16:creationId xmlns:a16="http://schemas.microsoft.com/office/drawing/2014/main" id="{51534F93-40C4-4591-814D-B195C1FC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3" name="dp44-background / n21">
            <a:extLst xmlns:a="http://schemas.openxmlformats.org/drawingml/2006/main">
              <a:ext uri="{FF2B5EF4-FFF2-40B4-BE49-F238E27FC236}">
                <a16:creationId xmlns:a16="http://schemas.microsoft.com/office/drawing/2014/main" id="{B7F7D7BE-9529-48FD-ACB8-BD9868B4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p44-background / n22">
            <a:extLst xmlns:a="http://schemas.openxmlformats.org/drawingml/2006/main">
              <a:ext uri="{FF2B5EF4-FFF2-40B4-BE49-F238E27FC236}">
                <a16:creationId xmlns:a16="http://schemas.microsoft.com/office/drawing/2014/main" id="{F4341878-B394-4B07-B5DB-C024C4A9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p44-background / n23">
            <a:extLst xmlns:a="http://schemas.openxmlformats.org/drawingml/2006/main">
              <a:ext uri="{FF2B5EF4-FFF2-40B4-BE49-F238E27FC236}">
                <a16:creationId xmlns:a16="http://schemas.microsoft.com/office/drawing/2014/main" id="{77CE869E-702C-4A39-AB4F-D6CA0AB6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p44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4223B86E-941D-4905-84D4-6274E6A4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27" name="dp44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198C7D19-E8C5-4FAB-9FDB-5862BDF0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중</a:t>
            </a:r>
          </a:p>
        </p:txBody>
      </p:sp>
      <p:sp>
        <p:nvSpPr>
          <p:cNvPr id="28" name="dp44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626C8756-5700-47C1-BCC1-D7728E51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발화 계속 수신</a:t>
            </a:r>
          </a:p>
        </p:txBody>
      </p:sp>
      <p:sp>
        <p:nvSpPr>
          <p:cNvPr id="29" name="dp44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D5438D12-15EF-4356-9E09-1BA943D4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991100"/>
            <a:ext cx="953" cy="76200"/>
          </a:xfrm>
          <a:custGeom xmlns:a="http://schemas.openxmlformats.org/drawingml/2006/main"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0" name="dp44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9FDB9214-B03A-40D6-9C08-2ED64E46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933950"/>
            <a:ext cx="953" cy="133350"/>
          </a:xfrm>
          <a:custGeom xmlns:a="http://schemas.openxmlformats.org/drawingml/2006/main">
            <a:pathLst>
              <a:path w="953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1" name="dp44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EBFDBB11-0AE6-467A-BC5C-719456AE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848225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2" name="dp44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A84D5CF7-1931-44F1-812A-8033B186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62525"/>
            <a:ext cx="953" cy="104775"/>
          </a:xfrm>
          <a:custGeom xmlns:a="http://schemas.openxmlformats.org/drawingml/2006/main"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3" name="dp44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8389234B-6F62-4C88-9C56-56BB2577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895850"/>
            <a:ext cx="953" cy="171450"/>
          </a:xfrm>
          <a:custGeom xmlns:a="http://schemas.openxmlformats.org/drawingml/2006/main">
            <a:pathLst>
              <a:path w="953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4" name="dp44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F9DEE1CB-08BF-4768-8CA4-A3A3AC44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81575"/>
            <a:ext cx="953" cy="85725"/>
          </a:xfrm>
          <a:custGeom xmlns:a="http://schemas.openxmlformats.org/drawingml/2006/main">
            <a:pathLst>
              <a:path w="953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5" name="dp44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46C6E809-9108-4BE5-B7D4-BF2843DE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새 User Turn</a:t>
            </a:r>
          </a:p>
        </p:txBody>
      </p:sp>
      <p:sp>
        <p:nvSpPr>
          <p:cNvPr id="36" name="dp44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286F107B-F795-4EBC-ACBA-8B76B339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8620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“잠깐, 표부터</a:t>
            </a:r>
          </a:p>
        </p:txBody>
      </p:sp>
      <p:sp>
        <p:nvSpPr>
          <p:cNvPr id="37" name="dp44-background / n34 / text 2">
            <a:extLst xmlns:a="http://schemas.openxmlformats.org/drawingml/2006/main">
              <a:ext uri="{FF2B5EF4-FFF2-40B4-BE49-F238E27FC236}">
                <a16:creationId xmlns:a16="http://schemas.microsoft.com/office/drawing/2014/main" id="{D394A254-B03A-451B-B2BA-CD53ADBF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1005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설명해줘.”</a:t>
            </a:r>
          </a:p>
        </p:txBody>
      </p:sp>
      <p:sp>
        <p:nvSpPr>
          <p:cNvPr id="38" name="dp44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7D90EBA4-28F4-441B-95E8-E815E18E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96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음성 중단과 발화 해석</a:t>
            </a:r>
          </a:p>
        </p:txBody>
      </p:sp>
      <p:sp>
        <p:nvSpPr>
          <p:cNvPr id="39" name="dp44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DC6FBC55-8127-4B21-B76F-C71AE7A4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Request의 Response</a:t>
            </a:r>
          </a:p>
        </p:txBody>
      </p:sp>
      <p:sp>
        <p:nvSpPr>
          <p:cNvPr id="40" name="dp44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59A7EB1D-706A-404C-ABD1-10CE5C4D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52875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설명으로 전환</a:t>
            </a:r>
          </a:p>
        </p:txBody>
      </p:sp>
      <p:sp>
        <p:nvSpPr>
          <p:cNvPr id="41" name="dp44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1EB83392-20B2-4E9D-805A-00AB753F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Text 및 음성 전달</a:t>
            </a:r>
          </a:p>
        </p:txBody>
      </p:sp>
      <p:sp>
        <p:nvSpPr>
          <p:cNvPr id="42" name="dp44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764E2F5B-167C-4EA9-B3F3-AC10FF39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 / Downstream Agent의 작업 실행</a:t>
            </a:r>
          </a:p>
        </p:txBody>
      </p:sp>
      <p:sp>
        <p:nvSpPr>
          <p:cNvPr id="43" name="dp44-background / n40">
            <a:extLst xmlns:a="http://schemas.openxmlformats.org/drawingml/2006/main">
              <a:ext uri="{FF2B5EF4-FFF2-40B4-BE49-F238E27FC236}">
                <a16:creationId xmlns:a16="http://schemas.microsoft.com/office/drawing/2014/main" id="{A38FEAD5-3BE6-4B8A-AD14-7908F6BB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4-background / n41">
            <a:extLst xmlns:a="http://schemas.openxmlformats.org/drawingml/2006/main">
              <a:ext uri="{FF2B5EF4-FFF2-40B4-BE49-F238E27FC236}">
                <a16:creationId xmlns:a16="http://schemas.microsoft.com/office/drawing/2014/main" id="{8370D525-A537-4CB0-A961-180FFB8A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4-background / n42">
            <a:extLst xmlns:a="http://schemas.openxmlformats.org/drawingml/2006/main">
              <a:ext uri="{FF2B5EF4-FFF2-40B4-BE49-F238E27FC236}">
                <a16:creationId xmlns:a16="http://schemas.microsoft.com/office/drawing/2014/main" id="{AA6D3375-9BD8-4334-889E-EEF09165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p44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34610FC9-16A9-4603-9E11-5374EBA0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후 초안 작성</a:t>
            </a:r>
          </a:p>
        </p:txBody>
      </p:sp>
      <p:sp>
        <p:nvSpPr>
          <p:cNvPr id="47" name="dp44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65B30ED-16AA-4DE3-AA42-842BF427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151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진행 중</a:t>
            </a:r>
          </a:p>
        </p:txBody>
      </p:sp>
      <p:sp>
        <p:nvSpPr>
          <p:cNvPr id="48" name="dp44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E42BF152-97C0-4606-8812-2770C29F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 Task의 질문 도착</a:t>
            </a:r>
          </a:p>
        </p:txBody>
      </p:sp>
      <p:sp>
        <p:nvSpPr>
          <p:cNvPr id="49" name="dp44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2BA4133C-E319-4221-B2FB-2475D7F7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68655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“받는 사람은</a:t>
            </a:r>
          </a:p>
        </p:txBody>
      </p:sp>
      <p:sp>
        <p:nvSpPr>
          <p:cNvPr id="50" name="dp44-background / n46 / text 2">
            <a:extLst xmlns:a="http://schemas.openxmlformats.org/drawingml/2006/main">
              <a:ext uri="{FF2B5EF4-FFF2-40B4-BE49-F238E27FC236}">
                <a16:creationId xmlns:a16="http://schemas.microsoft.com/office/drawing/2014/main" id="{34BB18C3-08AF-4917-81DC-44D80E03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0104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1" name="dp44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9D0BB081-9200-4E29-B28C-09F3AAC3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 후 메일 질문 전달</a:t>
            </a:r>
          </a:p>
        </p:txBody>
      </p:sp>
      <p:sp>
        <p:nvSpPr>
          <p:cNvPr id="52" name="dp44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939A940F-714C-40A3-B50A-E14F8AA7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865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 초안의 받는 사람은</a:t>
            </a:r>
          </a:p>
        </p:txBody>
      </p:sp>
      <p:sp>
        <p:nvSpPr>
          <p:cNvPr id="53" name="dp44-background / n48 / text 2">
            <a:extLst xmlns:a="http://schemas.openxmlformats.org/drawingml/2006/main">
              <a:ext uri="{FF2B5EF4-FFF2-40B4-BE49-F238E27FC236}">
                <a16:creationId xmlns:a16="http://schemas.microsoft.com/office/drawing/2014/main" id="{A36A72FC-F212-43E0-812E-C083719A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9723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4" name="dp44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EF9D9C3E-85DF-4FB4-8DB6-809D1B17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7533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/ 답변 대기</a:t>
            </a:r>
          </a:p>
        </p:txBody>
      </p:sp>
      <p:sp>
        <p:nvSpPr>
          <p:cNvPr id="55" name="dp44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A6400DDD-81AA-4E74-9D6F-45576F4F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676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음성 중단 / Task 취소 의도 확인은 별도</a:t>
            </a:r>
          </a:p>
        </p:txBody>
      </p:sp>
      <p:sp>
        <p:nvSpPr>
          <p:cNvPr id="56" name="dp44-background / n51 / path">
            <a:extLst xmlns:a="http://schemas.openxmlformats.org/drawingml/2006/main">
              <a:ext uri="{FF2B5EF4-FFF2-40B4-BE49-F238E27FC236}">
                <a16:creationId xmlns:a16="http://schemas.microsoft.com/office/drawing/2014/main" id="{E88516AE-AC55-4CCA-B49D-893EC19E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7" name="dp44-background / n52 / path">
            <a:extLst xmlns:a="http://schemas.openxmlformats.org/drawingml/2006/main">
              <a:ext uri="{FF2B5EF4-FFF2-40B4-BE49-F238E27FC236}">
                <a16:creationId xmlns:a16="http://schemas.microsoft.com/office/drawing/2014/main" id="{72524623-8DD0-4293-BE67-7FE534D4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8" name="dp44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6532BC1D-4F94-482F-8F22-A0E4A501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수신과 중단의 우선 처리</a:t>
            </a:r>
          </a:p>
        </p:txBody>
      </p:sp>
      <p:sp>
        <p:nvSpPr>
          <p:cNvPr id="59" name="dp44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F18E3D29-3270-4E3F-A9F8-7ED48E74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긴 해석 중에도 새 발화의 수신과 음성 중단</a:t>
            </a:r>
          </a:p>
        </p:txBody>
      </p:sp>
      <p:sp>
        <p:nvSpPr>
          <p:cNvPr id="60" name="dp44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496C2FC5-1321-4B44-B8CC-18C0F998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실행과 대기 상태</a:t>
            </a:r>
          </a:p>
        </p:txBody>
      </p:sp>
      <p:sp>
        <p:nvSpPr>
          <p:cNvPr id="61" name="dp44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9261CB4A-4F18-4500-9F57-8FDBE9F5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Request와 메일 질문의 처리 연결</a:t>
            </a:r>
          </a:p>
        </p:txBody>
      </p:sp>
      <p:sp>
        <p:nvSpPr>
          <p:cNvPr id="62" name="dp44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C09B8CC1-9AD6-4440-972F-2EA4B8D19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현재성 확인과 실제 전달</a:t>
            </a:r>
          </a:p>
        </p:txBody>
      </p:sp>
      <p:sp>
        <p:nvSpPr>
          <p:cNvPr id="63" name="dp44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F3E8A759-CB74-4AE1-8018-E8A7C72C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전 Response 보류와 전달 차례 결정</a:t>
            </a:r>
          </a:p>
        </p:txBody>
      </p:sp>
    </p:spTree>
    <p:extLst>
      <p:ext uri="{BB962C8B-B14F-4D97-AF65-F5344CB8AC3E}">
        <p14:creationId xmlns:p14="http://schemas.microsoft.com/office/powerpoint/2010/main" val="11372504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0" name="dp44-comparison / n1">
            <a:extLst xmlns:a="http://schemas.openxmlformats.org/drawingml/2006/main">
              <a:ext uri="{FF2B5EF4-FFF2-40B4-BE49-F238E27FC236}">
                <a16:creationId xmlns:a16="http://schemas.microsoft.com/office/drawing/2014/main" id="{9880AA08-CD1C-4F2D-9711-A86AAD51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0E8E68BD-606F-4946-9800-2D2AF59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4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373E87F7-8897-4D0F-BCB0-1C63B080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4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8C535DE1-BCEB-4B61-A88C-21E453B4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EC1D5486-4E52-4309-A257-29AB4CCB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BEE1EABA-051C-4E4E-8E18-C7872D3B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66825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도중 새 발화와 메일 질문 도착 / 표 설명 후 메일 질문 전달</a:t>
            </a:r>
          </a:p>
        </p:txBody>
      </p:sp>
      <p:sp>
        <p:nvSpPr>
          <p:cNvPr id="7" name="dp44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1C1FF38D-49B6-4137-9C3D-D1310217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4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62A1ED82-359C-41FE-B1CC-23C8881F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4573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양안 공통: Agent Gateway ↔ Downstream Agent / Model Access ↔ 공유 Omni 1벌</a:t>
            </a:r>
          </a:p>
        </p:txBody>
      </p:sp>
      <p:sp>
        <p:nvSpPr>
          <p:cNvPr id="9" name="dp44-comparison / n9">
            <a:extLst xmlns:a="http://schemas.openxmlformats.org/drawingml/2006/main">
              <a:ext uri="{FF2B5EF4-FFF2-40B4-BE49-F238E27FC236}">
                <a16:creationId xmlns:a16="http://schemas.microsoft.com/office/drawing/2014/main" id="{545E8B73-3CD4-4C4E-98D1-7E4755A2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0" name="dp44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F8CAD886-F885-4EF4-B697-B1EB0475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1" name="dp44-comparison / n11">
            <a:extLst xmlns:a="http://schemas.openxmlformats.org/drawingml/2006/main">
              <a:ext uri="{FF2B5EF4-FFF2-40B4-BE49-F238E27FC236}">
                <a16:creationId xmlns:a16="http://schemas.microsoft.com/office/drawing/2014/main" id="{5ABBC6E7-DB5A-4409-B672-E24E60F1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2" name="dp44-comparison / n12 / text 1">
            <a:extLst xmlns:a="http://schemas.openxmlformats.org/drawingml/2006/main">
              <a:ext uri="{FF2B5EF4-FFF2-40B4-BE49-F238E27FC236}">
                <a16:creationId xmlns:a16="http://schemas.microsoft.com/office/drawing/2014/main" id="{030A932F-C5BD-41B4-80F2-79DF2FEB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3" name="dp44-comparison / n13">
            <a:extLst xmlns:a="http://schemas.openxmlformats.org/drawingml/2006/main">
              <a:ext uri="{FF2B5EF4-FFF2-40B4-BE49-F238E27FC236}">
                <a16:creationId xmlns:a16="http://schemas.microsoft.com/office/drawing/2014/main" id="{6F251D16-5717-4185-9E2F-6FF96898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4" name="dp44-comparison / n14 / text 1">
            <a:extLst xmlns:a="http://schemas.openxmlformats.org/drawingml/2006/main">
              <a:ext uri="{FF2B5EF4-FFF2-40B4-BE49-F238E27FC236}">
                <a16:creationId xmlns:a16="http://schemas.microsoft.com/office/drawing/2014/main" id="{8B8503FB-5209-4F53-92CD-853FB8ED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5" name="dp44-comparison / n15">
            <a:extLst xmlns:a="http://schemas.openxmlformats.org/drawingml/2006/main">
              <a:ext uri="{FF2B5EF4-FFF2-40B4-BE49-F238E27FC236}">
                <a16:creationId xmlns:a16="http://schemas.microsoft.com/office/drawing/2014/main" id="{6518EFFC-5719-4205-9105-A12B1E3B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6" name="dp44-comparison / n16 / text 1">
            <a:extLst xmlns:a="http://schemas.openxmlformats.org/drawingml/2006/main">
              <a:ext uri="{FF2B5EF4-FFF2-40B4-BE49-F238E27FC236}">
                <a16:creationId xmlns:a16="http://schemas.microsoft.com/office/drawing/2014/main" id="{4BDC2F97-6211-42BE-82D0-A1031572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7" name="dp44-comparison / n17">
            <a:extLst xmlns:a="http://schemas.openxmlformats.org/drawingml/2006/main">
              <a:ext uri="{FF2B5EF4-FFF2-40B4-BE49-F238E27FC236}">
                <a16:creationId xmlns:a16="http://schemas.microsoft.com/office/drawing/2014/main" id="{4DE3434E-61D5-41F5-A4BB-0C592537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4-comparison / n18 / text 1">
            <a:extLst xmlns:a="http://schemas.openxmlformats.org/drawingml/2006/main">
              <a:ext uri="{FF2B5EF4-FFF2-40B4-BE49-F238E27FC236}">
                <a16:creationId xmlns:a16="http://schemas.microsoft.com/office/drawing/2014/main" id="{302B132B-D663-4D80-A931-DC5174A2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9" name="dp44-comparison / n18 / text 2">
            <a:extLst xmlns:a="http://schemas.openxmlformats.org/drawingml/2006/main">
              <a:ext uri="{FF2B5EF4-FFF2-40B4-BE49-F238E27FC236}">
                <a16:creationId xmlns:a16="http://schemas.microsoft.com/office/drawing/2014/main" id="{C2B60E4E-2825-4E6F-9AE8-1747A33E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20" name="dp44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1C1A80A9-1018-4F7C-A278-DCC19D3E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4-comparison / n20 / path">
            <a:extLst xmlns:a="http://schemas.openxmlformats.org/drawingml/2006/main">
              <a:ext uri="{FF2B5EF4-FFF2-40B4-BE49-F238E27FC236}">
                <a16:creationId xmlns:a16="http://schemas.microsoft.com/office/drawing/2014/main" id="{43317ED6-FAEA-41EE-B34C-F97DDDF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2" name="dp44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6265FD9E-8219-4AB7-955B-8E6935E9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중앙 조정 방식</a:t>
            </a:r>
          </a:p>
        </p:txBody>
      </p:sp>
      <p:sp>
        <p:nvSpPr>
          <p:cNvPr id="23" name="dp44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E203783C-7CA4-4C8F-8106-F940EC23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중앙 비동기 Orchestration</a:t>
            </a:r>
          </a:p>
        </p:txBody>
      </p:sp>
      <p:sp>
        <p:nvSpPr>
          <p:cNvPr id="24" name="dp44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CDBDF101-EBE3-4F6C-BDF2-704BDB1E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집중된 실행 상태로 전체 메모리 13.3 GB (메모리 효율성 ↑)</a:t>
            </a:r>
          </a:p>
        </p:txBody>
      </p:sp>
      <p:sp>
        <p:nvSpPr>
          <p:cNvPr id="25" name="dp44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ED1C7196-DCF9-4688-A9E5-D275864A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반환 회수와 재배정으로 평균 반응시간 0.85 s (응답 신속성 ↓)</a:t>
            </a:r>
          </a:p>
        </p:txBody>
      </p:sp>
      <p:sp>
        <p:nvSpPr>
          <p:cNvPr id="26" name="dp44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AE34A9D1-6C9F-4314-85F3-5B7A6998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교차 사건의 중앙 전이 변경, 평균 4.0개 (변경 용이성 ↓)</a:t>
            </a:r>
          </a:p>
        </p:txBody>
      </p:sp>
      <p:sp>
        <p:nvSpPr>
          <p:cNvPr id="27" name="dp44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AFA5DC51-F65E-417E-B831-CCFCF9F1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28" name="dp44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49B5C055-3F83-4291-8AB3-7807146B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9" name="dp44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A8242BEA-8EE1-4CF7-9929-1E3E68BE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0.85 s</a:t>
            </a:r>
          </a:p>
        </p:txBody>
      </p:sp>
      <p:sp>
        <p:nvSpPr>
          <p:cNvPr id="30" name="dp44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69C7FE99-ADDC-4319-8F41-CB94AA36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31" name="dp44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F70C6606-265D-4DA6-B59C-52ABE488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2" name="dp44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A31355E0-614C-4257-939C-7DF89CDA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3" name="dp44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54FE3E40-7064-4BFE-9FC3-96C2430A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4" name="dp44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09E1D95E-FCFC-4867-A3E2-75772C68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5" name="dp44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A7AE6C5C-E4EF-4843-BDC7-CF570D85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6" name="dp44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799C4132-2C6C-4F4C-B5CA-A974C362C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7" name="dp44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9A3C80B7-3F6B-4EBB-8CC2-F4ADAFDB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13.3 GB</a:t>
            </a:r>
          </a:p>
        </p:txBody>
      </p:sp>
      <p:sp>
        <p:nvSpPr>
          <p:cNvPr id="38" name="dp44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2219DA97-5A03-42B3-B330-FDF7935D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9" name="dp44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E3D5759D-ACF3-4C0F-9AA4-4272CD4E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이벤트 흐름을 연결하는 방식</a:t>
            </a:r>
          </a:p>
        </p:txBody>
      </p:sp>
      <p:sp>
        <p:nvSpPr>
          <p:cNvPr id="40" name="dp44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BD4F3710-4A45-46CC-8C26-1D0BBE03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반응형 Dataflow</a:t>
            </a:r>
          </a:p>
        </p:txBody>
      </p:sp>
      <p:sp>
        <p:nvSpPr>
          <p:cNvPr id="41" name="dp44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28253114-269C-461A-9354-00DEEC4C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사건의 직접 활성화로 평균 반응시간 0.62 s (응답 신속성 ↑)</a:t>
            </a:r>
          </a:p>
        </p:txBody>
      </p:sp>
      <p:sp>
        <p:nvSpPr>
          <p:cNvPr id="42" name="dp44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DA52863-A6C0-45AB-9D68-42E06929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동일 schema 안의 단계 조합 변경, 평균 2.5개 (변경 용이성 ↑)</a:t>
            </a:r>
          </a:p>
        </p:txBody>
      </p:sp>
      <p:sp>
        <p:nvSpPr>
          <p:cNvPr id="43" name="dp44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EA7A35C3-E2C8-49BF-A99D-5FB311DA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다수 window와 buffer로 전체 메모리 13.8 GB (메모리 효율성 ↓)</a:t>
            </a:r>
          </a:p>
        </p:txBody>
      </p:sp>
      <p:sp>
        <p:nvSpPr>
          <p:cNvPr id="44" name="dp44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BB6F1EBC-DE1E-4120-B6D5-9A8C9CE9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45" name="dp44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0AC016D3-3F0B-4E74-AF0F-D7F7B07D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6" name="dp44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D617D986-6596-4B62-8FE4-2ECDF86D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0.62 s</a:t>
            </a:r>
          </a:p>
        </p:txBody>
      </p:sp>
      <p:sp>
        <p:nvSpPr>
          <p:cNvPr id="47" name="dp44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36363DEC-1632-4486-98B8-1C2F4631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48" name="dp44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D2B6E738-2BE5-4B5A-AD5E-B40132E2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9" name="dp44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28C7F02B-D8DC-4586-83C4-994BCE60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0" name="dp44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D02BF6A9-777E-4E4E-90B8-11E01A71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51" name="dp44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773BB26B-D3A3-4752-82B4-AB368F4D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2" name="dp44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2DA46055-A255-4B4B-BF09-F409F1A3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3" name="dp44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FD46A750-3FE7-42EF-A80D-55BEE48A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4" name="dp44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2FD59040-7391-4BAD-8A21-59B26FBB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13.8 GB</a:t>
            </a:r>
          </a:p>
        </p:txBody>
      </p:sp>
      <p:sp>
        <p:nvSpPr>
          <p:cNvPr id="55" name="dp44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522B93BF-DCF7-4D1A-8EA4-D1526D6A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6" name="dp44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F42389B4-7D3C-47D4-9985-D81133DA4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여러 사건의 집중 도착 / 양안의 입력 수신과 로컬 음성 중단은 동일</a:t>
            </a:r>
          </a:p>
        </p:txBody>
      </p:sp>
      <p:sp>
        <p:nvSpPr>
          <p:cNvPr id="57" name="dp44-comparison / n56 / text 1">
            <a:extLst xmlns:a="http://schemas.openxmlformats.org/drawingml/2006/main">
              <a:ext uri="{FF2B5EF4-FFF2-40B4-BE49-F238E27FC236}">
                <a16:creationId xmlns:a16="http://schemas.microsoft.com/office/drawing/2014/main" id="{7F6848C4-0EE9-4227-A73A-45B28040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8" name="dp44-comparison / n57">
            <a:extLst xmlns:a="http://schemas.openxmlformats.org/drawingml/2006/main">
              <a:ext uri="{FF2B5EF4-FFF2-40B4-BE49-F238E27FC236}">
                <a16:creationId xmlns:a16="http://schemas.microsoft.com/office/drawing/2014/main" id="{5534661B-1758-45FF-84E4-3B5766D1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9" name="dp44-comparison / n58">
            <a:extLst xmlns:a="http://schemas.openxmlformats.org/drawingml/2006/main">
              <a:ext uri="{FF2B5EF4-FFF2-40B4-BE49-F238E27FC236}">
                <a16:creationId xmlns:a16="http://schemas.microsoft.com/office/drawing/2014/main" id="{E7F614BF-7465-4850-A645-D673DB32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121" y="2771775"/>
            <a:ext cx="502158" cy="1845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p44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EDF62A10-BAD7-4FCC-A997-E5219093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81300"/>
            <a:ext cx="762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61" name="dp44-comparison / n60">
            <a:extLst xmlns:a="http://schemas.openxmlformats.org/drawingml/2006/main">
              <a:ext uri="{FF2B5EF4-FFF2-40B4-BE49-F238E27FC236}">
                <a16:creationId xmlns:a16="http://schemas.microsoft.com/office/drawing/2014/main" id="{7CD86BF2-1717-4C11-990D-939AB8D7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14675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2" name="dp44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45819D16-FAD4-463F-978C-8818D122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923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3" name="dp44-comparison / n62">
            <a:extLst xmlns:a="http://schemas.openxmlformats.org/drawingml/2006/main">
              <a:ext uri="{FF2B5EF4-FFF2-40B4-BE49-F238E27FC236}">
                <a16:creationId xmlns:a16="http://schemas.microsoft.com/office/drawing/2014/main" id="{A5BB1F51-D278-4E65-B131-08217D79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429000"/>
            <a:ext cx="585026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p44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AA4FC839-9FBF-405A-9CCD-E94985DC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4385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5" name="dp44-comparison / n64">
            <a:extLst xmlns:a="http://schemas.openxmlformats.org/drawingml/2006/main">
              <a:ext uri="{FF2B5EF4-FFF2-40B4-BE49-F238E27FC236}">
                <a16:creationId xmlns:a16="http://schemas.microsoft.com/office/drawing/2014/main" id="{5D5ADE9C-B360-4A79-88A9-624882D8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3380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6" name="dp44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61B76F5C-DB03-4030-A1B5-D956E871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142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7" name="dp44-comparison / n66">
            <a:extLst xmlns:a="http://schemas.openxmlformats.org/drawingml/2006/main">
              <a:ext uri="{FF2B5EF4-FFF2-40B4-BE49-F238E27FC236}">
                <a16:creationId xmlns:a16="http://schemas.microsoft.com/office/drawing/2014/main" id="{E7BB60D9-2C64-4286-9CEA-0AA5ABA8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048125"/>
            <a:ext cx="673037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p44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FB36AD25-1364-4ACD-9427-E67DF875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Module</a:t>
            </a:r>
          </a:p>
        </p:txBody>
      </p:sp>
      <p:sp>
        <p:nvSpPr>
          <p:cNvPr id="69" name="dp44-comparison / n68">
            <a:extLst xmlns:a="http://schemas.openxmlformats.org/drawingml/2006/main">
              <a:ext uri="{FF2B5EF4-FFF2-40B4-BE49-F238E27FC236}">
                <a16:creationId xmlns:a16="http://schemas.microsoft.com/office/drawing/2014/main" id="{3A0BA059-FA6A-479D-9890-839CDF99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52925"/>
            <a:ext cx="704850" cy="2667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0" name="dp44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604847D5-07D0-476D-9C5D-D218205D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6865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71" name="dp44-comparison / n70">
            <a:extLst xmlns:a="http://schemas.openxmlformats.org/drawingml/2006/main">
              <a:ext uri="{FF2B5EF4-FFF2-40B4-BE49-F238E27FC236}">
                <a16:creationId xmlns:a16="http://schemas.microsoft.com/office/drawing/2014/main" id="{33836928-1D7A-4DDB-95F8-9F441E5C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66725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p44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00B856B7-EB3B-46A1-A9EF-E15998D7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767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데이터 상태</a:t>
            </a:r>
          </a:p>
        </p:txBody>
      </p:sp>
      <p:sp>
        <p:nvSpPr>
          <p:cNvPr id="73" name="dp44-comparison / n72">
            <a:extLst xmlns:a="http://schemas.openxmlformats.org/drawingml/2006/main">
              <a:ext uri="{FF2B5EF4-FFF2-40B4-BE49-F238E27FC236}">
                <a16:creationId xmlns:a16="http://schemas.microsoft.com/office/drawing/2014/main" id="{58443EB9-6D8F-4FCD-91D6-79F28DE4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11505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4" name="dp44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E0AC2832-FD10-45F6-8B18-D20AD4F6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267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5" name="dp44-comparison / n74">
            <a:extLst xmlns:a="http://schemas.openxmlformats.org/drawingml/2006/main">
              <a:ext uri="{FF2B5EF4-FFF2-40B4-BE49-F238E27FC236}">
                <a16:creationId xmlns:a16="http://schemas.microsoft.com/office/drawing/2014/main" id="{E7684B07-0A51-418C-A2A1-F9694881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6429375"/>
            <a:ext cx="683514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p44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EB072A5A-C5F4-4773-BB73-92775ADC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43890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7" name="dp44-comparison / n76">
            <a:extLst xmlns:a="http://schemas.openxmlformats.org/drawingml/2006/main">
              <a:ext uri="{FF2B5EF4-FFF2-40B4-BE49-F238E27FC236}">
                <a16:creationId xmlns:a16="http://schemas.microsoft.com/office/drawing/2014/main" id="{3FEB1B4D-0DC9-45F6-9543-B4B834BE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734175"/>
            <a:ext cx="704850" cy="2667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8" name="dp44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B087331B-9C9C-44B5-B346-6390F41E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118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External</a:t>
            </a:r>
          </a:p>
        </p:txBody>
      </p:sp>
      <p:sp>
        <p:nvSpPr>
          <p:cNvPr id="79" name="dp44-comparison / n78">
            <a:extLst xmlns:a="http://schemas.openxmlformats.org/drawingml/2006/main">
              <a:ext uri="{FF2B5EF4-FFF2-40B4-BE49-F238E27FC236}">
                <a16:creationId xmlns:a16="http://schemas.microsoft.com/office/drawing/2014/main" id="{9500F57A-20B6-4DFE-97B5-036AA26B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04850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p44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79D1D6C0-4DC9-47A0-85A3-69907E7A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0580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의존성</a:t>
            </a:r>
          </a:p>
        </p:txBody>
      </p:sp>
      <p:sp>
        <p:nvSpPr>
          <p:cNvPr id="81" name="dp44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0C6F1535-E208-49E2-AFBF-85863FEA1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38725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2" name="dp44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6D65B2E1-33B5-4ED6-9F75-94D139B1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0051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3" name="dp44-comparison / n81">
            <a:extLst xmlns:a="http://schemas.openxmlformats.org/drawingml/2006/main">
              <a:ext uri="{FF2B5EF4-FFF2-40B4-BE49-F238E27FC236}">
                <a16:creationId xmlns:a16="http://schemas.microsoft.com/office/drawing/2014/main" id="{DBF89EBE-8F54-48F7-838E-4E731BA9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24450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p44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83062F93-D7AB-4AAD-B9B2-10A71AAC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5" name="dp44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1B2702C7-DC6A-415F-8238-AFB2A3A3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6" name="dp44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2F41D136-7B6E-4D10-A052-E9C83EB5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6052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7" name="dp44-comparison / n84">
            <a:extLst xmlns:a="http://schemas.openxmlformats.org/drawingml/2006/main">
              <a:ext uri="{FF2B5EF4-FFF2-40B4-BE49-F238E27FC236}">
                <a16:creationId xmlns:a16="http://schemas.microsoft.com/office/drawing/2014/main" id="{C8EB70D2-1A5D-4669-9E86-DAF68C0C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24525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p44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250FEE92-B9A0-433C-AC51-BEAA8A4C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7340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9" name="dp44-comparison / n86">
            <a:extLst xmlns:a="http://schemas.openxmlformats.org/drawingml/2006/main">
              <a:ext uri="{FF2B5EF4-FFF2-40B4-BE49-F238E27FC236}">
                <a16:creationId xmlns:a16="http://schemas.microsoft.com/office/drawing/2014/main" id="{02CFC5A5-E351-498A-AD8B-4B8B853F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286625"/>
            <a:ext cx="569595" cy="251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4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AB1838B5-01E7-44BA-9E53-415E1DD8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296150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공통: 흰색</a:t>
            </a:r>
          </a:p>
        </p:txBody>
      </p:sp>
      <p:sp>
        <p:nvSpPr>
          <p:cNvPr id="91" name="dp44-comparison / n87 / text 2">
            <a:extLst xmlns:a="http://schemas.openxmlformats.org/drawingml/2006/main">
              <a:ext uri="{FF2B5EF4-FFF2-40B4-BE49-F238E27FC236}">
                <a16:creationId xmlns:a16="http://schemas.microsoft.com/office/drawing/2014/main" id="{887138E9-6D8A-4758-9F31-11D6F37F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407593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검정 테두리</a:t>
            </a:r>
          </a:p>
        </p:txBody>
      </p:sp>
      <p:sp>
        <p:nvSpPr>
          <p:cNvPr id="92" name="dp44-comparison / n88">
            <a:extLst xmlns:a="http://schemas.openxmlformats.org/drawingml/2006/main">
              <a:ext uri="{FF2B5EF4-FFF2-40B4-BE49-F238E27FC236}">
                <a16:creationId xmlns:a16="http://schemas.microsoft.com/office/drawing/2014/main" id="{C3DB22FF-4114-4A71-AF72-9F50EF72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3" name="dp44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D7F5248A-08D6-4CC5-B15A-552C1BE2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94" name="dp44-comparison / n90">
            <a:extLst xmlns:a="http://schemas.openxmlformats.org/drawingml/2006/main">
              <a:ext uri="{FF2B5EF4-FFF2-40B4-BE49-F238E27FC236}">
                <a16:creationId xmlns:a16="http://schemas.microsoft.com/office/drawing/2014/main" id="{95CDB5C6-0D26-43D1-8F44-24A71063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5" name="dp44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4F4FA75D-60F0-4FB7-AE39-48E7D939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59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96" name="dp44-comparison / n92">
            <a:extLst xmlns:a="http://schemas.openxmlformats.org/drawingml/2006/main">
              <a:ext uri="{FF2B5EF4-FFF2-40B4-BE49-F238E27FC236}">
                <a16:creationId xmlns:a16="http://schemas.microsoft.com/office/drawing/2014/main" id="{681FC625-8631-47E2-839F-81D014C4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7" name="dp44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D29960B4-CF06-488B-8672-820B4F9B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98" name="dp44-comparison / n94">
            <a:extLst xmlns:a="http://schemas.openxmlformats.org/drawingml/2006/main">
              <a:ext uri="{FF2B5EF4-FFF2-40B4-BE49-F238E27FC236}">
                <a16:creationId xmlns:a16="http://schemas.microsoft.com/office/drawing/2014/main" id="{D677BDC3-9007-4B93-A136-F8DD04B6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9" name="dp44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82FF6910-7B4D-4C16-82E7-95290A1A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100" name="dp44-comparison / n95 / text 2">
            <a:extLst xmlns:a="http://schemas.openxmlformats.org/drawingml/2006/main">
              <a:ext uri="{FF2B5EF4-FFF2-40B4-BE49-F238E27FC236}">
                <a16:creationId xmlns:a16="http://schemas.microsoft.com/office/drawing/2014/main" id="{26B4E667-63C2-4DDB-8847-9C07FA44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01" name="dp44-comparison / n96">
            <a:extLst xmlns:a="http://schemas.openxmlformats.org/drawingml/2006/main">
              <a:ext uri="{FF2B5EF4-FFF2-40B4-BE49-F238E27FC236}">
                <a16:creationId xmlns:a16="http://schemas.microsoft.com/office/drawing/2014/main" id="{DA43C3C6-E40A-48F6-9162-7660CDE4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2" name="dp44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B0632290-79CA-4B86-9DF0-8622A76D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103" name="dp44-comparison / n97 / text 2">
            <a:extLst xmlns:a="http://schemas.openxmlformats.org/drawingml/2006/main">
              <a:ext uri="{FF2B5EF4-FFF2-40B4-BE49-F238E27FC236}">
                <a16:creationId xmlns:a16="http://schemas.microsoft.com/office/drawing/2014/main" id="{5C06D15C-A0E0-4A60-8EA3-84B33E33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104" name="dp44-comparison / n98">
            <a:extLst xmlns:a="http://schemas.openxmlformats.org/drawingml/2006/main">
              <a:ext uri="{FF2B5EF4-FFF2-40B4-BE49-F238E27FC236}">
                <a16:creationId xmlns:a16="http://schemas.microsoft.com/office/drawing/2014/main" id="{B5D6E019-140A-4705-9C7D-825C8AD4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5" name="dp44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0ACAB3F1-473C-4F6F-9984-03D3DB4E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106" name="dp44-comparison / n99 / text 2">
            <a:extLst xmlns:a="http://schemas.openxmlformats.org/drawingml/2006/main">
              <a:ext uri="{FF2B5EF4-FFF2-40B4-BE49-F238E27FC236}">
                <a16:creationId xmlns:a16="http://schemas.microsoft.com/office/drawing/2014/main" id="{30549983-D064-4314-B843-D68A4542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107" name="dp44-comparison / n100">
            <a:extLst xmlns:a="http://schemas.openxmlformats.org/drawingml/2006/main">
              <a:ext uri="{FF2B5EF4-FFF2-40B4-BE49-F238E27FC236}">
                <a16:creationId xmlns:a16="http://schemas.microsoft.com/office/drawing/2014/main" id="{E4077B11-0710-4999-B57B-680018BB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645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8" name="dp44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419A0619-84F7-4F25-B2B1-A75AF858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113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109" name="dp44-comparison / n102">
            <a:extLst xmlns:a="http://schemas.openxmlformats.org/drawingml/2006/main">
              <a:ext uri="{FF2B5EF4-FFF2-40B4-BE49-F238E27FC236}">
                <a16:creationId xmlns:a16="http://schemas.microsoft.com/office/drawing/2014/main" id="{D4544353-D502-445D-AB38-9FF777D7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0" name="dp44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1C0B637D-BCF3-430A-8EC5-5346339E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474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1" name="dp44-comparison / n104">
            <a:extLst xmlns:a="http://schemas.openxmlformats.org/drawingml/2006/main">
              <a:ext uri="{FF2B5EF4-FFF2-40B4-BE49-F238E27FC236}">
                <a16:creationId xmlns:a16="http://schemas.microsoft.com/office/drawing/2014/main" id="{80E5D603-348E-4529-A561-70A2FD4F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5798" y="3152204"/>
            <a:ext cx="1786890" cy="382905"/>
          </a:xfrm>
          <a:prstGeom xmlns:a="http://schemas.openxmlformats.org/drawingml/2006/main" prst="roundRect">
            <a:avLst>
              <a:gd name="adj" fmla="val 199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2" name="dp44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B9A80344-EEF4-40DA-BBA8-EA606341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0470" y="3261523"/>
            <a:ext cx="1697546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Dispatcher</a:t>
            </a:r>
          </a:p>
        </p:txBody>
      </p:sp>
      <p:sp>
        <p:nvSpPr>
          <p:cNvPr id="113" name="dp44-comparison / n106">
            <a:extLst xmlns:a="http://schemas.openxmlformats.org/drawingml/2006/main">
              <a:ext uri="{FF2B5EF4-FFF2-40B4-BE49-F238E27FC236}">
                <a16:creationId xmlns:a16="http://schemas.microsoft.com/office/drawing/2014/main" id="{53001492-F1A7-4437-A65D-95EDB371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5593" y="3152204"/>
            <a:ext cx="1946434" cy="446723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4" name="dp44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DD6E548E-D779-4D6A-9914-12A14A3D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3326425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Progress State</a:t>
            </a:r>
          </a:p>
        </p:txBody>
      </p:sp>
      <p:sp>
        <p:nvSpPr>
          <p:cNvPr id="115" name="dp44-comparison / n108">
            <a:extLst xmlns:a="http://schemas.openxmlformats.org/drawingml/2006/main">
              <a:ext uri="{FF2B5EF4-FFF2-40B4-BE49-F238E27FC236}">
                <a16:creationId xmlns:a16="http://schemas.microsoft.com/office/drawing/2014/main" id="{96EB43FE-1995-4C1A-A917-B2B8E832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6" name="dp44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AD712517-3A37-4609-823F-30671C0E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17" name="dp44-comparison / n110">
            <a:extLst xmlns:a="http://schemas.openxmlformats.org/drawingml/2006/main">
              <a:ext uri="{FF2B5EF4-FFF2-40B4-BE49-F238E27FC236}">
                <a16:creationId xmlns:a16="http://schemas.microsoft.com/office/drawing/2014/main" id="{EB292B0B-93D6-4983-9D6C-C49C9867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8" name="dp44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F612E0A3-B668-44F1-B493-1E630C35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19" name="dp44-comparison / n112">
            <a:extLst xmlns:a="http://schemas.openxmlformats.org/drawingml/2006/main">
              <a:ext uri="{FF2B5EF4-FFF2-40B4-BE49-F238E27FC236}">
                <a16:creationId xmlns:a16="http://schemas.microsoft.com/office/drawing/2014/main" id="{AF507707-276A-439E-9486-50DA0B6B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052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0" name="dp44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B0F92A3F-0884-47E6-96C3-76046084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10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21" name="dp44-comparison / n114">
            <a:extLst xmlns:a="http://schemas.openxmlformats.org/drawingml/2006/main">
              <a:ext uri="{FF2B5EF4-FFF2-40B4-BE49-F238E27FC236}">
                <a16:creationId xmlns:a16="http://schemas.microsoft.com/office/drawing/2014/main" id="{94699784-436B-4428-A976-3C4E53DD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2" name="dp44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4F19E2B3-A714-46B0-AB1A-488BE922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123" name="dp44-comparison / n115 / text 2">
            <a:extLst xmlns:a="http://schemas.openxmlformats.org/drawingml/2006/main">
              <a:ext uri="{FF2B5EF4-FFF2-40B4-BE49-F238E27FC236}">
                <a16:creationId xmlns:a16="http://schemas.microsoft.com/office/drawing/2014/main" id="{28453DAC-5ECA-4865-A528-D93C710F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124" name="dp44-comparison / n116">
            <a:extLst xmlns:a="http://schemas.openxmlformats.org/drawingml/2006/main">
              <a:ext uri="{FF2B5EF4-FFF2-40B4-BE49-F238E27FC236}">
                <a16:creationId xmlns:a16="http://schemas.microsoft.com/office/drawing/2014/main" id="{C26AFD5A-ECF1-4564-B812-2F00B2869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5" name="dp44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535ADB6A-C5E9-430D-8D67-46D77295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126" name="dp44-comparison / n117 / text 2">
            <a:extLst xmlns:a="http://schemas.openxmlformats.org/drawingml/2006/main">
              <a:ext uri="{FF2B5EF4-FFF2-40B4-BE49-F238E27FC236}">
                <a16:creationId xmlns:a16="http://schemas.microsoft.com/office/drawing/2014/main" id="{1B9757E3-7C40-4C73-9609-E4B2104B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27" name="dp44-comparison / n118">
            <a:extLst xmlns:a="http://schemas.openxmlformats.org/drawingml/2006/main">
              <a:ext uri="{FF2B5EF4-FFF2-40B4-BE49-F238E27FC236}">
                <a16:creationId xmlns:a16="http://schemas.microsoft.com/office/drawing/2014/main" id="{4D43355F-4962-479D-8746-443725DD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405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8" name="dp44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7F868317-E7CF-441D-9518-E30B9595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8728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129" name="dp44-comparison / n120">
            <a:extLst xmlns:a="http://schemas.openxmlformats.org/drawingml/2006/main">
              <a:ext uri="{FF2B5EF4-FFF2-40B4-BE49-F238E27FC236}">
                <a16:creationId xmlns:a16="http://schemas.microsoft.com/office/drawing/2014/main" id="{6E7BF9D3-BF24-470A-8D38-05CEC7A5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0" name="dp44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AB727E77-9605-477A-A7CC-627B1769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1" name="dp44-comparison / n122">
            <a:extLst xmlns:a="http://schemas.openxmlformats.org/drawingml/2006/main">
              <a:ext uri="{FF2B5EF4-FFF2-40B4-BE49-F238E27FC236}">
                <a16:creationId xmlns:a16="http://schemas.microsoft.com/office/drawing/2014/main" id="{0F9E3943-387C-4017-ADCD-489D3E7E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2" name="dp44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0B8DD054-B471-4E59-BEDB-1B103893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33" name="dp44-comparison / n124">
            <a:extLst xmlns:a="http://schemas.openxmlformats.org/drawingml/2006/main">
              <a:ext uri="{FF2B5EF4-FFF2-40B4-BE49-F238E27FC236}">
                <a16:creationId xmlns:a16="http://schemas.microsoft.com/office/drawing/2014/main" id="{E27A88FA-0ABF-423D-ACDE-9862C7F7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4" name="dp44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72EBB830-E25A-46B0-B1DC-783B3556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35" name="dp44-comparison / n126">
            <a:extLst xmlns:a="http://schemas.openxmlformats.org/drawingml/2006/main">
              <a:ext uri="{FF2B5EF4-FFF2-40B4-BE49-F238E27FC236}">
                <a16:creationId xmlns:a16="http://schemas.microsoft.com/office/drawing/2014/main" id="{BD502FA6-7CD3-44EF-942A-7A0B4174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6" name="dp44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7C623915-75FB-42F4-91D7-651CED0D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37" name="dp44-comparison / n128">
            <a:extLst xmlns:a="http://schemas.openxmlformats.org/drawingml/2006/main">
              <a:ext uri="{FF2B5EF4-FFF2-40B4-BE49-F238E27FC236}">
                <a16:creationId xmlns:a16="http://schemas.microsoft.com/office/drawing/2014/main" id="{CDCC60DE-6B2E-4D9D-9A48-D5FE5C18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8" name="dp44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B9A0AD93-59F1-40CC-876D-C02F1A3B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39" name="dp44-comparison / n130">
            <a:extLst xmlns:a="http://schemas.openxmlformats.org/drawingml/2006/main">
              <a:ext uri="{FF2B5EF4-FFF2-40B4-BE49-F238E27FC236}">
                <a16:creationId xmlns:a16="http://schemas.microsoft.com/office/drawing/2014/main" id="{F3DCCE64-12C1-4C72-AC12-D9F5678A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0" name="dp44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4C161474-2396-42AF-AD4D-31125788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1" name="dp44-comparison / n132">
            <a:extLst xmlns:a="http://schemas.openxmlformats.org/drawingml/2006/main">
              <a:ext uri="{FF2B5EF4-FFF2-40B4-BE49-F238E27FC236}">
                <a16:creationId xmlns:a16="http://schemas.microsoft.com/office/drawing/2014/main" id="{777E0193-0A2F-44B1-A3A0-30A300DA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2" name="dp44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8C8A6C28-8CEB-4D21-B1B3-BF2FBFB9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143" name="dp44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FA62CC46-C581-431B-9D35-4915FB5A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657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4" name="dp44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11461854-899E-4497-9502-B9E91178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748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5" name="dp44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97ADF14D-E29C-4981-9907-D820F46DC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60693"/>
            <a:ext cx="114871" cy="953"/>
          </a:xfrm>
          <a:custGeom xmlns:a="http://schemas.openxmlformats.org/drawingml/2006/main">
            <a:pathLst>
              <a:path w="114871" h="953">
                <a:moveTo>
                  <a:pt x="11487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6" name="dp44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4C0C9AA2-6760-4AC7-96F3-3050D136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7" name="dp44-comparison / n136">
            <a:extLst xmlns:a="http://schemas.openxmlformats.org/drawingml/2006/main">
              <a:ext uri="{FF2B5EF4-FFF2-40B4-BE49-F238E27FC236}">
                <a16:creationId xmlns:a16="http://schemas.microsoft.com/office/drawing/2014/main" id="{49047940-2DD0-40B0-B19F-7BA714DD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335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p44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3C468019-91BF-4E75-A9A3-B02D7428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11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149" name="dp44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26A768A5-563F-4BE7-89B0-7A045404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790379"/>
            <a:ext cx="114871" cy="953"/>
          </a:xfrm>
          <a:custGeom xmlns:a="http://schemas.openxmlformats.org/drawingml/2006/main">
            <a:pathLst>
              <a:path w="114871" h="953">
                <a:moveTo>
                  <a:pt x="0" y="0"/>
                </a:moveTo>
                <a:lnTo>
                  <a:pt x="1148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0" name="dp44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3A9292C7-0004-4B5B-A145-ED17D194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03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1" name="dp44-comparison / n139">
            <a:extLst xmlns:a="http://schemas.openxmlformats.org/drawingml/2006/main">
              <a:ext uri="{FF2B5EF4-FFF2-40B4-BE49-F238E27FC236}">
                <a16:creationId xmlns:a16="http://schemas.microsoft.com/office/drawing/2014/main" id="{68F564B8-4C63-4D2C-B7A3-36BBB996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p44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01921D1A-1637-4059-B6FC-DCD590E5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153" name="dp44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A30615AF-BFBA-478C-BAAF-28916D8B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41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4" name="dp44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76D725D-333A-4A2B-8FCB-66105200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39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5" name="dp44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BADD25C9-6A10-427E-9C16-8387E342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315" y="3343656"/>
            <a:ext cx="810482" cy="446722"/>
          </a:xfrm>
          <a:custGeom xmlns:a="http://schemas.openxmlformats.org/drawingml/2006/main">
            <a:pathLst>
              <a:path w="810482" h="446722">
                <a:moveTo>
                  <a:pt x="0" y="446722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6" name="dp44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51E49DFB-9A96-4387-9A6F-A24B48F8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7" name="dp44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7835138F-4F3F-4359-AF15-494B6AC5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094768"/>
            <a:ext cx="1850708" cy="172307"/>
          </a:xfrm>
          <a:custGeom xmlns:a="http://schemas.openxmlformats.org/drawingml/2006/main">
            <a:pathLst>
              <a:path w="1850708" h="172307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72307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8" name="dp44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28340B4D-7E2A-48BA-AAC6-13E136E4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334" y="32221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9" name="dp44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3AA9620C-873C-4159-BBE4-F6CCF54F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3388328"/>
            <a:ext cx="701992" cy="255270"/>
          </a:xfrm>
          <a:custGeom xmlns:a="http://schemas.openxmlformats.org/drawingml/2006/main">
            <a:pathLst>
              <a:path w="701992" h="255270">
                <a:moveTo>
                  <a:pt x="0" y="255270"/>
                </a:moveTo>
                <a:lnTo>
                  <a:pt x="0" y="0"/>
                </a:lnTo>
                <a:lnTo>
                  <a:pt x="7019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0" name="dp44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0DA2DB01-C271-4AAA-9161-77B687E8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658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1" name="dp44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656336BD-02D3-4EF2-B4D7-7E0B9B05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20237"/>
            <a:ext cx="2042160" cy="1601819"/>
          </a:xfrm>
          <a:custGeom xmlns:a="http://schemas.openxmlformats.org/drawingml/2006/main">
            <a:pathLst>
              <a:path w="2042160" h="1601819">
                <a:moveTo>
                  <a:pt x="2042160" y="0"/>
                </a:moveTo>
                <a:lnTo>
                  <a:pt x="2042160" y="1601819"/>
                </a:lnTo>
                <a:lnTo>
                  <a:pt x="0" y="16018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2" name="dp44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EB0401A1-419F-48D9-AED2-FE384A67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3" name="dp44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3E7D6A15-7607-44F3-A6B7-5C10866B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58528"/>
            <a:ext cx="1212533" cy="1735836"/>
          </a:xfrm>
          <a:custGeom xmlns:a="http://schemas.openxmlformats.org/drawingml/2006/main">
            <a:pathLst>
              <a:path w="1212533" h="1735836">
                <a:moveTo>
                  <a:pt x="0" y="1735836"/>
                </a:moveTo>
                <a:lnTo>
                  <a:pt x="899827" y="1735836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4" name="dp44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8FE7A758-2CDD-4391-8529-BF51D4EC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360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5" name="dp44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294C29DE-C15E-4080-9847-6EA1D687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90436"/>
            <a:ext cx="2042160" cy="2093214"/>
          </a:xfrm>
          <a:custGeom xmlns:a="http://schemas.openxmlformats.org/drawingml/2006/main">
            <a:pathLst>
              <a:path w="2042160" h="2093214">
                <a:moveTo>
                  <a:pt x="2042160" y="0"/>
                </a:moveTo>
                <a:lnTo>
                  <a:pt x="1397603" y="0"/>
                </a:lnTo>
                <a:lnTo>
                  <a:pt x="1397603" y="2093214"/>
                </a:lnTo>
                <a:lnTo>
                  <a:pt x="0" y="209321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6" name="dp44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38301A5B-37CB-4C6C-A79E-1654BE80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7" name="dp44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FFC8380F-9EB5-4215-841F-DEE244EA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96818"/>
            <a:ext cx="1212533" cy="2259139"/>
          </a:xfrm>
          <a:custGeom xmlns:a="http://schemas.openxmlformats.org/drawingml/2006/main">
            <a:pathLst>
              <a:path w="1212533" h="2259139">
                <a:moveTo>
                  <a:pt x="0" y="2259139"/>
                </a:moveTo>
                <a:lnTo>
                  <a:pt x="899827" y="2259139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8" name="dp44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D4E6C50D-FCF6-45F4-984F-D4D40C0E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7435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9" name="dp44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7DBCE5B9-DC4D-46FB-967F-054D9298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0" name="dp44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ADBA2DAC-9513-4CC9-85DA-33D14A0D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1" name="dp44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D43B4125-C1DE-4776-8805-497F9850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2" name="dp44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15613A69-9CE2-4128-AE16-7E00A843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3" name="dp44-comparison / n151 / path">
            <a:extLst xmlns:a="http://schemas.openxmlformats.org/drawingml/2006/main">
              <a:ext uri="{FF2B5EF4-FFF2-40B4-BE49-F238E27FC236}">
                <a16:creationId xmlns:a16="http://schemas.microsoft.com/office/drawing/2014/main" id="{EF6AF082-9CB2-4AE9-A375-FD2D426C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4" name="dp44-comparison / n151 / arrow">
            <a:extLst xmlns:a="http://schemas.openxmlformats.org/drawingml/2006/main">
              <a:ext uri="{FF2B5EF4-FFF2-40B4-BE49-F238E27FC236}">
                <a16:creationId xmlns:a16="http://schemas.microsoft.com/office/drawing/2014/main" id="{5DB4ECCF-ECFD-4CD7-96A7-BB8CDAC8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5" name="dp44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12BFFC5D-A107-4445-AEA6-B622587C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6" name="dp44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339E6B07-5617-499C-9805-296704A8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7" name="dp44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02963C54-8D86-4926-8250-9B31C62B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8" name="dp44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261DE405-41F1-4AFD-91C8-854E3FCA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9" name="dp44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303FBDB7-A164-4A82-B170-4A033886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1276350" cy="1754981"/>
          </a:xfrm>
          <a:custGeom xmlns:a="http://schemas.openxmlformats.org/drawingml/2006/main">
            <a:pathLst>
              <a:path w="1276350" h="1754981">
                <a:moveTo>
                  <a:pt x="1276350" y="1754981"/>
                </a:moveTo>
                <a:lnTo>
                  <a:pt x="1276350" y="216979"/>
                </a:lnTo>
                <a:lnTo>
                  <a:pt x="0" y="21697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0" name="dp44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86310732-C9BA-4436-81D6-2A0E9950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224" y="343938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1" name="dp44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B4E89D63-7A07-494B-91EB-159B180C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2" name="dp44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932EA6B2-49C2-48D2-9ED1-21EE7CAE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3" name="dp44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71F08556-96DB-4F44-BA8E-1712ABE6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6" y="1703927"/>
                </a:lnTo>
                <a:lnTo>
                  <a:pt x="2463356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4" name="dp44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5BEC45E6-83EA-4804-9D91-712A6E8A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5" name="dp44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B745A1CA-FA9B-408B-B686-9FFF042C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6" name="dp44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EEE259F8-E6B5-4060-B651-54E16FBC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912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7" name="dp44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149B2695-0E11-4E3B-8DCF-3E10FFFD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8" name="dp44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1F8DA33A-CDFB-4D37-8D76-B6743D41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9" name="dp44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AD463459-C08E-40D4-AD70-7C678BDB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343656"/>
            <a:ext cx="382905" cy="31909"/>
          </a:xfrm>
          <a:custGeom xmlns:a="http://schemas.openxmlformats.org/drawingml/2006/main">
            <a:pathLst>
              <a:path w="382905" h="31909">
                <a:moveTo>
                  <a:pt x="0" y="0"/>
                </a:moveTo>
                <a:lnTo>
                  <a:pt x="0" y="31909"/>
                </a:lnTo>
                <a:lnTo>
                  <a:pt x="382905" y="3190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0" name="dp44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B3A5097-5A1D-45E1-97B5-F91C6D4E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665" y="3353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1" name="dp44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C73AFE0A-0085-407D-BDB3-EEE22055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382905" cy="31909"/>
          </a:xfrm>
          <a:custGeom xmlns:a="http://schemas.openxmlformats.org/drawingml/2006/main">
            <a:pathLst>
              <a:path w="382905" h="31909">
                <a:moveTo>
                  <a:pt x="382905" y="31909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2" name="dp44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471DED7A-4314-4987-9B43-73D56E82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3" name="dp44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6187076B-9C6F-4A6F-8BF5-96E6DBE8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206151" cy="1837944"/>
          </a:xfrm>
          <a:custGeom xmlns:a="http://schemas.openxmlformats.org/drawingml/2006/main">
            <a:pathLst>
              <a:path w="1206151" h="1837944">
                <a:moveTo>
                  <a:pt x="1206151" y="0"/>
                </a:moveTo>
                <a:lnTo>
                  <a:pt x="0" y="0"/>
                </a:lnTo>
                <a:lnTo>
                  <a:pt x="0" y="1837944"/>
                </a:lnTo>
                <a:lnTo>
                  <a:pt x="759428" y="183794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4" name="dp44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7B388EFA-4B4B-434E-A355-A6472C50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759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5" name="dp44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7B5D024E-2B3E-42C1-8143-274B8C5E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461421" cy="1837944"/>
          </a:xfrm>
          <a:custGeom xmlns:a="http://schemas.openxmlformats.org/drawingml/2006/main">
            <a:pathLst>
              <a:path w="1461421" h="1837944">
                <a:moveTo>
                  <a:pt x="1014698" y="1837944"/>
                </a:moveTo>
                <a:lnTo>
                  <a:pt x="0" y="1837944"/>
                </a:lnTo>
                <a:lnTo>
                  <a:pt x="0" y="0"/>
                </a:lnTo>
                <a:lnTo>
                  <a:pt x="146142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6" name="dp44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1513FE85-93AE-4698-9FFB-D1F9F22E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9585" y="351264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7" name="dp44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D680682E-B89B-44B3-AA6F-4EDCB639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631793" cy="2852642"/>
          </a:xfrm>
          <a:custGeom xmlns:a="http://schemas.openxmlformats.org/drawingml/2006/main">
            <a:pathLst>
              <a:path w="631793" h="2852642">
                <a:moveTo>
                  <a:pt x="631793" y="0"/>
                </a:moveTo>
                <a:lnTo>
                  <a:pt x="0" y="0"/>
                </a:lnTo>
                <a:lnTo>
                  <a:pt x="0" y="2852642"/>
                </a:lnTo>
                <a:lnTo>
                  <a:pt x="153162" y="285264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8" name="dp44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F2E1318B-C97B-4B42-8F3F-9FD458A4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9" name="dp44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CAD5E78F-F501-4B67-9B4D-15CC1B07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67745"/>
          </a:xfrm>
          <a:custGeom xmlns:a="http://schemas.openxmlformats.org/drawingml/2006/main">
            <a:pathLst>
              <a:path w="1620964" h="1767745">
                <a:moveTo>
                  <a:pt x="0" y="1767745"/>
                </a:moveTo>
                <a:lnTo>
                  <a:pt x="0" y="880682"/>
                </a:lnTo>
                <a:lnTo>
                  <a:pt x="1620964" y="880682"/>
                </a:lnTo>
                <a:lnTo>
                  <a:pt x="1620964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0" name="dp44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D15A4AE1-7C70-4BD4-AA28-BD922301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841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1" name="dp44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0C184231-6E28-4FAC-9F4F-FB4C7B07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16691"/>
          </a:xfrm>
          <a:custGeom xmlns:a="http://schemas.openxmlformats.org/drawingml/2006/main">
            <a:pathLst>
              <a:path w="1620964" h="1716691">
                <a:moveTo>
                  <a:pt x="957263" y="0"/>
                </a:moveTo>
                <a:lnTo>
                  <a:pt x="1620964" y="0"/>
                </a:lnTo>
                <a:lnTo>
                  <a:pt x="1620964" y="1614583"/>
                </a:lnTo>
                <a:lnTo>
                  <a:pt x="0" y="1614583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2" name="dp44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0361528F-EB42-4BD0-B357-D278560B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3" name="dp44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A251EFE8-5E1E-4951-B919-AA271D7A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229743"/>
                </a:lnTo>
                <a:lnTo>
                  <a:pt x="2010251" y="229743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4" name="dp44-comparison / n166 / arrow">
            <a:extLst xmlns:a="http://schemas.openxmlformats.org/drawingml/2006/main">
              <a:ext uri="{FF2B5EF4-FFF2-40B4-BE49-F238E27FC236}">
                <a16:creationId xmlns:a16="http://schemas.microsoft.com/office/drawing/2014/main" id="{85874129-DC2E-431E-A20E-EF6B10DC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5" name="dp44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21095BFE-5E1F-4FBB-9447-1681FA58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899827"/>
                </a:lnTo>
                <a:lnTo>
                  <a:pt x="0" y="899827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6" name="dp44-comparison / n167 / arrow">
            <a:extLst xmlns:a="http://schemas.openxmlformats.org/drawingml/2006/main">
              <a:ext uri="{FF2B5EF4-FFF2-40B4-BE49-F238E27FC236}">
                <a16:creationId xmlns:a16="http://schemas.microsoft.com/office/drawing/2014/main" id="{54320FC8-E78E-40C9-B1F7-E843604D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7" name="dp44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13C6E2F7-48EC-4993-9D22-B22ADBAA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8" name="dp44-comparison / n168 / arrow">
            <a:extLst xmlns:a="http://schemas.openxmlformats.org/drawingml/2006/main">
              <a:ext uri="{FF2B5EF4-FFF2-40B4-BE49-F238E27FC236}">
                <a16:creationId xmlns:a16="http://schemas.microsoft.com/office/drawing/2014/main" id="{BF6FEC72-74D1-4AC4-9FF4-10E7EE22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9" name="dp44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FF35C8D7-56DA-485D-B951-5E401029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288155"/>
            <a:ext cx="1084897" cy="2227231"/>
          </a:xfrm>
          <a:custGeom xmlns:a="http://schemas.openxmlformats.org/drawingml/2006/main">
            <a:pathLst>
              <a:path w="1084897" h="2227231">
                <a:moveTo>
                  <a:pt x="1084897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0" name="dp44-comparison / n169 / arrow">
            <a:extLst xmlns:a="http://schemas.openxmlformats.org/drawingml/2006/main">
              <a:ext uri="{FF2B5EF4-FFF2-40B4-BE49-F238E27FC236}">
                <a16:creationId xmlns:a16="http://schemas.microsoft.com/office/drawing/2014/main" id="{590CAAD7-43C8-427A-8F6C-7DC75208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1" name="dp44-comparison / n170 / path">
            <a:extLst xmlns:a="http://schemas.openxmlformats.org/drawingml/2006/main">
              <a:ext uri="{FF2B5EF4-FFF2-40B4-BE49-F238E27FC236}">
                <a16:creationId xmlns:a16="http://schemas.microsoft.com/office/drawing/2014/main" id="{E0DC7230-7F7F-458A-B47A-1D0E3561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351973"/>
            <a:ext cx="1084897" cy="2259140"/>
          </a:xfrm>
          <a:custGeom xmlns:a="http://schemas.openxmlformats.org/drawingml/2006/main">
            <a:pathLst>
              <a:path w="1084897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2" name="dp44-comparison / n170 / arrow">
            <a:extLst xmlns:a="http://schemas.openxmlformats.org/drawingml/2006/main">
              <a:ext uri="{FF2B5EF4-FFF2-40B4-BE49-F238E27FC236}">
                <a16:creationId xmlns:a16="http://schemas.microsoft.com/office/drawing/2014/main" id="{DBD05D02-444F-4CD7-9D9A-6E497F2F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23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3" name="dp44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4B9D8D8B-737E-4DAF-BF76-EFE91910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127057" cy="561594"/>
          </a:xfrm>
          <a:custGeom xmlns:a="http://schemas.openxmlformats.org/drawingml/2006/main">
            <a:pathLst>
              <a:path w="3127057" h="561594">
                <a:moveTo>
                  <a:pt x="3127057" y="0"/>
                </a:moveTo>
                <a:lnTo>
                  <a:pt x="3127057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4" name="dp44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67301564-883D-449E-B41C-9175DF35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5" name="dp44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C3CA374C-AAE6-4A17-866A-824F9DDC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6" name="dp44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E03E1D4D-653F-4670-ABFF-8ADFE5E7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84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7" name="dp44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745DCCED-83B9-409F-87DB-9D8D9AFB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8" name="dp44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8BB76755-3C12-4E83-95A8-4E91A57E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9" name="dp44-comparison / n174 / path">
            <a:extLst xmlns:a="http://schemas.openxmlformats.org/drawingml/2006/main">
              <a:ext uri="{FF2B5EF4-FFF2-40B4-BE49-F238E27FC236}">
                <a16:creationId xmlns:a16="http://schemas.microsoft.com/office/drawing/2014/main" id="{490AAA63-C3A7-4A4F-BDE8-FD909219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106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0" name="dp44-comparison / n174 / arrow">
            <a:extLst xmlns:a="http://schemas.openxmlformats.org/drawingml/2006/main">
              <a:ext uri="{FF2B5EF4-FFF2-40B4-BE49-F238E27FC236}">
                <a16:creationId xmlns:a16="http://schemas.microsoft.com/office/drawing/2014/main" id="{D53B403F-BFB8-4ED1-ABBF-A28D6ECA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1" name="dp44-comparison / n175 / path">
            <a:extLst xmlns:a="http://schemas.openxmlformats.org/drawingml/2006/main">
              <a:ext uri="{FF2B5EF4-FFF2-40B4-BE49-F238E27FC236}">
                <a16:creationId xmlns:a16="http://schemas.microsoft.com/office/drawing/2014/main" id="{500D5023-F191-4373-92AA-D8A2F13C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2" name="dp44-comparison / n175 / arrow">
            <a:extLst xmlns:a="http://schemas.openxmlformats.org/drawingml/2006/main">
              <a:ext uri="{FF2B5EF4-FFF2-40B4-BE49-F238E27FC236}">
                <a16:creationId xmlns:a16="http://schemas.microsoft.com/office/drawing/2014/main" id="{AC204362-8B83-4F3B-9604-EA40607F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3" name="dp44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F82471FF-403B-4169-90FD-0B484511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4" name="dp44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A6A3F614-7CCD-490F-80AF-D3E3EA75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5" name="dp44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E86731C8-EB2F-4DC6-94B6-D3006FFC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6" name="dp44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23165905-B741-495B-8041-E24E167B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7" name="dp44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21AF23BC-014A-4E33-A2B1-F5F7D9BC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8" name="dp44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1FEEB208-B63A-4708-A679-DDAB7B5A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4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9" name="dp44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5F15D109-B087-410E-9ABC-6C3D4918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30" name="dp44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A699EA95-9AA1-40F2-B538-60E5687E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1" name="dp44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47D26587-FB36-4986-8283-F873195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48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32" name="dp44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826673DE-5E0D-41BA-BCEC-A22C4715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01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3" name="dp44-comparison / n181">
            <a:extLst xmlns:a="http://schemas.openxmlformats.org/drawingml/2006/main">
              <a:ext uri="{FF2B5EF4-FFF2-40B4-BE49-F238E27FC236}">
                <a16:creationId xmlns:a16="http://schemas.microsoft.com/office/drawing/2014/main" id="{403033F7-2A15-4E5E-B852-89E9FB83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p44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F9FC5D11-D1C3-4D4D-B19F-D0DCF8C2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235" name="dp44-comparison / n183">
            <a:extLst xmlns:a="http://schemas.openxmlformats.org/drawingml/2006/main">
              <a:ext uri="{FF2B5EF4-FFF2-40B4-BE49-F238E27FC236}">
                <a16:creationId xmlns:a16="http://schemas.microsoft.com/office/drawing/2014/main" id="{D80BFB55-48FA-4E7E-9853-BFD3E6C1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5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p44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D6AC9ECC-C7AD-49FA-BBCA-E5F891A5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71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237" name="dp44-comparison / n185">
            <a:extLst xmlns:a="http://schemas.openxmlformats.org/drawingml/2006/main">
              <a:ext uri="{FF2B5EF4-FFF2-40B4-BE49-F238E27FC236}">
                <a16:creationId xmlns:a16="http://schemas.microsoft.com/office/drawing/2014/main" id="{BF28C28F-647B-44B2-AC9D-BBC26D2D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33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p44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6777EBF0-A492-4B77-A303-09881E3E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09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239" name="dp44-comparison / n187">
            <a:extLst xmlns:a="http://schemas.openxmlformats.org/drawingml/2006/main">
              <a:ext uri="{FF2B5EF4-FFF2-40B4-BE49-F238E27FC236}">
                <a16:creationId xmlns:a16="http://schemas.microsoft.com/office/drawing/2014/main" id="{ADA87CA5-944C-4311-AC65-1290F3FD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p44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031FD0D3-5992-418E-B4D3-0351A933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241" name="dp44-comparison / n189">
            <a:extLst xmlns:a="http://schemas.openxmlformats.org/drawingml/2006/main">
              <a:ext uri="{FF2B5EF4-FFF2-40B4-BE49-F238E27FC236}">
                <a16:creationId xmlns:a16="http://schemas.microsoft.com/office/drawing/2014/main" id="{A61A9DEC-5619-45CE-946C-2DD980E7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p44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ECF01E4F-ECD9-452D-A14F-33E77A61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243" name="dp44-comparison / n191">
            <a:extLst xmlns:a="http://schemas.openxmlformats.org/drawingml/2006/main">
              <a:ext uri="{FF2B5EF4-FFF2-40B4-BE49-F238E27FC236}">
                <a16:creationId xmlns:a16="http://schemas.microsoft.com/office/drawing/2014/main" id="{8C4C6306-AB23-4E56-943F-0FA96849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p44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9E55E009-45E2-4C9E-AB62-58406D3A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245" name="dp44-comparison / n193">
            <a:extLst xmlns:a="http://schemas.openxmlformats.org/drawingml/2006/main">
              <a:ext uri="{FF2B5EF4-FFF2-40B4-BE49-F238E27FC236}">
                <a16:creationId xmlns:a16="http://schemas.microsoft.com/office/drawing/2014/main" id="{AB19C2DB-248F-44B3-BB84-9851A6AF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50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p44-comparison / n194 / text 1">
            <a:extLst xmlns:a="http://schemas.openxmlformats.org/drawingml/2006/main">
              <a:ext uri="{FF2B5EF4-FFF2-40B4-BE49-F238E27FC236}">
                <a16:creationId xmlns:a16="http://schemas.microsoft.com/office/drawing/2014/main" id="{362D8572-C41A-4E83-802E-DC07CD74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247" name="dp44-comparison / n195">
            <a:extLst xmlns:a="http://schemas.openxmlformats.org/drawingml/2006/main">
              <a:ext uri="{FF2B5EF4-FFF2-40B4-BE49-F238E27FC236}">
                <a16:creationId xmlns:a16="http://schemas.microsoft.com/office/drawing/2014/main" id="{BD40EA35-E2B3-4A81-A938-E5B06C49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29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p44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2C0ECEA2-5DE6-49C7-AB8C-62BDBDA7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05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249" name="dp44-comparison / n197">
            <a:extLst xmlns:a="http://schemas.openxmlformats.org/drawingml/2006/main">
              <a:ext uri="{FF2B5EF4-FFF2-40B4-BE49-F238E27FC236}">
                <a16:creationId xmlns:a16="http://schemas.microsoft.com/office/drawing/2014/main" id="{D7B1DDC0-CC4B-46C1-BD91-AF276160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34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p44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8F7B8C2E-08A6-4964-8206-814CC155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311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251" name="dp44-comparison / n199">
            <a:extLst xmlns:a="http://schemas.openxmlformats.org/drawingml/2006/main">
              <a:ext uri="{FF2B5EF4-FFF2-40B4-BE49-F238E27FC236}">
                <a16:creationId xmlns:a16="http://schemas.microsoft.com/office/drawing/2014/main" id="{B627EC18-8057-46FB-97F7-A00281B6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895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p44-comparison / n200 / text 1">
            <a:extLst xmlns:a="http://schemas.openxmlformats.org/drawingml/2006/main">
              <a:ext uri="{FF2B5EF4-FFF2-40B4-BE49-F238E27FC236}">
                <a16:creationId xmlns:a16="http://schemas.microsoft.com/office/drawing/2014/main" id="{964F28AD-28C1-4774-9492-3C39BEDD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171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253" name="dp44-comparison / n201">
            <a:extLst xmlns:a="http://schemas.openxmlformats.org/drawingml/2006/main">
              <a:ext uri="{FF2B5EF4-FFF2-40B4-BE49-F238E27FC236}">
                <a16:creationId xmlns:a16="http://schemas.microsoft.com/office/drawing/2014/main" id="{171BFA14-B8F6-4993-8617-0BFBC790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12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p44-comparison / n202 / text 1">
            <a:extLst xmlns:a="http://schemas.openxmlformats.org/drawingml/2006/main">
              <a:ext uri="{FF2B5EF4-FFF2-40B4-BE49-F238E27FC236}">
                <a16:creationId xmlns:a16="http://schemas.microsoft.com/office/drawing/2014/main" id="{0E7617F8-ED80-481A-A956-FC294CF9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89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255" name="dp44-comparison / n203">
            <a:extLst xmlns:a="http://schemas.openxmlformats.org/drawingml/2006/main">
              <a:ext uri="{FF2B5EF4-FFF2-40B4-BE49-F238E27FC236}">
                <a16:creationId xmlns:a16="http://schemas.microsoft.com/office/drawing/2014/main" id="{B6280BDC-5E96-43CB-B8DC-7053AB9E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48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p44-comparison / n204 / text 1">
            <a:extLst xmlns:a="http://schemas.openxmlformats.org/drawingml/2006/main">
              <a:ext uri="{FF2B5EF4-FFF2-40B4-BE49-F238E27FC236}">
                <a16:creationId xmlns:a16="http://schemas.microsoft.com/office/drawing/2014/main" id="{BD6DEC15-9CAD-4D6C-A08F-A6FDF686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24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257" name="dp44-comparison / n205">
            <a:extLst xmlns:a="http://schemas.openxmlformats.org/drawingml/2006/main">
              <a:ext uri="{FF2B5EF4-FFF2-40B4-BE49-F238E27FC236}">
                <a16:creationId xmlns:a16="http://schemas.microsoft.com/office/drawing/2014/main" id="{3CDCA12A-267E-4BD5-A00F-0219B414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089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p44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12AC7433-889E-4AE8-A1B8-3B1BD3CC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365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259" name="dp44-comparison / n207">
            <a:extLst xmlns:a="http://schemas.openxmlformats.org/drawingml/2006/main">
              <a:ext uri="{FF2B5EF4-FFF2-40B4-BE49-F238E27FC236}">
                <a16:creationId xmlns:a16="http://schemas.microsoft.com/office/drawing/2014/main" id="{E70BF3ED-AD64-4D1F-AD6D-53FAB762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78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p44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0FE58FDA-1C6F-4C84-8B9D-E4842036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454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261" name="dp44-comparison / n209">
            <a:extLst xmlns:a="http://schemas.openxmlformats.org/drawingml/2006/main">
              <a:ext uri="{FF2B5EF4-FFF2-40B4-BE49-F238E27FC236}">
                <a16:creationId xmlns:a16="http://schemas.microsoft.com/office/drawing/2014/main" id="{A3DB64D5-B328-4820-9FF6-6A957AF6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559" y="3656362"/>
            <a:ext cx="159211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p44-comparison / n210 / text 1">
            <a:extLst xmlns:a="http://schemas.openxmlformats.org/drawingml/2006/main">
              <a:ext uri="{FF2B5EF4-FFF2-40B4-BE49-F238E27FC236}">
                <a16:creationId xmlns:a16="http://schemas.microsoft.com/office/drawing/2014/main" id="{B0A62E7E-683B-4E67-93DE-2A399C2F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323" y="3662744"/>
            <a:ext cx="23293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job / revision / 대기 참조</a:t>
            </a:r>
          </a:p>
        </p:txBody>
      </p:sp>
      <p:sp>
        <p:nvSpPr>
          <p:cNvPr id="263" name="dp44-comparison / n211">
            <a:extLst xmlns:a="http://schemas.openxmlformats.org/drawingml/2006/main">
              <a:ext uri="{FF2B5EF4-FFF2-40B4-BE49-F238E27FC236}">
                <a16:creationId xmlns:a16="http://schemas.microsoft.com/office/drawing/2014/main" id="{F6D364E6-CC59-4A01-B8FB-24C60817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4683824"/>
            <a:ext cx="19002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p44-comparison / n212 / text 1">
            <a:extLst xmlns:a="http://schemas.openxmlformats.org/drawingml/2006/main">
              <a:ext uri="{FF2B5EF4-FFF2-40B4-BE49-F238E27FC236}">
                <a16:creationId xmlns:a16="http://schemas.microsoft.com/office/drawing/2014/main" id="{04F42F0D-8AE2-4C30-A396-BB2E5BF8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539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사실 / job ID</a:t>
            </a:r>
          </a:p>
        </p:txBody>
      </p:sp>
      <p:sp>
        <p:nvSpPr>
          <p:cNvPr id="265" name="dp44-comparison / n213">
            <a:extLst xmlns:a="http://schemas.openxmlformats.org/drawingml/2006/main">
              <a:ext uri="{FF2B5EF4-FFF2-40B4-BE49-F238E27FC236}">
                <a16:creationId xmlns:a16="http://schemas.microsoft.com/office/drawing/2014/main" id="{9555688D-4EBF-4690-B938-1446F6F3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872" y="5768721"/>
            <a:ext cx="1494478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p44-comparison / n214 / text 1">
            <a:extLst xmlns:a="http://schemas.openxmlformats.org/drawingml/2006/main">
              <a:ext uri="{FF2B5EF4-FFF2-40B4-BE49-F238E27FC236}">
                <a16:creationId xmlns:a16="http://schemas.microsoft.com/office/drawing/2014/main" id="{77D9C91E-58CC-4EF0-A190-9B25AB5F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5775103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반환 / 시작 revision</a:t>
            </a:r>
          </a:p>
        </p:txBody>
      </p:sp>
      <p:sp>
        <p:nvSpPr>
          <p:cNvPr id="267" name="dp44-comparison / n215">
            <a:extLst xmlns:a="http://schemas.openxmlformats.org/drawingml/2006/main">
              <a:ext uri="{FF2B5EF4-FFF2-40B4-BE49-F238E27FC236}">
                <a16:creationId xmlns:a16="http://schemas.microsoft.com/office/drawing/2014/main" id="{492A1DC4-68D9-4EB2-9FFC-22D33927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043136"/>
            <a:ext cx="133391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p44-comparison / n216 / text 1">
            <a:extLst xmlns:a="http://schemas.openxmlformats.org/drawingml/2006/main">
              <a:ext uri="{FF2B5EF4-FFF2-40B4-BE49-F238E27FC236}">
                <a16:creationId xmlns:a16="http://schemas.microsoft.com/office/drawing/2014/main" id="{F0CC1F5B-9D84-46D4-9EB5-2B07BDFA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17" y="6049518"/>
            <a:ext cx="211874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유효 후보 → 게시 요청</a:t>
            </a:r>
          </a:p>
        </p:txBody>
      </p:sp>
      <p:sp>
        <p:nvSpPr>
          <p:cNvPr id="269" name="dp44-comparison / n217">
            <a:extLst xmlns:a="http://schemas.openxmlformats.org/drawingml/2006/main">
              <a:ext uri="{FF2B5EF4-FFF2-40B4-BE49-F238E27FC236}">
                <a16:creationId xmlns:a16="http://schemas.microsoft.com/office/drawing/2014/main" id="{1E4297F8-8265-48EA-A082-D7C89E33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0" name="dp44-comparison / n218 / text 1">
            <a:extLst xmlns:a="http://schemas.openxmlformats.org/drawingml/2006/main">
              <a:ext uri="{FF2B5EF4-FFF2-40B4-BE49-F238E27FC236}">
                <a16:creationId xmlns:a16="http://schemas.microsoft.com/office/drawing/2014/main" id="{98891078-79EE-4117-9E8C-19E0765A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271" name="dp44-comparison / n219">
            <a:extLst xmlns:a="http://schemas.openxmlformats.org/drawingml/2006/main">
              <a:ext uri="{FF2B5EF4-FFF2-40B4-BE49-F238E27FC236}">
                <a16:creationId xmlns:a16="http://schemas.microsoft.com/office/drawing/2014/main" id="{BCD09636-1F11-4CF2-8DA6-D6913759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2" name="dp44-comparison / n220 / text 1">
            <a:extLst xmlns:a="http://schemas.openxmlformats.org/drawingml/2006/main">
              <a:ext uri="{FF2B5EF4-FFF2-40B4-BE49-F238E27FC236}">
                <a16:creationId xmlns:a16="http://schemas.microsoft.com/office/drawing/2014/main" id="{182E2FB5-5834-45FF-8905-B9DB4F40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734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3" name="dp44-comparison / n221">
            <a:extLst xmlns:a="http://schemas.openxmlformats.org/drawingml/2006/main">
              <a:ext uri="{FF2B5EF4-FFF2-40B4-BE49-F238E27FC236}">
                <a16:creationId xmlns:a16="http://schemas.microsoft.com/office/drawing/2014/main" id="{891569F0-1C8A-49D0-9A2C-492B3A74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4" name="dp44-comparison / n222 / text 1">
            <a:extLst xmlns:a="http://schemas.openxmlformats.org/drawingml/2006/main">
              <a:ext uri="{FF2B5EF4-FFF2-40B4-BE49-F238E27FC236}">
                <a16:creationId xmlns:a16="http://schemas.microsoft.com/office/drawing/2014/main" id="{94B465F1-40BE-4793-8491-5B420E65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275" name="dp44-comparison / n223">
            <a:extLst xmlns:a="http://schemas.openxmlformats.org/drawingml/2006/main">
              <a:ext uri="{FF2B5EF4-FFF2-40B4-BE49-F238E27FC236}">
                <a16:creationId xmlns:a16="http://schemas.microsoft.com/office/drawing/2014/main" id="{D8D8F736-9292-4386-9614-FF7BA768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6" name="dp44-comparison / n224 / text 1">
            <a:extLst xmlns:a="http://schemas.openxmlformats.org/drawingml/2006/main">
              <a:ext uri="{FF2B5EF4-FFF2-40B4-BE49-F238E27FC236}">
                <a16:creationId xmlns:a16="http://schemas.microsoft.com/office/drawing/2014/main" id="{D47FF807-8314-4A2E-9AFC-C1FC66C6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277" name="dp44-comparison / n224 / text 2">
            <a:extLst xmlns:a="http://schemas.openxmlformats.org/drawingml/2006/main">
              <a:ext uri="{FF2B5EF4-FFF2-40B4-BE49-F238E27FC236}">
                <a16:creationId xmlns:a16="http://schemas.microsoft.com/office/drawing/2014/main" id="{AECC6993-2124-4BBA-B7E1-4B9C5757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278" name="dp44-comparison / n225">
            <a:extLst xmlns:a="http://schemas.openxmlformats.org/drawingml/2006/main">
              <a:ext uri="{FF2B5EF4-FFF2-40B4-BE49-F238E27FC236}">
                <a16:creationId xmlns:a16="http://schemas.microsoft.com/office/drawing/2014/main" id="{ED1F2D1C-8C34-4933-AC91-66E590AB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9" name="dp44-comparison / n226 / text 1">
            <a:extLst xmlns:a="http://schemas.openxmlformats.org/drawingml/2006/main">
              <a:ext uri="{FF2B5EF4-FFF2-40B4-BE49-F238E27FC236}">
                <a16:creationId xmlns:a16="http://schemas.microsoft.com/office/drawing/2014/main" id="{D762CB6F-96B9-458B-8C1E-C0EE770F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280" name="dp44-comparison / n226 / text 2">
            <a:extLst xmlns:a="http://schemas.openxmlformats.org/drawingml/2006/main">
              <a:ext uri="{FF2B5EF4-FFF2-40B4-BE49-F238E27FC236}">
                <a16:creationId xmlns:a16="http://schemas.microsoft.com/office/drawing/2014/main" id="{DFC3CBBA-72BC-410E-A638-94EE33EC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281" name="dp44-comparison / n227">
            <a:extLst xmlns:a="http://schemas.openxmlformats.org/drawingml/2006/main">
              <a:ext uri="{FF2B5EF4-FFF2-40B4-BE49-F238E27FC236}">
                <a16:creationId xmlns:a16="http://schemas.microsoft.com/office/drawing/2014/main" id="{6FCEEA4C-1415-42ED-A72F-DBF531DE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2" name="dp44-comparison / n228 / text 1">
            <a:extLst xmlns:a="http://schemas.openxmlformats.org/drawingml/2006/main">
              <a:ext uri="{FF2B5EF4-FFF2-40B4-BE49-F238E27FC236}">
                <a16:creationId xmlns:a16="http://schemas.microsoft.com/office/drawing/2014/main" id="{50885E73-1C85-41BB-8479-57C9833A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283" name="dp44-comparison / n228 / text 2">
            <a:extLst xmlns:a="http://schemas.openxmlformats.org/drawingml/2006/main">
              <a:ext uri="{FF2B5EF4-FFF2-40B4-BE49-F238E27FC236}">
                <a16:creationId xmlns:a16="http://schemas.microsoft.com/office/drawing/2014/main" id="{C3E46A69-F920-4D60-B1CE-F152E37B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284" name="dp44-comparison / n229">
            <a:extLst xmlns:a="http://schemas.openxmlformats.org/drawingml/2006/main">
              <a:ext uri="{FF2B5EF4-FFF2-40B4-BE49-F238E27FC236}">
                <a16:creationId xmlns:a16="http://schemas.microsoft.com/office/drawing/2014/main" id="{DCE4FDCD-6424-4260-9C1F-E03B0D91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320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5" name="dp44-comparison / n230 / text 1">
            <a:extLst xmlns:a="http://schemas.openxmlformats.org/drawingml/2006/main">
              <a:ext uri="{FF2B5EF4-FFF2-40B4-BE49-F238E27FC236}">
                <a16:creationId xmlns:a16="http://schemas.microsoft.com/office/drawing/2014/main" id="{02906183-2895-46BB-87C3-4DC8A69A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88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286" name="dp44-comparison / n231">
            <a:extLst xmlns:a="http://schemas.openxmlformats.org/drawingml/2006/main">
              <a:ext uri="{FF2B5EF4-FFF2-40B4-BE49-F238E27FC236}">
                <a16:creationId xmlns:a16="http://schemas.microsoft.com/office/drawing/2014/main" id="{E8ECAF68-05A3-43F2-8035-DBF86BBB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491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7" name="dp44-comparison / n232 / text 1">
            <a:extLst xmlns:a="http://schemas.openxmlformats.org/drawingml/2006/main">
              <a:ext uri="{FF2B5EF4-FFF2-40B4-BE49-F238E27FC236}">
                <a16:creationId xmlns:a16="http://schemas.microsoft.com/office/drawing/2014/main" id="{002D7F6A-9424-47A8-B6A9-A3923F2C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149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88" name="dp44-comparison / n233">
            <a:extLst xmlns:a="http://schemas.openxmlformats.org/drawingml/2006/main">
              <a:ext uri="{FF2B5EF4-FFF2-40B4-BE49-F238E27FC236}">
                <a16:creationId xmlns:a16="http://schemas.microsoft.com/office/drawing/2014/main" id="{6D426D9A-1796-46D6-8FF6-7D9BF49A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152204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89" name="dp44-comparison / n234 / text 1">
            <a:extLst xmlns:a="http://schemas.openxmlformats.org/drawingml/2006/main">
              <a:ext uri="{FF2B5EF4-FFF2-40B4-BE49-F238E27FC236}">
                <a16:creationId xmlns:a16="http://schemas.microsoft.com/office/drawing/2014/main" id="{75919E95-AE67-4297-9896-9072E1A9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246111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Resolution Stage</a:t>
            </a:r>
          </a:p>
        </p:txBody>
      </p:sp>
      <p:sp>
        <p:nvSpPr>
          <p:cNvPr id="290" name="dp44-comparison / n235">
            <a:extLst xmlns:a="http://schemas.openxmlformats.org/drawingml/2006/main">
              <a:ext uri="{FF2B5EF4-FFF2-40B4-BE49-F238E27FC236}">
                <a16:creationId xmlns:a16="http://schemas.microsoft.com/office/drawing/2014/main" id="{0200DAC1-BBD9-40F2-8EDE-32C3C9FC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152204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1" name="dp44-comparison / n236 / text 1">
            <a:extLst xmlns:a="http://schemas.openxmlformats.org/drawingml/2006/main">
              <a:ext uri="{FF2B5EF4-FFF2-40B4-BE49-F238E27FC236}">
                <a16:creationId xmlns:a16="http://schemas.microsoft.com/office/drawing/2014/main" id="{F1E78986-164E-4532-960F-73D77982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3294517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Window</a:t>
            </a:r>
          </a:p>
        </p:txBody>
      </p:sp>
      <p:sp>
        <p:nvSpPr>
          <p:cNvPr id="292" name="dp44-comparison / n237">
            <a:extLst xmlns:a="http://schemas.openxmlformats.org/drawingml/2006/main">
              <a:ext uri="{FF2B5EF4-FFF2-40B4-BE49-F238E27FC236}">
                <a16:creationId xmlns:a16="http://schemas.microsoft.com/office/drawing/2014/main" id="{E1D1D52E-93AB-4DF9-8985-55F1584A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886105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3" name="dp44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F408F7C3-5850-4AC5-B28F-11641A15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980012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Notice Stage</a:t>
            </a:r>
          </a:p>
        </p:txBody>
      </p:sp>
      <p:sp>
        <p:nvSpPr>
          <p:cNvPr id="294" name="dp44-comparison / n239">
            <a:extLst xmlns:a="http://schemas.openxmlformats.org/drawingml/2006/main">
              <a:ext uri="{FF2B5EF4-FFF2-40B4-BE49-F238E27FC236}">
                <a16:creationId xmlns:a16="http://schemas.microsoft.com/office/drawing/2014/main" id="{3D63151C-5C55-4862-81CC-CAF56CDA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886105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5" name="dp44-comparison / n240 / text 1">
            <a:extLst xmlns:a="http://schemas.openxmlformats.org/drawingml/2006/main">
              <a:ext uri="{FF2B5EF4-FFF2-40B4-BE49-F238E27FC236}">
                <a16:creationId xmlns:a16="http://schemas.microsoft.com/office/drawing/2014/main" id="{B50E65ED-2097-4545-A1B5-112C8DFF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028418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Notice Window</a:t>
            </a:r>
          </a:p>
        </p:txBody>
      </p:sp>
      <p:sp>
        <p:nvSpPr>
          <p:cNvPr id="296" name="dp44-comparison / n241">
            <a:extLst xmlns:a="http://schemas.openxmlformats.org/drawingml/2006/main">
              <a:ext uri="{FF2B5EF4-FFF2-40B4-BE49-F238E27FC236}">
                <a16:creationId xmlns:a16="http://schemas.microsoft.com/office/drawing/2014/main" id="{B053011E-4710-4695-B8EE-C27D2AB6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7" name="dp44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F98BBF45-E142-4C35-BA5A-92BEA788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98" name="dp44-comparison / n243">
            <a:extLst xmlns:a="http://schemas.openxmlformats.org/drawingml/2006/main">
              <a:ext uri="{FF2B5EF4-FFF2-40B4-BE49-F238E27FC236}">
                <a16:creationId xmlns:a16="http://schemas.microsoft.com/office/drawing/2014/main" id="{0718EA94-42B6-4B9F-AF3D-70698031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9" name="dp44-comparison / n244 / text 1">
            <a:extLst xmlns:a="http://schemas.openxmlformats.org/drawingml/2006/main">
              <a:ext uri="{FF2B5EF4-FFF2-40B4-BE49-F238E27FC236}">
                <a16:creationId xmlns:a16="http://schemas.microsoft.com/office/drawing/2014/main" id="{2C9D71B4-9060-45DE-ACC5-DF2E0AC0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300" name="dp44-comparison / n245">
            <a:extLst xmlns:a="http://schemas.openxmlformats.org/drawingml/2006/main">
              <a:ext uri="{FF2B5EF4-FFF2-40B4-BE49-F238E27FC236}">
                <a16:creationId xmlns:a16="http://schemas.microsoft.com/office/drawing/2014/main" id="{AF9CF0F3-A223-4F88-85FF-3B13984F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727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1" name="dp44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F77906BE-CC33-454A-80AF-43C9BC1D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385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302" name="dp44-comparison / n247">
            <a:extLst xmlns:a="http://schemas.openxmlformats.org/drawingml/2006/main">
              <a:ext uri="{FF2B5EF4-FFF2-40B4-BE49-F238E27FC236}">
                <a16:creationId xmlns:a16="http://schemas.microsoft.com/office/drawing/2014/main" id="{DFE3E4AC-9D7A-4E00-8EF5-F404B4A1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3" name="dp44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F3782408-96F3-4BA2-9A05-3EDA885B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304" name="dp44-comparison / n248 / text 2">
            <a:extLst xmlns:a="http://schemas.openxmlformats.org/drawingml/2006/main">
              <a:ext uri="{FF2B5EF4-FFF2-40B4-BE49-F238E27FC236}">
                <a16:creationId xmlns:a16="http://schemas.microsoft.com/office/drawing/2014/main" id="{74BF26D7-30C4-4129-83A7-898B5CE4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305" name="dp44-comparison / n249">
            <a:extLst xmlns:a="http://schemas.openxmlformats.org/drawingml/2006/main">
              <a:ext uri="{FF2B5EF4-FFF2-40B4-BE49-F238E27FC236}">
                <a16:creationId xmlns:a16="http://schemas.microsoft.com/office/drawing/2014/main" id="{8F9B2716-4A37-4F61-8323-B9EF8B7B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6" name="dp44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E83AA578-739C-4858-B2D9-D089D2E6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47761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Join</a:t>
            </a:r>
          </a:p>
        </p:txBody>
      </p:sp>
      <p:sp>
        <p:nvSpPr>
          <p:cNvPr id="307" name="dp44-comparison / n251">
            <a:extLst xmlns:a="http://schemas.openxmlformats.org/drawingml/2006/main">
              <a:ext uri="{FF2B5EF4-FFF2-40B4-BE49-F238E27FC236}">
                <a16:creationId xmlns:a16="http://schemas.microsoft.com/office/drawing/2014/main" id="{4179F0FB-FDF6-4649-8D7E-A4C492FF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826157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8" name="dp44-comparison / n252 / text 1">
            <a:extLst xmlns:a="http://schemas.openxmlformats.org/drawingml/2006/main">
              <a:ext uri="{FF2B5EF4-FFF2-40B4-BE49-F238E27FC236}">
                <a16:creationId xmlns:a16="http://schemas.microsoft.com/office/drawing/2014/main" id="{A873C0F3-8424-488F-83C1-87355314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964258"/>
            <a:ext cx="1123188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Window</a:t>
            </a:r>
          </a:p>
        </p:txBody>
      </p:sp>
      <p:sp>
        <p:nvSpPr>
          <p:cNvPr id="309" name="dp44-comparison / n253">
            <a:extLst xmlns:a="http://schemas.openxmlformats.org/drawingml/2006/main">
              <a:ext uri="{FF2B5EF4-FFF2-40B4-BE49-F238E27FC236}">
                <a16:creationId xmlns:a16="http://schemas.microsoft.com/office/drawing/2014/main" id="{1359403C-1098-4ADA-8006-51C108BB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0" name="dp44-comparison / n254 / text 1">
            <a:extLst xmlns:a="http://schemas.openxmlformats.org/drawingml/2006/main">
              <a:ext uri="{FF2B5EF4-FFF2-40B4-BE49-F238E27FC236}">
                <a16:creationId xmlns:a16="http://schemas.microsoft.com/office/drawing/2014/main" id="{D27AD5EC-34BA-4BBA-838D-AEA88C41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311" name="dp44-comparison / n254 / text 2">
            <a:extLst xmlns:a="http://schemas.openxmlformats.org/drawingml/2006/main">
              <a:ext uri="{FF2B5EF4-FFF2-40B4-BE49-F238E27FC236}">
                <a16:creationId xmlns:a16="http://schemas.microsoft.com/office/drawing/2014/main" id="{2330FA8D-2D73-4FE9-A164-56F8092B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312" name="dp44-comparison / n255">
            <a:extLst xmlns:a="http://schemas.openxmlformats.org/drawingml/2006/main">
              <a:ext uri="{FF2B5EF4-FFF2-40B4-BE49-F238E27FC236}">
                <a16:creationId xmlns:a16="http://schemas.microsoft.com/office/drawing/2014/main" id="{97B54DD7-8B04-49DB-8FB8-2D392A87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3" name="dp44-comparison / n256 / text 1">
            <a:extLst xmlns:a="http://schemas.openxmlformats.org/drawingml/2006/main">
              <a:ext uri="{FF2B5EF4-FFF2-40B4-BE49-F238E27FC236}">
                <a16:creationId xmlns:a16="http://schemas.microsoft.com/office/drawing/2014/main" id="{8467E486-9A17-4CD8-B3A9-41FBF192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314" name="dp44-comparison / n257">
            <a:extLst xmlns:a="http://schemas.openxmlformats.org/drawingml/2006/main">
              <a:ext uri="{FF2B5EF4-FFF2-40B4-BE49-F238E27FC236}">
                <a16:creationId xmlns:a16="http://schemas.microsoft.com/office/drawing/2014/main" id="{29D9EA34-58A5-42FD-B81E-D1475A7D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5" name="dp44-comparison / n258 / text 1">
            <a:extLst xmlns:a="http://schemas.openxmlformats.org/drawingml/2006/main">
              <a:ext uri="{FF2B5EF4-FFF2-40B4-BE49-F238E27FC236}">
                <a16:creationId xmlns:a16="http://schemas.microsoft.com/office/drawing/2014/main" id="{45DB394D-E84D-495D-A68B-CB50D05A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316" name="dp44-comparison / n259">
            <a:extLst xmlns:a="http://schemas.openxmlformats.org/drawingml/2006/main">
              <a:ext uri="{FF2B5EF4-FFF2-40B4-BE49-F238E27FC236}">
                <a16:creationId xmlns:a16="http://schemas.microsoft.com/office/drawing/2014/main" id="{9958AB8D-C287-4142-A7C9-C65CEB0E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7" name="dp44-comparison / n260 / text 1">
            <a:extLst xmlns:a="http://schemas.openxmlformats.org/drawingml/2006/main">
              <a:ext uri="{FF2B5EF4-FFF2-40B4-BE49-F238E27FC236}">
                <a16:creationId xmlns:a16="http://schemas.microsoft.com/office/drawing/2014/main" id="{FA05E872-5606-49D7-901C-A6314A69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318" name="dp44-comparison / n261">
            <a:extLst xmlns:a="http://schemas.openxmlformats.org/drawingml/2006/main">
              <a:ext uri="{FF2B5EF4-FFF2-40B4-BE49-F238E27FC236}">
                <a16:creationId xmlns:a16="http://schemas.microsoft.com/office/drawing/2014/main" id="{5C5E6B03-0AD5-4F89-8562-91FA3A40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9" name="dp44-comparison / n262 / text 1">
            <a:extLst xmlns:a="http://schemas.openxmlformats.org/drawingml/2006/main">
              <a:ext uri="{FF2B5EF4-FFF2-40B4-BE49-F238E27FC236}">
                <a16:creationId xmlns:a16="http://schemas.microsoft.com/office/drawing/2014/main" id="{E6C6C07F-A419-48AA-86AB-78A7DB6F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320" name="dp44-comparison / n263">
            <a:extLst xmlns:a="http://schemas.openxmlformats.org/drawingml/2006/main">
              <a:ext uri="{FF2B5EF4-FFF2-40B4-BE49-F238E27FC236}">
                <a16:creationId xmlns:a16="http://schemas.microsoft.com/office/drawing/2014/main" id="{442BAA00-6E74-4554-89F9-2EA0D9E7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1" name="dp44-comparison / n264 / text 1">
            <a:extLst xmlns:a="http://schemas.openxmlformats.org/drawingml/2006/main">
              <a:ext uri="{FF2B5EF4-FFF2-40B4-BE49-F238E27FC236}">
                <a16:creationId xmlns:a16="http://schemas.microsoft.com/office/drawing/2014/main" id="{44574A8B-0837-46C7-83D8-A3EF4F2A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322" name="dp44-comparison / n265">
            <a:extLst xmlns:a="http://schemas.openxmlformats.org/drawingml/2006/main">
              <a:ext uri="{FF2B5EF4-FFF2-40B4-BE49-F238E27FC236}">
                <a16:creationId xmlns:a16="http://schemas.microsoft.com/office/drawing/2014/main" id="{77EE6970-DF6A-44DA-B1F5-EA69B53C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3" name="dp44-comparison / n266 / text 1">
            <a:extLst xmlns:a="http://schemas.openxmlformats.org/drawingml/2006/main">
              <a:ext uri="{FF2B5EF4-FFF2-40B4-BE49-F238E27FC236}">
                <a16:creationId xmlns:a16="http://schemas.microsoft.com/office/drawing/2014/main" id="{081C12A2-6C6E-42A4-9A71-C476CF69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324" name="dp44-comparison / n267">
            <a:extLst xmlns:a="http://schemas.openxmlformats.org/drawingml/2006/main">
              <a:ext uri="{FF2B5EF4-FFF2-40B4-BE49-F238E27FC236}">
                <a16:creationId xmlns:a16="http://schemas.microsoft.com/office/drawing/2014/main" id="{1202522A-E2DA-40D8-BECB-5EE3EA8F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5" name="dp44-comparison / n268 / text 1">
            <a:extLst xmlns:a="http://schemas.openxmlformats.org/drawingml/2006/main">
              <a:ext uri="{FF2B5EF4-FFF2-40B4-BE49-F238E27FC236}">
                <a16:creationId xmlns:a16="http://schemas.microsoft.com/office/drawing/2014/main" id="{8929312F-FC8A-44DC-96B0-5BAC31C9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326" name="dp44-comparison / n269">
            <a:extLst xmlns:a="http://schemas.openxmlformats.org/drawingml/2006/main">
              <a:ext uri="{FF2B5EF4-FFF2-40B4-BE49-F238E27FC236}">
                <a16:creationId xmlns:a16="http://schemas.microsoft.com/office/drawing/2014/main" id="{306C8A03-9CA4-481B-BB00-BCB0A71D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7" name="dp44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DB2B74B2-1603-47C3-B9DF-8CD3CBF0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328" name="dp44-comparison / n271 / path">
            <a:extLst xmlns:a="http://schemas.openxmlformats.org/drawingml/2006/main">
              <a:ext uri="{FF2B5EF4-FFF2-40B4-BE49-F238E27FC236}">
                <a16:creationId xmlns:a16="http://schemas.microsoft.com/office/drawing/2014/main" id="{D055BEF1-3828-4477-9479-277B2FFD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332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29" name="dp44-comparison / n271 / arrow">
            <a:extLst xmlns:a="http://schemas.openxmlformats.org/drawingml/2006/main">
              <a:ext uri="{FF2B5EF4-FFF2-40B4-BE49-F238E27FC236}">
                <a16:creationId xmlns:a16="http://schemas.microsoft.com/office/drawing/2014/main" id="{2D576533-3DC5-43F9-95B7-29D830DB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423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0" name="dp44-comparison / n272 / path">
            <a:extLst xmlns:a="http://schemas.openxmlformats.org/drawingml/2006/main">
              <a:ext uri="{FF2B5EF4-FFF2-40B4-BE49-F238E27FC236}">
                <a16:creationId xmlns:a16="http://schemas.microsoft.com/office/drawing/2014/main" id="{8E627A32-E4ED-42D4-9758-2FFDDD5E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60693"/>
            <a:ext cx="114872" cy="953"/>
          </a:xfrm>
          <a:custGeom xmlns:a="http://schemas.openxmlformats.org/drawingml/2006/main">
            <a:pathLst>
              <a:path w="114872" h="953">
                <a:moveTo>
                  <a:pt x="11487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1" name="dp44-comparison / n272 / arrow">
            <a:extLst xmlns:a="http://schemas.openxmlformats.org/drawingml/2006/main">
              <a:ext uri="{FF2B5EF4-FFF2-40B4-BE49-F238E27FC236}">
                <a16:creationId xmlns:a16="http://schemas.microsoft.com/office/drawing/2014/main" id="{22AA6D31-3A59-4759-B3E4-5AA88067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2" name="dp44-comparison / n273">
            <a:extLst xmlns:a="http://schemas.openxmlformats.org/drawingml/2006/main">
              <a:ext uri="{FF2B5EF4-FFF2-40B4-BE49-F238E27FC236}">
                <a16:creationId xmlns:a16="http://schemas.microsoft.com/office/drawing/2014/main" id="{AACD288F-63FC-4A9B-A591-3548701A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010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4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FBD6D32D-EC38-418F-B09D-B3B09C7D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286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334" name="dp44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523CFFC4-6C89-42D6-B553-9F2B9FCB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790379"/>
            <a:ext cx="114872" cy="953"/>
          </a:xfrm>
          <a:custGeom xmlns:a="http://schemas.openxmlformats.org/drawingml/2006/main">
            <a:pathLst>
              <a:path w="114872" h="953">
                <a:moveTo>
                  <a:pt x="0" y="0"/>
                </a:moveTo>
                <a:lnTo>
                  <a:pt x="1148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5" name="dp44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1CCC7F17-552B-4C0B-984C-D35EC671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178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6" name="dp44-comparison / n276">
            <a:extLst xmlns:a="http://schemas.openxmlformats.org/drawingml/2006/main">
              <a:ext uri="{FF2B5EF4-FFF2-40B4-BE49-F238E27FC236}">
                <a16:creationId xmlns:a16="http://schemas.microsoft.com/office/drawing/2014/main" id="{5EA04187-3957-4069-9936-A126E0A6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p44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32067CE1-F8B0-450F-9D87-37481808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338" name="dp44-comparison / n278 / path">
            <a:extLst xmlns:a="http://schemas.openxmlformats.org/drawingml/2006/main">
              <a:ext uri="{FF2B5EF4-FFF2-40B4-BE49-F238E27FC236}">
                <a16:creationId xmlns:a16="http://schemas.microsoft.com/office/drawing/2014/main" id="{22C44B62-1B17-444A-AB1C-638D710F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916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9" name="dp44-comparison / n278 / arrow">
            <a:extLst xmlns:a="http://schemas.openxmlformats.org/drawingml/2006/main">
              <a:ext uri="{FF2B5EF4-FFF2-40B4-BE49-F238E27FC236}">
                <a16:creationId xmlns:a16="http://schemas.microsoft.com/office/drawing/2014/main" id="{9DCE4598-C09D-4241-A12E-9E1D63F7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914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0" name="dp44-comparison / n279 / path">
            <a:extLst xmlns:a="http://schemas.openxmlformats.org/drawingml/2006/main">
              <a:ext uri="{FF2B5EF4-FFF2-40B4-BE49-F238E27FC236}">
                <a16:creationId xmlns:a16="http://schemas.microsoft.com/office/drawing/2014/main" id="{A4770E58-09A9-42B1-A3E4-B0FB3BEE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2065" y="3324511"/>
            <a:ext cx="810482" cy="465868"/>
          </a:xfrm>
          <a:custGeom xmlns:a="http://schemas.openxmlformats.org/drawingml/2006/main">
            <a:pathLst>
              <a:path w="810482" h="465868">
                <a:moveTo>
                  <a:pt x="0" y="465868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1" name="dp44-comparison / n279 / arrow">
            <a:extLst xmlns:a="http://schemas.openxmlformats.org/drawingml/2006/main">
              <a:ext uri="{FF2B5EF4-FFF2-40B4-BE49-F238E27FC236}">
                <a16:creationId xmlns:a16="http://schemas.microsoft.com/office/drawing/2014/main" id="{0C087AD4-E174-45D0-AC5F-653FFC0F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020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2" name="dp44-comparison / n280 / path">
            <a:extLst xmlns:a="http://schemas.openxmlformats.org/drawingml/2006/main">
              <a:ext uri="{FF2B5EF4-FFF2-40B4-BE49-F238E27FC236}">
                <a16:creationId xmlns:a16="http://schemas.microsoft.com/office/drawing/2014/main" id="{56020A4A-11F0-4815-BF1C-E658786A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094768"/>
            <a:ext cx="1850708" cy="153162"/>
          </a:xfrm>
          <a:custGeom xmlns:a="http://schemas.openxmlformats.org/drawingml/2006/main">
            <a:pathLst>
              <a:path w="1850708" h="153162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3" name="dp44-comparison / n280 / arrow">
            <a:extLst xmlns:a="http://schemas.openxmlformats.org/drawingml/2006/main">
              <a:ext uri="{FF2B5EF4-FFF2-40B4-BE49-F238E27FC236}">
                <a16:creationId xmlns:a16="http://schemas.microsoft.com/office/drawing/2014/main" id="{AA43AE16-B5F9-4E08-8205-B49E626A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0084" y="320300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4" name="dp44-comparison / n281 / path">
            <a:extLst xmlns:a="http://schemas.openxmlformats.org/drawingml/2006/main">
              <a:ext uri="{FF2B5EF4-FFF2-40B4-BE49-F238E27FC236}">
                <a16:creationId xmlns:a16="http://schemas.microsoft.com/office/drawing/2014/main" id="{C0C1EA1A-5CEA-4516-BA3E-02559854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3369183"/>
            <a:ext cx="701993" cy="274415"/>
          </a:xfrm>
          <a:custGeom xmlns:a="http://schemas.openxmlformats.org/drawingml/2006/main">
            <a:pathLst>
              <a:path w="701993" h="274415">
                <a:moveTo>
                  <a:pt x="0" y="274415"/>
                </a:moveTo>
                <a:lnTo>
                  <a:pt x="0" y="0"/>
                </a:lnTo>
                <a:lnTo>
                  <a:pt x="7019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5" name="dp44-comparison / n281 / arrow">
            <a:extLst xmlns:a="http://schemas.openxmlformats.org/drawingml/2006/main">
              <a:ext uri="{FF2B5EF4-FFF2-40B4-BE49-F238E27FC236}">
                <a16:creationId xmlns:a16="http://schemas.microsoft.com/office/drawing/2014/main" id="{F1C0E725-5188-4734-8CDF-50BDF332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4671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6" name="dp44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7A070AA6-D890-4B71-9893-E95DA1FD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01092"/>
            <a:ext cx="2042160" cy="1620965"/>
          </a:xfrm>
          <a:custGeom xmlns:a="http://schemas.openxmlformats.org/drawingml/2006/main">
            <a:pathLst>
              <a:path w="2042160" h="1620965">
                <a:moveTo>
                  <a:pt x="2042160" y="0"/>
                </a:moveTo>
                <a:lnTo>
                  <a:pt x="2042160" y="1620965"/>
                </a:lnTo>
                <a:lnTo>
                  <a:pt x="0" y="162096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7" name="dp44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B77C54C9-81EB-4015-8B3D-6C7C38AA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8" name="dp44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E1A3393A-5DA8-43A5-A24A-87DC8C3F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39382"/>
            <a:ext cx="1212533" cy="1754981"/>
          </a:xfrm>
          <a:custGeom xmlns:a="http://schemas.openxmlformats.org/drawingml/2006/main">
            <a:pathLst>
              <a:path w="1212533" h="1754981">
                <a:moveTo>
                  <a:pt x="0" y="1754981"/>
                </a:moveTo>
                <a:lnTo>
                  <a:pt x="899827" y="1754981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49" name="dp44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54BE06CB-1FD5-48EA-A604-C38DD25D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0" name="dp44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489F1972-191B-4D99-BBD9-E1DC6068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71291"/>
            <a:ext cx="2042160" cy="2112359"/>
          </a:xfrm>
          <a:custGeom xmlns:a="http://schemas.openxmlformats.org/drawingml/2006/main">
            <a:pathLst>
              <a:path w="2042160" h="2112359">
                <a:moveTo>
                  <a:pt x="2042160" y="0"/>
                </a:moveTo>
                <a:lnTo>
                  <a:pt x="1397603" y="0"/>
                </a:lnTo>
                <a:lnTo>
                  <a:pt x="1397603" y="2112359"/>
                </a:lnTo>
                <a:lnTo>
                  <a:pt x="0" y="211235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1" name="dp44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D4FBB85E-3359-4A0B-9DAF-01EF2FC3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2" name="dp44-comparison / n285 / path">
            <a:extLst xmlns:a="http://schemas.openxmlformats.org/drawingml/2006/main">
              <a:ext uri="{FF2B5EF4-FFF2-40B4-BE49-F238E27FC236}">
                <a16:creationId xmlns:a16="http://schemas.microsoft.com/office/drawing/2014/main" id="{BFEEC0EF-9851-4AB1-8BAF-CEBE2F9A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77673"/>
            <a:ext cx="1212533" cy="2278285"/>
          </a:xfrm>
          <a:custGeom xmlns:a="http://schemas.openxmlformats.org/drawingml/2006/main">
            <a:pathLst>
              <a:path w="1212533" h="2278285">
                <a:moveTo>
                  <a:pt x="0" y="2278285"/>
                </a:moveTo>
                <a:lnTo>
                  <a:pt x="899827" y="2278285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53" name="dp44-comparison / n285 / arrow">
            <a:extLst xmlns:a="http://schemas.openxmlformats.org/drawingml/2006/main">
              <a:ext uri="{FF2B5EF4-FFF2-40B4-BE49-F238E27FC236}">
                <a16:creationId xmlns:a16="http://schemas.microsoft.com/office/drawing/2014/main" id="{B53AC91D-9DF5-4522-B61A-2E44D653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552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4" name="dp44-comparison / n286 / path">
            <a:extLst xmlns:a="http://schemas.openxmlformats.org/drawingml/2006/main">
              <a:ext uri="{FF2B5EF4-FFF2-40B4-BE49-F238E27FC236}">
                <a16:creationId xmlns:a16="http://schemas.microsoft.com/office/drawing/2014/main" id="{386CC784-43BB-4BA7-B811-F75E6097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5" name="dp44-comparison / n286 / arrow">
            <a:extLst xmlns:a="http://schemas.openxmlformats.org/drawingml/2006/main">
              <a:ext uri="{FF2B5EF4-FFF2-40B4-BE49-F238E27FC236}">
                <a16:creationId xmlns:a16="http://schemas.microsoft.com/office/drawing/2014/main" id="{DC914277-6ADF-43C4-9BFD-56474304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6" name="dp44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265E9295-AE02-48CA-84ED-481AD205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7" name="dp44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E79772FA-292B-424D-B305-B718F963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8" name="dp44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2B9D16B8-A1A3-42DC-9922-BE4CF14C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9" name="dp44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125CB376-B925-4F61-9F0D-DD85BF6B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0" name="dp44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DF8004DD-36FC-4AC6-A9CA-FCB47EC1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1" name="dp44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DABE2E5B-7CBE-4731-BD10-78E37215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2" name="dp44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FCF1B149-0269-4628-A669-327885E1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3" name="dp44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017AC706-F04E-4AB8-9A73-E414571E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4" name="dp44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CD3D470F-2060-42C4-ACFE-6A2CC01D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54138"/>
            <a:ext cx="1276350" cy="1040225"/>
          </a:xfrm>
          <a:custGeom xmlns:a="http://schemas.openxmlformats.org/drawingml/2006/main">
            <a:pathLst>
              <a:path w="1276350" h="1040225">
                <a:moveTo>
                  <a:pt x="1276350" y="1040225"/>
                </a:moveTo>
                <a:lnTo>
                  <a:pt x="1276350" y="134017"/>
                </a:lnTo>
                <a:lnTo>
                  <a:pt x="0" y="13401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5" name="dp44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147C3F94-4A24-484F-8253-C73D4592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415413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6" name="dp44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DB7F89EA-CAB9-4DF9-B541-DED7AF16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67" name="dp44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61655A1B-0513-422B-843D-5CC02255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8" name="dp44-comparison / n293 / path">
            <a:extLst xmlns:a="http://schemas.openxmlformats.org/drawingml/2006/main">
              <a:ext uri="{FF2B5EF4-FFF2-40B4-BE49-F238E27FC236}">
                <a16:creationId xmlns:a16="http://schemas.microsoft.com/office/drawing/2014/main" id="{2C043A62-89C9-45E3-A695-EAA3F2C8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5" y="1703927"/>
                </a:lnTo>
                <a:lnTo>
                  <a:pt x="2463355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9" name="dp44-comparison / n293 / arrow">
            <a:extLst xmlns:a="http://schemas.openxmlformats.org/drawingml/2006/main">
              <a:ext uri="{FF2B5EF4-FFF2-40B4-BE49-F238E27FC236}">
                <a16:creationId xmlns:a16="http://schemas.microsoft.com/office/drawing/2014/main" id="{4939EC1E-2251-4570-B0A3-4BE251CF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5807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0" name="dp44-comparison / n294 / path">
            <a:extLst xmlns:a="http://schemas.openxmlformats.org/drawingml/2006/main">
              <a:ext uri="{FF2B5EF4-FFF2-40B4-BE49-F238E27FC236}">
                <a16:creationId xmlns:a16="http://schemas.microsoft.com/office/drawing/2014/main" id="{7C0DE0F3-CBA0-44E2-A07A-ADE424C2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1" name="dp44-comparison / n294 / arrow">
            <a:extLst xmlns:a="http://schemas.openxmlformats.org/drawingml/2006/main">
              <a:ext uri="{FF2B5EF4-FFF2-40B4-BE49-F238E27FC236}">
                <a16:creationId xmlns:a16="http://schemas.microsoft.com/office/drawing/2014/main" id="{7F18B34C-2B99-45E4-9969-50BAD1B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2" name="dp44-comparison / n295 / path">
            <a:extLst xmlns:a="http://schemas.openxmlformats.org/drawingml/2006/main">
              <a:ext uri="{FF2B5EF4-FFF2-40B4-BE49-F238E27FC236}">
                <a16:creationId xmlns:a16="http://schemas.microsoft.com/office/drawing/2014/main" id="{C344220A-FFF3-4766-A7A8-CA5E42A4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3" name="dp44-comparison / n295 / arrow">
            <a:extLst xmlns:a="http://schemas.openxmlformats.org/drawingml/2006/main">
              <a:ext uri="{FF2B5EF4-FFF2-40B4-BE49-F238E27FC236}">
                <a16:creationId xmlns:a16="http://schemas.microsoft.com/office/drawing/2014/main" id="{10FDA055-EE29-487E-892E-4903F3B5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4" name="dp44-comparison / n296 / path">
            <a:extLst xmlns:a="http://schemas.openxmlformats.org/drawingml/2006/main">
              <a:ext uri="{FF2B5EF4-FFF2-40B4-BE49-F238E27FC236}">
                <a16:creationId xmlns:a16="http://schemas.microsoft.com/office/drawing/2014/main" id="{07F56A9A-A9DE-45C4-8EEC-A1624F94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5" name="dp44-comparison / n296 / arrow">
            <a:extLst xmlns:a="http://schemas.openxmlformats.org/drawingml/2006/main">
              <a:ext uri="{FF2B5EF4-FFF2-40B4-BE49-F238E27FC236}">
                <a16:creationId xmlns:a16="http://schemas.microsoft.com/office/drawing/2014/main" id="{5E319A17-F72A-4D49-8792-75F24FFB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6" name="dp44-comparison / n297 / path">
            <a:extLst xmlns:a="http://schemas.openxmlformats.org/drawingml/2006/main">
              <a:ext uri="{FF2B5EF4-FFF2-40B4-BE49-F238E27FC236}">
                <a16:creationId xmlns:a16="http://schemas.microsoft.com/office/drawing/2014/main" id="{9095108E-8FBB-484F-A1B3-AD3C584C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407474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7" name="dp44-comparison / n297 / arrow">
            <a:extLst xmlns:a="http://schemas.openxmlformats.org/drawingml/2006/main">
              <a:ext uri="{FF2B5EF4-FFF2-40B4-BE49-F238E27FC236}">
                <a16:creationId xmlns:a16="http://schemas.microsoft.com/office/drawing/2014/main" id="{03F3ACDC-C131-49E1-82FB-51A1864D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8501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8" name="dp44-comparison / n298 / path">
            <a:extLst xmlns:a="http://schemas.openxmlformats.org/drawingml/2006/main">
              <a:ext uri="{FF2B5EF4-FFF2-40B4-BE49-F238E27FC236}">
                <a16:creationId xmlns:a16="http://schemas.microsoft.com/office/drawing/2014/main" id="{365198DC-1756-47BD-AA68-B2E9339F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058412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9" name="dp44-comparison / n298 / arrow">
            <a:extLst xmlns:a="http://schemas.openxmlformats.org/drawingml/2006/main">
              <a:ext uri="{FF2B5EF4-FFF2-40B4-BE49-F238E27FC236}">
                <a16:creationId xmlns:a16="http://schemas.microsoft.com/office/drawing/2014/main" id="{99D020CA-A160-4BAF-9265-3F7A365C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405509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0" name="dp44-comparison / n299 / path">
            <a:extLst xmlns:a="http://schemas.openxmlformats.org/drawingml/2006/main">
              <a:ext uri="{FF2B5EF4-FFF2-40B4-BE49-F238E27FC236}">
                <a16:creationId xmlns:a16="http://schemas.microsoft.com/office/drawing/2014/main" id="{E87F31BE-03DA-4F3D-8041-5E6CCFDB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41375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81" name="dp44-comparison / n299 / arrow">
            <a:extLst xmlns:a="http://schemas.openxmlformats.org/drawingml/2006/main">
              <a:ext uri="{FF2B5EF4-FFF2-40B4-BE49-F238E27FC236}">
                <a16:creationId xmlns:a16="http://schemas.microsoft.com/office/drawing/2014/main" id="{4255DD16-EFD2-4FFE-B394-3382523E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189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2" name="dp44-comparison / n300 / path">
            <a:extLst xmlns:a="http://schemas.openxmlformats.org/drawingml/2006/main">
              <a:ext uri="{FF2B5EF4-FFF2-40B4-BE49-F238E27FC236}">
                <a16:creationId xmlns:a16="http://schemas.microsoft.com/office/drawing/2014/main" id="{346A26F9-1E75-4468-AFFF-E63187EE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3496818"/>
            <a:ext cx="1206151" cy="1876235"/>
          </a:xfrm>
          <a:custGeom xmlns:a="http://schemas.openxmlformats.org/drawingml/2006/main">
            <a:pathLst>
              <a:path w="1206151" h="1876235">
                <a:moveTo>
                  <a:pt x="1206151" y="0"/>
                </a:moveTo>
                <a:lnTo>
                  <a:pt x="0" y="0"/>
                </a:lnTo>
                <a:lnTo>
                  <a:pt x="0" y="1876235"/>
                </a:lnTo>
                <a:lnTo>
                  <a:pt x="759428" y="18762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3" name="dp44-comparison / n300 / arrow">
            <a:extLst xmlns:a="http://schemas.openxmlformats.org/drawingml/2006/main">
              <a:ext uri="{FF2B5EF4-FFF2-40B4-BE49-F238E27FC236}">
                <a16:creationId xmlns:a16="http://schemas.microsoft.com/office/drawing/2014/main" id="{0E9A8F97-2E5C-4AD6-BFB5-45A590ED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434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4" name="dp44-comparison / n301 / path">
            <a:extLst xmlns:a="http://schemas.openxmlformats.org/drawingml/2006/main">
              <a:ext uri="{FF2B5EF4-FFF2-40B4-BE49-F238E27FC236}">
                <a16:creationId xmlns:a16="http://schemas.microsoft.com/office/drawing/2014/main" id="{22C8089D-FCC6-4699-B4B5-1EB259AD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4230719"/>
            <a:ext cx="1652873" cy="1142333"/>
          </a:xfrm>
          <a:custGeom xmlns:a="http://schemas.openxmlformats.org/drawingml/2006/main">
            <a:pathLst>
              <a:path w="1652873" h="1142333">
                <a:moveTo>
                  <a:pt x="1652873" y="0"/>
                </a:moveTo>
                <a:lnTo>
                  <a:pt x="0" y="0"/>
                </a:lnTo>
                <a:lnTo>
                  <a:pt x="0" y="1142333"/>
                </a:lnTo>
                <a:lnTo>
                  <a:pt x="1046607" y="114233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5" name="dp44-comparison / n301 / arrow">
            <a:extLst xmlns:a="http://schemas.openxmlformats.org/drawingml/2006/main">
              <a:ext uri="{FF2B5EF4-FFF2-40B4-BE49-F238E27FC236}">
                <a16:creationId xmlns:a16="http://schemas.microsoft.com/office/drawing/2014/main" id="{342D78ED-9347-47F3-9706-11A2BF3D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51521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6" name="dp44-comparison / n302 / path">
            <a:extLst xmlns:a="http://schemas.openxmlformats.org/drawingml/2006/main">
              <a:ext uri="{FF2B5EF4-FFF2-40B4-BE49-F238E27FC236}">
                <a16:creationId xmlns:a16="http://schemas.microsoft.com/office/drawing/2014/main" id="{FCFF6AE1-4D39-419F-A421-F2355516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5485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7" name="dp44-comparison / n302 / arrow">
            <a:extLst xmlns:a="http://schemas.openxmlformats.org/drawingml/2006/main">
              <a:ext uri="{FF2B5EF4-FFF2-40B4-BE49-F238E27FC236}">
                <a16:creationId xmlns:a16="http://schemas.microsoft.com/office/drawing/2014/main" id="{52FB9A48-6CF7-4887-ACC9-56071639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55260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8" name="dp44-comparison / n303 / path">
            <a:extLst xmlns:a="http://schemas.openxmlformats.org/drawingml/2006/main">
              <a:ext uri="{FF2B5EF4-FFF2-40B4-BE49-F238E27FC236}">
                <a16:creationId xmlns:a16="http://schemas.microsoft.com/office/drawing/2014/main" id="{C3B31D07-4BF1-4EED-AFEC-17F42D49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707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0"/>
                </a:moveTo>
                <a:lnTo>
                  <a:pt x="0" y="10210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9" name="dp44-comparison / n303 / arrow">
            <a:extLst xmlns:a="http://schemas.openxmlformats.org/drawingml/2006/main">
              <a:ext uri="{FF2B5EF4-FFF2-40B4-BE49-F238E27FC236}">
                <a16:creationId xmlns:a16="http://schemas.microsoft.com/office/drawing/2014/main" id="{D2D2B373-E8D7-41CC-AEB5-00833386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4609" y="578122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0" name="dp44-comparison / n304 / path">
            <a:extLst xmlns:a="http://schemas.openxmlformats.org/drawingml/2006/main">
              <a:ext uri="{FF2B5EF4-FFF2-40B4-BE49-F238E27FC236}">
                <a16:creationId xmlns:a16="http://schemas.microsoft.com/office/drawing/2014/main" id="{07315437-2D14-47BB-BE55-D976CB01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10210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1" name="dp44-comparison / n304 / arrow">
            <a:extLst xmlns:a="http://schemas.openxmlformats.org/drawingml/2006/main">
              <a:ext uri="{FF2B5EF4-FFF2-40B4-BE49-F238E27FC236}">
                <a16:creationId xmlns:a16="http://schemas.microsoft.com/office/drawing/2014/main" id="{004740E9-F5CF-4656-ABFF-65395842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9879" y="572404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2" name="dp44-comparison / n305 / path">
            <a:extLst xmlns:a="http://schemas.openxmlformats.org/drawingml/2006/main">
              <a:ext uri="{FF2B5EF4-FFF2-40B4-BE49-F238E27FC236}">
                <a16:creationId xmlns:a16="http://schemas.microsoft.com/office/drawing/2014/main" id="{4298F8FE-9877-4A2F-B3DA-FC1302F1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5548551"/>
            <a:ext cx="861536" cy="666893"/>
          </a:xfrm>
          <a:custGeom xmlns:a="http://schemas.openxmlformats.org/drawingml/2006/main">
            <a:pathLst>
              <a:path w="861536" h="666893">
                <a:moveTo>
                  <a:pt x="861536" y="0"/>
                </a:moveTo>
                <a:lnTo>
                  <a:pt x="861536" y="666893"/>
                </a:lnTo>
                <a:lnTo>
                  <a:pt x="0" y="66689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3" name="dp44-comparison / n305 / arrow">
            <a:extLst xmlns:a="http://schemas.openxmlformats.org/drawingml/2006/main">
              <a:ext uri="{FF2B5EF4-FFF2-40B4-BE49-F238E27FC236}">
                <a16:creationId xmlns:a16="http://schemas.microsoft.com/office/drawing/2014/main" id="{05160D93-3EA4-4D1B-A02F-FECE3127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619298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4" name="dp44-comparison / n306 / path">
            <a:extLst xmlns:a="http://schemas.openxmlformats.org/drawingml/2006/main">
              <a:ext uri="{FF2B5EF4-FFF2-40B4-BE49-F238E27FC236}">
                <a16:creationId xmlns:a16="http://schemas.microsoft.com/office/drawing/2014/main" id="{A8AF5E8A-2D60-4765-BD95-B1F85C14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6616" y="4543425"/>
            <a:ext cx="599885" cy="829628"/>
          </a:xfrm>
          <a:custGeom xmlns:a="http://schemas.openxmlformats.org/drawingml/2006/main">
            <a:pathLst>
              <a:path w="599885" h="829628">
                <a:moveTo>
                  <a:pt x="0" y="0"/>
                </a:moveTo>
                <a:lnTo>
                  <a:pt x="599885" y="0"/>
                </a:lnTo>
                <a:lnTo>
                  <a:pt x="599885" y="829628"/>
                </a:lnTo>
                <a:lnTo>
                  <a:pt x="223361" y="82962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5" name="dp44-comparison / n306 / arrow">
            <a:extLst xmlns:a="http://schemas.openxmlformats.org/drawingml/2006/main">
              <a:ext uri="{FF2B5EF4-FFF2-40B4-BE49-F238E27FC236}">
                <a16:creationId xmlns:a16="http://schemas.microsoft.com/office/drawing/2014/main" id="{2EC6FF62-A909-4C3A-BE1F-50576689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59978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6" name="dp44-comparison / n307 / path">
            <a:extLst xmlns:a="http://schemas.openxmlformats.org/drawingml/2006/main">
              <a:ext uri="{FF2B5EF4-FFF2-40B4-BE49-F238E27FC236}">
                <a16:creationId xmlns:a16="http://schemas.microsoft.com/office/drawing/2014/main" id="{33489044-9398-4CA8-9687-DB605056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3339" y="5548551"/>
            <a:ext cx="953" cy="839200"/>
          </a:xfrm>
          <a:custGeom xmlns:a="http://schemas.openxmlformats.org/drawingml/2006/main">
            <a:pathLst>
              <a:path w="953" h="839200">
                <a:moveTo>
                  <a:pt x="0" y="8392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7" name="dp44-comparison / n307 / arrow">
            <a:extLst xmlns:a="http://schemas.openxmlformats.org/drawingml/2006/main">
              <a:ext uri="{FF2B5EF4-FFF2-40B4-BE49-F238E27FC236}">
                <a16:creationId xmlns:a16="http://schemas.microsoft.com/office/drawing/2014/main" id="{B085C3A2-10F1-4CF9-8CCE-E7978C20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0875" y="554855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8" name="dp44-comparison / n308 / path">
            <a:extLst xmlns:a="http://schemas.openxmlformats.org/drawingml/2006/main">
              <a:ext uri="{FF2B5EF4-FFF2-40B4-BE49-F238E27FC236}">
                <a16:creationId xmlns:a16="http://schemas.microsoft.com/office/drawing/2014/main" id="{B061C88E-93D0-4513-9458-BA2ECB68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57040"/>
            <a:ext cx="255270" cy="953"/>
          </a:xfrm>
          <a:custGeom xmlns:a="http://schemas.openxmlformats.org/drawingml/2006/main">
            <a:pathLst>
              <a:path w="255270" h="953">
                <a:moveTo>
                  <a:pt x="25527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9" name="dp44-comparison / n308 / arrow">
            <a:extLst xmlns:a="http://schemas.openxmlformats.org/drawingml/2006/main">
              <a:ext uri="{FF2B5EF4-FFF2-40B4-BE49-F238E27FC236}">
                <a16:creationId xmlns:a16="http://schemas.microsoft.com/office/drawing/2014/main" id="{27CC6054-60A7-44D8-897C-3A9B67E5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34577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0" name="dp44-comparison / n309 / path">
            <a:extLst xmlns:a="http://schemas.openxmlformats.org/drawingml/2006/main">
              <a:ext uri="{FF2B5EF4-FFF2-40B4-BE49-F238E27FC236}">
                <a16:creationId xmlns:a16="http://schemas.microsoft.com/office/drawing/2014/main" id="{5F2CA121-6855-4533-9B65-816A5A29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887063" cy="2048542"/>
          </a:xfrm>
          <a:custGeom xmlns:a="http://schemas.openxmlformats.org/drawingml/2006/main">
            <a:pathLst>
              <a:path w="887063" h="2048542">
                <a:moveTo>
                  <a:pt x="319088" y="2048542"/>
                </a:moveTo>
                <a:lnTo>
                  <a:pt x="887063" y="2048542"/>
                </a:lnTo>
                <a:lnTo>
                  <a:pt x="887063" y="963644"/>
                </a:lnTo>
                <a:lnTo>
                  <a:pt x="0" y="96364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1" name="dp44-comparison / n309 / arrow">
            <a:extLst xmlns:a="http://schemas.openxmlformats.org/drawingml/2006/main">
              <a:ext uri="{FF2B5EF4-FFF2-40B4-BE49-F238E27FC236}">
                <a16:creationId xmlns:a16="http://schemas.microsoft.com/office/drawing/2014/main" id="{3A693570-D5F0-4B34-B7F2-9465A726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33245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2" name="dp44-comparison / n310 / path">
            <a:extLst xmlns:a="http://schemas.openxmlformats.org/drawingml/2006/main">
              <a:ext uri="{FF2B5EF4-FFF2-40B4-BE49-F238E27FC236}">
                <a16:creationId xmlns:a16="http://schemas.microsoft.com/office/drawing/2014/main" id="{8C54527F-3EE3-4AB4-9DD9-33EBCD25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7445" y="4230719"/>
            <a:ext cx="1589056" cy="1142333"/>
          </a:xfrm>
          <a:custGeom xmlns:a="http://schemas.openxmlformats.org/drawingml/2006/main">
            <a:pathLst>
              <a:path w="1589056" h="1142333">
                <a:moveTo>
                  <a:pt x="638175" y="1142333"/>
                </a:moveTo>
                <a:lnTo>
                  <a:pt x="1589056" y="1142333"/>
                </a:lnTo>
                <a:lnTo>
                  <a:pt x="1589056" y="57436"/>
                </a:lnTo>
                <a:lnTo>
                  <a:pt x="0" y="5743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3" name="dp44-comparison / n310 / arrow">
            <a:extLst xmlns:a="http://schemas.openxmlformats.org/drawingml/2006/main">
              <a:ext uri="{FF2B5EF4-FFF2-40B4-BE49-F238E27FC236}">
                <a16:creationId xmlns:a16="http://schemas.microsoft.com/office/drawing/2014/main" id="{BADF3627-3020-40F7-8978-1321B708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4981" y="423071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4" name="dp44-comparison / n311 / path">
            <a:extLst xmlns:a="http://schemas.openxmlformats.org/drawingml/2006/main">
              <a:ext uri="{FF2B5EF4-FFF2-40B4-BE49-F238E27FC236}">
                <a16:creationId xmlns:a16="http://schemas.microsoft.com/office/drawing/2014/main" id="{53ECA292-9EE4-409A-A6AA-5A165967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1467802" cy="491395"/>
          </a:xfrm>
          <a:custGeom xmlns:a="http://schemas.openxmlformats.org/drawingml/2006/main">
            <a:pathLst>
              <a:path w="1467802" h="491395">
                <a:moveTo>
                  <a:pt x="0" y="491395"/>
                </a:moveTo>
                <a:lnTo>
                  <a:pt x="0" y="0"/>
                </a:lnTo>
                <a:lnTo>
                  <a:pt x="1467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5" name="dp44-comparison / n311 / arrow">
            <a:extLst xmlns:a="http://schemas.openxmlformats.org/drawingml/2006/main">
              <a:ext uri="{FF2B5EF4-FFF2-40B4-BE49-F238E27FC236}">
                <a16:creationId xmlns:a16="http://schemas.microsoft.com/office/drawing/2014/main" id="{5D67FC3F-4D68-4C4F-BCEF-9E3BF112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0692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6" name="dp44-comparison / n312 / path">
            <a:extLst xmlns:a="http://schemas.openxmlformats.org/drawingml/2006/main">
              <a:ext uri="{FF2B5EF4-FFF2-40B4-BE49-F238E27FC236}">
                <a16:creationId xmlns:a16="http://schemas.microsoft.com/office/drawing/2014/main" id="{765FDC6E-FB0B-42A9-A1E5-C57CD66C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67745"/>
          </a:xfrm>
          <a:custGeom xmlns:a="http://schemas.openxmlformats.org/drawingml/2006/main">
            <a:pathLst>
              <a:path w="1620965" h="1767745">
                <a:moveTo>
                  <a:pt x="0" y="1767745"/>
                </a:moveTo>
                <a:lnTo>
                  <a:pt x="0" y="1225296"/>
                </a:lnTo>
                <a:lnTo>
                  <a:pt x="1620965" y="1225296"/>
                </a:lnTo>
                <a:lnTo>
                  <a:pt x="1620965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07" name="dp44-comparison / n312 / arrow">
            <a:extLst xmlns:a="http://schemas.openxmlformats.org/drawingml/2006/main">
              <a:ext uri="{FF2B5EF4-FFF2-40B4-BE49-F238E27FC236}">
                <a16:creationId xmlns:a16="http://schemas.microsoft.com/office/drawing/2014/main" id="{A59B67CB-8A58-481D-B308-C535B1DF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516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8" name="dp44-comparison / n313 / path">
            <a:extLst xmlns:a="http://schemas.openxmlformats.org/drawingml/2006/main">
              <a:ext uri="{FF2B5EF4-FFF2-40B4-BE49-F238E27FC236}">
                <a16:creationId xmlns:a16="http://schemas.microsoft.com/office/drawing/2014/main" id="{F4C52BA0-AB6B-4BDA-B948-44BA03A4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16691"/>
          </a:xfrm>
          <a:custGeom xmlns:a="http://schemas.openxmlformats.org/drawingml/2006/main">
            <a:pathLst>
              <a:path w="1620965" h="1716691">
                <a:moveTo>
                  <a:pt x="957263" y="0"/>
                </a:moveTo>
                <a:lnTo>
                  <a:pt x="1620965" y="0"/>
                </a:lnTo>
                <a:lnTo>
                  <a:pt x="1620965" y="1238060"/>
                </a:lnTo>
                <a:lnTo>
                  <a:pt x="0" y="1238060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9" name="dp44-comparison / n313 / arrow">
            <a:extLst xmlns:a="http://schemas.openxmlformats.org/drawingml/2006/main">
              <a:ext uri="{FF2B5EF4-FFF2-40B4-BE49-F238E27FC236}">
                <a16:creationId xmlns:a16="http://schemas.microsoft.com/office/drawing/2014/main" id="{54F21FB2-A31C-4611-8DC2-5D296FA0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0" name="dp44-comparison / n314 / path">
            <a:extLst xmlns:a="http://schemas.openxmlformats.org/drawingml/2006/main">
              <a:ext uri="{FF2B5EF4-FFF2-40B4-BE49-F238E27FC236}">
                <a16:creationId xmlns:a16="http://schemas.microsoft.com/office/drawing/2014/main" id="{EF5BEDAB-9A09-4929-AE9B-C1A96826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574358"/>
                </a:lnTo>
                <a:lnTo>
                  <a:pt x="2010251" y="574358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1" name="dp44-comparison / n314 / arrow">
            <a:extLst xmlns:a="http://schemas.openxmlformats.org/drawingml/2006/main">
              <a:ext uri="{FF2B5EF4-FFF2-40B4-BE49-F238E27FC236}">
                <a16:creationId xmlns:a16="http://schemas.microsoft.com/office/drawing/2014/main" id="{D468DAF7-A45D-4AD7-9727-E47512DA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2" name="dp44-comparison / n315 / path">
            <a:extLst xmlns:a="http://schemas.openxmlformats.org/drawingml/2006/main">
              <a:ext uri="{FF2B5EF4-FFF2-40B4-BE49-F238E27FC236}">
                <a16:creationId xmlns:a16="http://schemas.microsoft.com/office/drawing/2014/main" id="{ADAABBCC-FE10-4CE1-ACB7-BB79C11D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523304"/>
                </a:lnTo>
                <a:lnTo>
                  <a:pt x="0" y="523304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3" name="dp44-comparison / n315 / arrow">
            <a:extLst xmlns:a="http://schemas.openxmlformats.org/drawingml/2006/main">
              <a:ext uri="{FF2B5EF4-FFF2-40B4-BE49-F238E27FC236}">
                <a16:creationId xmlns:a16="http://schemas.microsoft.com/office/drawing/2014/main" id="{1756B6ED-9E30-428B-8B14-A55BA746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4" name="dp44-comparison / n316 / path">
            <a:extLst xmlns:a="http://schemas.openxmlformats.org/drawingml/2006/main">
              <a:ext uri="{FF2B5EF4-FFF2-40B4-BE49-F238E27FC236}">
                <a16:creationId xmlns:a16="http://schemas.microsoft.com/office/drawing/2014/main" id="{4959D2F1-3699-419B-BEED-DA5C78F5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5" name="dp44-comparison / n316 / arrow">
            <a:extLst xmlns:a="http://schemas.openxmlformats.org/drawingml/2006/main">
              <a:ext uri="{FF2B5EF4-FFF2-40B4-BE49-F238E27FC236}">
                <a16:creationId xmlns:a16="http://schemas.microsoft.com/office/drawing/2014/main" id="{2F9F1FC5-27F4-4A5A-BC75-A8F92DD8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6" name="dp44-comparison / n317 / path">
            <a:extLst xmlns:a="http://schemas.openxmlformats.org/drawingml/2006/main">
              <a:ext uri="{FF2B5EF4-FFF2-40B4-BE49-F238E27FC236}">
                <a16:creationId xmlns:a16="http://schemas.microsoft.com/office/drawing/2014/main" id="{DC8024B3-DC4D-4CD6-970E-049180C3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288155"/>
            <a:ext cx="1084898" cy="2227231"/>
          </a:xfrm>
          <a:custGeom xmlns:a="http://schemas.openxmlformats.org/drawingml/2006/main">
            <a:pathLst>
              <a:path w="1084898" h="2227231">
                <a:moveTo>
                  <a:pt x="1084898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7" name="dp44-comparison / n317 / arrow">
            <a:extLst xmlns:a="http://schemas.openxmlformats.org/drawingml/2006/main">
              <a:ext uri="{FF2B5EF4-FFF2-40B4-BE49-F238E27FC236}">
                <a16:creationId xmlns:a16="http://schemas.microsoft.com/office/drawing/2014/main" id="{A9ECC72A-129A-4F27-88C8-8E54D0F3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8" name="dp44-comparison / n318 / path">
            <a:extLst xmlns:a="http://schemas.openxmlformats.org/drawingml/2006/main">
              <a:ext uri="{FF2B5EF4-FFF2-40B4-BE49-F238E27FC236}">
                <a16:creationId xmlns:a16="http://schemas.microsoft.com/office/drawing/2014/main" id="{5FFF7A25-533E-4F2D-ADE8-BC6AF56D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351973"/>
            <a:ext cx="1084898" cy="2259140"/>
          </a:xfrm>
          <a:custGeom xmlns:a="http://schemas.openxmlformats.org/drawingml/2006/main">
            <a:pathLst>
              <a:path w="1084898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9" name="dp44-comparison / n318 / arrow">
            <a:extLst xmlns:a="http://schemas.openxmlformats.org/drawingml/2006/main">
              <a:ext uri="{FF2B5EF4-FFF2-40B4-BE49-F238E27FC236}">
                <a16:creationId xmlns:a16="http://schemas.microsoft.com/office/drawing/2014/main" id="{D9698FD5-6844-47A9-8595-053A9486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998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0" name="dp44-comparison / n319 / path">
            <a:extLst xmlns:a="http://schemas.openxmlformats.org/drawingml/2006/main">
              <a:ext uri="{FF2B5EF4-FFF2-40B4-BE49-F238E27FC236}">
                <a16:creationId xmlns:a16="http://schemas.microsoft.com/office/drawing/2014/main" id="{4D477973-1A03-450B-A852-5AC333ED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127058" cy="561594"/>
          </a:xfrm>
          <a:custGeom xmlns:a="http://schemas.openxmlformats.org/drawingml/2006/main">
            <a:pathLst>
              <a:path w="3127058" h="561594">
                <a:moveTo>
                  <a:pt x="3127058" y="0"/>
                </a:moveTo>
                <a:lnTo>
                  <a:pt x="3127058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1" name="dp44-comparison / n319 / arrow">
            <a:extLst xmlns:a="http://schemas.openxmlformats.org/drawingml/2006/main">
              <a:ext uri="{FF2B5EF4-FFF2-40B4-BE49-F238E27FC236}">
                <a16:creationId xmlns:a16="http://schemas.microsoft.com/office/drawing/2014/main" id="{2C3D74A5-EFEB-4849-85A0-CD55C894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2" name="dp44-comparison / n320 / path">
            <a:extLst xmlns:a="http://schemas.openxmlformats.org/drawingml/2006/main">
              <a:ext uri="{FF2B5EF4-FFF2-40B4-BE49-F238E27FC236}">
                <a16:creationId xmlns:a16="http://schemas.microsoft.com/office/drawing/2014/main" id="{51CB17B7-0922-4068-BEAF-AFBBEECF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23" name="dp44-comparison / n320 / arrow">
            <a:extLst xmlns:a="http://schemas.openxmlformats.org/drawingml/2006/main">
              <a:ext uri="{FF2B5EF4-FFF2-40B4-BE49-F238E27FC236}">
                <a16:creationId xmlns:a16="http://schemas.microsoft.com/office/drawing/2014/main" id="{B0C23686-B4C7-453F-89A1-D0AE0BE5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359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4" name="dp44-comparison / n321 / path">
            <a:extLst xmlns:a="http://schemas.openxmlformats.org/drawingml/2006/main">
              <a:ext uri="{FF2B5EF4-FFF2-40B4-BE49-F238E27FC236}">
                <a16:creationId xmlns:a16="http://schemas.microsoft.com/office/drawing/2014/main" id="{42271481-911F-44D7-891C-061AD4D3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5" name="dp44-comparison / n321 / arrow">
            <a:extLst xmlns:a="http://schemas.openxmlformats.org/drawingml/2006/main">
              <a:ext uri="{FF2B5EF4-FFF2-40B4-BE49-F238E27FC236}">
                <a16:creationId xmlns:a16="http://schemas.microsoft.com/office/drawing/2014/main" id="{468A6134-7862-47CB-9B2B-E35D06B9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6" name="dp44-comparison / n322 / path">
            <a:extLst xmlns:a="http://schemas.openxmlformats.org/drawingml/2006/main">
              <a:ext uri="{FF2B5EF4-FFF2-40B4-BE49-F238E27FC236}">
                <a16:creationId xmlns:a16="http://schemas.microsoft.com/office/drawing/2014/main" id="{962B7F6A-E41F-4C2C-AC21-C28EE903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7" name="dp44-comparison / n322 / arrow">
            <a:extLst xmlns:a="http://schemas.openxmlformats.org/drawingml/2006/main">
              <a:ext uri="{FF2B5EF4-FFF2-40B4-BE49-F238E27FC236}">
                <a16:creationId xmlns:a16="http://schemas.microsoft.com/office/drawing/2014/main" id="{A659C1C5-8DDC-4539-B425-F44E12B7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8" name="dp44-comparison / n323 / path">
            <a:extLst xmlns:a="http://schemas.openxmlformats.org/drawingml/2006/main">
              <a:ext uri="{FF2B5EF4-FFF2-40B4-BE49-F238E27FC236}">
                <a16:creationId xmlns:a16="http://schemas.microsoft.com/office/drawing/2014/main" id="{E6EFB471-C6FE-4CA8-BA70-D361202D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9" name="dp44-comparison / n323 / arrow">
            <a:extLst xmlns:a="http://schemas.openxmlformats.org/drawingml/2006/main">
              <a:ext uri="{FF2B5EF4-FFF2-40B4-BE49-F238E27FC236}">
                <a16:creationId xmlns:a16="http://schemas.microsoft.com/office/drawing/2014/main" id="{3E753BB2-E2A9-4C78-8B94-587A4F33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0" name="dp44-comparison / n324 / path">
            <a:extLst xmlns:a="http://schemas.openxmlformats.org/drawingml/2006/main">
              <a:ext uri="{FF2B5EF4-FFF2-40B4-BE49-F238E27FC236}">
                <a16:creationId xmlns:a16="http://schemas.microsoft.com/office/drawing/2014/main" id="{B4E1681D-AE9D-428E-91DA-81AECF6F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1" name="dp44-comparison / n324 / arrow">
            <a:extLst xmlns:a="http://schemas.openxmlformats.org/drawingml/2006/main">
              <a:ext uri="{FF2B5EF4-FFF2-40B4-BE49-F238E27FC236}">
                <a16:creationId xmlns:a16="http://schemas.microsoft.com/office/drawing/2014/main" id="{6CE64DDA-271F-404B-98C7-DC5FECD1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2" name="dp44-comparison / n325 / path">
            <a:extLst xmlns:a="http://schemas.openxmlformats.org/drawingml/2006/main">
              <a:ext uri="{FF2B5EF4-FFF2-40B4-BE49-F238E27FC236}">
                <a16:creationId xmlns:a16="http://schemas.microsoft.com/office/drawing/2014/main" id="{47E894AD-237F-45A6-B009-F34C345B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3" name="dp44-comparison / n325 / arrow">
            <a:extLst xmlns:a="http://schemas.openxmlformats.org/drawingml/2006/main">
              <a:ext uri="{FF2B5EF4-FFF2-40B4-BE49-F238E27FC236}">
                <a16:creationId xmlns:a16="http://schemas.microsoft.com/office/drawing/2014/main" id="{1546348D-AD81-40C0-8798-456CBDD5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4" name="dp44-comparison / n326 / path">
            <a:extLst xmlns:a="http://schemas.openxmlformats.org/drawingml/2006/main">
              <a:ext uri="{FF2B5EF4-FFF2-40B4-BE49-F238E27FC236}">
                <a16:creationId xmlns:a16="http://schemas.microsoft.com/office/drawing/2014/main" id="{36475F49-CD83-4724-B90B-59C8147C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5" name="dp44-comparison / n326 / arrow">
            <a:extLst xmlns:a="http://schemas.openxmlformats.org/drawingml/2006/main">
              <a:ext uri="{FF2B5EF4-FFF2-40B4-BE49-F238E27FC236}">
                <a16:creationId xmlns:a16="http://schemas.microsoft.com/office/drawing/2014/main" id="{D81EDB72-7D2E-4ED5-B8ED-4C638D8B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809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6" name="dp44-comparison / n327 / path">
            <a:extLst xmlns:a="http://schemas.openxmlformats.org/drawingml/2006/main">
              <a:ext uri="{FF2B5EF4-FFF2-40B4-BE49-F238E27FC236}">
                <a16:creationId xmlns:a16="http://schemas.microsoft.com/office/drawing/2014/main" id="{8E3530DD-579E-4B4A-A4D1-C3A58625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37" name="dp44-comparison / n327 / arrow">
            <a:extLst xmlns:a="http://schemas.openxmlformats.org/drawingml/2006/main">
              <a:ext uri="{FF2B5EF4-FFF2-40B4-BE49-F238E27FC236}">
                <a16:creationId xmlns:a16="http://schemas.microsoft.com/office/drawing/2014/main" id="{25B715F6-5C40-45B1-8BB6-CB0A9F73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8" name="dp44-comparison / n328 / path">
            <a:extLst xmlns:a="http://schemas.openxmlformats.org/drawingml/2006/main">
              <a:ext uri="{FF2B5EF4-FFF2-40B4-BE49-F238E27FC236}">
                <a16:creationId xmlns:a16="http://schemas.microsoft.com/office/drawing/2014/main" id="{A58970D1-B629-47B1-ABE9-15C38207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923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9" name="dp44-comparison / n328 / arrow">
            <a:extLst xmlns:a="http://schemas.openxmlformats.org/drawingml/2006/main">
              <a:ext uri="{FF2B5EF4-FFF2-40B4-BE49-F238E27FC236}">
                <a16:creationId xmlns:a16="http://schemas.microsoft.com/office/drawing/2014/main" id="{FD134BFF-370D-48D2-A805-B0FA66C0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9676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40" name="dp44-comparison / n329">
            <a:extLst xmlns:a="http://schemas.openxmlformats.org/drawingml/2006/main">
              <a:ext uri="{FF2B5EF4-FFF2-40B4-BE49-F238E27FC236}">
                <a16:creationId xmlns:a16="http://schemas.microsoft.com/office/drawing/2014/main" id="{4F21C3BA-D120-45B0-9A16-D83B8190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p44-comparison / n330 / text 1">
            <a:extLst xmlns:a="http://schemas.openxmlformats.org/drawingml/2006/main">
              <a:ext uri="{FF2B5EF4-FFF2-40B4-BE49-F238E27FC236}">
                <a16:creationId xmlns:a16="http://schemas.microsoft.com/office/drawing/2014/main" id="{501F7423-5682-4DC9-9528-6B1DEB4D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442" name="dp44-comparison / n331">
            <a:extLst xmlns:a="http://schemas.openxmlformats.org/drawingml/2006/main">
              <a:ext uri="{FF2B5EF4-FFF2-40B4-BE49-F238E27FC236}">
                <a16:creationId xmlns:a16="http://schemas.microsoft.com/office/drawing/2014/main" id="{328405EA-B23E-49E4-9A9F-05DBD66E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970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p44-comparison / n332 / text 1">
            <a:extLst xmlns:a="http://schemas.openxmlformats.org/drawingml/2006/main">
              <a:ext uri="{FF2B5EF4-FFF2-40B4-BE49-F238E27FC236}">
                <a16:creationId xmlns:a16="http://schemas.microsoft.com/office/drawing/2014/main" id="{814E5BB7-3202-4CE7-ADB2-81A4D321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246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444" name="dp44-comparison / n333">
            <a:extLst xmlns:a="http://schemas.openxmlformats.org/drawingml/2006/main">
              <a:ext uri="{FF2B5EF4-FFF2-40B4-BE49-F238E27FC236}">
                <a16:creationId xmlns:a16="http://schemas.microsoft.com/office/drawing/2014/main" id="{49499456-A5DF-469C-90E5-E96C87E3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608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p44-comparison / n334 / text 1">
            <a:extLst xmlns:a="http://schemas.openxmlformats.org/drawingml/2006/main">
              <a:ext uri="{FF2B5EF4-FFF2-40B4-BE49-F238E27FC236}">
                <a16:creationId xmlns:a16="http://schemas.microsoft.com/office/drawing/2014/main" id="{343721F8-4F7D-4D14-A554-0200D777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884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446" name="dp44-comparison / n335">
            <a:extLst xmlns:a="http://schemas.openxmlformats.org/drawingml/2006/main">
              <a:ext uri="{FF2B5EF4-FFF2-40B4-BE49-F238E27FC236}">
                <a16:creationId xmlns:a16="http://schemas.microsoft.com/office/drawing/2014/main" id="{F67AD130-95C7-4443-B7F0-E9F5FEA9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p44-comparison / n336 / text 1">
            <a:extLst xmlns:a="http://schemas.openxmlformats.org/drawingml/2006/main">
              <a:ext uri="{FF2B5EF4-FFF2-40B4-BE49-F238E27FC236}">
                <a16:creationId xmlns:a16="http://schemas.microsoft.com/office/drawing/2014/main" id="{F737AAB2-BC24-4A52-B5D1-AA920664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448" name="dp44-comparison / n337">
            <a:extLst xmlns:a="http://schemas.openxmlformats.org/drawingml/2006/main">
              <a:ext uri="{FF2B5EF4-FFF2-40B4-BE49-F238E27FC236}">
                <a16:creationId xmlns:a16="http://schemas.microsoft.com/office/drawing/2014/main" id="{BD19F594-8371-4DEA-BE1E-2E6D247C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p44-comparison / n338 / text 1">
            <a:extLst xmlns:a="http://schemas.openxmlformats.org/drawingml/2006/main">
              <a:ext uri="{FF2B5EF4-FFF2-40B4-BE49-F238E27FC236}">
                <a16:creationId xmlns:a16="http://schemas.microsoft.com/office/drawing/2014/main" id="{BEC85378-A413-4219-BD43-D83C67AD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450" name="dp44-comparison / n339">
            <a:extLst xmlns:a="http://schemas.openxmlformats.org/drawingml/2006/main">
              <a:ext uri="{FF2B5EF4-FFF2-40B4-BE49-F238E27FC236}">
                <a16:creationId xmlns:a16="http://schemas.microsoft.com/office/drawing/2014/main" id="{5BAEF850-7265-4C57-905E-528FE0FC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p44-comparison / n340 / text 1">
            <a:extLst xmlns:a="http://schemas.openxmlformats.org/drawingml/2006/main">
              <a:ext uri="{FF2B5EF4-FFF2-40B4-BE49-F238E27FC236}">
                <a16:creationId xmlns:a16="http://schemas.microsoft.com/office/drawing/2014/main" id="{F92A87AF-2B35-486C-8B1E-F951095A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452" name="dp44-comparison / n341">
            <a:extLst xmlns:a="http://schemas.openxmlformats.org/drawingml/2006/main">
              <a:ext uri="{FF2B5EF4-FFF2-40B4-BE49-F238E27FC236}">
                <a16:creationId xmlns:a16="http://schemas.microsoft.com/office/drawing/2014/main" id="{8E0F7D89-5958-42F4-86BF-C07825D9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425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p44-comparison / n342 / text 1">
            <a:extLst xmlns:a="http://schemas.openxmlformats.org/drawingml/2006/main">
              <a:ext uri="{FF2B5EF4-FFF2-40B4-BE49-F238E27FC236}">
                <a16:creationId xmlns:a16="http://schemas.microsoft.com/office/drawing/2014/main" id="{D727414E-5160-40F1-9CBE-67C348E5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454" name="dp44-comparison / n343">
            <a:extLst xmlns:a="http://schemas.openxmlformats.org/drawingml/2006/main">
              <a:ext uri="{FF2B5EF4-FFF2-40B4-BE49-F238E27FC236}">
                <a16:creationId xmlns:a16="http://schemas.microsoft.com/office/drawing/2014/main" id="{B93A5565-1548-4701-9EFE-7AC1CFD5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604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p44-comparison / n344 / text 1">
            <a:extLst xmlns:a="http://schemas.openxmlformats.org/drawingml/2006/main">
              <a:ext uri="{FF2B5EF4-FFF2-40B4-BE49-F238E27FC236}">
                <a16:creationId xmlns:a16="http://schemas.microsoft.com/office/drawing/2014/main" id="{77072AED-0A88-4343-B77D-E765F668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880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456" name="dp44-comparison / n345">
            <a:extLst xmlns:a="http://schemas.openxmlformats.org/drawingml/2006/main">
              <a:ext uri="{FF2B5EF4-FFF2-40B4-BE49-F238E27FC236}">
                <a16:creationId xmlns:a16="http://schemas.microsoft.com/office/drawing/2014/main" id="{1A21CCD0-ECFB-4430-AFFE-39C7893D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709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p44-comparison / n346 / text 1">
            <a:extLst xmlns:a="http://schemas.openxmlformats.org/drawingml/2006/main">
              <a:ext uri="{FF2B5EF4-FFF2-40B4-BE49-F238E27FC236}">
                <a16:creationId xmlns:a16="http://schemas.microsoft.com/office/drawing/2014/main" id="{25C8B944-0834-485B-BE87-985F806E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986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458" name="dp44-comparison / n347">
            <a:extLst xmlns:a="http://schemas.openxmlformats.org/drawingml/2006/main">
              <a:ext uri="{FF2B5EF4-FFF2-40B4-BE49-F238E27FC236}">
                <a16:creationId xmlns:a16="http://schemas.microsoft.com/office/drawing/2014/main" id="{F69568A9-1837-48C7-BE2F-8FF441D9D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570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p44-comparison / n348 / text 1">
            <a:extLst xmlns:a="http://schemas.openxmlformats.org/drawingml/2006/main">
              <a:ext uri="{FF2B5EF4-FFF2-40B4-BE49-F238E27FC236}">
                <a16:creationId xmlns:a16="http://schemas.microsoft.com/office/drawing/2014/main" id="{735C68F4-B803-423F-B2F2-28C37A98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846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460" name="dp44-comparison / n349">
            <a:extLst xmlns:a="http://schemas.openxmlformats.org/drawingml/2006/main">
              <a:ext uri="{FF2B5EF4-FFF2-40B4-BE49-F238E27FC236}">
                <a16:creationId xmlns:a16="http://schemas.microsoft.com/office/drawing/2014/main" id="{721B53FC-3B3D-4292-872F-E82110E7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687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p44-comparison / n350 / text 1">
            <a:extLst xmlns:a="http://schemas.openxmlformats.org/drawingml/2006/main">
              <a:ext uri="{FF2B5EF4-FFF2-40B4-BE49-F238E27FC236}">
                <a16:creationId xmlns:a16="http://schemas.microsoft.com/office/drawing/2014/main" id="{637BE695-EF31-4220-84B0-C28C0B71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964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462" name="dp44-comparison / n351">
            <a:extLst xmlns:a="http://schemas.openxmlformats.org/drawingml/2006/main">
              <a:ext uri="{FF2B5EF4-FFF2-40B4-BE49-F238E27FC236}">
                <a16:creationId xmlns:a16="http://schemas.microsoft.com/office/drawing/2014/main" id="{F5D267D0-E58C-4989-B575-D5413B0D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523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p44-comparison / n352 / text 1">
            <a:extLst xmlns:a="http://schemas.openxmlformats.org/drawingml/2006/main">
              <a:ext uri="{FF2B5EF4-FFF2-40B4-BE49-F238E27FC236}">
                <a16:creationId xmlns:a16="http://schemas.microsoft.com/office/drawing/2014/main" id="{4F437E0F-749A-45B0-A6BC-10BC821D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99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464" name="dp44-comparison / n353">
            <a:extLst xmlns:a="http://schemas.openxmlformats.org/drawingml/2006/main">
              <a:ext uri="{FF2B5EF4-FFF2-40B4-BE49-F238E27FC236}">
                <a16:creationId xmlns:a16="http://schemas.microsoft.com/office/drawing/2014/main" id="{03F5BD62-9880-451F-826F-E44114A9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764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p44-comparison / n354 / text 1">
            <a:extLst xmlns:a="http://schemas.openxmlformats.org/drawingml/2006/main">
              <a:ext uri="{FF2B5EF4-FFF2-40B4-BE49-F238E27FC236}">
                <a16:creationId xmlns:a16="http://schemas.microsoft.com/office/drawing/2014/main" id="{66CB558A-FFC7-4C86-AF90-9BEBDBD1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040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466" name="dp44-comparison / n355">
            <a:extLst xmlns:a="http://schemas.openxmlformats.org/drawingml/2006/main">
              <a:ext uri="{FF2B5EF4-FFF2-40B4-BE49-F238E27FC236}">
                <a16:creationId xmlns:a16="http://schemas.microsoft.com/office/drawing/2014/main" id="{90A1261B-AB96-48F6-A2BA-FB13A0B0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853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p44-comparison / n356 / text 1">
            <a:extLst xmlns:a="http://schemas.openxmlformats.org/drawingml/2006/main">
              <a:ext uri="{FF2B5EF4-FFF2-40B4-BE49-F238E27FC236}">
                <a16:creationId xmlns:a16="http://schemas.microsoft.com/office/drawing/2014/main" id="{62DE4FFC-63C5-43C6-B3D2-F4A4D893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129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468" name="dp44-comparison / n357">
            <a:extLst xmlns:a="http://schemas.openxmlformats.org/drawingml/2006/main">
              <a:ext uri="{FF2B5EF4-FFF2-40B4-BE49-F238E27FC236}">
                <a16:creationId xmlns:a16="http://schemas.microsoft.com/office/drawing/2014/main" id="{0B08365A-6DE3-4BD7-B116-9D948A0D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3586163"/>
            <a:ext cx="13122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p44-comparison / n358 / text 1">
            <a:extLst xmlns:a="http://schemas.openxmlformats.org/drawingml/2006/main">
              <a:ext uri="{FF2B5EF4-FFF2-40B4-BE49-F238E27FC236}">
                <a16:creationId xmlns:a16="http://schemas.microsoft.com/office/drawing/2014/main" id="{06E99494-D170-4828-886D-9DF3DB76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3592544"/>
            <a:ext cx="197834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 / job / revision</a:t>
            </a:r>
          </a:p>
        </p:txBody>
      </p:sp>
      <p:sp>
        <p:nvSpPr>
          <p:cNvPr id="470" name="dp44-comparison / n359">
            <a:extLst xmlns:a="http://schemas.openxmlformats.org/drawingml/2006/main">
              <a:ext uri="{FF2B5EF4-FFF2-40B4-BE49-F238E27FC236}">
                <a16:creationId xmlns:a16="http://schemas.microsoft.com/office/drawing/2014/main" id="{A3C26F94-2199-48E8-9E42-F0FD9AE7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4288155"/>
            <a:ext cx="12427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p44-comparison / n360 / text 1">
            <a:extLst xmlns:a="http://schemas.openxmlformats.org/drawingml/2006/main">
              <a:ext uri="{FF2B5EF4-FFF2-40B4-BE49-F238E27FC236}">
                <a16:creationId xmlns:a16="http://schemas.microsoft.com/office/drawing/2014/main" id="{DE3AE2DF-AA8C-47BB-8416-19C77610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4294537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참조 / 준비 / 대기</a:t>
            </a:r>
          </a:p>
        </p:txBody>
      </p:sp>
      <p:sp>
        <p:nvSpPr>
          <p:cNvPr id="472" name="dp44-comparison / n361">
            <a:extLst xmlns:a="http://schemas.openxmlformats.org/drawingml/2006/main">
              <a:ext uri="{FF2B5EF4-FFF2-40B4-BE49-F238E27FC236}">
                <a16:creationId xmlns:a16="http://schemas.microsoft.com/office/drawing/2014/main" id="{B46B70D5-C633-47D5-88A9-4E24978D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9386" y="4683824"/>
            <a:ext cx="17743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p44-comparison / n362 / text 1">
            <a:extLst xmlns:a="http://schemas.openxmlformats.org/drawingml/2006/main">
              <a:ext uri="{FF2B5EF4-FFF2-40B4-BE49-F238E27FC236}">
                <a16:creationId xmlns:a16="http://schemas.microsoft.com/office/drawing/2014/main" id="{1DF4618F-9B62-43A2-9A51-DBE4A830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214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Notice 소비</a:t>
            </a:r>
          </a:p>
        </p:txBody>
      </p:sp>
      <p:sp>
        <p:nvSpPr>
          <p:cNvPr id="474" name="dp44-comparison / n363">
            <a:extLst xmlns:a="http://schemas.openxmlformats.org/drawingml/2006/main">
              <a:ext uri="{FF2B5EF4-FFF2-40B4-BE49-F238E27FC236}">
                <a16:creationId xmlns:a16="http://schemas.microsoft.com/office/drawing/2014/main" id="{DF40DEB3-8B2A-4ACA-9572-7C595189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2317" y="5226272"/>
            <a:ext cx="8088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p44-comparison / n364 / text 1">
            <a:extLst xmlns:a="http://schemas.openxmlformats.org/drawingml/2006/main">
              <a:ext uri="{FF2B5EF4-FFF2-40B4-BE49-F238E27FC236}">
                <a16:creationId xmlns:a16="http://schemas.microsoft.com/office/drawing/2014/main" id="{3206069A-3B6B-46E1-8069-59A87B97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5080" y="5232654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/ Direct</a:t>
            </a:r>
          </a:p>
        </p:txBody>
      </p:sp>
      <p:sp>
        <p:nvSpPr>
          <p:cNvPr id="476" name="dp44-comparison / n365">
            <a:extLst xmlns:a="http://schemas.openxmlformats.org/drawingml/2006/main">
              <a:ext uri="{FF2B5EF4-FFF2-40B4-BE49-F238E27FC236}">
                <a16:creationId xmlns:a16="http://schemas.microsoft.com/office/drawing/2014/main" id="{5B362C7B-1CFF-46A7-8869-B5030695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0240" y="6023991"/>
            <a:ext cx="143589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p44-comparison / n366 / text 1">
            <a:extLst xmlns:a="http://schemas.openxmlformats.org/drawingml/2006/main">
              <a:ext uri="{FF2B5EF4-FFF2-40B4-BE49-F238E27FC236}">
                <a16:creationId xmlns:a16="http://schemas.microsoft.com/office/drawing/2014/main" id="{0A4E0618-CDA5-4174-B393-B11AFD6B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030373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조건 충족 / 대기 / 폐기</a:t>
            </a:r>
          </a:p>
        </p:txBody>
      </p:sp>
      <p:sp>
        <p:nvSpPr>
          <p:cNvPr id="478" name="dp44-comparison / n367">
            <a:extLst xmlns:a="http://schemas.openxmlformats.org/drawingml/2006/main">
              <a:ext uri="{FF2B5EF4-FFF2-40B4-BE49-F238E27FC236}">
                <a16:creationId xmlns:a16="http://schemas.microsoft.com/office/drawing/2014/main" id="{A1F1985C-6277-4A70-8655-EDC09E05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454081"/>
            <a:ext cx="170060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p44-comparison / n368 / text 1">
            <a:extLst xmlns:a="http://schemas.openxmlformats.org/drawingml/2006/main">
              <a:ext uri="{FF2B5EF4-FFF2-40B4-BE49-F238E27FC236}">
                <a16:creationId xmlns:a16="http://schemas.microsoft.com/office/drawing/2014/main" id="{CB39D699-C3CE-4B70-9C04-982B5F67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2201" y="4460462"/>
            <a:ext cx="248888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credit / cancel: 처리량 조절</a:t>
            </a:r>
          </a:p>
        </p:txBody>
      </p:sp>
    </p:spTree>
    <p:extLst>
      <p:ext uri="{BB962C8B-B14F-4D97-AF65-F5344CB8AC3E}">
        <p14:creationId xmlns:p14="http://schemas.microsoft.com/office/powerpoint/2010/main" val="428860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dp45-background / n1">
            <a:extLst xmlns:a="http://schemas.openxmlformats.org/drawingml/2006/main">
              <a:ext uri="{FF2B5EF4-FFF2-40B4-BE49-F238E27FC236}">
                <a16:creationId xmlns:a16="http://schemas.microsoft.com/office/drawing/2014/main" id="{7A772645-6BFE-484A-9FCA-FE99186A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FE67F6E9-2622-40E6-A51C-4FF19440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5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703445BB-570F-462B-BC62-D0D55A07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04-45</a:t>
            </a:r>
          </a:p>
        </p:txBody>
      </p:sp>
      <p:sp>
        <p:nvSpPr>
          <p:cNvPr id="4" name="dp45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C03AC5E3-C196-4FB0-ADDF-3869546E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1EB6DE68-C3C8-498A-B235-559246EB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background / n6">
            <a:extLst xmlns:a="http://schemas.openxmlformats.org/drawingml/2006/main">
              <a:ext uri="{FF2B5EF4-FFF2-40B4-BE49-F238E27FC236}">
                <a16:creationId xmlns:a16="http://schemas.microsoft.com/office/drawing/2014/main" id="{6C10F472-5381-4CFA-B377-4051D70B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5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7B474045-A716-4E06-B4E6-3449B515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여러 활동의 과거 근거 누락과 실제 전달 내용의 오연결 위험</a:t>
            </a:r>
          </a:p>
        </p:txBody>
      </p:sp>
      <p:sp>
        <p:nvSpPr>
          <p:cNvPr id="8" name="dp45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EEDBD477-4898-4F52-8596-2738A17A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5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49BC1BB1-C311-4DBE-A6C3-2C8461DA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5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BD70A6D5-19E3-447B-A95A-705E082E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5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83733F0E-D48E-4A89-AACA-EAA61C8D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5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291507DE-3544-466A-A7C3-34B73281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근거를 연결하는 Context의 생산, 조회와 갱신 책임 설계</a:t>
            </a:r>
          </a:p>
        </p:txBody>
      </p:sp>
      <p:sp>
        <p:nvSpPr>
          <p:cNvPr id="13" name="dp45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180B0AE8-A394-46E2-8937-3C3A29F9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VIA는 허용 근거를 연결 / 업무 판단과 제안서 작성은 Downstream Agent</a:t>
            </a:r>
          </a:p>
        </p:txBody>
      </p:sp>
      <p:sp>
        <p:nvSpPr>
          <p:cNvPr id="14" name="dp45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9AE7E139-5AA9-4A8C-963D-A51C1E61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반응성 / 자원 활용성</a:t>
            </a:r>
          </a:p>
        </p:txBody>
      </p:sp>
      <p:sp>
        <p:nvSpPr>
          <p:cNvPr id="15" name="dp45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686AC35B-01F1-4AE2-B349-D44C2BBF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5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F004D699-0A42-4707-AD86-36D8E71A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과거 활동의 시간 흐름 / VIA가 받은 기록과 허용된 참조</a:t>
            </a:r>
          </a:p>
        </p:txBody>
      </p:sp>
      <p:sp>
        <p:nvSpPr>
          <p:cNvPr id="17" name="dp45-background / n17">
            <a:extLst xmlns:a="http://schemas.openxmlformats.org/drawingml/2006/main">
              <a:ext uri="{FF2B5EF4-FFF2-40B4-BE49-F238E27FC236}">
                <a16:creationId xmlns:a16="http://schemas.microsoft.com/office/drawing/2014/main" id="{40018322-1B73-4056-BEF2-DBC3C050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5-background / n17 / fold">
            <a:extLst xmlns:a="http://schemas.openxmlformats.org/drawingml/2006/main">
              <a:ext uri="{FF2B5EF4-FFF2-40B4-BE49-F238E27FC236}">
                <a16:creationId xmlns:a16="http://schemas.microsoft.com/office/drawing/2014/main" id="{534AAE77-B601-466C-AACE-49363C32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5-background / n18">
            <a:extLst xmlns:a="http://schemas.openxmlformats.org/drawingml/2006/main">
              <a:ext uri="{FF2B5EF4-FFF2-40B4-BE49-F238E27FC236}">
                <a16:creationId xmlns:a16="http://schemas.microsoft.com/office/drawing/2014/main" id="{2715C1C8-18C3-43DC-AC06-2FB5AD5B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0" name="dp45-background / n18 / fold">
            <a:extLst xmlns:a="http://schemas.openxmlformats.org/drawingml/2006/main">
              <a:ext uri="{FF2B5EF4-FFF2-40B4-BE49-F238E27FC236}">
                <a16:creationId xmlns:a16="http://schemas.microsoft.com/office/drawing/2014/main" id="{B7CA18B6-9C63-4CD7-91C3-10A31062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1" name="dp45-background / n19">
            <a:extLst xmlns:a="http://schemas.openxmlformats.org/drawingml/2006/main">
              <a:ext uri="{FF2B5EF4-FFF2-40B4-BE49-F238E27FC236}">
                <a16:creationId xmlns:a16="http://schemas.microsoft.com/office/drawing/2014/main" id="{6BB19DFC-AEB3-42E4-AB19-23C0B4A3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2" name="dp45-background / n19 / fold">
            <a:extLst xmlns:a="http://schemas.openxmlformats.org/drawingml/2006/main">
              <a:ext uri="{FF2B5EF4-FFF2-40B4-BE49-F238E27FC236}">
                <a16:creationId xmlns:a16="http://schemas.microsoft.com/office/drawing/2014/main" id="{83C90A47-DDD7-455A-B4F8-BFA7E564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3" name="dp45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61CED0F1-6C2E-43AB-ACC6-49DF3121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051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앞선 대화 C20</a:t>
            </a:r>
          </a:p>
        </p:txBody>
      </p:sp>
      <p:sp>
        <p:nvSpPr>
          <p:cNvPr id="24" name="dp45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3989A51A-2AC6-4035-AD7D-5999849B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VIA의 직접 설명 E20</a:t>
            </a:r>
          </a:p>
        </p:txBody>
      </p:sp>
      <p:sp>
        <p:nvSpPr>
          <p:cNvPr id="25" name="dp45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D6EA698A-B565-4344-B9B1-A7E5B976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81475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평가 기준</a:t>
            </a:r>
          </a:p>
        </p:txBody>
      </p:sp>
      <p:sp>
        <p:nvSpPr>
          <p:cNvPr id="26" name="dp45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4A21350E-AF9E-4AF6-B3EA-B445DC5A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148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실제 전달 P20의</a:t>
            </a:r>
          </a:p>
        </p:txBody>
      </p:sp>
      <p:sp>
        <p:nvSpPr>
          <p:cNvPr id="27" name="dp45-background / n22 / text 2">
            <a:extLst xmlns:a="http://schemas.openxmlformats.org/drawingml/2006/main">
              <a:ext uri="{FF2B5EF4-FFF2-40B4-BE49-F238E27FC236}">
                <a16:creationId xmlns:a16="http://schemas.microsoft.com/office/drawing/2014/main" id="{F2D52654-6F67-4129-8ED9-F4E82451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7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설명 내용과 범위</a:t>
            </a:r>
          </a:p>
        </p:txBody>
      </p:sp>
      <p:sp>
        <p:nvSpPr>
          <p:cNvPr id="28" name="dp45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360EE4B3-0EEC-414A-91D9-F36CADFB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2450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생성과 실제 전달 구별</a:t>
            </a:r>
          </a:p>
        </p:txBody>
      </p:sp>
      <p:sp>
        <p:nvSpPr>
          <p:cNvPr id="29" name="dp45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4740CE16-7F4E-4976-9489-A8E6E45B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이후 제품 조사 T21</a:t>
            </a:r>
          </a:p>
        </p:txBody>
      </p:sp>
      <p:sp>
        <p:nvSpPr>
          <p:cNvPr id="30" name="dp45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24E5F3B5-1385-4465-B51D-B9D77FA1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29050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한 Downstream Agent</a:t>
            </a:r>
          </a:p>
        </p:txBody>
      </p:sp>
      <p:sp>
        <p:nvSpPr>
          <p:cNvPr id="31" name="dp45-background / n25 / text 2">
            <a:extLst xmlns:a="http://schemas.openxmlformats.org/drawingml/2006/main">
              <a:ext uri="{FF2B5EF4-FFF2-40B4-BE49-F238E27FC236}">
                <a16:creationId xmlns:a16="http://schemas.microsoft.com/office/drawing/2014/main" id="{89A65DF9-CBE5-4C9D-ABE2-F6531B12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814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비교 수행</a:t>
            </a:r>
          </a:p>
        </p:txBody>
      </p:sp>
      <p:sp>
        <p:nvSpPr>
          <p:cNvPr id="32" name="dp45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53A1D9D8-C13B-4CD6-B9D5-F64A55C7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148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VIA가 확인한 결과 참조</a:t>
            </a:r>
          </a:p>
        </p:txBody>
      </p:sp>
      <p:sp>
        <p:nvSpPr>
          <p:cNvPr id="33" name="dp45-background / n26 / text 2">
            <a:extLst xmlns:a="http://schemas.openxmlformats.org/drawingml/2006/main">
              <a:ext uri="{FF2B5EF4-FFF2-40B4-BE49-F238E27FC236}">
                <a16:creationId xmlns:a16="http://schemas.microsoft.com/office/drawing/2014/main" id="{83F79A77-D2DC-41F2-BA3E-968A9ABD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387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D21@v2</a:t>
            </a:r>
          </a:p>
        </p:txBody>
      </p:sp>
      <p:sp>
        <p:nvSpPr>
          <p:cNvPr id="34" name="dp45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028DA93E-9251-42ED-9987-805627BB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52450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C21 대화에 연결</a:t>
            </a:r>
          </a:p>
        </p:txBody>
      </p:sp>
      <p:sp>
        <p:nvSpPr>
          <p:cNvPr id="35" name="dp45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E9E1AC5E-B80C-456B-A08C-89E497D0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051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이후 견적 업무 T22</a:t>
            </a:r>
          </a:p>
        </p:txBody>
      </p:sp>
      <p:sp>
        <p:nvSpPr>
          <p:cNvPr id="36" name="dp45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CFC51EB2-4E9D-4236-8C2D-EBDB295D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29050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다른 Downstream Agent</a:t>
            </a:r>
          </a:p>
        </p:txBody>
      </p:sp>
      <p:sp>
        <p:nvSpPr>
          <p:cNvPr id="37" name="dp45-background / n29 / text 2">
            <a:extLst xmlns:a="http://schemas.openxmlformats.org/drawingml/2006/main">
              <a:ext uri="{FF2B5EF4-FFF2-40B4-BE49-F238E27FC236}">
                <a16:creationId xmlns:a16="http://schemas.microsoft.com/office/drawing/2014/main" id="{ED33CDC7-7AE0-4C8B-854C-8BF314DC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814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견적 업무 수행</a:t>
            </a:r>
          </a:p>
        </p:txBody>
      </p:sp>
      <p:sp>
        <p:nvSpPr>
          <p:cNvPr id="38" name="dp45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F75C4CC2-0C94-4416-BFCC-5DFB674C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7148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VIA가 확인한 결과 참조</a:t>
            </a:r>
          </a:p>
        </p:txBody>
      </p:sp>
      <p:sp>
        <p:nvSpPr>
          <p:cNvPr id="39" name="dp45-background / n30 / text 2">
            <a:extLst xmlns:a="http://schemas.openxmlformats.org/drawingml/2006/main">
              <a:ext uri="{FF2B5EF4-FFF2-40B4-BE49-F238E27FC236}">
                <a16:creationId xmlns:a16="http://schemas.microsoft.com/office/drawing/2014/main" id="{C373B61F-5275-47FD-B218-0A4458A2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387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D22@v1</a:t>
            </a:r>
          </a:p>
        </p:txBody>
      </p:sp>
      <p:sp>
        <p:nvSpPr>
          <p:cNvPr id="40" name="dp45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95463C63-0F9F-4411-9CE5-C87EEC8F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52450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C22 대화에 연결</a:t>
            </a:r>
          </a:p>
        </p:txBody>
      </p:sp>
      <p:sp>
        <p:nvSpPr>
          <p:cNvPr id="41" name="dp45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54A9F10F-151E-47DC-BA80-1FFF0639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95675"/>
            <a:ext cx="247650" cy="953"/>
          </a:xfrm>
          <a:custGeom xmlns:a="http://schemas.openxmlformats.org/drawingml/2006/main">
            <a:pathLst>
              <a:path w="247650" h="953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42" name="dp45-background / n32 / arrow">
            <a:extLst xmlns:a="http://schemas.openxmlformats.org/drawingml/2006/main">
              <a:ext uri="{FF2B5EF4-FFF2-40B4-BE49-F238E27FC236}">
                <a16:creationId xmlns:a16="http://schemas.microsoft.com/office/drawing/2014/main" id="{2C689E77-6242-4AAF-AF28-00AFB510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8130" y="3434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3" name="dp45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554482BF-2332-416E-9817-761B704C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495675"/>
            <a:ext cx="247650" cy="953"/>
          </a:xfrm>
          <a:custGeom xmlns:a="http://schemas.openxmlformats.org/drawingml/2006/main">
            <a:pathLst>
              <a:path w="247650" h="953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44" name="dp45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31B16916-4212-429E-9E50-95A20E1C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7630" y="3434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5" name="dp45-background / n34 / path">
            <a:extLst xmlns:a="http://schemas.openxmlformats.org/drawingml/2006/main">
              <a:ext uri="{FF2B5EF4-FFF2-40B4-BE49-F238E27FC236}">
                <a16:creationId xmlns:a16="http://schemas.microsoft.com/office/drawing/2014/main" id="{F24F78B5-7895-4C11-89E7-F9C7CC08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924550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6" name="dp45-background / n35 / path">
            <a:extLst xmlns:a="http://schemas.openxmlformats.org/drawingml/2006/main">
              <a:ext uri="{FF2B5EF4-FFF2-40B4-BE49-F238E27FC236}">
                <a16:creationId xmlns:a16="http://schemas.microsoft.com/office/drawing/2014/main" id="{52872266-91EC-43F3-BD46-E0E189E9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5924550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7" name="dp45-background / n36 / path">
            <a:extLst xmlns:a="http://schemas.openxmlformats.org/drawingml/2006/main">
              <a:ext uri="{FF2B5EF4-FFF2-40B4-BE49-F238E27FC236}">
                <a16:creationId xmlns:a16="http://schemas.microsoft.com/office/drawing/2014/main" id="{DCB05BB5-4948-4171-BCC4-323B8330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5924550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8" name="dp45-background / n37 / path">
            <a:extLst xmlns:a="http://schemas.openxmlformats.org/drawingml/2006/main">
              <a:ext uri="{FF2B5EF4-FFF2-40B4-BE49-F238E27FC236}">
                <a16:creationId xmlns:a16="http://schemas.microsoft.com/office/drawing/2014/main" id="{97DB88DC-61AE-4DAB-898F-0B8BE81A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6143625"/>
            <a:ext cx="9077325" cy="1866900"/>
          </a:xfrm>
          <a:custGeom xmlns:a="http://schemas.openxmlformats.org/drawingml/2006/main">
            <a:pathLst>
              <a:path w="9077325" h="1866900">
                <a:moveTo>
                  <a:pt x="0" y="0"/>
                </a:moveTo>
                <a:lnTo>
                  <a:pt x="9077325" y="0"/>
                </a:lnTo>
                <a:lnTo>
                  <a:pt x="9077325" y="1866900"/>
                </a:lnTo>
                <a:lnTo>
                  <a:pt x="8905875" y="1866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9" name="dp45-background / n37 / arrow">
            <a:extLst xmlns:a="http://schemas.openxmlformats.org/drawingml/2006/main">
              <a:ext uri="{FF2B5EF4-FFF2-40B4-BE49-F238E27FC236}">
                <a16:creationId xmlns:a16="http://schemas.microsoft.com/office/drawing/2014/main" id="{73AFD600-4385-4372-B311-B9615CD7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79495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50" name="dp45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16C9A6EC-8BB0-478D-82C0-96E01140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이번 C23 / R23: 여러 활동을 참조하는 새 제안서 요청</a:t>
            </a:r>
          </a:p>
        </p:txBody>
      </p:sp>
      <p:sp>
        <p:nvSpPr>
          <p:cNvPr id="51" name="dp45-background / n39">
            <a:extLst xmlns:a="http://schemas.openxmlformats.org/drawingml/2006/main">
              <a:ext uri="{FF2B5EF4-FFF2-40B4-BE49-F238E27FC236}">
                <a16:creationId xmlns:a16="http://schemas.microsoft.com/office/drawing/2014/main" id="{A1D793DE-12AE-4D4D-A7EB-35F75AB5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5727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p45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0C81048F-4771-4D7A-952B-8ADD8B8A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29425"/>
            <a:ext cx="10191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 네가 설명한 평가 기준에 맞춰, 앞서 조사한 제품 비교 결과와</a:t>
            </a:r>
          </a:p>
        </p:txBody>
      </p:sp>
      <p:sp>
        <p:nvSpPr>
          <p:cNvPr id="53" name="dp45-background / n40 / text 2">
            <a:extLst xmlns:a="http://schemas.openxmlformats.org/drawingml/2006/main">
              <a:ext uri="{FF2B5EF4-FFF2-40B4-BE49-F238E27FC236}">
                <a16:creationId xmlns:a16="http://schemas.microsoft.com/office/drawing/2014/main" id="{1AF641A5-C977-4102-889D-8BEA9928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181850"/>
            <a:ext cx="10191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받아둔 견적을 이번 제안서에 반영해줘.”</a:t>
            </a:r>
          </a:p>
        </p:txBody>
      </p:sp>
      <p:sp>
        <p:nvSpPr>
          <p:cNvPr id="54" name="dp45-background / n41">
            <a:extLst xmlns:a="http://schemas.openxmlformats.org/drawingml/2006/main">
              <a:ext uri="{FF2B5EF4-FFF2-40B4-BE49-F238E27FC236}">
                <a16:creationId xmlns:a16="http://schemas.microsoft.com/office/drawing/2014/main" id="{2EAD342C-8C78-49B5-91EB-71B21CFC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20025"/>
            <a:ext cx="1057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p45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A237500E-5EA3-4838-A7D1-2419201D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915275"/>
            <a:ext cx="10191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VIA: P20 전달 범위와 D21/D22 발췌 또는 참조를 이번 Context에 연결</a:t>
            </a:r>
          </a:p>
        </p:txBody>
      </p:sp>
      <p:sp>
        <p:nvSpPr>
          <p:cNvPr id="56" name="dp45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727FF82E-7B86-480B-A685-EBE97CBB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여러 활동의 근거 연결</a:t>
            </a:r>
          </a:p>
        </p:txBody>
      </p:sp>
      <p:sp>
        <p:nvSpPr>
          <p:cNvPr id="57" name="dp45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F09DC99-3BF4-4171-AFE0-A7075A8B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직접 설명과 두 업무 결과의 후보 및 버전 확인</a:t>
            </a:r>
          </a:p>
        </p:txBody>
      </p:sp>
      <p:sp>
        <p:nvSpPr>
          <p:cNvPr id="58" name="dp45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B62044D0-2A9A-4685-8535-2AFB3C3F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실제 전달과 자료 범위</a:t>
            </a:r>
          </a:p>
        </p:txBody>
      </p:sp>
      <p:sp>
        <p:nvSpPr>
          <p:cNvPr id="59" name="dp45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2BB015FE-7296-4EE5-8B1F-8C865B00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설명 원문과 실제 표시/재생 범위 구별</a:t>
            </a:r>
          </a:p>
        </p:txBody>
      </p:sp>
      <p:sp>
        <p:nvSpPr>
          <p:cNvPr id="60" name="dp45-background / n46 / text 2">
            <a:extLst xmlns:a="http://schemas.openxmlformats.org/drawingml/2006/main">
              <a:ext uri="{FF2B5EF4-FFF2-40B4-BE49-F238E27FC236}">
                <a16:creationId xmlns:a16="http://schemas.microsoft.com/office/drawing/2014/main" id="{91E7A74B-6F88-42ED-B4BA-D9E4D19F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619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결과 본문과 허용된 참조 구별</a:t>
            </a:r>
          </a:p>
        </p:txBody>
      </p:sp>
      <p:sp>
        <p:nvSpPr>
          <p:cNvPr id="61" name="dp45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D4F5749C-0736-43ED-8A04-E828FFEC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제공 방식과 비용</a:t>
            </a:r>
          </a:p>
        </p:txBody>
      </p:sp>
      <p:sp>
        <p:nvSpPr>
          <p:cNvPr id="62" name="dp45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2B195F3E-9FD3-4FA5-B4FA-6B44E10C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단순 실행 맥락이나 index/cache로 충분한지</a:t>
            </a:r>
          </a:p>
        </p:txBody>
      </p:sp>
      <p:sp>
        <p:nvSpPr>
          <p:cNvPr id="63" name="dp45-background / n48 / text 2">
            <a:extLst xmlns:a="http://schemas.openxmlformats.org/drawingml/2006/main">
              <a:ext uri="{FF2B5EF4-FFF2-40B4-BE49-F238E27FC236}">
                <a16:creationId xmlns:a16="http://schemas.microsoft.com/office/drawing/2014/main" id="{CC1B92C0-6D7F-4FA0-B9CC-01BC6993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7143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파생 관계의 유지가 필요한지 검토</a:t>
            </a:r>
          </a:p>
        </p:txBody>
      </p:sp>
    </p:spTree>
    <p:extLst>
      <p:ext uri="{BB962C8B-B14F-4D97-AF65-F5344CB8AC3E}">
        <p14:creationId xmlns:p14="http://schemas.microsoft.com/office/powerpoint/2010/main" val="6972744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2" name="dp45-comparison / n1">
            <a:extLst xmlns:a="http://schemas.openxmlformats.org/drawingml/2006/main">
              <a:ext uri="{FF2B5EF4-FFF2-40B4-BE49-F238E27FC236}">
                <a16:creationId xmlns:a16="http://schemas.microsoft.com/office/drawing/2014/main" id="{1234F3AE-1315-4BF4-8068-6C220E60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DAF0686A-0419-44AB-B955-29C6ACE9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5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4589B18C-9453-4909-858C-858F21AD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5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6FFAC009-2188-491B-95ED-8D60B6BC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VIA 과거 근거의 요청별 구성과 공통 생산/조회</a:t>
            </a:r>
          </a:p>
        </p:txBody>
      </p:sp>
      <p:sp>
        <p:nvSpPr>
          <p:cNvPr id="5" name="dp45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BDA4BF2E-33A8-4617-8A75-FAE1E9DF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15E980D3-C69D-4553-A79F-11B314E0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85875"/>
            <a:ext cx="1752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R23 “지난번 네가 설명한 평가 기준에 맞춰, 앞서 조사한 제품 비교 결과와 받아둔 견적을 이번 제안서에 반영해줘.”</a:t>
            </a:r>
          </a:p>
        </p:txBody>
      </p:sp>
      <p:sp>
        <p:nvSpPr>
          <p:cNvPr id="7" name="dp45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71B82403-876F-41DB-A482-28601DF3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7526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같은 원본 / 현재 T23 연결은 판단 결과 / VIA: 허용 근거 연결, Agent: 기준 적용과 제안서 작성</a:t>
            </a:r>
          </a:p>
        </p:txBody>
      </p:sp>
      <p:sp>
        <p:nvSpPr>
          <p:cNvPr id="8" name="dp45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37399942-F6A3-4D2C-840F-62494B49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78105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원본 서비스 조합형</a:t>
            </a:r>
          </a:p>
        </p:txBody>
      </p:sp>
      <p:sp>
        <p:nvSpPr>
          <p:cNvPr id="9" name="dp45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B80309B8-A85C-4365-BE8E-C68B7F4E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152650"/>
            <a:ext cx="7810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 요청의 owner 읽기 결과 조합 / 누락 해결</a:t>
            </a:r>
          </a:p>
        </p:txBody>
      </p:sp>
      <p:sp>
        <p:nvSpPr>
          <p:cNvPr id="10" name="dp45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84871A9F-626B-4D7B-ABCE-4203EBF3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828800"/>
            <a:ext cx="78105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공통 파생 기억 저장소형</a:t>
            </a:r>
          </a:p>
        </p:txBody>
      </p:sp>
      <p:sp>
        <p:nvSpPr>
          <p:cNvPr id="11" name="dp45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F23F338D-29CA-4095-9974-DD193728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152650"/>
            <a:ext cx="7810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관계 생산 / 검증 / 게시 / 공통 읽기 계약 소비</a:t>
            </a:r>
          </a:p>
        </p:txBody>
      </p:sp>
      <p:sp>
        <p:nvSpPr>
          <p:cNvPr id="12" name="dp45-comparison / n12 / path">
            <a:extLst xmlns:a="http://schemas.openxmlformats.org/drawingml/2006/main">
              <a:ext uri="{FF2B5EF4-FFF2-40B4-BE49-F238E27FC236}">
                <a16:creationId xmlns:a16="http://schemas.microsoft.com/office/drawing/2014/main" id="{68FF5201-6E77-4CE0-9FA1-F2B25053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857375"/>
            <a:ext cx="953" cy="5715000"/>
          </a:xfrm>
          <a:custGeom xmlns:a="http://schemas.openxmlformats.org/drawingml/2006/main">
            <a:pathLst>
              <a:path w="953" h="5715000">
                <a:moveTo>
                  <a:pt x="0" y="0"/>
                </a:moveTo>
                <a:lnTo>
                  <a:pt x="0" y="57150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3" name="dp45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2DC90AC7-E529-4005-9E75-8D275AC1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486650"/>
            <a:ext cx="17526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장면: 첫 요청 → 필요한 원본 / 미게시 생산 | 반복 R24 → warm cache / 유효 게시 | 정정 직후 → fence 후 갱신 | 표현 밖 새 관계 → 미지원</a:t>
            </a:r>
          </a:p>
        </p:txBody>
      </p:sp>
      <p:sp>
        <p:nvSpPr>
          <p:cNvPr id="14" name="dp45-comparison / n14">
            <a:extLst xmlns:a="http://schemas.openxmlformats.org/drawingml/2006/main">
              <a:ext uri="{FF2B5EF4-FFF2-40B4-BE49-F238E27FC236}">
                <a16:creationId xmlns:a16="http://schemas.microsoft.com/office/drawing/2014/main" id="{D9614892-2E31-4B28-A39D-C9A47A10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7762875"/>
            <a:ext cx="1071563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000000"/>
            </a:solidFill>
            <a:prstDash val="solid"/>
          </a:ln>
        </p:spPr>
      </p:sp>
      <p:sp>
        <p:nvSpPr>
          <p:cNvPr id="15" name="dp45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C760A609-9244-4B75-A916-09CBF4C7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256" y="7810310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16" name="dp45-comparison / n16">
            <a:extLst xmlns:a="http://schemas.openxmlformats.org/drawingml/2006/main">
              <a:ext uri="{FF2B5EF4-FFF2-40B4-BE49-F238E27FC236}">
                <a16:creationId xmlns:a16="http://schemas.microsoft.com/office/drawing/2014/main" id="{17B295D0-D16C-438C-8154-5A847062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2719" y="7762875"/>
            <a:ext cx="1071563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000000"/>
            </a:solidFill>
            <a:prstDash val="solid"/>
          </a:ln>
        </p:spPr>
      </p:sp>
      <p:sp>
        <p:nvSpPr>
          <p:cNvPr id="17" name="dp45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AC60C3E1-D009-4B09-B103-A3CD88EE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7810310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18" name="dp45-comparison / n18">
            <a:extLst xmlns:a="http://schemas.openxmlformats.org/drawingml/2006/main">
              <a:ext uri="{FF2B5EF4-FFF2-40B4-BE49-F238E27FC236}">
                <a16:creationId xmlns:a16="http://schemas.microsoft.com/office/drawing/2014/main" id="{9F3917F3-9375-4322-9AD7-E5A7E92E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7762875"/>
            <a:ext cx="1071563" cy="2286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000000"/>
            </a:solidFill>
            <a:prstDash val="solid"/>
          </a:ln>
        </p:spPr>
      </p:sp>
      <p:sp>
        <p:nvSpPr>
          <p:cNvPr id="19" name="dp45-comparison / n19 / text 1">
            <a:extLst xmlns:a="http://schemas.openxmlformats.org/drawingml/2006/main">
              <a:ext uri="{FF2B5EF4-FFF2-40B4-BE49-F238E27FC236}">
                <a16:creationId xmlns:a16="http://schemas.microsoft.com/office/drawing/2014/main" id="{6A3FD8D8-48AA-4CC7-94FC-6A4FECCC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5756" y="7838885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20" name="dp45-comparison / n20">
            <a:extLst xmlns:a="http://schemas.openxmlformats.org/drawingml/2006/main">
              <a:ext uri="{FF2B5EF4-FFF2-40B4-BE49-F238E27FC236}">
                <a16:creationId xmlns:a16="http://schemas.microsoft.com/office/drawing/2014/main" id="{5450D387-194E-4B45-9F1E-06064262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0688" y="7762875"/>
            <a:ext cx="1071563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859">
            <a:solidFill>
              <a:srgbClr val="B8753F"/>
            </a:solidFill>
            <a:prstDash val="solid"/>
          </a:ln>
        </p:spPr>
      </p:sp>
      <p:sp>
        <p:nvSpPr>
          <p:cNvPr id="21" name="dp45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26D145EE-DA91-45E5-A55F-CCEB2FC3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0694" y="7810310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22" name="dp45-comparison / n22">
            <a:extLst xmlns:a="http://schemas.openxmlformats.org/drawingml/2006/main">
              <a:ext uri="{FF2B5EF4-FFF2-40B4-BE49-F238E27FC236}">
                <a16:creationId xmlns:a16="http://schemas.microsoft.com/office/drawing/2014/main" id="{435C47FA-EE3D-4C0E-BD37-50AF7B37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2563" y="7762875"/>
            <a:ext cx="1071563" cy="2286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000000"/>
            </a:solidFill>
            <a:prstDash val="solid"/>
          </a:ln>
        </p:spPr>
      </p:sp>
      <p:sp>
        <p:nvSpPr>
          <p:cNvPr id="23" name="dp45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A8B15A92-07AA-409A-86BB-0B6C5129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2569" y="7810310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Dependency</a:t>
            </a:r>
          </a:p>
        </p:txBody>
      </p:sp>
      <p:sp>
        <p:nvSpPr>
          <p:cNvPr id="24" name="dp45-comparison / n24">
            <a:extLst xmlns:a="http://schemas.openxmlformats.org/drawingml/2006/main">
              <a:ext uri="{FF2B5EF4-FFF2-40B4-BE49-F238E27FC236}">
                <a16:creationId xmlns:a16="http://schemas.microsoft.com/office/drawing/2014/main" id="{EAC5B135-9CDE-445C-8CA3-6A37C5D4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3" y="7777163"/>
            <a:ext cx="525780" cy="1885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p45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12225242-FC7A-438B-AE54-8979B94A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784306"/>
            <a:ext cx="785813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26" name="dp45-comparison / n26">
            <a:extLst xmlns:a="http://schemas.openxmlformats.org/drawingml/2006/main">
              <a:ext uri="{FF2B5EF4-FFF2-40B4-BE49-F238E27FC236}">
                <a16:creationId xmlns:a16="http://schemas.microsoft.com/office/drawing/2014/main" id="{EC7003F7-BCEE-4F82-AE37-0FC1971B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3" y="8034338"/>
            <a:ext cx="584787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dp45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EC544BBE-15A6-4A3E-A114-2AA5815C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28" name="dp45-comparison / n28">
            <a:extLst xmlns:a="http://schemas.openxmlformats.org/drawingml/2006/main">
              <a:ext uri="{FF2B5EF4-FFF2-40B4-BE49-F238E27FC236}">
                <a16:creationId xmlns:a16="http://schemas.microsoft.com/office/drawing/2014/main" id="{92672E70-C418-41A3-8D2A-406C26AF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8431" y="8034338"/>
            <a:ext cx="764524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p45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F6771870-1D8E-4AD1-B5E8-1EE80F67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2719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Module</a:t>
            </a:r>
          </a:p>
        </p:txBody>
      </p:sp>
      <p:sp>
        <p:nvSpPr>
          <p:cNvPr id="30" name="dp45-comparison / n30">
            <a:extLst xmlns:a="http://schemas.openxmlformats.org/drawingml/2006/main">
              <a:ext uri="{FF2B5EF4-FFF2-40B4-BE49-F238E27FC236}">
                <a16:creationId xmlns:a16="http://schemas.microsoft.com/office/drawing/2014/main" id="{8AEBC683-B792-4F8D-9C90-910C4603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1463" y="8034338"/>
            <a:ext cx="706231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dp45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FE7CF21A-B28C-4C03-A038-724495C6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데이터 상태</a:t>
            </a:r>
          </a:p>
        </p:txBody>
      </p:sp>
      <p:sp>
        <p:nvSpPr>
          <p:cNvPr id="32" name="dp45-comparison / n32">
            <a:extLst xmlns:a="http://schemas.openxmlformats.org/drawingml/2006/main">
              <a:ext uri="{FF2B5EF4-FFF2-40B4-BE49-F238E27FC236}">
                <a16:creationId xmlns:a16="http://schemas.microsoft.com/office/drawing/2014/main" id="{1979BF5D-6FA4-4140-A0DD-D7F205A4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8034338"/>
            <a:ext cx="1665637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dp45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7D60337B-9AF3-4BE9-A52D-ED833F81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0688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 / 짙은 테두리</a:t>
            </a:r>
          </a:p>
        </p:txBody>
      </p:sp>
      <p:sp>
        <p:nvSpPr>
          <p:cNvPr id="34" name="dp45-comparison / n34">
            <a:extLst xmlns:a="http://schemas.openxmlformats.org/drawingml/2006/main">
              <a:ext uri="{FF2B5EF4-FFF2-40B4-BE49-F238E27FC236}">
                <a16:creationId xmlns:a16="http://schemas.microsoft.com/office/drawing/2014/main" id="{2BBFD3ED-2761-41A0-8191-1A7407DD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8275" y="8034338"/>
            <a:ext cx="1148286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dp45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7CCA933C-DB03-47BC-880A-F71B686F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2563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Agent / 모델</a:t>
            </a:r>
          </a:p>
        </p:txBody>
      </p:sp>
      <p:sp>
        <p:nvSpPr>
          <p:cNvPr id="36" name="dp45-comparison / n36 / path">
            <a:extLst xmlns:a="http://schemas.openxmlformats.org/drawingml/2006/main">
              <a:ext uri="{FF2B5EF4-FFF2-40B4-BE49-F238E27FC236}">
                <a16:creationId xmlns:a16="http://schemas.microsoft.com/office/drawing/2014/main" id="{A8996E5B-8FE2-4EA6-9C26-6AEAF7E1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7877175"/>
            <a:ext cx="1071563" cy="953"/>
          </a:xfrm>
          <a:custGeom xmlns:a="http://schemas.openxmlformats.org/drawingml/2006/main">
            <a:pathLst>
              <a:path w="1071563" h="953">
                <a:moveTo>
                  <a:pt x="0" y="0"/>
                </a:moveTo>
                <a:lnTo>
                  <a:pt x="1071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858">
            <a:solidFill>
              <a:srgbClr val="000000"/>
            </a:solidFill>
            <a:prstDash val="solid"/>
          </a:ln>
        </p:spPr>
      </p:sp>
      <p:sp>
        <p:nvSpPr>
          <p:cNvPr id="37" name="dp45-comparison / n36 / arrow">
            <a:extLst xmlns:a="http://schemas.openxmlformats.org/drawingml/2006/main">
              <a:ext uri="{FF2B5EF4-FFF2-40B4-BE49-F238E27FC236}">
                <a16:creationId xmlns:a16="http://schemas.microsoft.com/office/drawing/2014/main" id="{14C68EDB-B2E0-416A-B542-90222B37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46" y="7852029"/>
            <a:ext cx="50292" cy="50292"/>
          </a:xfrm>
          <a:custGeom xmlns:a="http://schemas.openxmlformats.org/drawingml/2006/main">
            <a:pathLst>
              <a:path w="50292" h="50292">
                <a:moveTo>
                  <a:pt x="0" y="50292"/>
                </a:moveTo>
                <a:lnTo>
                  <a:pt x="50292" y="2514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058">
            <a:solidFill>
              <a:srgbClr val="000000"/>
            </a:solidFill>
            <a:prstDash val="solid"/>
          </a:ln>
        </p:spPr>
      </p:sp>
      <p:sp>
        <p:nvSpPr>
          <p:cNvPr id="38" name="dp45-comparison / n37">
            <a:extLst xmlns:a="http://schemas.openxmlformats.org/drawingml/2006/main">
              <a:ext uri="{FF2B5EF4-FFF2-40B4-BE49-F238E27FC236}">
                <a16:creationId xmlns:a16="http://schemas.microsoft.com/office/drawing/2014/main" id="{D936B3E5-5122-49B7-8FFE-3D6BBE79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3088" y="8034338"/>
            <a:ext cx="725662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dp45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F8E73D5F-ACB3-40EF-875F-C4EFC53E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8041481"/>
            <a:ext cx="157162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40" name="dp45-comparison / n39 / path">
            <a:extLst xmlns:a="http://schemas.openxmlformats.org/drawingml/2006/main">
              <a:ext uri="{FF2B5EF4-FFF2-40B4-BE49-F238E27FC236}">
                <a16:creationId xmlns:a16="http://schemas.microsoft.com/office/drawing/2014/main" id="{8594997E-657C-4918-820D-52F155C2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7877175"/>
            <a:ext cx="1071563" cy="953"/>
          </a:xfrm>
          <a:custGeom xmlns:a="http://schemas.openxmlformats.org/drawingml/2006/main">
            <a:pathLst>
              <a:path w="1071563" h="953">
                <a:moveTo>
                  <a:pt x="0" y="0"/>
                </a:moveTo>
                <a:lnTo>
                  <a:pt x="1071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858">
            <a:solidFill>
              <a:srgbClr val="000000"/>
            </a:solidFill>
            <a:prstDash val="dash"/>
          </a:ln>
        </p:spPr>
      </p:sp>
      <p:sp>
        <p:nvSpPr>
          <p:cNvPr id="41" name="dp45-comparison / n39 / arrow">
            <a:extLst xmlns:a="http://schemas.openxmlformats.org/drawingml/2006/main">
              <a:ext uri="{FF2B5EF4-FFF2-40B4-BE49-F238E27FC236}">
                <a16:creationId xmlns:a16="http://schemas.microsoft.com/office/drawing/2014/main" id="{5178FD33-ABE3-41F7-B6A8-41DDBA86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3146" y="7852029"/>
            <a:ext cx="50292" cy="50292"/>
          </a:xfrm>
          <a:custGeom xmlns:a="http://schemas.openxmlformats.org/drawingml/2006/main">
            <a:pathLst>
              <a:path w="50292" h="50292">
                <a:moveTo>
                  <a:pt x="0" y="50292"/>
                </a:moveTo>
                <a:lnTo>
                  <a:pt x="50292" y="2514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058">
            <a:solidFill>
              <a:srgbClr val="000000"/>
            </a:solidFill>
            <a:prstDash val="solid"/>
          </a:ln>
        </p:spPr>
      </p:sp>
      <p:sp>
        <p:nvSpPr>
          <p:cNvPr id="42" name="dp45-comparison / n40">
            <a:extLst xmlns:a="http://schemas.openxmlformats.org/drawingml/2006/main">
              <a:ext uri="{FF2B5EF4-FFF2-40B4-BE49-F238E27FC236}">
                <a16:creationId xmlns:a16="http://schemas.microsoft.com/office/drawing/2014/main" id="{6D841D71-68B3-42E7-9904-95971775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7588" y="8034338"/>
            <a:ext cx="725662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p45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0AF0669C-72CD-49FE-8695-85E42AB9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8041481"/>
            <a:ext cx="157162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44" name="dp45-comparison / n42">
            <a:extLst xmlns:a="http://schemas.openxmlformats.org/drawingml/2006/main">
              <a:ext uri="{FF2B5EF4-FFF2-40B4-BE49-F238E27FC236}">
                <a16:creationId xmlns:a16="http://schemas.microsoft.com/office/drawing/2014/main" id="{59051E94-C9CC-4DA7-9100-B3E33033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338" y="7777163"/>
            <a:ext cx="1109424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5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0270F1B3-EDF0-4FD2-B7F9-3ADEE6F7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7784306"/>
            <a:ext cx="1678781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공통: 흰색 / 검정</a:t>
            </a:r>
          </a:p>
        </p:txBody>
      </p:sp>
      <p:sp>
        <p:nvSpPr>
          <p:cNvPr id="46" name="dp45-comparison / n44">
            <a:extLst xmlns:a="http://schemas.openxmlformats.org/drawingml/2006/main">
              <a:ext uri="{FF2B5EF4-FFF2-40B4-BE49-F238E27FC236}">
                <a16:creationId xmlns:a16="http://schemas.microsoft.com/office/drawing/2014/main" id="{561BF827-7AC9-4E1C-BF63-046B926F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0" y="7777163"/>
            <a:ext cx="1524762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p45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0F464816-836C-4E6D-B71B-EA886AC7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9938" y="7784306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좌우 칸: 배치용 레이아웃</a:t>
            </a:r>
          </a:p>
        </p:txBody>
      </p:sp>
      <p:sp>
        <p:nvSpPr>
          <p:cNvPr id="48" name="dp45-comparison / n46">
            <a:extLst xmlns:a="http://schemas.openxmlformats.org/drawingml/2006/main">
              <a:ext uri="{FF2B5EF4-FFF2-40B4-BE49-F238E27FC236}">
                <a16:creationId xmlns:a16="http://schemas.microsoft.com/office/drawing/2014/main" id="{8008C2D8-ED45-476A-BEBF-1DA4B51E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0" y="8034338"/>
            <a:ext cx="1787081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p45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CB67D471-2123-46AF-A8AC-48D0E45E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9938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 경계 추가 없음</a:t>
            </a:r>
          </a:p>
        </p:txBody>
      </p:sp>
      <p:sp>
        <p:nvSpPr>
          <p:cNvPr id="50" name="dp45-comparison / n48 / path">
            <a:extLst xmlns:a="http://schemas.openxmlformats.org/drawingml/2006/main">
              <a:ext uri="{FF2B5EF4-FFF2-40B4-BE49-F238E27FC236}">
                <a16:creationId xmlns:a16="http://schemas.microsoft.com/office/drawing/2014/main" id="{7480B9DE-ED08-4C3B-B03F-10F583A4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248650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1" name="dp45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9EFA1FA6-2EA2-473E-B415-7244A549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296275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관계 / 미묘한 조건</a:t>
            </a:r>
          </a:p>
        </p:txBody>
      </p:sp>
      <p:sp>
        <p:nvSpPr>
          <p:cNvPr id="52" name="dp45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08CDD13B-62C0-4A02-9113-4231B1CF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8296275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목적에 맞춘 원문 구성의 유연성; 검색 누락 가능</a:t>
            </a:r>
          </a:p>
        </p:txBody>
      </p:sp>
      <p:sp>
        <p:nvSpPr>
          <p:cNvPr id="53" name="dp45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ED49F2FA-2C8E-4880-9D27-D2921AC94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296275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지원 표현 / 추출 조건에 제한; 정확성의 고정 우열 없음</a:t>
            </a:r>
          </a:p>
        </p:txBody>
      </p:sp>
      <p:sp>
        <p:nvSpPr>
          <p:cNvPr id="54" name="dp45-comparison / n52 / path">
            <a:extLst xmlns:a="http://schemas.openxmlformats.org/drawingml/2006/main">
              <a:ext uri="{FF2B5EF4-FFF2-40B4-BE49-F238E27FC236}">
                <a16:creationId xmlns:a16="http://schemas.microsoft.com/office/drawing/2014/main" id="{85ECE955-A865-412A-A99D-160F03E0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52487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5" name="dp45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B36560AB-948D-4CD5-9271-2DFBCA0A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0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준비된 반복 조회 R24</a:t>
            </a:r>
          </a:p>
        </p:txBody>
      </p:sp>
      <p:sp>
        <p:nvSpPr>
          <p:cNvPr id="56" name="dp45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6E443A8C-1442-43BB-A15A-D14BF821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8572500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warm 관계 cache로 조회 / 재해석 축소 가능</a:t>
            </a:r>
          </a:p>
        </p:txBody>
      </p:sp>
      <p:sp>
        <p:nvSpPr>
          <p:cNvPr id="57" name="dp45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19A07608-CA39-4E07-96DC-AD4FF2EF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0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유효 게시가 원본 교차 결합을 대체하면 경로 단축 가능</a:t>
            </a:r>
          </a:p>
        </p:txBody>
      </p:sp>
      <p:sp>
        <p:nvSpPr>
          <p:cNvPr id="58" name="dp45-comparison / n56 / path">
            <a:extLst xmlns:a="http://schemas.openxmlformats.org/drawingml/2006/main">
              <a:ext uri="{FF2B5EF4-FFF2-40B4-BE49-F238E27FC236}">
                <a16:creationId xmlns:a16="http://schemas.microsoft.com/office/drawing/2014/main" id="{79E42E14-7524-4330-9740-8A71F101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801100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9" name="dp45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ABBBBEE1-B796-4C28-A7E9-5FDF37C4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848725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첫 조회 / 정정 직후</a:t>
            </a:r>
          </a:p>
        </p:txBody>
      </p:sp>
      <p:sp>
        <p:nvSpPr>
          <p:cNvPr id="60" name="dp45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6C9F69F4-BC23-41EA-815A-1F1AB648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8848725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 원본으로 구성; fan-out / 해석 비용</a:t>
            </a:r>
          </a:p>
        </p:txBody>
      </p:sp>
      <p:sp>
        <p:nvSpPr>
          <p:cNvPr id="61" name="dp45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2E45603F-30DE-448C-B60F-B0E5BFE8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848725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생산 / 갱신 게시 대기; NOT_COVERED와 미지원 구별</a:t>
            </a:r>
          </a:p>
        </p:txBody>
      </p:sp>
      <p:sp>
        <p:nvSpPr>
          <p:cNvPr id="62" name="dp45-comparison / n60 / path">
            <a:extLst xmlns:a="http://schemas.openxmlformats.org/drawingml/2006/main">
              <a:ext uri="{FF2B5EF4-FFF2-40B4-BE49-F238E27FC236}">
                <a16:creationId xmlns:a16="http://schemas.microsoft.com/office/drawing/2014/main" id="{027B853B-0BB3-4319-A1E6-90A610AA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773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3" name="dp45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F7435605-E866-4A6E-A8F2-8890215C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24950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전체 모델 호출 / 자원</a:t>
            </a:r>
          </a:p>
        </p:txBody>
      </p:sp>
      <p:sp>
        <p:nvSpPr>
          <p:cNvPr id="64" name="dp45-comparison / n62 / text 1">
            <a:extLst xmlns:a="http://schemas.openxmlformats.org/drawingml/2006/main">
              <a:ext uri="{FF2B5EF4-FFF2-40B4-BE49-F238E27FC236}">
                <a16:creationId xmlns:a16="http://schemas.microsoft.com/office/drawing/2014/main" id="{78381614-D94F-4554-8F09-BA07540D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9124950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cache 생산 / 유지 + 요청 구성 / 재검증 포함</a:t>
            </a:r>
          </a:p>
        </p:txBody>
      </p:sp>
      <p:sp>
        <p:nvSpPr>
          <p:cNvPr id="65" name="dp45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F2A0B2AC-B868-496F-B9A8-CC9C7E33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9124950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초기 / 갱신 / backfill / 미사용 생산 포함; 고정 우열 없음</a:t>
            </a:r>
          </a:p>
        </p:txBody>
      </p:sp>
      <p:sp>
        <p:nvSpPr>
          <p:cNvPr id="66" name="dp45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85FBBBA7-6763-4409-854F-191EC453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353550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7" name="dp45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255B84A2-CBEB-4CB4-A3FA-11BFF8E2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401175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변경 용이성</a:t>
            </a:r>
          </a:p>
        </p:txBody>
      </p:sp>
      <p:sp>
        <p:nvSpPr>
          <p:cNvPr id="68" name="dp45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3348C2E4-5CB9-446C-925D-5A5CE93A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9401175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adapter로 국소화; cache schema 변경은 무효화</a:t>
            </a:r>
          </a:p>
        </p:txBody>
      </p:sp>
      <p:sp>
        <p:nvSpPr>
          <p:cNvPr id="69" name="dp45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A2D84E23-A1FB-46D9-B535-6AC1A0FA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9401175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형식은 adapter; 관계 의미는 schema / 재생산 / 독자 변경</a:t>
            </a:r>
          </a:p>
        </p:txBody>
      </p:sp>
      <p:sp>
        <p:nvSpPr>
          <p:cNvPr id="70" name="dp45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7F0041CD-53E0-4E14-97F7-4BFDCF61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715500"/>
            <a:ext cx="175260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미선정 / 미측정. A cache의 같은 효과는 B 고유 이익을 줄인다. B+ 원본 조합 우회는 명시적 혼합안.</a:t>
            </a:r>
          </a:p>
        </p:txBody>
      </p:sp>
      <p:sp>
        <p:nvSpPr>
          <p:cNvPr id="71" name="dp45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CD7DB5C5-EEEC-447E-9F4B-0B66A443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963150"/>
            <a:ext cx="175260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Reference (§9): A LangChain Retrieval / B LangMem Background + Memory API / 실행 Delayed Processing / 연결 참고 Mem0 Graph (typed 관계 증거 아님)</a:t>
            </a:r>
          </a:p>
        </p:txBody>
      </p:sp>
      <p:sp>
        <p:nvSpPr>
          <p:cNvPr id="72" name="dp45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95C75D48-2BD9-40A3-A600-E8AD18CE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163175"/>
            <a:ext cx="17526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공식 메커니즘 선례 / VIA 구현 / 성능 증거 아님 / 실행 / 서비스 경계 추가 없음</a:t>
            </a:r>
          </a:p>
        </p:txBody>
      </p:sp>
      <p:sp>
        <p:nvSpPr>
          <p:cNvPr id="73" name="dp45-comparison / n71">
            <a:extLst xmlns:a="http://schemas.openxmlformats.org/drawingml/2006/main">
              <a:ext uri="{FF2B5EF4-FFF2-40B4-BE49-F238E27FC236}">
                <a16:creationId xmlns:a16="http://schemas.microsoft.com/office/drawing/2014/main" id="{C51F700C-6CF7-4C10-8981-90B53DBB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" y="2615565"/>
            <a:ext cx="2085975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74" name="dp45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8D16CD39-5EAC-4799-8D4D-13E26522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238" y="2713223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5" name="dp45-comparison / n73">
            <a:extLst xmlns:a="http://schemas.openxmlformats.org/drawingml/2006/main">
              <a:ext uri="{FF2B5EF4-FFF2-40B4-BE49-F238E27FC236}">
                <a16:creationId xmlns:a16="http://schemas.microsoft.com/office/drawing/2014/main" id="{3F1E4464-F999-4643-AE96-0A094557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398" y="2615565"/>
            <a:ext cx="1946910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76" name="dp45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8B2A397C-BDD5-4362-9109-5E61E261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070" y="2713223"/>
            <a:ext cx="1849565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77" name="dp45-comparison / n75">
            <a:extLst xmlns:a="http://schemas.openxmlformats.org/drawingml/2006/main">
              <a:ext uri="{FF2B5EF4-FFF2-40B4-BE49-F238E27FC236}">
                <a16:creationId xmlns:a16="http://schemas.microsoft.com/office/drawing/2014/main" id="{F1C4E073-E613-4C15-9056-FBC19A74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5165" y="2615565"/>
            <a:ext cx="2155508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78" name="dp45-comparison / n76 / text 1">
            <a:extLst xmlns:a="http://schemas.openxmlformats.org/drawingml/2006/main">
              <a:ext uri="{FF2B5EF4-FFF2-40B4-BE49-F238E27FC236}">
                <a16:creationId xmlns:a16="http://schemas.microsoft.com/office/drawing/2014/main" id="{53DCF274-FDCB-4E37-8AF9-D09B6DC6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3838" y="2713223"/>
            <a:ext cx="2058162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79" name="dp45-comparison / n77">
            <a:extLst xmlns:a="http://schemas.openxmlformats.org/drawingml/2006/main">
              <a:ext uri="{FF2B5EF4-FFF2-40B4-BE49-F238E27FC236}">
                <a16:creationId xmlns:a16="http://schemas.microsoft.com/office/drawing/2014/main" id="{86BD21AE-0347-402A-B80C-5FDC4426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5735" y="3693319"/>
            <a:ext cx="5249704" cy="28508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0" name="dp45-comparison / n78 / text 1">
            <a:extLst xmlns:a="http://schemas.openxmlformats.org/drawingml/2006/main">
              <a:ext uri="{FF2B5EF4-FFF2-40B4-BE49-F238E27FC236}">
                <a16:creationId xmlns:a16="http://schemas.microsoft.com/office/drawing/2014/main" id="{32015FE7-EB50-436C-A6F8-A8DE7B8A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174" y="3755898"/>
            <a:ext cx="5082826" cy="252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6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6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81" name="dp45-comparison / n79">
            <a:extLst xmlns:a="http://schemas.openxmlformats.org/drawingml/2006/main">
              <a:ext uri="{FF2B5EF4-FFF2-40B4-BE49-F238E27FC236}">
                <a16:creationId xmlns:a16="http://schemas.microsoft.com/office/drawing/2014/main" id="{4A20D37F-FC96-4840-970C-B12E32E0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" y="5674995"/>
            <a:ext cx="2085975" cy="3476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2" name="dp45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38EC9151-030A-438A-934F-D0264249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238" y="5755270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83" name="dp45-comparison / n81">
            <a:extLst xmlns:a="http://schemas.openxmlformats.org/drawingml/2006/main">
              <a:ext uri="{FF2B5EF4-FFF2-40B4-BE49-F238E27FC236}">
                <a16:creationId xmlns:a16="http://schemas.microsoft.com/office/drawing/2014/main" id="{BADBF9B3-F409-4E5C-B31B-EBBD82EF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" y="6822281"/>
            <a:ext cx="2085975" cy="312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4" name="dp45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728B4478-6950-4546-979C-488906C2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238" y="6885173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85" name="dp45-comparison / n83">
            <a:extLst xmlns:a="http://schemas.openxmlformats.org/drawingml/2006/main">
              <a:ext uri="{FF2B5EF4-FFF2-40B4-BE49-F238E27FC236}">
                <a16:creationId xmlns:a16="http://schemas.microsoft.com/office/drawing/2014/main" id="{9D08094A-51E9-4EA5-A0FC-9617BAF5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2930" y="6822281"/>
            <a:ext cx="1738313" cy="312896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6" name="dp45-comparison / n84 / text 1">
            <a:extLst xmlns:a="http://schemas.openxmlformats.org/drawingml/2006/main">
              <a:ext uri="{FF2B5EF4-FFF2-40B4-BE49-F238E27FC236}">
                <a16:creationId xmlns:a16="http://schemas.microsoft.com/office/drawing/2014/main" id="{0C8454EF-B201-4A75-A9BF-649D3F52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1603" y="6885173"/>
            <a:ext cx="1640967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87" name="dp45-comparison / n85">
            <a:extLst xmlns:a="http://schemas.openxmlformats.org/drawingml/2006/main">
              <a:ext uri="{FF2B5EF4-FFF2-40B4-BE49-F238E27FC236}">
                <a16:creationId xmlns:a16="http://schemas.microsoft.com/office/drawing/2014/main" id="{7F4A3523-C8EE-482B-BE29-B68F3E65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28" y="6140863"/>
            <a:ext cx="1668780" cy="3198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8" name="dp45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F6CCB1D2-6838-4504-A92F-D84F11FD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1500" y="6243180"/>
            <a:ext cx="1571435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89" name="dp45-comparison / n95">
            <a:extLst xmlns:a="http://schemas.openxmlformats.org/drawingml/2006/main">
              <a:ext uri="{FF2B5EF4-FFF2-40B4-BE49-F238E27FC236}">
                <a16:creationId xmlns:a16="http://schemas.microsoft.com/office/drawing/2014/main" id="{40CEB053-5220-4D81-A6E7-DCDEFCD6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151" y="4159186"/>
            <a:ext cx="2085975" cy="382429"/>
          </a:xfrm>
          <a:prstGeom xmlns:a="http://schemas.openxmlformats.org/drawingml/2006/main" prst="roundRect">
            <a:avLst>
              <a:gd name="adj" fmla="val 19925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90" name="dp45-comparison / n96 / text 1">
            <a:extLst xmlns:a="http://schemas.openxmlformats.org/drawingml/2006/main">
              <a:ext uri="{FF2B5EF4-FFF2-40B4-BE49-F238E27FC236}">
                <a16:creationId xmlns:a16="http://schemas.microsoft.com/office/drawing/2014/main" id="{F2F81108-7776-46C1-98BD-7BA1CC06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4252777"/>
            <a:ext cx="1988630" cy="2419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1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1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Composer</a:t>
            </a:r>
          </a:p>
        </p:txBody>
      </p:sp>
      <p:sp>
        <p:nvSpPr>
          <p:cNvPr id="91" name="dp45-comparison / n97">
            <a:extLst xmlns:a="http://schemas.openxmlformats.org/drawingml/2006/main">
              <a:ext uri="{FF2B5EF4-FFF2-40B4-BE49-F238E27FC236}">
                <a16:creationId xmlns:a16="http://schemas.microsoft.com/office/drawing/2014/main" id="{0044D023-6B44-44A0-AD0D-155C0F11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398" y="5104829"/>
            <a:ext cx="1981676" cy="41719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92" name="dp45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67FEED5F-71B2-43D4-A00F-C1728C72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070" y="5255818"/>
            <a:ext cx="1884331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Source View Cache</a:t>
            </a:r>
          </a:p>
        </p:txBody>
      </p:sp>
      <p:sp>
        <p:nvSpPr>
          <p:cNvPr id="93" name="dp45-comparison / n99">
            <a:extLst xmlns:a="http://schemas.openxmlformats.org/drawingml/2006/main">
              <a:ext uri="{FF2B5EF4-FFF2-40B4-BE49-F238E27FC236}">
                <a16:creationId xmlns:a16="http://schemas.microsoft.com/office/drawing/2014/main" id="{D06BDF96-D70A-404F-A545-9608D2F8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5633" y="5104829"/>
            <a:ext cx="2051209" cy="41719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94" name="dp45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C792FABC-07D0-4D12-A34B-CF1AFE7E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4305" y="5259886"/>
            <a:ext cx="1953863" cy="201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9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9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Evidence Set</a:t>
            </a:r>
          </a:p>
        </p:txBody>
      </p:sp>
      <p:sp>
        <p:nvSpPr>
          <p:cNvPr id="95" name="dp45-comparison / n101 / path">
            <a:extLst xmlns:a="http://schemas.openxmlformats.org/drawingml/2006/main">
              <a:ext uri="{FF2B5EF4-FFF2-40B4-BE49-F238E27FC236}">
                <a16:creationId xmlns:a16="http://schemas.microsoft.com/office/drawing/2014/main" id="{FE9DC326-B374-4054-AA28-2FC4E41E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6020" y="2997994"/>
            <a:ext cx="3914680" cy="1161193"/>
          </a:xfrm>
          <a:custGeom xmlns:a="http://schemas.openxmlformats.org/drawingml/2006/main">
            <a:pathLst>
              <a:path w="3914680" h="1161193">
                <a:moveTo>
                  <a:pt x="3914680" y="1161193"/>
                </a:moveTo>
                <a:lnTo>
                  <a:pt x="0" y="116119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96" name="dp45-comparison / n101 / arrow">
            <a:extLst xmlns:a="http://schemas.openxmlformats.org/drawingml/2006/main">
              <a:ext uri="{FF2B5EF4-FFF2-40B4-BE49-F238E27FC236}">
                <a16:creationId xmlns:a16="http://schemas.microsoft.com/office/drawing/2014/main" id="{61719F52-DDEE-48F6-AD95-15B90198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545" y="2997994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97" name="dp45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A86D610C-8BCA-42E7-B415-4DAE455D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5085" y="2997994"/>
            <a:ext cx="3942493" cy="1161193"/>
          </a:xfrm>
          <a:custGeom xmlns:a="http://schemas.openxmlformats.org/drawingml/2006/main">
            <a:pathLst>
              <a:path w="3942493" h="1161193">
                <a:moveTo>
                  <a:pt x="0" y="0"/>
                </a:moveTo>
                <a:lnTo>
                  <a:pt x="0" y="1161193"/>
                </a:lnTo>
                <a:lnTo>
                  <a:pt x="3942493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98" name="dp45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378685FA-03F3-4F07-BB8B-A1E952C9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627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99" name="dp45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3DCC9897-FAA6-4DF9-9420-82D0F252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3156" y="2997994"/>
            <a:ext cx="2447544" cy="1161193"/>
          </a:xfrm>
          <a:custGeom xmlns:a="http://schemas.openxmlformats.org/drawingml/2006/main">
            <a:pathLst>
              <a:path w="2447544" h="1161193">
                <a:moveTo>
                  <a:pt x="2447544" y="1161193"/>
                </a:moveTo>
                <a:lnTo>
                  <a:pt x="0" y="1161193"/>
                </a:lnTo>
                <a:lnTo>
                  <a:pt x="0" y="0"/>
                </a:lnTo>
                <a:lnTo>
                  <a:pt x="1314164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00" name="dp45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A916D488-F06C-4E19-AFCE-722A076C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8369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1" name="dp45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1913B723-724D-42A7-ABFA-0856DA26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3156" y="2997994"/>
            <a:ext cx="2614422" cy="1161193"/>
          </a:xfrm>
          <a:custGeom xmlns:a="http://schemas.openxmlformats.org/drawingml/2006/main">
            <a:pathLst>
              <a:path w="2614422" h="1161193">
                <a:moveTo>
                  <a:pt x="1453229" y="0"/>
                </a:moveTo>
                <a:lnTo>
                  <a:pt x="0" y="0"/>
                </a:lnTo>
                <a:lnTo>
                  <a:pt x="0" y="1161193"/>
                </a:lnTo>
                <a:lnTo>
                  <a:pt x="2614422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02" name="dp45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F7E4A8CD-50D8-4FBC-95E6-7BDD6624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627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3" name="dp45-comparison / n105 / path">
            <a:extLst xmlns:a="http://schemas.openxmlformats.org/drawingml/2006/main">
              <a:ext uri="{FF2B5EF4-FFF2-40B4-BE49-F238E27FC236}">
                <a16:creationId xmlns:a16="http://schemas.microsoft.com/office/drawing/2014/main" id="{ED3F270F-8FA6-41BA-B358-3573F13F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0700" y="2997994"/>
            <a:ext cx="2892552" cy="1161193"/>
          </a:xfrm>
          <a:custGeom xmlns:a="http://schemas.openxmlformats.org/drawingml/2006/main">
            <a:pathLst>
              <a:path w="2892552" h="1161193">
                <a:moveTo>
                  <a:pt x="0" y="1161193"/>
                </a:moveTo>
                <a:lnTo>
                  <a:pt x="2892552" y="1161193"/>
                </a:lnTo>
                <a:lnTo>
                  <a:pt x="2892552" y="0"/>
                </a:lnTo>
                <a:lnTo>
                  <a:pt x="168268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04" name="dp45-comparison / n105 / arrow">
            <a:extLst xmlns:a="http://schemas.openxmlformats.org/drawingml/2006/main">
              <a:ext uri="{FF2B5EF4-FFF2-40B4-BE49-F238E27FC236}">
                <a16:creationId xmlns:a16="http://schemas.microsoft.com/office/drawing/2014/main" id="{EFB21E71-941A-49AF-B545-057EDECD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386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5" name="dp45-comparison / n106 / path">
            <a:extLst xmlns:a="http://schemas.openxmlformats.org/drawingml/2006/main">
              <a:ext uri="{FF2B5EF4-FFF2-40B4-BE49-F238E27FC236}">
                <a16:creationId xmlns:a16="http://schemas.microsoft.com/office/drawing/2014/main" id="{4F3C299D-9B3C-49F1-9F1F-05EACD372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7578" y="2997994"/>
            <a:ext cx="2725674" cy="1161193"/>
          </a:xfrm>
          <a:custGeom xmlns:a="http://schemas.openxmlformats.org/drawingml/2006/main">
            <a:pathLst>
              <a:path w="2725674" h="1161193">
                <a:moveTo>
                  <a:pt x="1654874" y="0"/>
                </a:moveTo>
                <a:lnTo>
                  <a:pt x="2725674" y="0"/>
                </a:lnTo>
                <a:lnTo>
                  <a:pt x="2725674" y="1161193"/>
                </a:lnTo>
                <a:lnTo>
                  <a:pt x="0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06" name="dp45-comparison / n106 / arrow">
            <a:extLst xmlns:a="http://schemas.openxmlformats.org/drawingml/2006/main">
              <a:ext uri="{FF2B5EF4-FFF2-40B4-BE49-F238E27FC236}">
                <a16:creationId xmlns:a16="http://schemas.microsoft.com/office/drawing/2014/main" id="{A0B31DCF-A345-4121-B747-3E7A504B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7578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7" name="dp45-comparison / n109 / path">
            <a:extLst xmlns:a="http://schemas.openxmlformats.org/drawingml/2006/main">
              <a:ext uri="{FF2B5EF4-FFF2-40B4-BE49-F238E27FC236}">
                <a16:creationId xmlns:a16="http://schemas.microsoft.com/office/drawing/2014/main" id="{231DD6FC-20BA-4344-8E8C-AB67DA5B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236" y="4350401"/>
            <a:ext cx="86916" cy="754428"/>
          </a:xfrm>
          <a:custGeom xmlns:a="http://schemas.openxmlformats.org/drawingml/2006/main">
            <a:pathLst>
              <a:path w="86916" h="754428">
                <a:moveTo>
                  <a:pt x="86916" y="0"/>
                </a:moveTo>
                <a:lnTo>
                  <a:pt x="86916" y="754428"/>
                </a:lnTo>
                <a:lnTo>
                  <a:pt x="0" y="75442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08" name="dp45-comparison / n109 / arrow">
            <a:extLst xmlns:a="http://schemas.openxmlformats.org/drawingml/2006/main">
              <a:ext uri="{FF2B5EF4-FFF2-40B4-BE49-F238E27FC236}">
                <a16:creationId xmlns:a16="http://schemas.microsoft.com/office/drawing/2014/main" id="{BE2FD1C7-25B7-436D-A891-3153388E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236" y="5080353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9" name="dp45-comparison / n110 / path">
            <a:extLst xmlns:a="http://schemas.openxmlformats.org/drawingml/2006/main">
              <a:ext uri="{FF2B5EF4-FFF2-40B4-BE49-F238E27FC236}">
                <a16:creationId xmlns:a16="http://schemas.microsoft.com/office/drawing/2014/main" id="{76C35040-3AE6-44DA-BA40-EC83B1B45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151" y="4433840"/>
            <a:ext cx="66056" cy="670989"/>
          </a:xfrm>
          <a:custGeom xmlns:a="http://schemas.openxmlformats.org/drawingml/2006/main">
            <a:pathLst>
              <a:path w="66056" h="670989">
                <a:moveTo>
                  <a:pt x="66056" y="670989"/>
                </a:moveTo>
                <a:lnTo>
                  <a:pt x="0" y="67098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10" name="dp45-comparison / n110 / arrow">
            <a:extLst xmlns:a="http://schemas.openxmlformats.org/drawingml/2006/main">
              <a:ext uri="{FF2B5EF4-FFF2-40B4-BE49-F238E27FC236}">
                <a16:creationId xmlns:a16="http://schemas.microsoft.com/office/drawing/2014/main" id="{4F203FA5-9412-44C5-BA67-2B8A78FC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6" y="4433840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1" name="dp45-comparison / n111 / path">
            <a:extLst xmlns:a="http://schemas.openxmlformats.org/drawingml/2006/main">
              <a:ext uri="{FF2B5EF4-FFF2-40B4-BE49-F238E27FC236}">
                <a16:creationId xmlns:a16="http://schemas.microsoft.com/office/drawing/2014/main" id="{2E318A6B-BC73-4278-B809-9A3585C3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126" y="4350401"/>
            <a:ext cx="504111" cy="754428"/>
          </a:xfrm>
          <a:custGeom xmlns:a="http://schemas.openxmlformats.org/drawingml/2006/main">
            <a:pathLst>
              <a:path w="504111" h="754428">
                <a:moveTo>
                  <a:pt x="0" y="0"/>
                </a:moveTo>
                <a:lnTo>
                  <a:pt x="0" y="754428"/>
                </a:lnTo>
                <a:lnTo>
                  <a:pt x="504111" y="75442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12" name="dp45-comparison / n111 / arrow">
            <a:extLst xmlns:a="http://schemas.openxmlformats.org/drawingml/2006/main">
              <a:ext uri="{FF2B5EF4-FFF2-40B4-BE49-F238E27FC236}">
                <a16:creationId xmlns:a16="http://schemas.microsoft.com/office/drawing/2014/main" id="{F8208419-025E-482A-8EC5-05D3D42C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2286" y="5080353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3" name="dp45-comparison / n120 / path">
            <a:extLst xmlns:a="http://schemas.openxmlformats.org/drawingml/2006/main">
              <a:ext uri="{FF2B5EF4-FFF2-40B4-BE49-F238E27FC236}">
                <a16:creationId xmlns:a16="http://schemas.microsoft.com/office/drawing/2014/main" id="{2D048ECD-E156-478A-8424-CF5D5104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2911078"/>
            <a:ext cx="764857" cy="2402348"/>
          </a:xfrm>
          <a:custGeom xmlns:a="http://schemas.openxmlformats.org/drawingml/2006/main">
            <a:pathLst>
              <a:path w="764857" h="2402348">
                <a:moveTo>
                  <a:pt x="0" y="0"/>
                </a:moveTo>
                <a:lnTo>
                  <a:pt x="0" y="2402348"/>
                </a:lnTo>
                <a:lnTo>
                  <a:pt x="764857" y="240234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14" name="dp45-comparison / n120 / arrow">
            <a:extLst xmlns:a="http://schemas.openxmlformats.org/drawingml/2006/main">
              <a:ext uri="{FF2B5EF4-FFF2-40B4-BE49-F238E27FC236}">
                <a16:creationId xmlns:a16="http://schemas.microsoft.com/office/drawing/2014/main" id="{6780421E-E6F7-4AA8-B4A5-6C5C2DBC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447" y="528895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5" name="dp45-comparison / n123 / path">
            <a:extLst xmlns:a="http://schemas.openxmlformats.org/drawingml/2006/main">
              <a:ext uri="{FF2B5EF4-FFF2-40B4-BE49-F238E27FC236}">
                <a16:creationId xmlns:a16="http://schemas.microsoft.com/office/drawing/2014/main" id="{F6CE8501-6388-416A-93AE-F436DDE9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2723340"/>
            <a:ext cx="1842611" cy="1557528"/>
          </a:xfrm>
          <a:custGeom xmlns:a="http://schemas.openxmlformats.org/drawingml/2006/main">
            <a:pathLst>
              <a:path w="1842611" h="1557528">
                <a:moveTo>
                  <a:pt x="0" y="0"/>
                </a:moveTo>
                <a:lnTo>
                  <a:pt x="0" y="1557528"/>
                </a:lnTo>
                <a:lnTo>
                  <a:pt x="1842611" y="155752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16" name="dp45-comparison / n123 / arrow">
            <a:extLst xmlns:a="http://schemas.openxmlformats.org/drawingml/2006/main">
              <a:ext uri="{FF2B5EF4-FFF2-40B4-BE49-F238E27FC236}">
                <a16:creationId xmlns:a16="http://schemas.microsoft.com/office/drawing/2014/main" id="{B34DDFA8-4CCA-413F-AB04-F81C60A8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2200" y="4256393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7" name="dp45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8EF64041-1146-4EF6-BB4F-E48788D5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2890218"/>
            <a:ext cx="1842611" cy="1529715"/>
          </a:xfrm>
          <a:custGeom xmlns:a="http://schemas.openxmlformats.org/drawingml/2006/main">
            <a:pathLst>
              <a:path w="1842611" h="1529715">
                <a:moveTo>
                  <a:pt x="1842611" y="1529715"/>
                </a:moveTo>
                <a:lnTo>
                  <a:pt x="0" y="152971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18" name="dp45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46652C6A-4929-459A-B7E4-6F6A50BF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065" y="28902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9" name="dp45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EAD6339D-A874-4CC3-94E6-F4C384AA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" y="2744200"/>
            <a:ext cx="953" cy="3042047"/>
          </a:xfrm>
          <a:custGeom xmlns:a="http://schemas.openxmlformats.org/drawingml/2006/main">
            <a:pathLst>
              <a:path w="953" h="3042047">
                <a:moveTo>
                  <a:pt x="0" y="0"/>
                </a:moveTo>
                <a:lnTo>
                  <a:pt x="0" y="3042047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20" name="dp45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6D8637DC-2E6C-4514-9CBE-A19C337B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8090" y="5737296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1" name="dp45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B44B9835-E584-46C5-AB55-E5E1DC38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2973657"/>
            <a:ext cx="953" cy="2958608"/>
          </a:xfrm>
          <a:custGeom xmlns:a="http://schemas.openxmlformats.org/drawingml/2006/main">
            <a:pathLst>
              <a:path w="953" h="2958608">
                <a:moveTo>
                  <a:pt x="0" y="295860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22" name="dp45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3441F8B3-873D-45EB-8A0E-8D0CF1E7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065" y="2973657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3" name="dp45-comparison / n133 / path">
            <a:extLst xmlns:a="http://schemas.openxmlformats.org/drawingml/2006/main">
              <a:ext uri="{FF2B5EF4-FFF2-40B4-BE49-F238E27FC236}">
                <a16:creationId xmlns:a16="http://schemas.microsoft.com/office/drawing/2014/main" id="{20D1A4CA-202D-4CF2-8548-B960F692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5553" y="2615565"/>
            <a:ext cx="5597366" cy="953"/>
          </a:xfrm>
          <a:custGeom xmlns:a="http://schemas.openxmlformats.org/drawingml/2006/main">
            <a:pathLst>
              <a:path w="5597366" h="953">
                <a:moveTo>
                  <a:pt x="0" y="0"/>
                </a:moveTo>
                <a:lnTo>
                  <a:pt x="55973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24" name="dp45-comparison / n133 / arrow">
            <a:extLst xmlns:a="http://schemas.openxmlformats.org/drawingml/2006/main">
              <a:ext uri="{FF2B5EF4-FFF2-40B4-BE49-F238E27FC236}">
                <a16:creationId xmlns:a16="http://schemas.microsoft.com/office/drawing/2014/main" id="{2944B5B7-8353-43BF-9FB3-2B5E3E00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3968" y="259109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5" name="dp45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C0FF3DAD-E109-4451-9CE4-CB0692D5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7423" y="2997994"/>
            <a:ext cx="5145405" cy="3302794"/>
          </a:xfrm>
          <a:custGeom xmlns:a="http://schemas.openxmlformats.org/drawingml/2006/main">
            <a:pathLst>
              <a:path w="5145405" h="3302794">
                <a:moveTo>
                  <a:pt x="0" y="0"/>
                </a:moveTo>
                <a:lnTo>
                  <a:pt x="1675733" y="0"/>
                </a:lnTo>
                <a:lnTo>
                  <a:pt x="1675733" y="3302794"/>
                </a:lnTo>
                <a:lnTo>
                  <a:pt x="5145405" y="3302794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26" name="dp45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A7355524-DE52-44A3-95EA-F15CB4EA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877" y="627631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7" name="dp45-comparison / n137 / path">
            <a:extLst xmlns:a="http://schemas.openxmlformats.org/drawingml/2006/main">
              <a:ext uri="{FF2B5EF4-FFF2-40B4-BE49-F238E27FC236}">
                <a16:creationId xmlns:a16="http://schemas.microsoft.com/office/drawing/2014/main" id="{8468960B-C033-484F-887A-D1C616B6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254" y="2997994"/>
            <a:ext cx="4971574" cy="3386233"/>
          </a:xfrm>
          <a:custGeom xmlns:a="http://schemas.openxmlformats.org/drawingml/2006/main">
            <a:pathLst>
              <a:path w="4971574" h="3386233">
                <a:moveTo>
                  <a:pt x="4971574" y="3386233"/>
                </a:moveTo>
                <a:lnTo>
                  <a:pt x="1209865" y="3386233"/>
                </a:lnTo>
                <a:lnTo>
                  <a:pt x="12098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28" name="dp45-comparison / n137 / arrow">
            <a:extLst xmlns:a="http://schemas.openxmlformats.org/drawingml/2006/main">
              <a:ext uri="{FF2B5EF4-FFF2-40B4-BE49-F238E27FC236}">
                <a16:creationId xmlns:a16="http://schemas.microsoft.com/office/drawing/2014/main" id="{DB1B713F-2663-4CDC-B389-1F8F24C9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254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9" name="dp45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AACC041C-1A19-4688-B59E-92F215CA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5553" y="6022658"/>
            <a:ext cx="953" cy="799624"/>
          </a:xfrm>
          <a:custGeom xmlns:a="http://schemas.openxmlformats.org/drawingml/2006/main">
            <a:pathLst>
              <a:path w="953" h="799624">
                <a:moveTo>
                  <a:pt x="0" y="0"/>
                </a:moveTo>
                <a:lnTo>
                  <a:pt x="0" y="799624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30" name="dp45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076A8A3E-C137-455B-9FE5-8211BD62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1077" y="677333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31" name="dp45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2A078610-2876-4CF5-B5E1-0F8C758E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384" y="6022658"/>
            <a:ext cx="953" cy="799624"/>
          </a:xfrm>
          <a:custGeom xmlns:a="http://schemas.openxmlformats.org/drawingml/2006/main">
            <a:pathLst>
              <a:path w="953" h="799624">
                <a:moveTo>
                  <a:pt x="0" y="79962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32" name="dp45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66B6F700-5C1B-439D-B0F3-EE14F3D0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908" y="602265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33" name="dp45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3671B8BC-3EBD-4D20-A83B-3CE8391D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6978729"/>
            <a:ext cx="834390" cy="953"/>
          </a:xfrm>
          <a:custGeom xmlns:a="http://schemas.openxmlformats.org/drawingml/2006/main">
            <a:pathLst>
              <a:path w="834390" h="953">
                <a:moveTo>
                  <a:pt x="0" y="0"/>
                </a:moveTo>
                <a:lnTo>
                  <a:pt x="8343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34" name="dp45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EE8D3D2B-A34A-4803-9A83-91B3E79B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979" y="6954254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35" name="dp45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8F0D50FB-780C-43D2-8BB6-218EAEF7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7062168"/>
            <a:ext cx="834390" cy="953"/>
          </a:xfrm>
          <a:custGeom xmlns:a="http://schemas.openxmlformats.org/drawingml/2006/main">
            <a:pathLst>
              <a:path w="834390" h="953">
                <a:moveTo>
                  <a:pt x="83439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36" name="dp45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F0FEEADB-11AD-4741-A5AB-0B250969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7037693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37" name="dp45-comparison / n87">
            <a:extLst xmlns:a="http://schemas.openxmlformats.org/drawingml/2006/main">
              <a:ext uri="{FF2B5EF4-FFF2-40B4-BE49-F238E27FC236}">
                <a16:creationId xmlns:a16="http://schemas.microsoft.com/office/drawing/2014/main" id="{0D8E8805-9247-4C85-8195-4708621C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3039713"/>
            <a:ext cx="1432091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p45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2DD70BFD-58EF-435E-9327-D1A27925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3046667"/>
            <a:ext cx="208597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C20: 입력 / 확정 정정</a:t>
            </a:r>
          </a:p>
        </p:txBody>
      </p:sp>
      <p:sp>
        <p:nvSpPr>
          <p:cNvPr id="139" name="dp45-comparison / n88 / text 2">
            <a:extLst xmlns:a="http://schemas.openxmlformats.org/drawingml/2006/main">
              <a:ext uri="{FF2B5EF4-FFF2-40B4-BE49-F238E27FC236}">
                <a16:creationId xmlns:a16="http://schemas.microsoft.com/office/drawing/2014/main" id="{D537FFA1-57D9-4C32-AB2E-78900251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3211876"/>
            <a:ext cx="208597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C23/R23: 현재 요청</a:t>
            </a:r>
          </a:p>
        </p:txBody>
      </p:sp>
      <p:sp>
        <p:nvSpPr>
          <p:cNvPr id="140" name="dp45-comparison / n89">
            <a:extLst xmlns:a="http://schemas.openxmlformats.org/drawingml/2006/main">
              <a:ext uri="{FF2B5EF4-FFF2-40B4-BE49-F238E27FC236}">
                <a16:creationId xmlns:a16="http://schemas.microsoft.com/office/drawing/2014/main" id="{44D12935-E860-41AC-BB22-EB0CA5C4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4257" y="3039713"/>
            <a:ext cx="1286908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p45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5BF9C12E-07B3-4C25-8DEB-9FF51E04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164" y="3046667"/>
            <a:ext cx="1946910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E20: 설명 원본</a:t>
            </a:r>
          </a:p>
        </p:txBody>
      </p:sp>
      <p:sp>
        <p:nvSpPr>
          <p:cNvPr id="142" name="dp45-comparison / n90 / text 2">
            <a:extLst xmlns:a="http://schemas.openxmlformats.org/drawingml/2006/main">
              <a:ext uri="{FF2B5EF4-FFF2-40B4-BE49-F238E27FC236}">
                <a16:creationId xmlns:a16="http://schemas.microsoft.com/office/drawing/2014/main" id="{AA347A0E-75FD-4204-85AD-74BF9FF6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164" y="3211876"/>
            <a:ext cx="1946910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P20: 실제 전달 구간</a:t>
            </a:r>
          </a:p>
        </p:txBody>
      </p:sp>
      <p:sp>
        <p:nvSpPr>
          <p:cNvPr id="143" name="dp45-comparison / n91">
            <a:extLst xmlns:a="http://schemas.openxmlformats.org/drawingml/2006/main">
              <a:ext uri="{FF2B5EF4-FFF2-40B4-BE49-F238E27FC236}">
                <a16:creationId xmlns:a16="http://schemas.microsoft.com/office/drawing/2014/main" id="{BD8C6AC2-C300-4C8E-BCD5-2DD28277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6025" y="3039713"/>
            <a:ext cx="1189284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p45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10E9D737-0EA9-4675-B918-011FDDFB9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9931" y="3046667"/>
            <a:ext cx="2155508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C21/T21 → D21@v2</a:t>
            </a:r>
          </a:p>
        </p:txBody>
      </p:sp>
      <p:sp>
        <p:nvSpPr>
          <p:cNvPr id="145" name="dp45-comparison / n92 / text 2">
            <a:extLst xmlns:a="http://schemas.openxmlformats.org/drawingml/2006/main">
              <a:ext uri="{FF2B5EF4-FFF2-40B4-BE49-F238E27FC236}">
                <a16:creationId xmlns:a16="http://schemas.microsoft.com/office/drawing/2014/main" id="{46151155-C055-41E5-A8C7-319098FC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9931" y="3211876"/>
            <a:ext cx="2155508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C22/T22 → D22@v1</a:t>
            </a:r>
          </a:p>
        </p:txBody>
      </p:sp>
      <p:sp>
        <p:nvSpPr>
          <p:cNvPr id="146" name="dp45-comparison / n93">
            <a:extLst xmlns:a="http://schemas.openxmlformats.org/drawingml/2006/main">
              <a:ext uri="{FF2B5EF4-FFF2-40B4-BE49-F238E27FC236}">
                <a16:creationId xmlns:a16="http://schemas.microsoft.com/office/drawing/2014/main" id="{9B2D9EE0-4A35-45FB-9412-57D095C9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921" y="5827967"/>
            <a:ext cx="1642358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p45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A95483E9-B764-494A-99A5-AF69F369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28" y="5834920"/>
            <a:ext cx="172440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명시 저장 / 삭제만</a:t>
            </a:r>
          </a:p>
        </p:txBody>
      </p:sp>
      <p:sp>
        <p:nvSpPr>
          <p:cNvPr id="148" name="dp45-comparison / n94 / text 2">
            <a:extLst xmlns:a="http://schemas.openxmlformats.org/drawingml/2006/main">
              <a:ext uri="{FF2B5EF4-FFF2-40B4-BE49-F238E27FC236}">
                <a16:creationId xmlns:a16="http://schemas.microsoft.com/office/drawing/2014/main" id="{B878C013-A655-4B01-B93D-6EBB1108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28" y="5972594"/>
            <a:ext cx="172440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지속 관리, 자동 선호 추출 금지</a:t>
            </a:r>
          </a:p>
        </p:txBody>
      </p:sp>
      <p:sp>
        <p:nvSpPr>
          <p:cNvPr id="149" name="dp45-comparison / n107">
            <a:extLst xmlns:a="http://schemas.openxmlformats.org/drawingml/2006/main">
              <a:ext uri="{FF2B5EF4-FFF2-40B4-BE49-F238E27FC236}">
                <a16:creationId xmlns:a16="http://schemas.microsoft.com/office/drawing/2014/main" id="{45DC0084-DCCA-4C61-8454-49141EAD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7454" y="3477768"/>
            <a:ext cx="3914402" cy="1768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p45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94DB7CE6-670F-41D8-B116-21FA994A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361" y="3484721"/>
            <a:ext cx="5145405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owner 범위 읽기 ↑ / 원문 / 발췌 / 참조 / revision / 누락 ↓</a:t>
            </a:r>
          </a:p>
        </p:txBody>
      </p:sp>
      <p:sp>
        <p:nvSpPr>
          <p:cNvPr id="151" name="dp45-comparison / n112">
            <a:extLst xmlns:a="http://schemas.openxmlformats.org/drawingml/2006/main">
              <a:ext uri="{FF2B5EF4-FFF2-40B4-BE49-F238E27FC236}">
                <a16:creationId xmlns:a16="http://schemas.microsoft.com/office/drawing/2014/main" id="{5BC44846-481F-46D7-9598-AFE58EB4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725" y="4694587"/>
            <a:ext cx="3014095" cy="1860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p45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65ADA26A-5D2F-4AEE-B051-0357252B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631" y="4701540"/>
            <a:ext cx="4797743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유효 cache 재사용 / 4 이번 요청의 근거 기록</a:t>
            </a:r>
          </a:p>
        </p:txBody>
      </p:sp>
      <p:sp>
        <p:nvSpPr>
          <p:cNvPr id="153" name="dp45-comparison / n114">
            <a:extLst xmlns:a="http://schemas.openxmlformats.org/drawingml/2006/main">
              <a:ext uri="{FF2B5EF4-FFF2-40B4-BE49-F238E27FC236}">
                <a16:creationId xmlns:a16="http://schemas.microsoft.com/office/drawing/2014/main" id="{B07DEF59-0BC0-4600-9583-408D7B26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491" y="5577649"/>
            <a:ext cx="1670866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p45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2C9C001F-382D-4B6B-AA1C-7C3404A4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398" y="5584603"/>
            <a:ext cx="2016443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요약 / index / 관계 cache</a:t>
            </a:r>
          </a:p>
        </p:txBody>
      </p:sp>
      <p:sp>
        <p:nvSpPr>
          <p:cNvPr id="155" name="dp45-comparison / n115 / text 2">
            <a:extLst xmlns:a="http://schemas.openxmlformats.org/drawingml/2006/main">
              <a:ext uri="{FF2B5EF4-FFF2-40B4-BE49-F238E27FC236}">
                <a16:creationId xmlns:a16="http://schemas.microsoft.com/office/drawing/2014/main" id="{FE49A70B-0504-4D81-8ED9-2665ACB8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398" y="5740634"/>
            <a:ext cx="2016443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재사용 수명, 부분 갱신 가능</a:t>
            </a:r>
          </a:p>
        </p:txBody>
      </p:sp>
      <p:sp>
        <p:nvSpPr>
          <p:cNvPr id="156" name="dp45-comparison / n116">
            <a:extLst xmlns:a="http://schemas.openxmlformats.org/drawingml/2006/main">
              <a:ext uri="{FF2B5EF4-FFF2-40B4-BE49-F238E27FC236}">
                <a16:creationId xmlns:a16="http://schemas.microsoft.com/office/drawing/2014/main" id="{DF0070E1-6355-4B30-809D-06288E2F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492" y="5515070"/>
            <a:ext cx="1527629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p45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A216EFE8-9BCA-4592-9253-FA26DF94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399" y="5522024"/>
            <a:ext cx="2016443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R23 발췌 / 참조 / 읽은 범위</a:t>
            </a:r>
          </a:p>
        </p:txBody>
      </p:sp>
      <p:sp>
        <p:nvSpPr>
          <p:cNvPr id="158" name="dp45-comparison / n117 / text 2">
            <a:extLst xmlns:a="http://schemas.openxmlformats.org/drawingml/2006/main">
              <a:ext uri="{FF2B5EF4-FFF2-40B4-BE49-F238E27FC236}">
                <a16:creationId xmlns:a16="http://schemas.microsoft.com/office/drawing/2014/main" id="{3C7D871F-53F0-4154-B812-B219E6B4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399" y="5659698"/>
            <a:ext cx="2016443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수명, 실행 Module 아님</a:t>
            </a:r>
          </a:p>
        </p:txBody>
      </p:sp>
      <p:sp>
        <p:nvSpPr>
          <p:cNvPr id="159" name="dp45-comparison / n118">
            <a:extLst xmlns:a="http://schemas.openxmlformats.org/drawingml/2006/main">
              <a:ext uri="{FF2B5EF4-FFF2-40B4-BE49-F238E27FC236}">
                <a16:creationId xmlns:a16="http://schemas.microsoft.com/office/drawing/2014/main" id="{4452F09E-4C17-4980-9E84-D6F95D16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725" y="6293834"/>
            <a:ext cx="1926189" cy="1768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p45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FD04ABA7-1CF7-4E83-AD71-F562330A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631" y="6300788"/>
            <a:ext cx="2989898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추가 읽기 / 과거 해석은 필요 시</a:t>
            </a:r>
          </a:p>
        </p:txBody>
      </p:sp>
      <p:sp>
        <p:nvSpPr>
          <p:cNvPr id="161" name="dp45-comparison / n121">
            <a:extLst xmlns:a="http://schemas.openxmlformats.org/drawingml/2006/main">
              <a:ext uri="{FF2B5EF4-FFF2-40B4-BE49-F238E27FC236}">
                <a16:creationId xmlns:a16="http://schemas.microsoft.com/office/drawing/2014/main" id="{93C97AE0-B75C-4170-952C-F00EE5AA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4764119"/>
            <a:ext cx="1621220" cy="488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p45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9C66FF48-D86B-4078-BAB9-071E6B78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477107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변경 / EvidenceDispute</a:t>
            </a:r>
          </a:p>
        </p:txBody>
      </p:sp>
      <p:sp>
        <p:nvSpPr>
          <p:cNvPr id="163" name="dp45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7A6C1075-63FE-492A-912B-F4ECA3F5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492710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→ 즉시 해당 파생 버전 차단</a:t>
            </a:r>
          </a:p>
        </p:txBody>
      </p:sp>
      <p:sp>
        <p:nvSpPr>
          <p:cNvPr id="164" name="dp45-comparison / n122 / text 3">
            <a:extLst xmlns:a="http://schemas.openxmlformats.org/drawingml/2006/main">
              <a:ext uri="{FF2B5EF4-FFF2-40B4-BE49-F238E27FC236}">
                <a16:creationId xmlns:a16="http://schemas.microsoft.com/office/drawing/2014/main" id="{1DBD9C8B-A188-4D3A-B9F1-5AE126C5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508313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→ 원본 재검증 / 부분 갱신</a:t>
            </a:r>
          </a:p>
        </p:txBody>
      </p:sp>
      <p:sp>
        <p:nvSpPr>
          <p:cNvPr id="165" name="dp45-comparison / n125">
            <a:extLst xmlns:a="http://schemas.openxmlformats.org/drawingml/2006/main">
              <a:ext uri="{FF2B5EF4-FFF2-40B4-BE49-F238E27FC236}">
                <a16:creationId xmlns:a16="http://schemas.microsoft.com/office/drawing/2014/main" id="{1C30EDE8-2C1C-42CA-A849-7CB692BB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3825431"/>
            <a:ext cx="2398871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p45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987E5E2A-B579-4BF9-9C1B-582E244F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383238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EvidenceQuery →</a:t>
            </a:r>
          </a:p>
        </p:txBody>
      </p:sp>
      <p:sp>
        <p:nvSpPr>
          <p:cNvPr id="167" name="dp45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9C906504-8C5C-442C-9886-DB466C00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3988415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목적 / 권한 / 과거 후보 / 원문 조건 / 예산</a:t>
            </a:r>
          </a:p>
        </p:txBody>
      </p:sp>
      <p:sp>
        <p:nvSpPr>
          <p:cNvPr id="168" name="dp45-comparison / n127">
            <a:extLst xmlns:a="http://schemas.openxmlformats.org/drawingml/2006/main">
              <a:ext uri="{FF2B5EF4-FFF2-40B4-BE49-F238E27FC236}">
                <a16:creationId xmlns:a16="http://schemas.microsoft.com/office/drawing/2014/main" id="{63DCD861-80B5-4E21-865F-C5D8D2BE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4312158"/>
            <a:ext cx="2221702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p45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23874395-AA40-4D34-AA0D-71C5D858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4319111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← EvidenceBundle + query receipt</a:t>
            </a:r>
          </a:p>
        </p:txBody>
      </p:sp>
      <p:sp>
        <p:nvSpPr>
          <p:cNvPr id="170" name="dp45-comparison / n128 / text 2">
            <a:extLst xmlns:a="http://schemas.openxmlformats.org/drawingml/2006/main">
              <a:ext uri="{FF2B5EF4-FFF2-40B4-BE49-F238E27FC236}">
                <a16:creationId xmlns:a16="http://schemas.microsoft.com/office/drawing/2014/main" id="{3BECF7B2-7E69-4FDF-9ACA-DAB12AD4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4475142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출처 / 버전 / 누락 범위</a:t>
            </a:r>
          </a:p>
        </p:txBody>
      </p:sp>
      <p:sp>
        <p:nvSpPr>
          <p:cNvPr id="171" name="dp45-comparison / n131">
            <a:extLst xmlns:a="http://schemas.openxmlformats.org/drawingml/2006/main">
              <a:ext uri="{FF2B5EF4-FFF2-40B4-BE49-F238E27FC236}">
                <a16:creationId xmlns:a16="http://schemas.microsoft.com/office/drawing/2014/main" id="{2ADD2CF5-6D1C-4879-AC8E-FF6C99C7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5410771"/>
            <a:ext cx="2042865" cy="1493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p45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9DFA379D-2830-4BA1-809A-2A16746A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5417725"/>
            <a:ext cx="2364105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 + 근거 ↓ / 의미 / 추가 조회 제안 ↑</a:t>
            </a:r>
          </a:p>
        </p:txBody>
      </p:sp>
      <p:sp>
        <p:nvSpPr>
          <p:cNvPr id="173" name="dp45-comparison / n134">
            <a:extLst xmlns:a="http://schemas.openxmlformats.org/drawingml/2006/main">
              <a:ext uri="{FF2B5EF4-FFF2-40B4-BE49-F238E27FC236}">
                <a16:creationId xmlns:a16="http://schemas.microsoft.com/office/drawing/2014/main" id="{75282257-BB05-46E9-A374-DC055339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361" y="2365248"/>
            <a:ext cx="3661303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p45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DDC1D78A-2331-457A-9E37-8E09D8FC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5268" y="2372201"/>
            <a:ext cx="5180171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 T23 위임 Context → / 진행 / 질문 / 결과는 대화에 연결</a:t>
            </a:r>
          </a:p>
        </p:txBody>
      </p:sp>
      <p:sp>
        <p:nvSpPr>
          <p:cNvPr id="175" name="dp45-comparison / n138">
            <a:extLst xmlns:a="http://schemas.openxmlformats.org/drawingml/2006/main">
              <a:ext uri="{FF2B5EF4-FFF2-40B4-BE49-F238E27FC236}">
                <a16:creationId xmlns:a16="http://schemas.microsoft.com/office/drawing/2014/main" id="{ED5F04AD-AC9F-4028-9CEA-882F4751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6154769"/>
            <a:ext cx="2245343" cy="488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p45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58CC94E7-0110-4344-AB7F-5D122163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616172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의미 채택: Request Controller</a:t>
            </a:r>
          </a:p>
        </p:txBody>
      </p:sp>
      <p:sp>
        <p:nvSpPr>
          <p:cNvPr id="177" name="dp45-comparison / n139 / text 2">
            <a:extLst xmlns:a="http://schemas.openxmlformats.org/drawingml/2006/main">
              <a:ext uri="{FF2B5EF4-FFF2-40B4-BE49-F238E27FC236}">
                <a16:creationId xmlns:a16="http://schemas.microsoft.com/office/drawing/2014/main" id="{78CBA434-E1B2-40A7-A3C1-0DC0C4BD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631775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/ version / 의미 일관성 재검사</a:t>
            </a:r>
          </a:p>
        </p:txBody>
      </p:sp>
      <p:sp>
        <p:nvSpPr>
          <p:cNvPr id="178" name="dp45-comparison / n139 / text 3">
            <a:extLst xmlns:a="http://schemas.openxmlformats.org/drawingml/2006/main">
              <a:ext uri="{FF2B5EF4-FFF2-40B4-BE49-F238E27FC236}">
                <a16:creationId xmlns:a16="http://schemas.microsoft.com/office/drawing/2014/main" id="{730C9861-965B-4308-83D3-8FF405F2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647378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T23 연결은 현재 판단의 결과</a:t>
            </a:r>
          </a:p>
        </p:txBody>
      </p:sp>
      <p:sp>
        <p:nvSpPr>
          <p:cNvPr id="179" name="dp45-comparison / n144">
            <a:extLst xmlns:a="http://schemas.openxmlformats.org/drawingml/2006/main">
              <a:ext uri="{FF2B5EF4-FFF2-40B4-BE49-F238E27FC236}">
                <a16:creationId xmlns:a16="http://schemas.microsoft.com/office/drawing/2014/main" id="{4783419F-CC36-47B3-88C7-CDF49CA0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7183850"/>
            <a:ext cx="4623633" cy="1768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p45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5360C57B-BDF4-49F0-B92E-5E2259D3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7190804"/>
            <a:ext cx="7718108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Omni 가중치 한 벌 / 생산 / 요청 session과 KV 분리 / 음성 입력 / ASR 계속</a:t>
            </a:r>
          </a:p>
        </p:txBody>
      </p:sp>
      <p:sp>
        <p:nvSpPr>
          <p:cNvPr id="181" name="dp45-comparison / n146">
            <a:extLst xmlns:a="http://schemas.openxmlformats.org/drawingml/2006/main">
              <a:ext uri="{FF2B5EF4-FFF2-40B4-BE49-F238E27FC236}">
                <a16:creationId xmlns:a16="http://schemas.microsoft.com/office/drawing/2014/main" id="{9AC79673-3078-40F0-ACB8-5B3285AA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315" y="2615565"/>
            <a:ext cx="2085975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82" name="dp45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4FFB973E-3A76-45C3-9D2D-047309C1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7988" y="2713223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5-comparison / n148">
            <a:extLst xmlns:a="http://schemas.openxmlformats.org/drawingml/2006/main">
              <a:ext uri="{FF2B5EF4-FFF2-40B4-BE49-F238E27FC236}">
                <a16:creationId xmlns:a16="http://schemas.microsoft.com/office/drawing/2014/main" id="{16A2BC26-BD94-4DC0-8D2D-5AFF1C31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2615565"/>
            <a:ext cx="1946910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84" name="dp45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22BEBC24-96A7-4622-88F1-DEDDE7C1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820" y="2713223"/>
            <a:ext cx="1849565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85" name="dp45-comparison / n150">
            <a:extLst xmlns:a="http://schemas.openxmlformats.org/drawingml/2006/main">
              <a:ext uri="{FF2B5EF4-FFF2-40B4-BE49-F238E27FC236}">
                <a16:creationId xmlns:a16="http://schemas.microsoft.com/office/drawing/2014/main" id="{CB5EC3A9-E083-4729-AF07-D2A433D8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1915" y="2615565"/>
            <a:ext cx="2155508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86" name="dp45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0E42DB73-F6E3-4CAD-B976-10FA8AC6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0588" y="2713223"/>
            <a:ext cx="2058162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87" name="dp45-comparison / n152">
            <a:extLst xmlns:a="http://schemas.openxmlformats.org/drawingml/2006/main">
              <a:ext uri="{FF2B5EF4-FFF2-40B4-BE49-F238E27FC236}">
                <a16:creationId xmlns:a16="http://schemas.microsoft.com/office/drawing/2014/main" id="{83C43FF7-2C19-4F1C-88A6-086D57F1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2485" y="3693319"/>
            <a:ext cx="5249704" cy="28508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88" name="dp45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9BE6A9EE-6BF5-4776-B0C3-A022C2D1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5924" y="3755898"/>
            <a:ext cx="5082826" cy="252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6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6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89" name="dp45-comparison / n154">
            <a:extLst xmlns:a="http://schemas.openxmlformats.org/drawingml/2006/main">
              <a:ext uri="{FF2B5EF4-FFF2-40B4-BE49-F238E27FC236}">
                <a16:creationId xmlns:a16="http://schemas.microsoft.com/office/drawing/2014/main" id="{26D56422-4F89-45ED-AAE0-5639A114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315" y="5674995"/>
            <a:ext cx="2085975" cy="3476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90" name="dp45-comparison / n155 / text 1">
            <a:extLst xmlns:a="http://schemas.openxmlformats.org/drawingml/2006/main">
              <a:ext uri="{FF2B5EF4-FFF2-40B4-BE49-F238E27FC236}">
                <a16:creationId xmlns:a16="http://schemas.microsoft.com/office/drawing/2014/main" id="{C91D847F-70DA-485E-8B34-17E53037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7988" y="5755270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91" name="dp45-comparison / n156">
            <a:extLst xmlns:a="http://schemas.openxmlformats.org/drawingml/2006/main">
              <a:ext uri="{FF2B5EF4-FFF2-40B4-BE49-F238E27FC236}">
                <a16:creationId xmlns:a16="http://schemas.microsoft.com/office/drawing/2014/main" id="{042F13A4-B022-455C-84F5-5083CF5C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315" y="6822281"/>
            <a:ext cx="2085975" cy="312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92" name="dp45-comparison / n157 / text 1">
            <a:extLst xmlns:a="http://schemas.openxmlformats.org/drawingml/2006/main">
              <a:ext uri="{FF2B5EF4-FFF2-40B4-BE49-F238E27FC236}">
                <a16:creationId xmlns:a16="http://schemas.microsoft.com/office/drawing/2014/main" id="{3D4ABED5-79A5-445F-8195-6E850FEC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7988" y="6885173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93" name="dp45-comparison / n158">
            <a:extLst xmlns:a="http://schemas.openxmlformats.org/drawingml/2006/main">
              <a:ext uri="{FF2B5EF4-FFF2-40B4-BE49-F238E27FC236}">
                <a16:creationId xmlns:a16="http://schemas.microsoft.com/office/drawing/2014/main" id="{1EAC2F86-4264-49F3-A359-0D66704B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9680" y="6822281"/>
            <a:ext cx="1738313" cy="312896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94" name="dp45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38B1ADCD-77E8-4188-9ED9-66BB0CC8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8353" y="6885173"/>
            <a:ext cx="1640967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195" name="dp45-comparison / n160">
            <a:extLst xmlns:a="http://schemas.openxmlformats.org/drawingml/2006/main">
              <a:ext uri="{FF2B5EF4-FFF2-40B4-BE49-F238E27FC236}">
                <a16:creationId xmlns:a16="http://schemas.microsoft.com/office/drawing/2014/main" id="{C5ADE268-F86C-440D-B3B1-62B19EA4F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9578" y="6140863"/>
            <a:ext cx="1668780" cy="3198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96" name="dp45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5CC51B21-E0FA-42F5-BCB9-B43D0534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8250" y="6243180"/>
            <a:ext cx="1571435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197" name="dp45-comparison / n170">
            <a:extLst xmlns:a="http://schemas.openxmlformats.org/drawingml/2006/main">
              <a:ext uri="{FF2B5EF4-FFF2-40B4-BE49-F238E27FC236}">
                <a16:creationId xmlns:a16="http://schemas.microsoft.com/office/drawing/2014/main" id="{A531A119-79A9-4239-9967-6A53B990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4159186"/>
            <a:ext cx="1981676" cy="382429"/>
          </a:xfrm>
          <a:prstGeom xmlns:a="http://schemas.openxmlformats.org/drawingml/2006/main" prst="roundRect">
            <a:avLst>
              <a:gd name="adj" fmla="val 19925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198" name="dp45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E7C40315-2843-474D-B320-AFE82E70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820" y="4256845"/>
            <a:ext cx="1884331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Memory Publisher</a:t>
            </a:r>
          </a:p>
        </p:txBody>
      </p:sp>
      <p:sp>
        <p:nvSpPr>
          <p:cNvPr id="199" name="dp45-comparison / n172">
            <a:extLst xmlns:a="http://schemas.openxmlformats.org/drawingml/2006/main">
              <a:ext uri="{FF2B5EF4-FFF2-40B4-BE49-F238E27FC236}">
                <a16:creationId xmlns:a16="http://schemas.microsoft.com/office/drawing/2014/main" id="{25022DAB-D94F-47B8-941C-196C63F0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1915" y="4159186"/>
            <a:ext cx="1981676" cy="51454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200" name="dp45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F67BC1E1-C3C8-4066-8F1A-90651093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0588" y="4273428"/>
            <a:ext cx="1884331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Episodic Memory</a:t>
            </a:r>
          </a:p>
        </p:txBody>
      </p:sp>
      <p:sp>
        <p:nvSpPr>
          <p:cNvPr id="201" name="dp45-comparison / n173 / text 2">
            <a:extLst xmlns:a="http://schemas.openxmlformats.org/drawingml/2006/main">
              <a:ext uri="{FF2B5EF4-FFF2-40B4-BE49-F238E27FC236}">
                <a16:creationId xmlns:a16="http://schemas.microsoft.com/office/drawing/2014/main" id="{440A0099-B7C5-4BC2-AAF0-88EAF1B2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0588" y="4466172"/>
            <a:ext cx="1884331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Repository</a:t>
            </a:r>
          </a:p>
        </p:txBody>
      </p:sp>
      <p:sp>
        <p:nvSpPr>
          <p:cNvPr id="202" name="dp45-comparison / n174">
            <a:extLst xmlns:a="http://schemas.openxmlformats.org/drawingml/2006/main">
              <a:ext uri="{FF2B5EF4-FFF2-40B4-BE49-F238E27FC236}">
                <a16:creationId xmlns:a16="http://schemas.microsoft.com/office/drawing/2014/main" id="{44185320-B1F3-4564-8034-E9701A3E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5501164"/>
            <a:ext cx="1981676" cy="382429"/>
          </a:xfrm>
          <a:prstGeom xmlns:a="http://schemas.openxmlformats.org/drawingml/2006/main" prst="roundRect">
            <a:avLst>
              <a:gd name="adj" fmla="val 19925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203" name="dp45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FED0F48B-5C7C-437F-9B30-A968F797C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820" y="5598822"/>
            <a:ext cx="1884331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 Reader</a:t>
            </a:r>
          </a:p>
        </p:txBody>
      </p:sp>
      <p:sp>
        <p:nvSpPr>
          <p:cNvPr id="204" name="dp45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E9696BDD-5DF8-4567-AD99-0DD76574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4097" y="2997994"/>
            <a:ext cx="2798683" cy="1161193"/>
          </a:xfrm>
          <a:custGeom xmlns:a="http://schemas.openxmlformats.org/drawingml/2006/main">
            <a:pathLst>
              <a:path w="2798683" h="1161193">
                <a:moveTo>
                  <a:pt x="0" y="0"/>
                </a:moveTo>
                <a:lnTo>
                  <a:pt x="0" y="1161193"/>
                </a:lnTo>
                <a:lnTo>
                  <a:pt x="2798683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05" name="dp45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7AA0935C-3056-4126-92CF-DDDCDA3D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3829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06" name="dp45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05D16F1C-FCC8-4C89-86E5-0B00D68B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2303" y="2997994"/>
            <a:ext cx="2798683" cy="1161193"/>
          </a:xfrm>
          <a:custGeom xmlns:a="http://schemas.openxmlformats.org/drawingml/2006/main">
            <a:pathLst>
              <a:path w="2798683" h="1161193">
                <a:moveTo>
                  <a:pt x="2798683" y="1161193"/>
                </a:moveTo>
                <a:lnTo>
                  <a:pt x="0" y="116119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07" name="dp45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A563CBEB-C338-49BB-B6E6-E012DB5B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7827" y="2997994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08" name="dp45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DBFE4DC0-4BCC-4C6F-B8F9-5262C9C7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0508" y="2997994"/>
            <a:ext cx="2798683" cy="1161193"/>
          </a:xfrm>
          <a:custGeom xmlns:a="http://schemas.openxmlformats.org/drawingml/2006/main">
            <a:pathLst>
              <a:path w="2798683" h="1161193">
                <a:moveTo>
                  <a:pt x="0" y="0"/>
                </a:moveTo>
                <a:lnTo>
                  <a:pt x="0" y="1161193"/>
                </a:lnTo>
                <a:lnTo>
                  <a:pt x="2798683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09" name="dp45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C5EEF003-8CE4-476A-A9C1-F0B12954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0240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0" name="dp45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DC861AC0-9272-4032-A8D7-2ADB7366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997994"/>
            <a:ext cx="1282875" cy="1161193"/>
          </a:xfrm>
          <a:custGeom xmlns:a="http://schemas.openxmlformats.org/drawingml/2006/main">
            <a:pathLst>
              <a:path w="1282875" h="1161193">
                <a:moveTo>
                  <a:pt x="1265492" y="0"/>
                </a:moveTo>
                <a:lnTo>
                  <a:pt x="0" y="0"/>
                </a:lnTo>
                <a:lnTo>
                  <a:pt x="0" y="1161193"/>
                </a:lnTo>
                <a:lnTo>
                  <a:pt x="1282875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11" name="dp45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2EA43B7B-B4BA-49F1-84E0-EE84242C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3829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2" name="dp45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2AB4EC9D-2BDB-4F6A-A22B-8C205F82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997994"/>
            <a:ext cx="1401080" cy="1161193"/>
          </a:xfrm>
          <a:custGeom xmlns:a="http://schemas.openxmlformats.org/drawingml/2006/main">
            <a:pathLst>
              <a:path w="1401080" h="1161193">
                <a:moveTo>
                  <a:pt x="1401080" y="1161193"/>
                </a:moveTo>
                <a:lnTo>
                  <a:pt x="0" y="1161193"/>
                </a:lnTo>
                <a:lnTo>
                  <a:pt x="0" y="0"/>
                </a:lnTo>
                <a:lnTo>
                  <a:pt x="13836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13" name="dp45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812F543D-EB46-4C65-9C3C-3EB9A237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4652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4" name="dp45-comparison / n185 / path">
            <a:extLst xmlns:a="http://schemas.openxmlformats.org/drawingml/2006/main">
              <a:ext uri="{FF2B5EF4-FFF2-40B4-BE49-F238E27FC236}">
                <a16:creationId xmlns:a16="http://schemas.microsoft.com/office/drawing/2014/main" id="{E4E0E794-F4F8-4FF0-A2E3-2C1B67CD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997994"/>
            <a:ext cx="1519285" cy="1161193"/>
          </a:xfrm>
          <a:custGeom xmlns:a="http://schemas.openxmlformats.org/drawingml/2006/main">
            <a:pathLst>
              <a:path w="1519285" h="1161193">
                <a:moveTo>
                  <a:pt x="1501902" y="0"/>
                </a:moveTo>
                <a:lnTo>
                  <a:pt x="0" y="0"/>
                </a:lnTo>
                <a:lnTo>
                  <a:pt x="0" y="1161193"/>
                </a:lnTo>
                <a:lnTo>
                  <a:pt x="1519285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15" name="dp45-comparison / n185 / arrow">
            <a:extLst xmlns:a="http://schemas.openxmlformats.org/drawingml/2006/main">
              <a:ext uri="{FF2B5EF4-FFF2-40B4-BE49-F238E27FC236}">
                <a16:creationId xmlns:a16="http://schemas.microsoft.com/office/drawing/2014/main" id="{B17FF4E0-9573-4BD8-9D6D-ECD20DFA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0240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6" name="dp45-comparison / n186 / path">
            <a:extLst xmlns:a="http://schemas.openxmlformats.org/drawingml/2006/main">
              <a:ext uri="{FF2B5EF4-FFF2-40B4-BE49-F238E27FC236}">
                <a16:creationId xmlns:a16="http://schemas.microsoft.com/office/drawing/2014/main" id="{0F1FBAB1-B3EE-467B-930A-880129B7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2780" y="2997994"/>
            <a:ext cx="4057221" cy="1161193"/>
          </a:xfrm>
          <a:custGeom xmlns:a="http://schemas.openxmlformats.org/drawingml/2006/main">
            <a:pathLst>
              <a:path w="4057221" h="1161193">
                <a:moveTo>
                  <a:pt x="2798683" y="0"/>
                </a:moveTo>
                <a:lnTo>
                  <a:pt x="4057221" y="0"/>
                </a:lnTo>
                <a:lnTo>
                  <a:pt x="4057221" y="1161193"/>
                </a:lnTo>
                <a:lnTo>
                  <a:pt x="0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17" name="dp45-comparison / n186 / arrow">
            <a:extLst xmlns:a="http://schemas.openxmlformats.org/drawingml/2006/main">
              <a:ext uri="{FF2B5EF4-FFF2-40B4-BE49-F238E27FC236}">
                <a16:creationId xmlns:a16="http://schemas.microsoft.com/office/drawing/2014/main" id="{B0AAFEB0-548D-4F6F-B1C6-76E39190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2780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8" name="dp45-comparison / n187 / path">
            <a:extLst xmlns:a="http://schemas.openxmlformats.org/drawingml/2006/main">
              <a:ext uri="{FF2B5EF4-FFF2-40B4-BE49-F238E27FC236}">
                <a16:creationId xmlns:a16="http://schemas.microsoft.com/office/drawing/2014/main" id="{D97AA25A-E9DF-4BA7-9730-49E4D1F0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0986" y="2997994"/>
            <a:ext cx="3939016" cy="1161193"/>
          </a:xfrm>
          <a:custGeom xmlns:a="http://schemas.openxmlformats.org/drawingml/2006/main">
            <a:pathLst>
              <a:path w="3939016" h="1161193">
                <a:moveTo>
                  <a:pt x="0" y="1161193"/>
                </a:moveTo>
                <a:lnTo>
                  <a:pt x="3939016" y="1161193"/>
                </a:lnTo>
                <a:lnTo>
                  <a:pt x="3939016" y="0"/>
                </a:lnTo>
                <a:lnTo>
                  <a:pt x="27986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19" name="dp45-comparison / n187 / arrow">
            <a:extLst xmlns:a="http://schemas.openxmlformats.org/drawingml/2006/main">
              <a:ext uri="{FF2B5EF4-FFF2-40B4-BE49-F238E27FC236}">
                <a16:creationId xmlns:a16="http://schemas.microsoft.com/office/drawing/2014/main" id="{80E7FB32-5957-4234-A3DD-A3571E15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99669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0" name="dp45-comparison / n188 / path">
            <a:extLst xmlns:a="http://schemas.openxmlformats.org/drawingml/2006/main">
              <a:ext uri="{FF2B5EF4-FFF2-40B4-BE49-F238E27FC236}">
                <a16:creationId xmlns:a16="http://schemas.microsoft.com/office/drawing/2014/main" id="{07158C24-D0C4-4D39-936D-4F4008F7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9191" y="2997994"/>
            <a:ext cx="3820811" cy="1161193"/>
          </a:xfrm>
          <a:custGeom xmlns:a="http://schemas.openxmlformats.org/drawingml/2006/main">
            <a:pathLst>
              <a:path w="3820811" h="1161193">
                <a:moveTo>
                  <a:pt x="2798683" y="0"/>
                </a:moveTo>
                <a:lnTo>
                  <a:pt x="3820811" y="0"/>
                </a:lnTo>
                <a:lnTo>
                  <a:pt x="3820811" y="1161193"/>
                </a:lnTo>
                <a:lnTo>
                  <a:pt x="0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21" name="dp45-comparison / n188 / arrow">
            <a:extLst xmlns:a="http://schemas.openxmlformats.org/drawingml/2006/main">
              <a:ext uri="{FF2B5EF4-FFF2-40B4-BE49-F238E27FC236}">
                <a16:creationId xmlns:a16="http://schemas.microsoft.com/office/drawing/2014/main" id="{1E4E28A4-C3DF-438B-BBBB-F44D9A1B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9191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2" name="dp45-comparison / n191 / path">
            <a:extLst xmlns:a="http://schemas.openxmlformats.org/drawingml/2006/main">
              <a:ext uri="{FF2B5EF4-FFF2-40B4-BE49-F238E27FC236}">
                <a16:creationId xmlns:a16="http://schemas.microsoft.com/office/drawing/2014/main" id="{9970A3E9-A689-4F50-87B5-6DE37AB4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4350401"/>
            <a:ext cx="730091" cy="66056"/>
          </a:xfrm>
          <a:custGeom xmlns:a="http://schemas.openxmlformats.org/drawingml/2006/main">
            <a:pathLst>
              <a:path w="730091" h="66056">
                <a:moveTo>
                  <a:pt x="0" y="0"/>
                </a:moveTo>
                <a:lnTo>
                  <a:pt x="0" y="66056"/>
                </a:lnTo>
                <a:lnTo>
                  <a:pt x="730091" y="66056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23" name="dp45-comparison / n191 / arrow">
            <a:extLst xmlns:a="http://schemas.openxmlformats.org/drawingml/2006/main">
              <a:ext uri="{FF2B5EF4-FFF2-40B4-BE49-F238E27FC236}">
                <a16:creationId xmlns:a16="http://schemas.microsoft.com/office/drawing/2014/main" id="{DF36A0E6-6C17-4025-B3E6-713F7D96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72964" y="439198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4" name="dp45-comparison / n200 / path">
            <a:extLst xmlns:a="http://schemas.openxmlformats.org/drawingml/2006/main">
              <a:ext uri="{FF2B5EF4-FFF2-40B4-BE49-F238E27FC236}">
                <a16:creationId xmlns:a16="http://schemas.microsoft.com/office/drawing/2014/main" id="{BB4C3172-F903-4265-9E2F-C503AC8D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4673727"/>
            <a:ext cx="1720929" cy="935212"/>
          </a:xfrm>
          <a:custGeom xmlns:a="http://schemas.openxmlformats.org/drawingml/2006/main">
            <a:pathLst>
              <a:path w="1720929" h="935212">
                <a:moveTo>
                  <a:pt x="0" y="935212"/>
                </a:moveTo>
                <a:lnTo>
                  <a:pt x="0" y="0"/>
                </a:lnTo>
                <a:lnTo>
                  <a:pt x="17209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25" name="dp45-comparison / n200 / arrow">
            <a:extLst xmlns:a="http://schemas.openxmlformats.org/drawingml/2006/main">
              <a:ext uri="{FF2B5EF4-FFF2-40B4-BE49-F238E27FC236}">
                <a16:creationId xmlns:a16="http://schemas.microsoft.com/office/drawing/2014/main" id="{0291E9E4-D32A-4D80-B55A-191F66FD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802" y="464925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6" name="dp45-comparison / n201 / path">
            <a:extLst xmlns:a="http://schemas.openxmlformats.org/drawingml/2006/main">
              <a:ext uri="{FF2B5EF4-FFF2-40B4-BE49-F238E27FC236}">
                <a16:creationId xmlns:a16="http://schemas.microsoft.com/office/drawing/2014/main" id="{EAB78572-7132-4F37-B0BF-FDC9CE57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4673727"/>
            <a:ext cx="1873901" cy="1102090"/>
          </a:xfrm>
          <a:custGeom xmlns:a="http://schemas.openxmlformats.org/drawingml/2006/main">
            <a:pathLst>
              <a:path w="1873901" h="1102090">
                <a:moveTo>
                  <a:pt x="1873901" y="0"/>
                </a:moveTo>
                <a:lnTo>
                  <a:pt x="1873901" y="1102090"/>
                </a:lnTo>
                <a:lnTo>
                  <a:pt x="0" y="110209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27" name="dp45-comparison / n201 / arrow">
            <a:extLst xmlns:a="http://schemas.openxmlformats.org/drawingml/2006/main">
              <a:ext uri="{FF2B5EF4-FFF2-40B4-BE49-F238E27FC236}">
                <a16:creationId xmlns:a16="http://schemas.microsoft.com/office/drawing/2014/main" id="{2DC8F8BB-3AA0-41F2-8767-D87E51F6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5751342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8" name="dp45-comparison / n204 / path">
            <a:extLst xmlns:a="http://schemas.openxmlformats.org/drawingml/2006/main">
              <a:ext uri="{FF2B5EF4-FFF2-40B4-BE49-F238E27FC236}">
                <a16:creationId xmlns:a16="http://schemas.microsoft.com/office/drawing/2014/main" id="{84240E7D-AC6D-4243-B91B-FCB59142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2856" y="4541615"/>
            <a:ext cx="953" cy="959548"/>
          </a:xfrm>
          <a:custGeom xmlns:a="http://schemas.openxmlformats.org/drawingml/2006/main">
            <a:pathLst>
              <a:path w="953" h="959548">
                <a:moveTo>
                  <a:pt x="0" y="959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29" name="dp45-comparison / n204 / arrow">
            <a:extLst xmlns:a="http://schemas.openxmlformats.org/drawingml/2006/main">
              <a:ext uri="{FF2B5EF4-FFF2-40B4-BE49-F238E27FC236}">
                <a16:creationId xmlns:a16="http://schemas.microsoft.com/office/drawing/2014/main" id="{5A83F296-D35F-443E-844E-3D69D408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98380" y="4541615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0" name="dp45-comparison / n205 / path">
            <a:extLst xmlns:a="http://schemas.openxmlformats.org/drawingml/2006/main">
              <a:ext uri="{FF2B5EF4-FFF2-40B4-BE49-F238E27FC236}">
                <a16:creationId xmlns:a16="http://schemas.microsoft.com/office/drawing/2014/main" id="{96B4DD49-1C98-481C-979B-3FB7568D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4349" y="4541615"/>
            <a:ext cx="953" cy="959548"/>
          </a:xfrm>
          <a:custGeom xmlns:a="http://schemas.openxmlformats.org/drawingml/2006/main">
            <a:pathLst>
              <a:path w="953" h="959548">
                <a:moveTo>
                  <a:pt x="0" y="0"/>
                </a:moveTo>
                <a:lnTo>
                  <a:pt x="0" y="95954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31" name="dp45-comparison / n205 / arrow">
            <a:extLst xmlns:a="http://schemas.openxmlformats.org/drawingml/2006/main">
              <a:ext uri="{FF2B5EF4-FFF2-40B4-BE49-F238E27FC236}">
                <a16:creationId xmlns:a16="http://schemas.microsoft.com/office/drawing/2014/main" id="{C816DD9F-C8BA-4752-9C7A-825CEB44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9874" y="5452213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2" name="dp45-comparison / n210 / path">
            <a:extLst xmlns:a="http://schemas.openxmlformats.org/drawingml/2006/main">
              <a:ext uri="{FF2B5EF4-FFF2-40B4-BE49-F238E27FC236}">
                <a16:creationId xmlns:a16="http://schemas.microsoft.com/office/drawing/2014/main" id="{D9E5D641-8CAF-433C-9472-CBF47060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911078"/>
            <a:ext cx="2746534" cy="2920365"/>
          </a:xfrm>
          <a:custGeom xmlns:a="http://schemas.openxmlformats.org/drawingml/2006/main">
            <a:pathLst>
              <a:path w="2746534" h="2920365">
                <a:moveTo>
                  <a:pt x="2746534" y="2920365"/>
                </a:moveTo>
                <a:lnTo>
                  <a:pt x="2746534" y="1185529"/>
                </a:lnTo>
                <a:lnTo>
                  <a:pt x="0" y="118552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33" name="dp45-comparison / n210 / arrow">
            <a:extLst xmlns:a="http://schemas.openxmlformats.org/drawingml/2006/main">
              <a:ext uri="{FF2B5EF4-FFF2-40B4-BE49-F238E27FC236}">
                <a16:creationId xmlns:a16="http://schemas.microsoft.com/office/drawing/2014/main" id="{D4AD3295-EF94-40BF-8656-0D50819F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815" y="291107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4" name="dp45-comparison / n211 / path">
            <a:extLst xmlns:a="http://schemas.openxmlformats.org/drawingml/2006/main">
              <a:ext uri="{FF2B5EF4-FFF2-40B4-BE49-F238E27FC236}">
                <a16:creationId xmlns:a16="http://schemas.microsoft.com/office/drawing/2014/main" id="{8FBACE90-632F-4E1E-9105-F0D21BC4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702481"/>
            <a:ext cx="2746534" cy="2850832"/>
          </a:xfrm>
          <a:custGeom xmlns:a="http://schemas.openxmlformats.org/drawingml/2006/main">
            <a:pathLst>
              <a:path w="2746534" h="2850832">
                <a:moveTo>
                  <a:pt x="0" y="0"/>
                </a:moveTo>
                <a:lnTo>
                  <a:pt x="0" y="2736104"/>
                </a:lnTo>
                <a:lnTo>
                  <a:pt x="2746534" y="2736104"/>
                </a:lnTo>
                <a:lnTo>
                  <a:pt x="2746534" y="2850832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35" name="dp45-comparison / n211 / arrow">
            <a:extLst xmlns:a="http://schemas.openxmlformats.org/drawingml/2006/main">
              <a:ext uri="{FF2B5EF4-FFF2-40B4-BE49-F238E27FC236}">
                <a16:creationId xmlns:a16="http://schemas.microsoft.com/office/drawing/2014/main" id="{0F67C284-3E14-4DE8-9314-32EA1031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7348" y="550436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6" name="dp45-comparison / n212 / path">
            <a:extLst xmlns:a="http://schemas.openxmlformats.org/drawingml/2006/main">
              <a:ext uri="{FF2B5EF4-FFF2-40B4-BE49-F238E27FC236}">
                <a16:creationId xmlns:a16="http://schemas.microsoft.com/office/drawing/2014/main" id="{041A45A5-2487-45FA-9DAF-6FD4A02B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911078"/>
            <a:ext cx="2391918" cy="2920365"/>
          </a:xfrm>
          <a:custGeom xmlns:a="http://schemas.openxmlformats.org/drawingml/2006/main">
            <a:pathLst>
              <a:path w="2391918" h="2920365">
                <a:moveTo>
                  <a:pt x="2391918" y="2920365"/>
                </a:moveTo>
                <a:lnTo>
                  <a:pt x="2391918" y="1185529"/>
                </a:lnTo>
                <a:lnTo>
                  <a:pt x="0" y="1185529"/>
                </a:lnTo>
                <a:lnTo>
                  <a:pt x="0" y="149495"/>
                </a:lnTo>
                <a:lnTo>
                  <a:pt x="2357152" y="149495"/>
                </a:lnTo>
                <a:lnTo>
                  <a:pt x="23571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37" name="dp45-comparison / n212 / arrow">
            <a:extLst xmlns:a="http://schemas.openxmlformats.org/drawingml/2006/main">
              <a:ext uri="{FF2B5EF4-FFF2-40B4-BE49-F238E27FC236}">
                <a16:creationId xmlns:a16="http://schemas.microsoft.com/office/drawing/2014/main" id="{F3BA3DBA-A8BF-4DF1-8421-222A39D1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32582" y="291107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8" name="dp45-comparison / n213 / path">
            <a:extLst xmlns:a="http://schemas.openxmlformats.org/drawingml/2006/main">
              <a:ext uri="{FF2B5EF4-FFF2-40B4-BE49-F238E27FC236}">
                <a16:creationId xmlns:a16="http://schemas.microsoft.com/office/drawing/2014/main" id="{1B684097-C03B-4A93-A11F-CE0EA5D7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702481"/>
            <a:ext cx="2391918" cy="2850832"/>
          </a:xfrm>
          <a:custGeom xmlns:a="http://schemas.openxmlformats.org/drawingml/2006/main">
            <a:pathLst>
              <a:path w="2391918" h="2850832">
                <a:moveTo>
                  <a:pt x="2357152" y="0"/>
                </a:moveTo>
                <a:lnTo>
                  <a:pt x="2357152" y="928259"/>
                </a:lnTo>
                <a:lnTo>
                  <a:pt x="0" y="928259"/>
                </a:lnTo>
                <a:lnTo>
                  <a:pt x="0" y="2736104"/>
                </a:lnTo>
                <a:lnTo>
                  <a:pt x="2391918" y="2736104"/>
                </a:lnTo>
                <a:lnTo>
                  <a:pt x="2391918" y="2850832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39" name="dp45-comparison / n213 / arrow">
            <a:extLst xmlns:a="http://schemas.openxmlformats.org/drawingml/2006/main">
              <a:ext uri="{FF2B5EF4-FFF2-40B4-BE49-F238E27FC236}">
                <a16:creationId xmlns:a16="http://schemas.microsoft.com/office/drawing/2014/main" id="{83B50790-BC45-4215-AF43-618A1FDC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7348" y="550436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0" name="dp45-comparison / n214 / path">
            <a:extLst xmlns:a="http://schemas.openxmlformats.org/drawingml/2006/main">
              <a:ext uri="{FF2B5EF4-FFF2-40B4-BE49-F238E27FC236}">
                <a16:creationId xmlns:a16="http://schemas.microsoft.com/office/drawing/2014/main" id="{6A3966D4-E578-48F5-AF6B-8315BB2C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2911078"/>
            <a:ext cx="2948178" cy="2920365"/>
          </a:xfrm>
          <a:custGeom xmlns:a="http://schemas.openxmlformats.org/drawingml/2006/main">
            <a:pathLst>
              <a:path w="2948178" h="2920365">
                <a:moveTo>
                  <a:pt x="0" y="2920365"/>
                </a:moveTo>
                <a:lnTo>
                  <a:pt x="2948178" y="2920365"/>
                </a:lnTo>
                <a:lnTo>
                  <a:pt x="2948178" y="0"/>
                </a:lnTo>
                <a:lnTo>
                  <a:pt x="288559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41" name="dp45-comparison / n214 / arrow">
            <a:extLst xmlns:a="http://schemas.openxmlformats.org/drawingml/2006/main">
              <a:ext uri="{FF2B5EF4-FFF2-40B4-BE49-F238E27FC236}">
                <a16:creationId xmlns:a16="http://schemas.microsoft.com/office/drawing/2014/main" id="{F98726F8-A096-45F6-B32E-B422A25B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7423" y="2886603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2" name="dp45-comparison / n215 / path">
            <a:extLst xmlns:a="http://schemas.openxmlformats.org/drawingml/2006/main">
              <a:ext uri="{FF2B5EF4-FFF2-40B4-BE49-F238E27FC236}">
                <a16:creationId xmlns:a16="http://schemas.microsoft.com/office/drawing/2014/main" id="{2127D515-33FF-484F-9FC0-5C37D771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2702481"/>
            <a:ext cx="2948178" cy="2850832"/>
          </a:xfrm>
          <a:custGeom xmlns:a="http://schemas.openxmlformats.org/drawingml/2006/main">
            <a:pathLst>
              <a:path w="2948178" h="2850832">
                <a:moveTo>
                  <a:pt x="2885599" y="0"/>
                </a:moveTo>
                <a:lnTo>
                  <a:pt x="2948178" y="0"/>
                </a:lnTo>
                <a:lnTo>
                  <a:pt x="2948178" y="2850832"/>
                </a:lnTo>
                <a:lnTo>
                  <a:pt x="0" y="2850832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43" name="dp45-comparison / n215 / arrow">
            <a:extLst xmlns:a="http://schemas.openxmlformats.org/drawingml/2006/main">
              <a:ext uri="{FF2B5EF4-FFF2-40B4-BE49-F238E27FC236}">
                <a16:creationId xmlns:a16="http://schemas.microsoft.com/office/drawing/2014/main" id="{3100A06F-C5D2-4C15-8F29-1390D2AA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552883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4" name="dp45-comparison / n218 / path">
            <a:extLst xmlns:a="http://schemas.openxmlformats.org/drawingml/2006/main">
              <a:ext uri="{FF2B5EF4-FFF2-40B4-BE49-F238E27FC236}">
                <a16:creationId xmlns:a16="http://schemas.microsoft.com/office/drawing/2014/main" id="{003A0375-BFD2-4032-A1B8-4C3F450F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959751"/>
            <a:ext cx="764858" cy="1258538"/>
          </a:xfrm>
          <a:custGeom xmlns:a="http://schemas.openxmlformats.org/drawingml/2006/main">
            <a:pathLst>
              <a:path w="764858" h="1258538">
                <a:moveTo>
                  <a:pt x="0" y="0"/>
                </a:moveTo>
                <a:lnTo>
                  <a:pt x="0" y="1258538"/>
                </a:lnTo>
                <a:lnTo>
                  <a:pt x="764858" y="125853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45" name="dp45-comparison / n218 / arrow">
            <a:extLst xmlns:a="http://schemas.openxmlformats.org/drawingml/2006/main">
              <a:ext uri="{FF2B5EF4-FFF2-40B4-BE49-F238E27FC236}">
                <a16:creationId xmlns:a16="http://schemas.microsoft.com/office/drawing/2014/main" id="{C46B0CAD-A343-427E-9CC0-A9146E67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1197" y="4193814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6" name="dp45-comparison / n221 / path">
            <a:extLst xmlns:a="http://schemas.openxmlformats.org/drawingml/2006/main">
              <a:ext uri="{FF2B5EF4-FFF2-40B4-BE49-F238E27FC236}">
                <a16:creationId xmlns:a16="http://schemas.microsoft.com/office/drawing/2014/main" id="{2EEBF4A1-4EDC-44BB-A2F1-8BCCD24E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4433840"/>
            <a:ext cx="764858" cy="2482310"/>
          </a:xfrm>
          <a:custGeom xmlns:a="http://schemas.openxmlformats.org/drawingml/2006/main">
            <a:pathLst>
              <a:path w="764858" h="2482310">
                <a:moveTo>
                  <a:pt x="764858" y="0"/>
                </a:moveTo>
                <a:lnTo>
                  <a:pt x="764858" y="2482310"/>
                </a:lnTo>
                <a:lnTo>
                  <a:pt x="0" y="248231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47" name="dp45-comparison / n221 / arrow">
            <a:extLst xmlns:a="http://schemas.openxmlformats.org/drawingml/2006/main">
              <a:ext uri="{FF2B5EF4-FFF2-40B4-BE49-F238E27FC236}">
                <a16:creationId xmlns:a16="http://schemas.microsoft.com/office/drawing/2014/main" id="{0D3F4CC9-4D61-49D3-8CDD-24AF6F5F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6891675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8" name="dp45-comparison / n222 / path">
            <a:extLst xmlns:a="http://schemas.openxmlformats.org/drawingml/2006/main">
              <a:ext uri="{FF2B5EF4-FFF2-40B4-BE49-F238E27FC236}">
                <a16:creationId xmlns:a16="http://schemas.microsoft.com/office/drawing/2014/main" id="{DB8995CB-BE82-45DB-A564-DB61DC59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4266962"/>
            <a:ext cx="764858" cy="2774347"/>
          </a:xfrm>
          <a:custGeom xmlns:a="http://schemas.openxmlformats.org/drawingml/2006/main">
            <a:pathLst>
              <a:path w="764858" h="2774347">
                <a:moveTo>
                  <a:pt x="0" y="2774347"/>
                </a:moveTo>
                <a:lnTo>
                  <a:pt x="0" y="0"/>
                </a:lnTo>
                <a:lnTo>
                  <a:pt x="76485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49" name="dp45-comparison / n222 / arrow">
            <a:extLst xmlns:a="http://schemas.openxmlformats.org/drawingml/2006/main">
              <a:ext uri="{FF2B5EF4-FFF2-40B4-BE49-F238E27FC236}">
                <a16:creationId xmlns:a16="http://schemas.microsoft.com/office/drawing/2014/main" id="{2BEFDD24-BF87-4614-97F9-6A71C6D8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1197" y="4242486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0" name="dp45-comparison / n225 / path">
            <a:extLst xmlns:a="http://schemas.openxmlformats.org/drawingml/2006/main">
              <a:ext uri="{FF2B5EF4-FFF2-40B4-BE49-F238E27FC236}">
                <a16:creationId xmlns:a16="http://schemas.microsoft.com/office/drawing/2014/main" id="{F5ADBCE4-449F-4405-9672-967837B6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723340"/>
            <a:ext cx="764858" cy="2899505"/>
          </a:xfrm>
          <a:custGeom xmlns:a="http://schemas.openxmlformats.org/drawingml/2006/main">
            <a:pathLst>
              <a:path w="764858" h="2899505">
                <a:moveTo>
                  <a:pt x="0" y="0"/>
                </a:moveTo>
                <a:lnTo>
                  <a:pt x="0" y="2899505"/>
                </a:lnTo>
                <a:lnTo>
                  <a:pt x="764858" y="2899505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51" name="dp45-comparison / n225 / arrow">
            <a:extLst xmlns:a="http://schemas.openxmlformats.org/drawingml/2006/main">
              <a:ext uri="{FF2B5EF4-FFF2-40B4-BE49-F238E27FC236}">
                <a16:creationId xmlns:a16="http://schemas.microsoft.com/office/drawing/2014/main" id="{550878F3-F619-4495-BF39-7CF9CBA9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1197" y="559837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2" name="dp45-comparison / n226 / path">
            <a:extLst xmlns:a="http://schemas.openxmlformats.org/drawingml/2006/main">
              <a:ext uri="{FF2B5EF4-FFF2-40B4-BE49-F238E27FC236}">
                <a16:creationId xmlns:a16="http://schemas.microsoft.com/office/drawing/2014/main" id="{AE9D9D13-AD60-4E64-9488-074AE0B7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890218"/>
            <a:ext cx="764858" cy="2871692"/>
          </a:xfrm>
          <a:custGeom xmlns:a="http://schemas.openxmlformats.org/drawingml/2006/main">
            <a:pathLst>
              <a:path w="764858" h="2871692">
                <a:moveTo>
                  <a:pt x="764858" y="2871692"/>
                </a:moveTo>
                <a:lnTo>
                  <a:pt x="0" y="2871692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53" name="dp45-comparison / n226 / arrow">
            <a:extLst xmlns:a="http://schemas.openxmlformats.org/drawingml/2006/main">
              <a:ext uri="{FF2B5EF4-FFF2-40B4-BE49-F238E27FC236}">
                <a16:creationId xmlns:a16="http://schemas.microsoft.com/office/drawing/2014/main" id="{256DB05A-4D11-4773-BC6A-DBD616BB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815" y="28902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4" name="dp45-comparison / n231 / path">
            <a:extLst xmlns:a="http://schemas.openxmlformats.org/drawingml/2006/main">
              <a:ext uri="{FF2B5EF4-FFF2-40B4-BE49-F238E27FC236}">
                <a16:creationId xmlns:a16="http://schemas.microsoft.com/office/drawing/2014/main" id="{6085BC91-FB0C-41D6-BCBC-3BB283EE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315" y="2744200"/>
            <a:ext cx="953" cy="3042047"/>
          </a:xfrm>
          <a:custGeom xmlns:a="http://schemas.openxmlformats.org/drawingml/2006/main">
            <a:pathLst>
              <a:path w="953" h="3042047">
                <a:moveTo>
                  <a:pt x="0" y="0"/>
                </a:moveTo>
                <a:lnTo>
                  <a:pt x="0" y="3042047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55" name="dp45-comparison / n231 / arrow">
            <a:extLst xmlns:a="http://schemas.openxmlformats.org/drawingml/2006/main">
              <a:ext uri="{FF2B5EF4-FFF2-40B4-BE49-F238E27FC236}">
                <a16:creationId xmlns:a16="http://schemas.microsoft.com/office/drawing/2014/main" id="{B141EF02-7F9A-485A-BDE0-D7510122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840" y="5737296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6" name="dp45-comparison / n232 / path">
            <a:extLst xmlns:a="http://schemas.openxmlformats.org/drawingml/2006/main">
              <a:ext uri="{FF2B5EF4-FFF2-40B4-BE49-F238E27FC236}">
                <a16:creationId xmlns:a16="http://schemas.microsoft.com/office/drawing/2014/main" id="{3D1575C5-07C1-470A-9A0F-9E63FDB3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973657"/>
            <a:ext cx="953" cy="2958608"/>
          </a:xfrm>
          <a:custGeom xmlns:a="http://schemas.openxmlformats.org/drawingml/2006/main">
            <a:pathLst>
              <a:path w="953" h="2958608">
                <a:moveTo>
                  <a:pt x="0" y="295860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57" name="dp45-comparison / n232 / arrow">
            <a:extLst xmlns:a="http://schemas.openxmlformats.org/drawingml/2006/main">
              <a:ext uri="{FF2B5EF4-FFF2-40B4-BE49-F238E27FC236}">
                <a16:creationId xmlns:a16="http://schemas.microsoft.com/office/drawing/2014/main" id="{F9DA0ED0-F2B4-4961-9E4C-194E87AE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815" y="2973657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8" name="dp45-comparison / n235 / path">
            <a:extLst xmlns:a="http://schemas.openxmlformats.org/drawingml/2006/main">
              <a:ext uri="{FF2B5EF4-FFF2-40B4-BE49-F238E27FC236}">
                <a16:creationId xmlns:a16="http://schemas.microsoft.com/office/drawing/2014/main" id="{6B89A0F9-F3DD-4313-9320-AAA9FC83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2303" y="2615565"/>
            <a:ext cx="5597366" cy="953"/>
          </a:xfrm>
          <a:custGeom xmlns:a="http://schemas.openxmlformats.org/drawingml/2006/main">
            <a:pathLst>
              <a:path w="5597366" h="953">
                <a:moveTo>
                  <a:pt x="0" y="0"/>
                </a:moveTo>
                <a:lnTo>
                  <a:pt x="55973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59" name="dp45-comparison / n235 / arrow">
            <a:extLst xmlns:a="http://schemas.openxmlformats.org/drawingml/2006/main">
              <a:ext uri="{FF2B5EF4-FFF2-40B4-BE49-F238E27FC236}">
                <a16:creationId xmlns:a16="http://schemas.microsoft.com/office/drawing/2014/main" id="{227BB7B0-905D-4555-BAC7-1CF9C209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0718" y="259109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0" name="dp45-comparison / n238 / path">
            <a:extLst xmlns:a="http://schemas.openxmlformats.org/drawingml/2006/main">
              <a:ext uri="{FF2B5EF4-FFF2-40B4-BE49-F238E27FC236}">
                <a16:creationId xmlns:a16="http://schemas.microsoft.com/office/drawing/2014/main" id="{4AE5CC47-3533-4D56-854B-B626A62F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173" y="2997994"/>
            <a:ext cx="5145405" cy="3302794"/>
          </a:xfrm>
          <a:custGeom xmlns:a="http://schemas.openxmlformats.org/drawingml/2006/main">
            <a:pathLst>
              <a:path w="5145405" h="3302794">
                <a:moveTo>
                  <a:pt x="0" y="0"/>
                </a:moveTo>
                <a:lnTo>
                  <a:pt x="1675733" y="0"/>
                </a:lnTo>
                <a:lnTo>
                  <a:pt x="1675733" y="3302794"/>
                </a:lnTo>
                <a:lnTo>
                  <a:pt x="5145405" y="3302794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61" name="dp45-comparison / n238 / arrow">
            <a:extLst xmlns:a="http://schemas.openxmlformats.org/drawingml/2006/main">
              <a:ext uri="{FF2B5EF4-FFF2-40B4-BE49-F238E27FC236}">
                <a16:creationId xmlns:a16="http://schemas.microsoft.com/office/drawing/2014/main" id="{1C1EEF61-10EB-4E99-9071-C9CD3984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0627" y="627631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2" name="dp45-comparison / n239 / path">
            <a:extLst xmlns:a="http://schemas.openxmlformats.org/drawingml/2006/main">
              <a:ext uri="{FF2B5EF4-FFF2-40B4-BE49-F238E27FC236}">
                <a16:creationId xmlns:a16="http://schemas.microsoft.com/office/drawing/2014/main" id="{DCC04AF2-94E8-41B7-A7BE-32920F53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004" y="2997994"/>
            <a:ext cx="4971574" cy="3386233"/>
          </a:xfrm>
          <a:custGeom xmlns:a="http://schemas.openxmlformats.org/drawingml/2006/main">
            <a:pathLst>
              <a:path w="4971574" h="3386233">
                <a:moveTo>
                  <a:pt x="4971574" y="3386233"/>
                </a:moveTo>
                <a:lnTo>
                  <a:pt x="1209865" y="3386233"/>
                </a:lnTo>
                <a:lnTo>
                  <a:pt x="12098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63" name="dp45-comparison / n239 / arrow">
            <a:extLst xmlns:a="http://schemas.openxmlformats.org/drawingml/2006/main">
              <a:ext uri="{FF2B5EF4-FFF2-40B4-BE49-F238E27FC236}">
                <a16:creationId xmlns:a16="http://schemas.microsoft.com/office/drawing/2014/main" id="{B2E1F7A3-1507-4D22-9F65-09BB790D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004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4" name="dp45-comparison / n242 / path">
            <a:extLst xmlns:a="http://schemas.openxmlformats.org/drawingml/2006/main">
              <a:ext uri="{FF2B5EF4-FFF2-40B4-BE49-F238E27FC236}">
                <a16:creationId xmlns:a16="http://schemas.microsoft.com/office/drawing/2014/main" id="{9172A9A3-173F-4302-8ABD-24B0A9C8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2303" y="6022658"/>
            <a:ext cx="953" cy="799624"/>
          </a:xfrm>
          <a:custGeom xmlns:a="http://schemas.openxmlformats.org/drawingml/2006/main">
            <a:pathLst>
              <a:path w="953" h="799624">
                <a:moveTo>
                  <a:pt x="0" y="0"/>
                </a:moveTo>
                <a:lnTo>
                  <a:pt x="0" y="799624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65" name="dp45-comparison / n242 / arrow">
            <a:extLst xmlns:a="http://schemas.openxmlformats.org/drawingml/2006/main">
              <a:ext uri="{FF2B5EF4-FFF2-40B4-BE49-F238E27FC236}">
                <a16:creationId xmlns:a16="http://schemas.microsoft.com/office/drawing/2014/main" id="{A446335C-1961-49E7-B707-E94D3C51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7827" y="677333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6" name="dp45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3BD785DC-8E36-40F6-A10D-5DF9019E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6134" y="6022658"/>
            <a:ext cx="953" cy="799624"/>
          </a:xfrm>
          <a:custGeom xmlns:a="http://schemas.openxmlformats.org/drawingml/2006/main">
            <a:pathLst>
              <a:path w="953" h="799624">
                <a:moveTo>
                  <a:pt x="0" y="79962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67" name="dp45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3DE15D46-6086-4CD2-9A87-1C7AAE73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1658" y="602265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8" name="dp45-comparison / n244 / path">
            <a:extLst xmlns:a="http://schemas.openxmlformats.org/drawingml/2006/main">
              <a:ext uri="{FF2B5EF4-FFF2-40B4-BE49-F238E27FC236}">
                <a16:creationId xmlns:a16="http://schemas.microsoft.com/office/drawing/2014/main" id="{5C175BA1-79CC-4D6C-92C7-13BBAE0B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6978729"/>
            <a:ext cx="834390" cy="953"/>
          </a:xfrm>
          <a:custGeom xmlns:a="http://schemas.openxmlformats.org/drawingml/2006/main">
            <a:pathLst>
              <a:path w="834390" h="953">
                <a:moveTo>
                  <a:pt x="0" y="0"/>
                </a:moveTo>
                <a:lnTo>
                  <a:pt x="8343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69" name="dp45-comparison / n244 / arrow">
            <a:extLst xmlns:a="http://schemas.openxmlformats.org/drawingml/2006/main">
              <a:ext uri="{FF2B5EF4-FFF2-40B4-BE49-F238E27FC236}">
                <a16:creationId xmlns:a16="http://schemas.microsoft.com/office/drawing/2014/main" id="{A13D6F06-2137-4234-A02C-ED22358F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729" y="6954254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70" name="dp45-comparison / n245 / path">
            <a:extLst xmlns:a="http://schemas.openxmlformats.org/drawingml/2006/main">
              <a:ext uri="{FF2B5EF4-FFF2-40B4-BE49-F238E27FC236}">
                <a16:creationId xmlns:a16="http://schemas.microsoft.com/office/drawing/2014/main" id="{BA0E588B-1A23-47BE-B820-F5523778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7062168"/>
            <a:ext cx="834390" cy="953"/>
          </a:xfrm>
          <a:custGeom xmlns:a="http://schemas.openxmlformats.org/drawingml/2006/main">
            <a:pathLst>
              <a:path w="834390" h="953">
                <a:moveTo>
                  <a:pt x="83439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71" name="dp45-comparison / n245 / arrow">
            <a:extLst xmlns:a="http://schemas.openxmlformats.org/drawingml/2006/main">
              <a:ext uri="{FF2B5EF4-FFF2-40B4-BE49-F238E27FC236}">
                <a16:creationId xmlns:a16="http://schemas.microsoft.com/office/drawing/2014/main" id="{91E4B418-B04B-4DE6-A954-F220AE9C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7037693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72" name="dp45-comparison / n162">
            <a:extLst xmlns:a="http://schemas.openxmlformats.org/drawingml/2006/main">
              <a:ext uri="{FF2B5EF4-FFF2-40B4-BE49-F238E27FC236}">
                <a16:creationId xmlns:a16="http://schemas.microsoft.com/office/drawing/2014/main" id="{97F339E3-8980-4AFA-B034-472589B1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3039713"/>
            <a:ext cx="1432091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p45-comparison / n163 / text 1">
            <a:extLst xmlns:a="http://schemas.openxmlformats.org/drawingml/2006/main">
              <a:ext uri="{FF2B5EF4-FFF2-40B4-BE49-F238E27FC236}">
                <a16:creationId xmlns:a16="http://schemas.microsoft.com/office/drawing/2014/main" id="{DE629227-3727-4C10-B575-7C51D5D3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3046667"/>
            <a:ext cx="208597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C20: 입력 / 확정 정정</a:t>
            </a:r>
          </a:p>
        </p:txBody>
      </p:sp>
      <p:sp>
        <p:nvSpPr>
          <p:cNvPr id="274" name="dp45-comparison / n163 / text 2">
            <a:extLst xmlns:a="http://schemas.openxmlformats.org/drawingml/2006/main">
              <a:ext uri="{FF2B5EF4-FFF2-40B4-BE49-F238E27FC236}">
                <a16:creationId xmlns:a16="http://schemas.microsoft.com/office/drawing/2014/main" id="{84641339-B10D-4521-A8D5-6293B08D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3211876"/>
            <a:ext cx="208597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C23/R23: 현재 요청</a:t>
            </a:r>
          </a:p>
        </p:txBody>
      </p:sp>
      <p:sp>
        <p:nvSpPr>
          <p:cNvPr id="275" name="dp45-comparison / n164">
            <a:extLst xmlns:a="http://schemas.openxmlformats.org/drawingml/2006/main">
              <a:ext uri="{FF2B5EF4-FFF2-40B4-BE49-F238E27FC236}">
                <a16:creationId xmlns:a16="http://schemas.microsoft.com/office/drawing/2014/main" id="{5A12657F-1025-445F-A7B1-95676983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1007" y="3039713"/>
            <a:ext cx="1286908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p45-comparison / n165 / text 1">
            <a:extLst xmlns:a="http://schemas.openxmlformats.org/drawingml/2006/main">
              <a:ext uri="{FF2B5EF4-FFF2-40B4-BE49-F238E27FC236}">
                <a16:creationId xmlns:a16="http://schemas.microsoft.com/office/drawing/2014/main" id="{3A5A492A-3089-44E6-87E2-91CC81AF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4914" y="3046667"/>
            <a:ext cx="1946910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E20: 설명 원본</a:t>
            </a:r>
          </a:p>
        </p:txBody>
      </p:sp>
      <p:sp>
        <p:nvSpPr>
          <p:cNvPr id="277" name="dp45-comparison / n165 / text 2">
            <a:extLst xmlns:a="http://schemas.openxmlformats.org/drawingml/2006/main">
              <a:ext uri="{FF2B5EF4-FFF2-40B4-BE49-F238E27FC236}">
                <a16:creationId xmlns:a16="http://schemas.microsoft.com/office/drawing/2014/main" id="{C30ABA4B-2AAB-4666-A811-5A4D7A55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4914" y="3211876"/>
            <a:ext cx="1946910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P20: 실제 전달 구간</a:t>
            </a:r>
          </a:p>
        </p:txBody>
      </p:sp>
      <p:sp>
        <p:nvSpPr>
          <p:cNvPr id="278" name="dp45-comparison / n166">
            <a:extLst xmlns:a="http://schemas.openxmlformats.org/drawingml/2006/main">
              <a:ext uri="{FF2B5EF4-FFF2-40B4-BE49-F238E27FC236}">
                <a16:creationId xmlns:a16="http://schemas.microsoft.com/office/drawing/2014/main" id="{DD19C73A-9F5E-4307-BDDD-E0DB05F9F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2775" y="3039713"/>
            <a:ext cx="1189284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p45-comparison / n167 / text 1">
            <a:extLst xmlns:a="http://schemas.openxmlformats.org/drawingml/2006/main">
              <a:ext uri="{FF2B5EF4-FFF2-40B4-BE49-F238E27FC236}">
                <a16:creationId xmlns:a16="http://schemas.microsoft.com/office/drawing/2014/main" id="{439AA17D-8463-42E1-B1AA-F48599A0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56681" y="3046667"/>
            <a:ext cx="2155508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C21/T21 → D21@v2</a:t>
            </a:r>
          </a:p>
        </p:txBody>
      </p:sp>
      <p:sp>
        <p:nvSpPr>
          <p:cNvPr id="280" name="dp45-comparison / n167 / text 2">
            <a:extLst xmlns:a="http://schemas.openxmlformats.org/drawingml/2006/main">
              <a:ext uri="{FF2B5EF4-FFF2-40B4-BE49-F238E27FC236}">
                <a16:creationId xmlns:a16="http://schemas.microsoft.com/office/drawing/2014/main" id="{B2EBFF7F-903C-4787-8E7B-C38F33A3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56681" y="3211876"/>
            <a:ext cx="2155508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C22/T22 → D22@v1</a:t>
            </a:r>
          </a:p>
        </p:txBody>
      </p:sp>
      <p:sp>
        <p:nvSpPr>
          <p:cNvPr id="281" name="dp45-comparison / n168">
            <a:extLst xmlns:a="http://schemas.openxmlformats.org/drawingml/2006/main">
              <a:ext uri="{FF2B5EF4-FFF2-40B4-BE49-F238E27FC236}">
                <a16:creationId xmlns:a16="http://schemas.microsoft.com/office/drawing/2014/main" id="{4E209175-497D-4082-857C-F88E4D0F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5671" y="5827967"/>
            <a:ext cx="1642358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p45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A32BA6F3-65C4-4A46-9B56-C9857915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9578" y="5834920"/>
            <a:ext cx="172440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명시 저장 / 삭제만</a:t>
            </a:r>
          </a:p>
        </p:txBody>
      </p:sp>
      <p:sp>
        <p:nvSpPr>
          <p:cNvPr id="283" name="dp45-comparison / n169 / text 2">
            <a:extLst xmlns:a="http://schemas.openxmlformats.org/drawingml/2006/main">
              <a:ext uri="{FF2B5EF4-FFF2-40B4-BE49-F238E27FC236}">
                <a16:creationId xmlns:a16="http://schemas.microsoft.com/office/drawing/2014/main" id="{47F5172F-8ECF-4130-A96B-A1A182F5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9578" y="5972594"/>
            <a:ext cx="172440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지속 관리, 자동 선호 추출 금지</a:t>
            </a:r>
          </a:p>
        </p:txBody>
      </p:sp>
      <p:sp>
        <p:nvSpPr>
          <p:cNvPr id="284" name="dp45-comparison / n176">
            <a:extLst xmlns:a="http://schemas.openxmlformats.org/drawingml/2006/main">
              <a:ext uri="{FF2B5EF4-FFF2-40B4-BE49-F238E27FC236}">
                <a16:creationId xmlns:a16="http://schemas.microsoft.com/office/drawing/2014/main" id="{837E241F-1B8A-4612-BF00-A5EF7FF6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3619" y="3755898"/>
            <a:ext cx="1069132" cy="1860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p45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9D9D444C-7A7D-44FC-9459-B7CA284C9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87525" y="3762851"/>
            <a:ext cx="292036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생산 / 갱신 경로</a:t>
            </a:r>
          </a:p>
        </p:txBody>
      </p:sp>
      <p:sp>
        <p:nvSpPr>
          <p:cNvPr id="286" name="dp45-comparison / n178">
            <a:extLst xmlns:a="http://schemas.openxmlformats.org/drawingml/2006/main">
              <a:ext uri="{FF2B5EF4-FFF2-40B4-BE49-F238E27FC236}">
                <a16:creationId xmlns:a16="http://schemas.microsoft.com/office/drawing/2014/main" id="{E29A6836-CC4B-4710-A899-EE2FD8AA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6982" y="5320379"/>
            <a:ext cx="1121698" cy="1860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p45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35AAAB43-C450-412A-AE4E-07C1959F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0889" y="5327333"/>
            <a:ext cx="2572702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시 조회 경로</a:t>
            </a:r>
          </a:p>
        </p:txBody>
      </p:sp>
      <p:sp>
        <p:nvSpPr>
          <p:cNvPr id="288" name="dp45-comparison / n189">
            <a:extLst xmlns:a="http://schemas.openxmlformats.org/drawingml/2006/main">
              <a:ext uri="{FF2B5EF4-FFF2-40B4-BE49-F238E27FC236}">
                <a16:creationId xmlns:a16="http://schemas.microsoft.com/office/drawing/2014/main" id="{994477E5-B686-4732-B77C-3C4162D2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3345" y="3477768"/>
            <a:ext cx="3808156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p45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66E6889F-A4B1-42CF-82B7-A5BFF451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7251" y="3484721"/>
            <a:ext cx="5180171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확정 변경 ID / revision 알림 / 2 범위 읽기 ↔ 본문 / 참조 반환</a:t>
            </a:r>
          </a:p>
        </p:txBody>
      </p:sp>
      <p:sp>
        <p:nvSpPr>
          <p:cNvPr id="290" name="dp45-comparison / n192">
            <a:extLst xmlns:a="http://schemas.openxmlformats.org/drawingml/2006/main">
              <a:ext uri="{FF2B5EF4-FFF2-40B4-BE49-F238E27FC236}">
                <a16:creationId xmlns:a16="http://schemas.microsoft.com/office/drawing/2014/main" id="{D7C76850-1940-4144-A5E4-2EF8C38E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7450" y="4006215"/>
            <a:ext cx="1785595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p45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4A034B3F-0861-441D-AC12-C453ABFB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1356" y="4013168"/>
            <a:ext cx="2816066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출처 / 권한 / 지원 종류 검사</a:t>
            </a:r>
          </a:p>
        </p:txBody>
      </p:sp>
      <p:sp>
        <p:nvSpPr>
          <p:cNvPr id="292" name="dp45-comparison / n194">
            <a:extLst xmlns:a="http://schemas.openxmlformats.org/drawingml/2006/main">
              <a:ext uri="{FF2B5EF4-FFF2-40B4-BE49-F238E27FC236}">
                <a16:creationId xmlns:a16="http://schemas.microsoft.com/office/drawing/2014/main" id="{6EFEE97D-33A9-41D9-9EBF-D5B7B242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7450" y="4673727"/>
            <a:ext cx="2082498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p45-comparison / n195 / text 1">
            <a:extLst xmlns:a="http://schemas.openxmlformats.org/drawingml/2006/main">
              <a:ext uri="{FF2B5EF4-FFF2-40B4-BE49-F238E27FC236}">
                <a16:creationId xmlns:a16="http://schemas.microsoft.com/office/drawing/2014/main" id="{8AC56379-C8A3-47A7-9539-8A7BD3BC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1356" y="4680680"/>
            <a:ext cx="281606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관계 + coverage 함께 게시</a:t>
            </a:r>
          </a:p>
        </p:txBody>
      </p:sp>
      <p:sp>
        <p:nvSpPr>
          <p:cNvPr id="294" name="dp45-comparison / n195 / text 2">
            <a:extLst xmlns:a="http://schemas.openxmlformats.org/drawingml/2006/main">
              <a:ext uri="{FF2B5EF4-FFF2-40B4-BE49-F238E27FC236}">
                <a16:creationId xmlns:a16="http://schemas.microsoft.com/office/drawing/2014/main" id="{E2264F73-816E-4FD4-A2A2-FA07BCED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1356" y="4818355"/>
            <a:ext cx="281606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지속 관리 파생물 / 전역 snapshot 아님</a:t>
            </a:r>
          </a:p>
        </p:txBody>
      </p:sp>
      <p:sp>
        <p:nvSpPr>
          <p:cNvPr id="295" name="dp45-comparison / n196">
            <a:extLst xmlns:a="http://schemas.openxmlformats.org/drawingml/2006/main">
              <a:ext uri="{FF2B5EF4-FFF2-40B4-BE49-F238E27FC236}">
                <a16:creationId xmlns:a16="http://schemas.microsoft.com/office/drawing/2014/main" id="{C0782B9B-8C53-40EE-AAE2-8321A68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6241" y="5000530"/>
            <a:ext cx="3405424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p45-comparison / n197 / text 1">
            <a:extLst xmlns:a="http://schemas.openxmlformats.org/drawingml/2006/main">
              <a:ext uri="{FF2B5EF4-FFF2-40B4-BE49-F238E27FC236}">
                <a16:creationId xmlns:a16="http://schemas.microsoft.com/office/drawing/2014/main" id="{88554556-6F82-4483-AC08-B10F21C0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5007483"/>
            <a:ext cx="4832509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P20 → E20 실제 전달 위치 / T21 → D21@v2 / T22 → D22@v1</a:t>
            </a:r>
          </a:p>
        </p:txBody>
      </p:sp>
      <p:sp>
        <p:nvSpPr>
          <p:cNvPr id="297" name="dp45-comparison / n198">
            <a:extLst xmlns:a="http://schemas.openxmlformats.org/drawingml/2006/main">
              <a:ext uri="{FF2B5EF4-FFF2-40B4-BE49-F238E27FC236}">
                <a16:creationId xmlns:a16="http://schemas.microsoft.com/office/drawing/2014/main" id="{C7C6B8B4-5223-4D79-BD5A-37959ACF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6241" y="5174361"/>
            <a:ext cx="3832631" cy="1585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p45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6F16BA0B-BF20-4B87-8787-C8B9A25F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5181314"/>
            <a:ext cx="4832509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source/revision/구간 / 명시/derived / coverage / producer/schema</a:t>
            </a:r>
          </a:p>
        </p:txBody>
      </p:sp>
      <p:sp>
        <p:nvSpPr>
          <p:cNvPr id="299" name="dp45-comparison / n202">
            <a:extLst xmlns:a="http://schemas.openxmlformats.org/drawingml/2006/main">
              <a:ext uri="{FF2B5EF4-FFF2-40B4-BE49-F238E27FC236}">
                <a16:creationId xmlns:a16="http://schemas.microsoft.com/office/drawing/2014/main" id="{21F69E85-E890-40E1-B98F-2B5C3A4B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310" y="5584603"/>
            <a:ext cx="2132701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p45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E9098FC4-C4C7-4C45-AB72-768AAEBD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2216" y="5591556"/>
            <a:ext cx="2746534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게시된 후보 / locator / coverage</a:t>
            </a:r>
          </a:p>
        </p:txBody>
      </p:sp>
      <p:sp>
        <p:nvSpPr>
          <p:cNvPr id="301" name="dp45-comparison / n206">
            <a:extLst xmlns:a="http://schemas.openxmlformats.org/drawingml/2006/main">
              <a:ext uri="{FF2B5EF4-FFF2-40B4-BE49-F238E27FC236}">
                <a16:creationId xmlns:a16="http://schemas.microsoft.com/office/drawing/2014/main" id="{79C255CC-7EFD-4049-AAE7-1C972D68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4680680"/>
            <a:ext cx="1264101" cy="5348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p45-comparison / n207 / text 1">
            <a:extLst xmlns:a="http://schemas.openxmlformats.org/drawingml/2006/main">
              <a:ext uri="{FF2B5EF4-FFF2-40B4-BE49-F238E27FC236}">
                <a16:creationId xmlns:a16="http://schemas.microsoft.com/office/drawing/2014/main" id="{6879E14C-51FD-4B43-948A-A98E1439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687634"/>
            <a:ext cx="2468404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NOT_COVERED / 파생 오류</a:t>
            </a:r>
          </a:p>
        </p:txBody>
      </p:sp>
      <p:sp>
        <p:nvSpPr>
          <p:cNvPr id="303" name="dp45-comparison / n207 / text 2">
            <a:extLst xmlns:a="http://schemas.openxmlformats.org/drawingml/2006/main">
              <a:ext uri="{FF2B5EF4-FFF2-40B4-BE49-F238E27FC236}">
                <a16:creationId xmlns:a16="http://schemas.microsoft.com/office/drawing/2014/main" id="{A0C63DB7-B2C9-4ACC-9CF8-672BAB00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816130"/>
            <a:ext cx="2468404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→ 생산 / 재검증 요청</a:t>
            </a:r>
          </a:p>
        </p:txBody>
      </p:sp>
      <p:sp>
        <p:nvSpPr>
          <p:cNvPr id="304" name="dp45-comparison / n207 / text 3">
            <a:extLst xmlns:a="http://schemas.openxmlformats.org/drawingml/2006/main">
              <a:ext uri="{FF2B5EF4-FFF2-40B4-BE49-F238E27FC236}">
                <a16:creationId xmlns:a16="http://schemas.microsoft.com/office/drawing/2014/main" id="{093268A2-6507-4F17-9F54-D64743EB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944626"/>
            <a:ext cx="2468404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← 게시 revision / 상태</a:t>
            </a:r>
          </a:p>
        </p:txBody>
      </p:sp>
      <p:sp>
        <p:nvSpPr>
          <p:cNvPr id="305" name="dp45-comparison / n207 / text 4">
            <a:extLst xmlns:a="http://schemas.openxmlformats.org/drawingml/2006/main">
              <a:ext uri="{FF2B5EF4-FFF2-40B4-BE49-F238E27FC236}">
                <a16:creationId xmlns:a16="http://schemas.microsoft.com/office/drawing/2014/main" id="{E5CBEE77-76F3-4FA2-BF52-6A7F9C1D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5073122"/>
            <a:ext cx="2468404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확인 뒤 6 재조회</a:t>
            </a:r>
          </a:p>
        </p:txBody>
      </p:sp>
      <p:sp>
        <p:nvSpPr>
          <p:cNvPr id="306" name="dp45-comparison / n208">
            <a:extLst xmlns:a="http://schemas.openxmlformats.org/drawingml/2006/main">
              <a:ext uri="{FF2B5EF4-FFF2-40B4-BE49-F238E27FC236}">
                <a16:creationId xmlns:a16="http://schemas.microsoft.com/office/drawing/2014/main" id="{2CB7C86A-1B2D-40FD-A77A-685C140D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1475" y="5960078"/>
            <a:ext cx="2084584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p45-comparison / n209 / text 1">
            <a:extLst xmlns:a="http://schemas.openxmlformats.org/drawingml/2006/main">
              <a:ext uri="{FF2B5EF4-FFF2-40B4-BE49-F238E27FC236}">
                <a16:creationId xmlns:a16="http://schemas.microsoft.com/office/drawing/2014/main" id="{B37CBFEA-F1C9-4571-9DCD-3A7BF65B0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5381" y="5967032"/>
            <a:ext cx="3024664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UNSUPPORTED_RELATION ≠ NOT_COVERED</a:t>
            </a:r>
          </a:p>
        </p:txBody>
      </p:sp>
      <p:sp>
        <p:nvSpPr>
          <p:cNvPr id="308" name="dp45-comparison / n209 / text 2">
            <a:extLst xmlns:a="http://schemas.openxmlformats.org/drawingml/2006/main">
              <a:ext uri="{FF2B5EF4-FFF2-40B4-BE49-F238E27FC236}">
                <a16:creationId xmlns:a16="http://schemas.microsoft.com/office/drawing/2014/main" id="{62F9AAAE-ECD0-4AD9-B4EC-1709A24B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5381" y="6104706"/>
            <a:ext cx="3024664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NO_MATCH ≠ DENIED / UNAVAILABLE</a:t>
            </a:r>
          </a:p>
        </p:txBody>
      </p:sp>
      <p:sp>
        <p:nvSpPr>
          <p:cNvPr id="309" name="dp45-comparison / n216">
            <a:extLst xmlns:a="http://schemas.openxmlformats.org/drawingml/2006/main">
              <a:ext uri="{FF2B5EF4-FFF2-40B4-BE49-F238E27FC236}">
                <a16:creationId xmlns:a16="http://schemas.microsoft.com/office/drawing/2014/main" id="{1961AF1F-B73A-40BE-B9E1-B09C91E2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2216" y="6530245"/>
            <a:ext cx="2324471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p45-comparison / n217 / text 1">
            <a:extLst xmlns:a="http://schemas.openxmlformats.org/drawingml/2006/main">
              <a:ext uri="{FF2B5EF4-FFF2-40B4-BE49-F238E27FC236}">
                <a16:creationId xmlns:a16="http://schemas.microsoft.com/office/drawing/2014/main" id="{28607274-C386-4747-B7D3-FCD11EC6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6123" y="6537198"/>
            <a:ext cx="2711768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metadata / 인용 / 충돌 원문 확인</a:t>
            </a:r>
          </a:p>
        </p:txBody>
      </p:sp>
      <p:sp>
        <p:nvSpPr>
          <p:cNvPr id="311" name="dp45-comparison / n217 / text 2">
            <a:extLst xmlns:a="http://schemas.openxmlformats.org/drawingml/2006/main">
              <a:ext uri="{FF2B5EF4-FFF2-40B4-BE49-F238E27FC236}">
                <a16:creationId xmlns:a16="http://schemas.microsoft.com/office/drawing/2014/main" id="{D11B7B2F-1E32-4BD4-A723-0DA7DAF9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6123" y="6674872"/>
            <a:ext cx="2711768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삭제 / 철회 즉시 fence / 옛 job 게시 금지</a:t>
            </a:r>
          </a:p>
        </p:txBody>
      </p:sp>
      <p:sp>
        <p:nvSpPr>
          <p:cNvPr id="312" name="dp45-comparison / n219">
            <a:extLst xmlns:a="http://schemas.openxmlformats.org/drawingml/2006/main">
              <a:ext uri="{FF2B5EF4-FFF2-40B4-BE49-F238E27FC236}">
                <a16:creationId xmlns:a16="http://schemas.microsoft.com/office/drawing/2014/main" id="{582BEE6C-3540-4B19-97C1-CDFBD7FD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5236940"/>
            <a:ext cx="2047176" cy="1401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p45-comparison / n220 / text 1">
            <a:extLst xmlns:a="http://schemas.openxmlformats.org/drawingml/2006/main">
              <a:ext uri="{FF2B5EF4-FFF2-40B4-BE49-F238E27FC236}">
                <a16:creationId xmlns:a16="http://schemas.microsoft.com/office/drawing/2014/main" id="{CD9C14D0-7ADE-46A4-8FFE-9C01CC62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5243894"/>
            <a:ext cx="2468404" cy="131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12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2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EvidenceDispute → 해당 버전 차단 / 재검증</a:t>
            </a:r>
          </a:p>
        </p:txBody>
      </p:sp>
      <p:sp>
        <p:nvSpPr>
          <p:cNvPr id="314" name="dp45-comparison / n223">
            <a:extLst xmlns:a="http://schemas.openxmlformats.org/drawingml/2006/main">
              <a:ext uri="{FF2B5EF4-FFF2-40B4-BE49-F238E27FC236}">
                <a16:creationId xmlns:a16="http://schemas.microsoft.com/office/drawing/2014/main" id="{7040048B-FD65-4768-A0B3-F0F16028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6662357"/>
            <a:ext cx="3283047" cy="1493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p45-comparison / n224 / text 1">
            <a:extLst xmlns:a="http://schemas.openxmlformats.org/drawingml/2006/main">
              <a:ext uri="{FF2B5EF4-FFF2-40B4-BE49-F238E27FC236}">
                <a16:creationId xmlns:a16="http://schemas.microsoft.com/office/drawing/2014/main" id="{E204CAEA-06A0-4FB3-A988-FA1B7D8C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6669310"/>
            <a:ext cx="4728210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과거 의미 관계만 조건부 모델 호출 / 명시 ID / 위치는 코드 가능</a:t>
            </a:r>
          </a:p>
        </p:txBody>
      </p:sp>
      <p:sp>
        <p:nvSpPr>
          <p:cNvPr id="316" name="dp45-comparison / n227">
            <a:extLst xmlns:a="http://schemas.openxmlformats.org/drawingml/2006/main">
              <a:ext uri="{FF2B5EF4-FFF2-40B4-BE49-F238E27FC236}">
                <a16:creationId xmlns:a16="http://schemas.microsoft.com/office/drawing/2014/main" id="{E55EF669-DBED-43C4-9A7E-FF5B24CDA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3825431"/>
            <a:ext cx="2398871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p45-comparison / n228 / text 1">
            <a:extLst xmlns:a="http://schemas.openxmlformats.org/drawingml/2006/main">
              <a:ext uri="{FF2B5EF4-FFF2-40B4-BE49-F238E27FC236}">
                <a16:creationId xmlns:a16="http://schemas.microsoft.com/office/drawing/2014/main" id="{90E59035-C10E-497C-8A7B-0FF6A645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383238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EvidenceQuery →</a:t>
            </a:r>
          </a:p>
        </p:txBody>
      </p:sp>
      <p:sp>
        <p:nvSpPr>
          <p:cNvPr id="318" name="dp45-comparison / n228 / text 2">
            <a:extLst xmlns:a="http://schemas.openxmlformats.org/drawingml/2006/main">
              <a:ext uri="{FF2B5EF4-FFF2-40B4-BE49-F238E27FC236}">
                <a16:creationId xmlns:a16="http://schemas.microsoft.com/office/drawing/2014/main" id="{2E31B81B-ED1A-4837-9987-B3D5DEF4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3988415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목적 / 권한 / 과거 후보 / 원문 조건 / 예산</a:t>
            </a:r>
          </a:p>
        </p:txBody>
      </p:sp>
      <p:sp>
        <p:nvSpPr>
          <p:cNvPr id="319" name="dp45-comparison / n229">
            <a:extLst xmlns:a="http://schemas.openxmlformats.org/drawingml/2006/main">
              <a:ext uri="{FF2B5EF4-FFF2-40B4-BE49-F238E27FC236}">
                <a16:creationId xmlns:a16="http://schemas.microsoft.com/office/drawing/2014/main" id="{AFBFA00B-97FC-4D0E-B5B8-6519BB69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4312158"/>
            <a:ext cx="2221702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p45-comparison / n230 / text 1">
            <a:extLst xmlns:a="http://schemas.openxmlformats.org/drawingml/2006/main">
              <a:ext uri="{FF2B5EF4-FFF2-40B4-BE49-F238E27FC236}">
                <a16:creationId xmlns:a16="http://schemas.microsoft.com/office/drawing/2014/main" id="{3D75847A-194F-49EB-AEDC-2F88F13B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319111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← EvidenceBundle + query receipt</a:t>
            </a:r>
          </a:p>
        </p:txBody>
      </p:sp>
      <p:sp>
        <p:nvSpPr>
          <p:cNvPr id="321" name="dp45-comparison / n230 / text 2">
            <a:extLst xmlns:a="http://schemas.openxmlformats.org/drawingml/2006/main">
              <a:ext uri="{FF2B5EF4-FFF2-40B4-BE49-F238E27FC236}">
                <a16:creationId xmlns:a16="http://schemas.microsoft.com/office/drawing/2014/main" id="{D97522E2-4D4E-44DF-8C3B-D161F27F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475142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출처 / 버전 / 누락 범위</a:t>
            </a:r>
          </a:p>
        </p:txBody>
      </p:sp>
      <p:sp>
        <p:nvSpPr>
          <p:cNvPr id="322" name="dp45-comparison / n233">
            <a:extLst xmlns:a="http://schemas.openxmlformats.org/drawingml/2006/main">
              <a:ext uri="{FF2B5EF4-FFF2-40B4-BE49-F238E27FC236}">
                <a16:creationId xmlns:a16="http://schemas.microsoft.com/office/drawing/2014/main" id="{A845F358-BAC1-4D55-BD18-ACADA536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5410771"/>
            <a:ext cx="2042865" cy="1493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p45-comparison / n234 / text 1">
            <a:extLst xmlns:a="http://schemas.openxmlformats.org/drawingml/2006/main">
              <a:ext uri="{FF2B5EF4-FFF2-40B4-BE49-F238E27FC236}">
                <a16:creationId xmlns:a16="http://schemas.microsoft.com/office/drawing/2014/main" id="{D02B19BC-416C-4FE1-AD1F-90DC149E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5417725"/>
            <a:ext cx="2364105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 + 근거 ↓ / 의미 / 추가 조회 제안 ↑</a:t>
            </a:r>
          </a:p>
        </p:txBody>
      </p:sp>
      <p:sp>
        <p:nvSpPr>
          <p:cNvPr id="324" name="dp45-comparison / n236">
            <a:extLst xmlns:a="http://schemas.openxmlformats.org/drawingml/2006/main">
              <a:ext uri="{FF2B5EF4-FFF2-40B4-BE49-F238E27FC236}">
                <a16:creationId xmlns:a16="http://schemas.microsoft.com/office/drawing/2014/main" id="{F255A8FF-7C5D-4093-896A-9E5B0655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8111" y="2365248"/>
            <a:ext cx="3661303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p45-comparison / n237 / text 1">
            <a:extLst xmlns:a="http://schemas.openxmlformats.org/drawingml/2006/main">
              <a:ext uri="{FF2B5EF4-FFF2-40B4-BE49-F238E27FC236}">
                <a16:creationId xmlns:a16="http://schemas.microsoft.com/office/drawing/2014/main" id="{6DB00E15-F1A2-4DB7-B5AF-040BA170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2018" y="2372201"/>
            <a:ext cx="5180171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 T23 위임 Context → / 진행 / 질문 / 결과는 대화에 연결</a:t>
            </a:r>
          </a:p>
        </p:txBody>
      </p:sp>
      <p:sp>
        <p:nvSpPr>
          <p:cNvPr id="326" name="dp45-comparison / n240">
            <a:extLst xmlns:a="http://schemas.openxmlformats.org/drawingml/2006/main">
              <a:ext uri="{FF2B5EF4-FFF2-40B4-BE49-F238E27FC236}">
                <a16:creationId xmlns:a16="http://schemas.microsoft.com/office/drawing/2014/main" id="{2A366439-3C06-46B3-9BA9-C45F7247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6154769"/>
            <a:ext cx="2245343" cy="488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p45-comparison / n241 / text 1">
            <a:extLst xmlns:a="http://schemas.openxmlformats.org/drawingml/2006/main">
              <a:ext uri="{FF2B5EF4-FFF2-40B4-BE49-F238E27FC236}">
                <a16:creationId xmlns:a16="http://schemas.microsoft.com/office/drawing/2014/main" id="{E7EA7071-67F2-4997-AD6B-CDC8E6EE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616172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의미 채택: Request Controller</a:t>
            </a:r>
          </a:p>
        </p:txBody>
      </p:sp>
      <p:sp>
        <p:nvSpPr>
          <p:cNvPr id="328" name="dp45-comparison / n241 / text 2">
            <a:extLst xmlns:a="http://schemas.openxmlformats.org/drawingml/2006/main">
              <a:ext uri="{FF2B5EF4-FFF2-40B4-BE49-F238E27FC236}">
                <a16:creationId xmlns:a16="http://schemas.microsoft.com/office/drawing/2014/main" id="{6FDE5618-F5BD-4BA0-BEDA-9010A25F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631775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/ version / 의미 일관성 재검사</a:t>
            </a:r>
          </a:p>
        </p:txBody>
      </p:sp>
      <p:sp>
        <p:nvSpPr>
          <p:cNvPr id="329" name="dp45-comparison / n241 / text 3">
            <a:extLst xmlns:a="http://schemas.openxmlformats.org/drawingml/2006/main">
              <a:ext uri="{FF2B5EF4-FFF2-40B4-BE49-F238E27FC236}">
                <a16:creationId xmlns:a16="http://schemas.microsoft.com/office/drawing/2014/main" id="{0042F1CF-DE72-476C-8C27-B97DF931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647378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T23 연결은 현재 판단의 결과</a:t>
            </a:r>
          </a:p>
        </p:txBody>
      </p:sp>
      <p:sp>
        <p:nvSpPr>
          <p:cNvPr id="330" name="dp45-comparison / n246">
            <a:extLst xmlns:a="http://schemas.openxmlformats.org/drawingml/2006/main">
              <a:ext uri="{FF2B5EF4-FFF2-40B4-BE49-F238E27FC236}">
                <a16:creationId xmlns:a16="http://schemas.microsoft.com/office/drawing/2014/main" id="{74CC7D3A-D017-403C-9AE3-B2AD1A6D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7183850"/>
            <a:ext cx="4623633" cy="1768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p45-comparison / n247 / text 1">
            <a:extLst xmlns:a="http://schemas.openxmlformats.org/drawingml/2006/main">
              <a:ext uri="{FF2B5EF4-FFF2-40B4-BE49-F238E27FC236}">
                <a16:creationId xmlns:a16="http://schemas.microsoft.com/office/drawing/2014/main" id="{AA4EEF2E-C2B8-400B-9E76-595381AF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7190804"/>
            <a:ext cx="7718108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Omni 가중치 한 벌 / 생산 / 요청 session과 KV 분리 / 음성 입력 / ASR 계속</a:t>
            </a:r>
          </a:p>
        </p:txBody>
      </p:sp>
    </p:spTree>
    <p:extLst>
      <p:ext uri="{BB962C8B-B14F-4D97-AF65-F5344CB8AC3E}">
        <p14:creationId xmlns:p14="http://schemas.microsoft.com/office/powerpoint/2010/main" val="13599250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dp-background-overview / n1">
            <a:extLst xmlns:a="http://schemas.openxmlformats.org/drawingml/2006/main">
              <a:ext uri="{FF2B5EF4-FFF2-40B4-BE49-F238E27FC236}">
                <a16:creationId xmlns:a16="http://schemas.microsoft.com/office/drawing/2014/main" id="{BCB252B4-3EF3-48F3-94A9-1BCAE2A4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-background-overview / n2 / text 1">
            <a:extLst xmlns:a="http://schemas.openxmlformats.org/drawingml/2006/main">
              <a:ext uri="{FF2B5EF4-FFF2-40B4-BE49-F238E27FC236}">
                <a16:creationId xmlns:a16="http://schemas.microsoft.com/office/drawing/2014/main" id="{373ADABA-EF30-4610-A9F1-0290322F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7068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VIA 사용자 경험</a:t>
            </a:r>
          </a:p>
        </p:txBody>
      </p:sp>
      <p:sp>
        <p:nvSpPr>
          <p:cNvPr id="3" name="dp-background-overview / n3 / text 1">
            <a:extLst xmlns:a="http://schemas.openxmlformats.org/drawingml/2006/main">
              <a:ext uri="{FF2B5EF4-FFF2-40B4-BE49-F238E27FC236}">
                <a16:creationId xmlns:a16="http://schemas.microsoft.com/office/drawing/2014/main" id="{6EFEC89C-6778-4EDB-80E0-0B013F31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7068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사용자가 계속 말하는 동안에도, VIA는 대화와 업무를 이어가야 합니다</a:t>
            </a:r>
          </a:p>
        </p:txBody>
      </p:sp>
      <p:sp>
        <p:nvSpPr>
          <p:cNvPr id="4" name="dp-background-overview / n4 / text 1">
            <a:extLst xmlns:a="http://schemas.openxmlformats.org/drawingml/2006/main">
              <a:ext uri="{FF2B5EF4-FFF2-40B4-BE49-F238E27FC236}">
                <a16:creationId xmlns:a16="http://schemas.microsoft.com/office/drawing/2014/main" id="{C74D0A75-1C75-43F9-9440-0F933C33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70688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한 번의 이해로 끝나지 않습니다. 새 입력, 업무 알림, 과거 정보와 서로 다른 종료 시점이 겹칩니다.</a:t>
            </a:r>
          </a:p>
        </p:txBody>
      </p:sp>
      <p:sp>
        <p:nvSpPr>
          <p:cNvPr id="5" name="dp-background-overview / n5 / path">
            <a:extLst xmlns:a="http://schemas.openxmlformats.org/drawingml/2006/main">
              <a:ext uri="{FF2B5EF4-FFF2-40B4-BE49-F238E27FC236}">
                <a16:creationId xmlns:a16="http://schemas.microsoft.com/office/drawing/2014/main" id="{E6FE4DCF-BD94-405D-A389-834E64A0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-background-overview / n6 / text 1">
            <a:extLst xmlns:a="http://schemas.openxmlformats.org/drawingml/2006/main">
              <a:ext uri="{FF2B5EF4-FFF2-40B4-BE49-F238E27FC236}">
                <a16:creationId xmlns:a16="http://schemas.microsoft.com/office/drawing/2014/main" id="{BFC05570-AEB0-4FD4-BE46-380FAF5E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5240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이전에</a:t>
            </a:r>
          </a:p>
        </p:txBody>
      </p:sp>
      <p:sp>
        <p:nvSpPr>
          <p:cNvPr id="7" name="dp-background-overview / n7 / text 1">
            <a:extLst xmlns:a="http://schemas.openxmlformats.org/drawingml/2006/main">
              <a:ext uri="{FF2B5EF4-FFF2-40B4-BE49-F238E27FC236}">
                <a16:creationId xmlns:a16="http://schemas.microsoft.com/office/drawing/2014/main" id="{A0B2AF0F-AFBB-41F6-A44F-9EDC5C60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790700"/>
            <a:ext cx="47625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VIA의 직접 설명</a:t>
            </a:r>
          </a:p>
        </p:txBody>
      </p:sp>
      <p:sp>
        <p:nvSpPr>
          <p:cNvPr id="8" name="dp-background-overview / n8 / text 1">
            <a:extLst xmlns:a="http://schemas.openxmlformats.org/drawingml/2006/main">
              <a:ext uri="{FF2B5EF4-FFF2-40B4-BE49-F238E27FC236}">
                <a16:creationId xmlns:a16="http://schemas.microsoft.com/office/drawing/2014/main" id="{8EB8A59C-64A9-4289-8CF6-FBA647A8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133600"/>
            <a:ext cx="47625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평가 기준 · 사용자에게 실제 전달</a:t>
            </a:r>
          </a:p>
        </p:txBody>
      </p:sp>
      <p:sp>
        <p:nvSpPr>
          <p:cNvPr id="9" name="dp-background-overview / n9 / text 1">
            <a:extLst xmlns:a="http://schemas.openxmlformats.org/drawingml/2006/main">
              <a:ext uri="{FF2B5EF4-FFF2-40B4-BE49-F238E27FC236}">
                <a16:creationId xmlns:a16="http://schemas.microsoft.com/office/drawing/2014/main" id="{46DF3DD4-A56B-494A-9A3D-26E4510C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90700"/>
            <a:ext cx="47625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조사 Agent의 확인된 결과</a:t>
            </a:r>
          </a:p>
        </p:txBody>
      </p:sp>
      <p:sp>
        <p:nvSpPr>
          <p:cNvPr id="10" name="dp-background-overview / n10 / text 1">
            <a:extLst xmlns:a="http://schemas.openxmlformats.org/drawingml/2006/main">
              <a:ext uri="{FF2B5EF4-FFF2-40B4-BE49-F238E27FC236}">
                <a16:creationId xmlns:a16="http://schemas.microsoft.com/office/drawing/2014/main" id="{D7C492D2-C92F-42A2-9B03-649D90A1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33600"/>
            <a:ext cx="47625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제품 비교 · 결과 참조 / 필요한 발췌</a:t>
            </a:r>
          </a:p>
        </p:txBody>
      </p:sp>
      <p:sp>
        <p:nvSpPr>
          <p:cNvPr id="11" name="dp-background-overview / n11 / text 1">
            <a:extLst xmlns:a="http://schemas.openxmlformats.org/drawingml/2006/main">
              <a:ext uri="{FF2B5EF4-FFF2-40B4-BE49-F238E27FC236}">
                <a16:creationId xmlns:a16="http://schemas.microsoft.com/office/drawing/2014/main" id="{79766858-0D58-4DE5-B4F3-CD1A8903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1790700"/>
            <a:ext cx="47625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견적 Agent의 확인된 결과</a:t>
            </a:r>
          </a:p>
        </p:txBody>
      </p:sp>
      <p:sp>
        <p:nvSpPr>
          <p:cNvPr id="12" name="dp-background-overview / n12 / text 1">
            <a:extLst xmlns:a="http://schemas.openxmlformats.org/drawingml/2006/main">
              <a:ext uri="{FF2B5EF4-FFF2-40B4-BE49-F238E27FC236}">
                <a16:creationId xmlns:a16="http://schemas.microsoft.com/office/drawing/2014/main" id="{BC8D87E0-F1B4-4CC8-92E1-FBF55437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133600"/>
            <a:ext cx="47625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견적 · 결과 참조 / 필요한 발췌</a:t>
            </a:r>
          </a:p>
        </p:txBody>
      </p:sp>
      <p:sp>
        <p:nvSpPr>
          <p:cNvPr id="13" name="dp-background-overview / n13 / path">
            <a:extLst xmlns:a="http://schemas.openxmlformats.org/drawingml/2006/main">
              <a:ext uri="{FF2B5EF4-FFF2-40B4-BE49-F238E27FC236}">
                <a16:creationId xmlns:a16="http://schemas.microsoft.com/office/drawing/2014/main" id="{77A8FE1F-F7ED-4E3A-8699-8C304EFC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447925"/>
            <a:ext cx="8763000" cy="171450"/>
          </a:xfrm>
          <a:custGeom xmlns:a="http://schemas.openxmlformats.org/drawingml/2006/main">
            <a:pathLst>
              <a:path w="8763000" h="171450">
                <a:moveTo>
                  <a:pt x="0" y="0"/>
                </a:moveTo>
                <a:lnTo>
                  <a:pt x="0" y="171450"/>
                </a:lnTo>
                <a:lnTo>
                  <a:pt x="876300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5F6B77"/>
            </a:solidFill>
            <a:prstDash val="dash"/>
          </a:ln>
        </p:spPr>
      </p:sp>
      <p:sp>
        <p:nvSpPr>
          <p:cNvPr id="14" name="dp-background-overview / n14 / path">
            <a:extLst xmlns:a="http://schemas.openxmlformats.org/drawingml/2006/main">
              <a:ext uri="{FF2B5EF4-FFF2-40B4-BE49-F238E27FC236}">
                <a16:creationId xmlns:a16="http://schemas.microsoft.com/office/drawing/2014/main" id="{061D162F-1853-424B-9F6E-704A7CDB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447925"/>
            <a:ext cx="3524250" cy="171450"/>
          </a:xfrm>
          <a:custGeom xmlns:a="http://schemas.openxmlformats.org/drawingml/2006/main">
            <a:pathLst>
              <a:path w="3524250" h="171450">
                <a:moveTo>
                  <a:pt x="0" y="0"/>
                </a:moveTo>
                <a:lnTo>
                  <a:pt x="0" y="171450"/>
                </a:lnTo>
                <a:lnTo>
                  <a:pt x="35242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5F6B77"/>
            </a:solidFill>
            <a:prstDash val="dash"/>
          </a:ln>
        </p:spPr>
      </p:sp>
      <p:sp>
        <p:nvSpPr>
          <p:cNvPr id="15" name="dp-background-overview / n15 / path">
            <a:extLst xmlns:a="http://schemas.openxmlformats.org/drawingml/2006/main">
              <a:ext uri="{FF2B5EF4-FFF2-40B4-BE49-F238E27FC236}">
                <a16:creationId xmlns:a16="http://schemas.microsoft.com/office/drawing/2014/main" id="{1F9493FD-0DF4-4447-92E7-4AE8C8D1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2447925"/>
            <a:ext cx="1762125" cy="171450"/>
          </a:xfrm>
          <a:custGeom xmlns:a="http://schemas.openxmlformats.org/drawingml/2006/main">
            <a:pathLst>
              <a:path w="1762125" h="171450">
                <a:moveTo>
                  <a:pt x="1762125" y="0"/>
                </a:moveTo>
                <a:lnTo>
                  <a:pt x="1762125" y="171450"/>
                </a:lnTo>
                <a:lnTo>
                  <a:pt x="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5F6B77"/>
            </a:solidFill>
            <a:prstDash val="dash"/>
          </a:ln>
        </p:spPr>
      </p:sp>
      <p:sp>
        <p:nvSpPr>
          <p:cNvPr id="16" name="dp-background-overview / n16 / path">
            <a:extLst xmlns:a="http://schemas.openxmlformats.org/drawingml/2006/main">
              <a:ext uri="{FF2B5EF4-FFF2-40B4-BE49-F238E27FC236}">
                <a16:creationId xmlns:a16="http://schemas.microsoft.com/office/drawing/2014/main" id="{67F5A381-DCC2-4330-AD2D-C6A25A49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619375"/>
            <a:ext cx="1619250" cy="3781425"/>
          </a:xfrm>
          <a:custGeom xmlns:a="http://schemas.openxmlformats.org/drawingml/2006/main">
            <a:pathLst>
              <a:path w="1619250" h="3781425">
                <a:moveTo>
                  <a:pt x="333375" y="0"/>
                </a:moveTo>
                <a:lnTo>
                  <a:pt x="1619250" y="0"/>
                </a:lnTo>
                <a:lnTo>
                  <a:pt x="1619250" y="3781425"/>
                </a:lnTo>
                <a:lnTo>
                  <a:pt x="0" y="3781425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5F6B77"/>
            </a:solidFill>
            <a:prstDash val="dash"/>
          </a:ln>
        </p:spPr>
      </p:sp>
      <p:sp>
        <p:nvSpPr>
          <p:cNvPr id="17" name="dp-background-overview / n16 / arrow">
            <a:extLst xmlns:a="http://schemas.openxmlformats.org/drawingml/2006/main">
              <a:ext uri="{FF2B5EF4-FFF2-40B4-BE49-F238E27FC236}">
                <a16:creationId xmlns:a16="http://schemas.microsoft.com/office/drawing/2014/main" id="{C30BA0C4-B81D-4AAD-86D0-252867D1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6348984"/>
            <a:ext cx="103632" cy="103632"/>
          </a:xfrm>
          <a:custGeom xmlns:a="http://schemas.openxmlformats.org/drawingml/2006/main">
            <a:pathLst>
              <a:path w="103632" h="103632">
                <a:moveTo>
                  <a:pt x="103632" y="0"/>
                </a:moveTo>
                <a:lnTo>
                  <a:pt x="0" y="51816"/>
                </a:lnTo>
                <a:lnTo>
                  <a:pt x="103632" y="103632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5F6B77"/>
            </a:solidFill>
            <a:prstDash val="solid"/>
          </a:ln>
        </p:spPr>
      </p:sp>
      <p:sp>
        <p:nvSpPr>
          <p:cNvPr id="18" name="dp-background-overview / n17 / text 1">
            <a:extLst xmlns:a="http://schemas.openxmlformats.org/drawingml/2006/main">
              <a:ext uri="{FF2B5EF4-FFF2-40B4-BE49-F238E27FC236}">
                <a16:creationId xmlns:a16="http://schemas.microsoft.com/office/drawing/2014/main" id="{BD0D1E86-F4B6-4634-8781-C8AC15D0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12382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시간 →</a:t>
            </a:r>
          </a:p>
        </p:txBody>
      </p:sp>
      <p:sp>
        <p:nvSpPr>
          <p:cNvPr id="19" name="dp-background-overview / n18 / text 1">
            <a:extLst xmlns:a="http://schemas.openxmlformats.org/drawingml/2006/main">
              <a:ext uri="{FF2B5EF4-FFF2-40B4-BE49-F238E27FC236}">
                <a16:creationId xmlns:a16="http://schemas.microsoft.com/office/drawing/2014/main" id="{31CF3C10-7A35-45C6-9947-F8919B9E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09875"/>
            <a:ext cx="3714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요청</a:t>
            </a:r>
          </a:p>
        </p:txBody>
      </p:sp>
      <p:sp>
        <p:nvSpPr>
          <p:cNvPr id="20" name="dp-background-overview / n19 / text 1">
            <a:extLst xmlns:a="http://schemas.openxmlformats.org/drawingml/2006/main">
              <a:ext uri="{FF2B5EF4-FFF2-40B4-BE49-F238E27FC236}">
                <a16:creationId xmlns:a16="http://schemas.microsoft.com/office/drawing/2014/main" id="{40AB3993-B891-427E-9C16-6E0D2467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9875"/>
            <a:ext cx="338137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처리 중 겹치는 사건</a:t>
            </a:r>
          </a:p>
        </p:txBody>
      </p:sp>
      <p:sp>
        <p:nvSpPr>
          <p:cNvPr id="21" name="dp-background-overview / n20 / text 1">
            <a:extLst xmlns:a="http://schemas.openxmlformats.org/drawingml/2006/main">
              <a:ext uri="{FF2B5EF4-FFF2-40B4-BE49-F238E27FC236}">
                <a16:creationId xmlns:a16="http://schemas.microsoft.com/office/drawing/2014/main" id="{623AF0F8-9243-43E9-9B39-FC74E576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809875"/>
            <a:ext cx="39052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이후 과거 정보 재사용</a:t>
            </a:r>
          </a:p>
        </p:txBody>
      </p:sp>
      <p:sp>
        <p:nvSpPr>
          <p:cNvPr id="22" name="dp-background-overview / n21 / text 1">
            <a:extLst xmlns:a="http://schemas.openxmlformats.org/drawingml/2006/main">
              <a:ext uri="{FF2B5EF4-FFF2-40B4-BE49-F238E27FC236}">
                <a16:creationId xmlns:a16="http://schemas.microsoft.com/office/drawing/2014/main" id="{522F06EB-09D3-4575-BFFF-76342EF6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2809875"/>
            <a:ext cx="15240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음성 종료</a:t>
            </a:r>
          </a:p>
        </p:txBody>
      </p:sp>
      <p:sp>
        <p:nvSpPr>
          <p:cNvPr id="23" name="dp-background-overview / n22 / text 1">
            <a:extLst xmlns:a="http://schemas.openxmlformats.org/drawingml/2006/main">
              <a:ext uri="{FF2B5EF4-FFF2-40B4-BE49-F238E27FC236}">
                <a16:creationId xmlns:a16="http://schemas.microsoft.com/office/drawing/2014/main" id="{31136561-D319-480A-B299-053D0845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0" y="2809875"/>
            <a:ext cx="11430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돌아옴</a:t>
            </a:r>
          </a:p>
        </p:txBody>
      </p:sp>
      <p:sp>
        <p:nvSpPr>
          <p:cNvPr id="24" name="dp-background-overview / n23 / path">
            <a:extLst xmlns:a="http://schemas.openxmlformats.org/drawingml/2006/main">
              <a:ext uri="{FF2B5EF4-FFF2-40B4-BE49-F238E27FC236}">
                <a16:creationId xmlns:a16="http://schemas.microsoft.com/office/drawing/2014/main" id="{7A590CAB-7AFA-4D62-A14E-5B5ED611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143250"/>
            <a:ext cx="15525750" cy="953"/>
          </a:xfrm>
          <a:custGeom xmlns:a="http://schemas.openxmlformats.org/drawingml/2006/main">
            <a:pathLst>
              <a:path w="15525750" h="953">
                <a:moveTo>
                  <a:pt x="0" y="0"/>
                </a:moveTo>
                <a:lnTo>
                  <a:pt x="1552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5" name="dp-background-overview / n23 / arrow">
            <a:extLst xmlns:a="http://schemas.openxmlformats.org/drawingml/2006/main">
              <a:ext uri="{FF2B5EF4-FFF2-40B4-BE49-F238E27FC236}">
                <a16:creationId xmlns:a16="http://schemas.microsoft.com/office/drawing/2014/main" id="{18B4B162-C648-46A5-B331-364E2EB7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17618" y="3091434"/>
            <a:ext cx="103632" cy="103632"/>
          </a:xfrm>
          <a:custGeom xmlns:a="http://schemas.openxmlformats.org/drawingml/2006/main">
            <a:pathLst>
              <a:path w="103632" h="103632">
                <a:moveTo>
                  <a:pt x="0" y="103632"/>
                </a:moveTo>
                <a:lnTo>
                  <a:pt x="103632" y="5181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CDD6DE"/>
            </a:solidFill>
            <a:prstDash val="solid"/>
          </a:ln>
        </p:spPr>
      </p:sp>
      <p:sp>
        <p:nvSpPr>
          <p:cNvPr id="26" name="dp-background-overview / n24 / text 1">
            <a:extLst xmlns:a="http://schemas.openxmlformats.org/drawingml/2006/main">
              <a:ext uri="{FF2B5EF4-FFF2-40B4-BE49-F238E27FC236}">
                <a16:creationId xmlns:a16="http://schemas.microsoft.com/office/drawing/2014/main" id="{B0D97FCC-8ED2-41DC-B8F2-C6CEC4A0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19475"/>
            <a:ext cx="13335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27" name="dp-background-overview / n24 / text 2">
            <a:extLst xmlns:a="http://schemas.openxmlformats.org/drawingml/2006/main">
              <a:ext uri="{FF2B5EF4-FFF2-40B4-BE49-F238E27FC236}">
                <a16:creationId xmlns:a16="http://schemas.microsoft.com/office/drawing/2014/main" id="{F1EA9F21-EF7A-413D-A1E9-77CB5747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9038"/>
            <a:ext cx="13335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입력·대화</a:t>
            </a:r>
          </a:p>
        </p:txBody>
      </p:sp>
      <p:sp>
        <p:nvSpPr>
          <p:cNvPr id="28" name="dp-background-overview / n25 / text 1">
            <a:extLst xmlns:a="http://schemas.openxmlformats.org/drawingml/2006/main">
              <a:ext uri="{FF2B5EF4-FFF2-40B4-BE49-F238E27FC236}">
                <a16:creationId xmlns:a16="http://schemas.microsoft.com/office/drawing/2014/main" id="{794A201E-D75B-480B-A85F-AE891B79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38100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제안서에 넣고,</a:t>
            </a:r>
          </a:p>
        </p:txBody>
      </p:sp>
      <p:sp>
        <p:nvSpPr>
          <p:cNvPr id="29" name="dp-background-overview / n25 / text 2">
            <a:extLst xmlns:a="http://schemas.openxmlformats.org/drawingml/2006/main">
              <a:ext uri="{FF2B5EF4-FFF2-40B4-BE49-F238E27FC236}">
                <a16:creationId xmlns:a16="http://schemas.microsoft.com/office/drawing/2014/main" id="{0BB14092-8123-4C65-ACD1-07FCB466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743325"/>
            <a:ext cx="38100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공유 메일은 초안만</a:t>
            </a:r>
          </a:p>
        </p:txBody>
      </p:sp>
      <p:sp>
        <p:nvSpPr>
          <p:cNvPr id="30" name="dp-background-overview / n25 / text 3">
            <a:extLst xmlns:a="http://schemas.openxmlformats.org/drawingml/2006/main">
              <a:ext uri="{FF2B5EF4-FFF2-40B4-BE49-F238E27FC236}">
                <a16:creationId xmlns:a16="http://schemas.microsoft.com/office/drawing/2014/main" id="{BB2CCD2E-49A2-49D6-A534-951924B7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076700"/>
            <a:ext cx="38100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만들어줘.”</a:t>
            </a:r>
          </a:p>
        </p:txBody>
      </p:sp>
      <p:sp>
        <p:nvSpPr>
          <p:cNvPr id="31" name="dp-background-overview / n26 / text 1">
            <a:extLst xmlns:a="http://schemas.openxmlformats.org/drawingml/2006/main">
              <a:ext uri="{FF2B5EF4-FFF2-40B4-BE49-F238E27FC236}">
                <a16:creationId xmlns:a16="http://schemas.microsoft.com/office/drawing/2014/main" id="{02C5F865-9814-481C-8F76-4BCEA2A2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76750"/>
            <a:ext cx="38100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화면의 표를 가리킴</a:t>
            </a:r>
          </a:p>
        </p:txBody>
      </p:sp>
      <p:sp>
        <p:nvSpPr>
          <p:cNvPr id="32" name="dp-background-overview / n27 / text 1">
            <a:extLst xmlns:a="http://schemas.openxmlformats.org/drawingml/2006/main">
              <a:ext uri="{FF2B5EF4-FFF2-40B4-BE49-F238E27FC236}">
                <a16:creationId xmlns:a16="http://schemas.microsoft.com/office/drawing/2014/main" id="{EA524AA4-FAA3-4AE2-8B49-9AD0A5B4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09950"/>
            <a:ext cx="37147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“잠깐, 가격은</a:t>
            </a:r>
          </a:p>
        </p:txBody>
      </p:sp>
      <p:sp>
        <p:nvSpPr>
          <p:cNvPr id="33" name="dp-background-overview / n27 / text 2">
            <a:extLst xmlns:a="http://schemas.openxmlformats.org/drawingml/2006/main">
              <a:ext uri="{FF2B5EF4-FFF2-40B4-BE49-F238E27FC236}">
                <a16:creationId xmlns:a16="http://schemas.microsoft.com/office/drawing/2014/main" id="{876FA850-C142-40DD-9173-7B5F4C81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43325"/>
            <a:ext cx="37147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비교에서 빼줘.”</a:t>
            </a:r>
          </a:p>
        </p:txBody>
      </p:sp>
      <p:sp>
        <p:nvSpPr>
          <p:cNvPr id="34" name="dp-background-overview / n28 / text 1">
            <a:extLst xmlns:a="http://schemas.openxmlformats.org/drawingml/2006/main">
              <a:ext uri="{FF2B5EF4-FFF2-40B4-BE49-F238E27FC236}">
                <a16:creationId xmlns:a16="http://schemas.microsoft.com/office/drawing/2014/main" id="{587483A6-50E5-435A-9F00-48D99FD0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457700"/>
            <a:ext cx="31432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업무의 질문</a:t>
            </a:r>
          </a:p>
        </p:txBody>
      </p:sp>
      <p:sp>
        <p:nvSpPr>
          <p:cNvPr id="35" name="dp-background-overview / n28 / text 2">
            <a:extLst xmlns:a="http://schemas.openxmlformats.org/drawingml/2006/main">
              <a:ext uri="{FF2B5EF4-FFF2-40B4-BE49-F238E27FC236}">
                <a16:creationId xmlns:a16="http://schemas.microsoft.com/office/drawing/2014/main" id="{B02746EC-5AA8-43CB-97AA-99A61314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52975"/>
            <a:ext cx="31432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“수신자는 누구인가요?”</a:t>
            </a:r>
          </a:p>
        </p:txBody>
      </p:sp>
      <p:sp>
        <p:nvSpPr>
          <p:cNvPr id="36" name="dp-background-overview / n29 / text 1">
            <a:extLst xmlns:a="http://schemas.openxmlformats.org/drawingml/2006/main">
              <a:ext uri="{FF2B5EF4-FFF2-40B4-BE49-F238E27FC236}">
                <a16:creationId xmlns:a16="http://schemas.microsoft.com/office/drawing/2014/main" id="{ED8ECEDB-F077-4751-B3DC-9D34CD4E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09950"/>
            <a:ext cx="39052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 네가 설명한 기준으로,</a:t>
            </a:r>
          </a:p>
        </p:txBody>
      </p:sp>
      <p:sp>
        <p:nvSpPr>
          <p:cNvPr id="37" name="dp-background-overview / n29 / text 2">
            <a:extLst xmlns:a="http://schemas.openxmlformats.org/drawingml/2006/main">
              <a:ext uri="{FF2B5EF4-FFF2-40B4-BE49-F238E27FC236}">
                <a16:creationId xmlns:a16="http://schemas.microsoft.com/office/drawing/2014/main" id="{8F4040B6-DF31-43ED-BA56-A62114CD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733800"/>
            <a:ext cx="39052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비교 결과와 견적도</a:t>
            </a:r>
          </a:p>
        </p:txBody>
      </p:sp>
      <p:sp>
        <p:nvSpPr>
          <p:cNvPr id="38" name="dp-background-overview / n29 / text 3">
            <a:extLst xmlns:a="http://schemas.openxmlformats.org/drawingml/2006/main">
              <a:ext uri="{FF2B5EF4-FFF2-40B4-BE49-F238E27FC236}">
                <a16:creationId xmlns:a16="http://schemas.microsoft.com/office/drawing/2014/main" id="{3973CC52-C5D6-46F0-B3AF-035BA87F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57650"/>
            <a:ext cx="39052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반영해줘.”</a:t>
            </a:r>
          </a:p>
        </p:txBody>
      </p:sp>
      <p:sp>
        <p:nvSpPr>
          <p:cNvPr id="39" name="dp-background-overview / n30 / text 1">
            <a:extLst xmlns:a="http://schemas.openxmlformats.org/drawingml/2006/main">
              <a:ext uri="{FF2B5EF4-FFF2-40B4-BE49-F238E27FC236}">
                <a16:creationId xmlns:a16="http://schemas.microsoft.com/office/drawing/2014/main" id="{38FDA7BE-98CD-44A0-807F-6EAC2C94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3448050"/>
            <a:ext cx="1428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대화는</a:t>
            </a:r>
          </a:p>
        </p:txBody>
      </p:sp>
      <p:sp>
        <p:nvSpPr>
          <p:cNvPr id="40" name="dp-background-overview / n30 / text 2">
            <a:extLst xmlns:a="http://schemas.openxmlformats.org/drawingml/2006/main">
              <a:ext uri="{FF2B5EF4-FFF2-40B4-BE49-F238E27FC236}">
                <a16:creationId xmlns:a16="http://schemas.microsoft.com/office/drawing/2014/main" id="{62003DA2-DA1A-4751-8ECB-7BEC754D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3752850"/>
            <a:ext cx="1428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끝나도…</a:t>
            </a:r>
          </a:p>
        </p:txBody>
      </p:sp>
      <p:sp>
        <p:nvSpPr>
          <p:cNvPr id="41" name="dp-background-overview / n31 / text 1">
            <a:extLst xmlns:a="http://schemas.openxmlformats.org/drawingml/2006/main">
              <a:ext uri="{FF2B5EF4-FFF2-40B4-BE49-F238E27FC236}">
                <a16:creationId xmlns:a16="http://schemas.microsoft.com/office/drawing/2014/main" id="{DDF7F15B-4C41-4AEE-B4B9-EEC97FA2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0" y="3714750"/>
            <a:ext cx="16192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같은 업무의</a:t>
            </a:r>
          </a:p>
        </p:txBody>
      </p:sp>
      <p:sp>
        <p:nvSpPr>
          <p:cNvPr id="42" name="dp-background-overview / n31 / text 2">
            <a:extLst xmlns:a="http://schemas.openxmlformats.org/drawingml/2006/main">
              <a:ext uri="{FF2B5EF4-FFF2-40B4-BE49-F238E27FC236}">
                <a16:creationId xmlns:a16="http://schemas.microsoft.com/office/drawing/2014/main" id="{70FA0374-4825-4FA9-A4DC-80C71CD1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0" y="4019550"/>
            <a:ext cx="16192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진행·결과</a:t>
            </a:r>
          </a:p>
        </p:txBody>
      </p:sp>
      <p:sp>
        <p:nvSpPr>
          <p:cNvPr id="43" name="dp-background-overview / n32 / path">
            <a:extLst xmlns:a="http://schemas.openxmlformats.org/drawingml/2006/main">
              <a:ext uri="{FF2B5EF4-FFF2-40B4-BE49-F238E27FC236}">
                <a16:creationId xmlns:a16="http://schemas.microsoft.com/office/drawing/2014/main" id="{88F99B72-DE19-41F0-ADD6-44DD1932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4343400"/>
            <a:ext cx="953" cy="4133850"/>
          </a:xfrm>
          <a:custGeom xmlns:a="http://schemas.openxmlformats.org/drawingml/2006/main">
            <a:pathLst>
              <a:path w="953" h="4133850">
                <a:moveTo>
                  <a:pt x="0" y="0"/>
                </a:moveTo>
                <a:lnTo>
                  <a:pt x="0" y="41338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dash"/>
          </a:ln>
        </p:spPr>
      </p:sp>
      <p:sp>
        <p:nvSpPr>
          <p:cNvPr id="44" name="dp-background-overview / n33 / text 1">
            <a:extLst xmlns:a="http://schemas.openxmlformats.org/drawingml/2006/main">
              <a:ext uri="{FF2B5EF4-FFF2-40B4-BE49-F238E27FC236}">
                <a16:creationId xmlns:a16="http://schemas.microsoft.com/office/drawing/2014/main" id="{489C5193-7EAB-4114-A226-E2204E18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3335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VIA</a:t>
            </a:r>
          </a:p>
        </p:txBody>
      </p:sp>
      <p:sp>
        <p:nvSpPr>
          <p:cNvPr id="45" name="dp-background-overview / n33 / text 2">
            <a:extLst xmlns:a="http://schemas.openxmlformats.org/drawingml/2006/main">
              <a:ext uri="{FF2B5EF4-FFF2-40B4-BE49-F238E27FC236}">
                <a16:creationId xmlns:a16="http://schemas.microsoft.com/office/drawing/2014/main" id="{4634B538-4F38-4721-AD4D-D318F1FB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9313"/>
            <a:ext cx="13335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처리·연결</a:t>
            </a:r>
          </a:p>
        </p:txBody>
      </p:sp>
      <p:sp>
        <p:nvSpPr>
          <p:cNvPr id="46" name="dp-background-overview / n34 / path">
            <a:extLst xmlns:a="http://schemas.openxmlformats.org/drawingml/2006/main">
              <a:ext uri="{FF2B5EF4-FFF2-40B4-BE49-F238E27FC236}">
                <a16:creationId xmlns:a16="http://schemas.microsoft.com/office/drawing/2014/main" id="{3FAE482C-C982-4328-BAC4-C4E4A984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24500"/>
            <a:ext cx="15478125" cy="953"/>
          </a:xfrm>
          <a:custGeom xmlns:a="http://schemas.openxmlformats.org/drawingml/2006/main">
            <a:pathLst>
              <a:path w="15478125" h="953">
                <a:moveTo>
                  <a:pt x="0" y="0"/>
                </a:moveTo>
                <a:lnTo>
                  <a:pt x="1547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75">
            <a:solidFill>
              <a:srgbClr val="CDD6DE"/>
            </a:solidFill>
            <a:prstDash val="solid"/>
          </a:ln>
        </p:spPr>
      </p:sp>
      <p:sp>
        <p:nvSpPr>
          <p:cNvPr id="47" name="dp-background-overview / n35 / text 1">
            <a:extLst xmlns:a="http://schemas.openxmlformats.org/drawingml/2006/main">
              <a:ext uri="{FF2B5EF4-FFF2-40B4-BE49-F238E27FC236}">
                <a16:creationId xmlns:a16="http://schemas.microsoft.com/office/drawing/2014/main" id="{FFD7FAB4-AE00-4E15-A88D-446B8713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29300"/>
            <a:ext cx="3762375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표의 대상 확인 · 업무 구분</a:t>
            </a:r>
          </a:p>
        </p:txBody>
      </p:sp>
      <p:sp>
        <p:nvSpPr>
          <p:cNvPr id="48" name="dp-background-overview / n35 / text 2">
            <a:extLst xmlns:a="http://schemas.openxmlformats.org/drawingml/2006/main">
              <a:ext uri="{FF2B5EF4-FFF2-40B4-BE49-F238E27FC236}">
                <a16:creationId xmlns:a16="http://schemas.microsoft.com/office/drawing/2014/main" id="{87B91AEA-5A33-4F7F-A04A-E9F7D5C4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153150"/>
            <a:ext cx="3762375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메일은 초안만 조건 유지</a:t>
            </a:r>
          </a:p>
        </p:txBody>
      </p:sp>
      <p:sp>
        <p:nvSpPr>
          <p:cNvPr id="49" name="dp-background-overview / n36 / text 1">
            <a:extLst xmlns:a="http://schemas.openxmlformats.org/drawingml/2006/main">
              <a:ext uri="{FF2B5EF4-FFF2-40B4-BE49-F238E27FC236}">
                <a16:creationId xmlns:a16="http://schemas.microsoft.com/office/drawing/2014/main" id="{E6231DBE-E49C-456E-A456-7F64625F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829300"/>
            <a:ext cx="3667125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정정의 적용 업무 확인</a:t>
            </a:r>
          </a:p>
        </p:txBody>
      </p:sp>
      <p:sp>
        <p:nvSpPr>
          <p:cNvPr id="50" name="dp-background-overview / n36 / text 2">
            <a:extLst xmlns:a="http://schemas.openxmlformats.org/drawingml/2006/main">
              <a:ext uri="{FF2B5EF4-FFF2-40B4-BE49-F238E27FC236}">
                <a16:creationId xmlns:a16="http://schemas.microsoft.com/office/drawing/2014/main" id="{9F105B04-2CC5-4803-82F4-1B707EB0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6143625"/>
            <a:ext cx="3667125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질문을 메일 업무에 연결</a:t>
            </a:r>
          </a:p>
        </p:txBody>
      </p:sp>
      <p:sp>
        <p:nvSpPr>
          <p:cNvPr id="51" name="dp-background-overview / n37 / text 1">
            <a:extLst xmlns:a="http://schemas.openxmlformats.org/drawingml/2006/main">
              <a:ext uri="{FF2B5EF4-FFF2-40B4-BE49-F238E27FC236}">
                <a16:creationId xmlns:a16="http://schemas.microsoft.com/office/drawing/2014/main" id="{D016B89C-965F-46DD-9680-33BE68A7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829300"/>
            <a:ext cx="3857625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설명·결과 참조 연결</a:t>
            </a:r>
          </a:p>
        </p:txBody>
      </p:sp>
      <p:sp>
        <p:nvSpPr>
          <p:cNvPr id="52" name="dp-background-overview / n37 / text 2">
            <a:extLst xmlns:a="http://schemas.openxmlformats.org/drawingml/2006/main">
              <a:ext uri="{FF2B5EF4-FFF2-40B4-BE49-F238E27FC236}">
                <a16:creationId xmlns:a16="http://schemas.microsoft.com/office/drawing/2014/main" id="{64D2F7E5-1FFA-4002-9C4B-568FA552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143625"/>
            <a:ext cx="3857625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 제안서 업무에 제공</a:t>
            </a:r>
          </a:p>
        </p:txBody>
      </p:sp>
      <p:sp>
        <p:nvSpPr>
          <p:cNvPr id="53" name="dp-background-overview / n38 / text 1">
            <a:extLst xmlns:a="http://schemas.openxmlformats.org/drawingml/2006/main">
              <a:ext uri="{FF2B5EF4-FFF2-40B4-BE49-F238E27FC236}">
                <a16:creationId xmlns:a16="http://schemas.microsoft.com/office/drawing/2014/main" id="{E77A2500-3BA7-48BB-94E4-14090F57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0" y="5829300"/>
            <a:ext cx="2190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업무의 진행·결과를</a:t>
            </a:r>
          </a:p>
        </p:txBody>
      </p:sp>
      <p:sp>
        <p:nvSpPr>
          <p:cNvPr id="54" name="dp-background-overview / n38 / text 2">
            <a:extLst xmlns:a="http://schemas.openxmlformats.org/drawingml/2006/main">
              <a:ext uri="{FF2B5EF4-FFF2-40B4-BE49-F238E27FC236}">
                <a16:creationId xmlns:a16="http://schemas.microsoft.com/office/drawing/2014/main" id="{99D123AF-D9F0-4796-ABF2-753B4FCC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0" y="6134100"/>
            <a:ext cx="2190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사용자에게 전달</a:t>
            </a:r>
          </a:p>
        </p:txBody>
      </p:sp>
      <p:sp>
        <p:nvSpPr>
          <p:cNvPr id="55" name="dp-background-overview / n39 / path">
            <a:extLst xmlns:a="http://schemas.openxmlformats.org/drawingml/2006/main">
              <a:ext uri="{FF2B5EF4-FFF2-40B4-BE49-F238E27FC236}">
                <a16:creationId xmlns:a16="http://schemas.microsoft.com/office/drawing/2014/main" id="{2A3A740A-24F4-4C96-A39C-820E5BF7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00600"/>
            <a:ext cx="953" cy="628650"/>
          </a:xfrm>
          <a:custGeom xmlns:a="http://schemas.openxmlformats.org/drawingml/2006/main">
            <a:pathLst>
              <a:path w="953" h="628650">
                <a:moveTo>
                  <a:pt x="0" y="0"/>
                </a:moveTo>
                <a:lnTo>
                  <a:pt x="0" y="6286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-background-overview / n39 / arrow">
            <a:extLst xmlns:a="http://schemas.openxmlformats.org/drawingml/2006/main">
              <a:ext uri="{FF2B5EF4-FFF2-40B4-BE49-F238E27FC236}">
                <a16:creationId xmlns:a16="http://schemas.microsoft.com/office/drawing/2014/main" id="{3B3E517C-D143-4477-BBF8-79F3BDD0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184" y="5325618"/>
            <a:ext cx="103632" cy="103632"/>
          </a:xfrm>
          <a:custGeom xmlns:a="http://schemas.openxmlformats.org/drawingml/2006/main">
            <a:pathLst>
              <a:path w="103632" h="103632">
                <a:moveTo>
                  <a:pt x="0" y="0"/>
                </a:moveTo>
                <a:lnTo>
                  <a:pt x="51816" y="103632"/>
                </a:lnTo>
                <a:lnTo>
                  <a:pt x="1036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18232E"/>
            </a:solidFill>
            <a:prstDash val="solid"/>
          </a:ln>
        </p:spPr>
      </p:sp>
      <p:sp>
        <p:nvSpPr>
          <p:cNvPr id="57" name="dp-background-overview / n40 / path">
            <a:extLst xmlns:a="http://schemas.openxmlformats.org/drawingml/2006/main">
              <a:ext uri="{FF2B5EF4-FFF2-40B4-BE49-F238E27FC236}">
                <a16:creationId xmlns:a16="http://schemas.microsoft.com/office/drawing/2014/main" id="{FEAC31EA-A8E3-4DC4-B2F8-C857BE85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953" cy="1257300"/>
          </a:xfrm>
          <a:custGeom xmlns:a="http://schemas.openxmlformats.org/drawingml/2006/main">
            <a:pathLst>
              <a:path w="953" h="1257300">
                <a:moveTo>
                  <a:pt x="0" y="0"/>
                </a:move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-background-overview / n40 / arrow">
            <a:extLst xmlns:a="http://schemas.openxmlformats.org/drawingml/2006/main">
              <a:ext uri="{FF2B5EF4-FFF2-40B4-BE49-F238E27FC236}">
                <a16:creationId xmlns:a16="http://schemas.microsoft.com/office/drawing/2014/main" id="{4F6EC304-5053-46D3-BA84-F335BA2D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8059" y="5325618"/>
            <a:ext cx="103632" cy="103632"/>
          </a:xfrm>
          <a:custGeom xmlns:a="http://schemas.openxmlformats.org/drawingml/2006/main">
            <a:pathLst>
              <a:path w="103632" h="103632">
                <a:moveTo>
                  <a:pt x="0" y="0"/>
                </a:moveTo>
                <a:lnTo>
                  <a:pt x="51816" y="103632"/>
                </a:lnTo>
                <a:lnTo>
                  <a:pt x="1036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18232E"/>
            </a:solidFill>
            <a:prstDash val="solid"/>
          </a:ln>
        </p:spPr>
      </p:sp>
      <p:sp>
        <p:nvSpPr>
          <p:cNvPr id="59" name="dp-background-overview / n41 / path">
            <a:extLst xmlns:a="http://schemas.openxmlformats.org/drawingml/2006/main">
              <a:ext uri="{FF2B5EF4-FFF2-40B4-BE49-F238E27FC236}">
                <a16:creationId xmlns:a16="http://schemas.microsoft.com/office/drawing/2014/main" id="{C7FDA46E-9163-4154-8D31-B2988EC5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105400"/>
            <a:ext cx="953" cy="323850"/>
          </a:xfrm>
          <a:custGeom xmlns:a="http://schemas.openxmlformats.org/drawingml/2006/main">
            <a:pathLst>
              <a:path w="953" h="323850">
                <a:moveTo>
                  <a:pt x="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-background-overview / n41 / arrow">
            <a:extLst xmlns:a="http://schemas.openxmlformats.org/drawingml/2006/main">
              <a:ext uri="{FF2B5EF4-FFF2-40B4-BE49-F238E27FC236}">
                <a16:creationId xmlns:a16="http://schemas.microsoft.com/office/drawing/2014/main" id="{ED7665EC-6574-4C51-98CE-171EA2D4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059" y="5105400"/>
            <a:ext cx="103632" cy="103632"/>
          </a:xfrm>
          <a:custGeom xmlns:a="http://schemas.openxmlformats.org/drawingml/2006/main">
            <a:pathLst>
              <a:path w="103632" h="103632">
                <a:moveTo>
                  <a:pt x="103632" y="103632"/>
                </a:moveTo>
                <a:lnTo>
                  <a:pt x="51816" y="0"/>
                </a:lnTo>
                <a:lnTo>
                  <a:pt x="0" y="103632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18232E"/>
            </a:solidFill>
            <a:prstDash val="solid"/>
          </a:ln>
        </p:spPr>
      </p:sp>
      <p:sp>
        <p:nvSpPr>
          <p:cNvPr id="61" name="dp-background-overview / n42 / path">
            <a:extLst xmlns:a="http://schemas.openxmlformats.org/drawingml/2006/main">
              <a:ext uri="{FF2B5EF4-FFF2-40B4-BE49-F238E27FC236}">
                <a16:creationId xmlns:a16="http://schemas.microsoft.com/office/drawing/2014/main" id="{B819C647-7E99-470B-A71F-F2E5665F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486275"/>
            <a:ext cx="953" cy="942975"/>
          </a:xfrm>
          <a:custGeom xmlns:a="http://schemas.openxmlformats.org/drawingml/2006/main">
            <a:pathLst>
              <a:path w="953" h="942975">
                <a:moveTo>
                  <a:pt x="0" y="0"/>
                </a:moveTo>
                <a:lnTo>
                  <a:pt x="0" y="942975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2" name="dp-background-overview / n42 / arrow">
            <a:extLst xmlns:a="http://schemas.openxmlformats.org/drawingml/2006/main">
              <a:ext uri="{FF2B5EF4-FFF2-40B4-BE49-F238E27FC236}">
                <a16:creationId xmlns:a16="http://schemas.microsoft.com/office/drawing/2014/main" id="{1FF76865-EFEE-4648-9895-DF87B752D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0934" y="5325618"/>
            <a:ext cx="103632" cy="103632"/>
          </a:xfrm>
          <a:custGeom xmlns:a="http://schemas.openxmlformats.org/drawingml/2006/main">
            <a:pathLst>
              <a:path w="103632" h="103632">
                <a:moveTo>
                  <a:pt x="0" y="0"/>
                </a:moveTo>
                <a:lnTo>
                  <a:pt x="51816" y="103632"/>
                </a:lnTo>
                <a:lnTo>
                  <a:pt x="1036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18232E"/>
            </a:solidFill>
            <a:prstDash val="solid"/>
          </a:ln>
        </p:spPr>
      </p:sp>
      <p:sp>
        <p:nvSpPr>
          <p:cNvPr id="63" name="dp-background-overview / n43 / path">
            <a:extLst xmlns:a="http://schemas.openxmlformats.org/drawingml/2006/main">
              <a:ext uri="{FF2B5EF4-FFF2-40B4-BE49-F238E27FC236}">
                <a16:creationId xmlns:a16="http://schemas.microsoft.com/office/drawing/2014/main" id="{14EB27C7-A2BA-420D-A5AA-7BF36257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0" y="4533900"/>
            <a:ext cx="953" cy="895350"/>
          </a:xfrm>
          <a:custGeom xmlns:a="http://schemas.openxmlformats.org/drawingml/2006/main">
            <a:pathLst>
              <a:path w="953" h="895350">
                <a:moveTo>
                  <a:pt x="0" y="8953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4" name="dp-background-overview / n43 / arrow">
            <a:extLst xmlns:a="http://schemas.openxmlformats.org/drawingml/2006/main">
              <a:ext uri="{FF2B5EF4-FFF2-40B4-BE49-F238E27FC236}">
                <a16:creationId xmlns:a16="http://schemas.microsoft.com/office/drawing/2014/main" id="{F5BE3F21-680E-4FD5-88DA-6FDFCEE7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2184" y="4533900"/>
            <a:ext cx="103632" cy="103632"/>
          </a:xfrm>
          <a:custGeom xmlns:a="http://schemas.openxmlformats.org/drawingml/2006/main">
            <a:pathLst>
              <a:path w="103632" h="103632">
                <a:moveTo>
                  <a:pt x="103632" y="103632"/>
                </a:moveTo>
                <a:lnTo>
                  <a:pt x="51816" y="0"/>
                </a:lnTo>
                <a:lnTo>
                  <a:pt x="0" y="103632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18232E"/>
            </a:solidFill>
            <a:prstDash val="solid"/>
          </a:ln>
        </p:spPr>
      </p:sp>
      <p:sp>
        <p:nvSpPr>
          <p:cNvPr id="65" name="dp-background-overview / n44 / text 1">
            <a:extLst xmlns:a="http://schemas.openxmlformats.org/drawingml/2006/main">
              <a:ext uri="{FF2B5EF4-FFF2-40B4-BE49-F238E27FC236}">
                <a16:creationId xmlns:a16="http://schemas.microsoft.com/office/drawing/2014/main" id="{49D89A76-8F43-4A6C-854C-7EC31BFD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600825"/>
            <a:ext cx="41910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늦게 끝난 이전 조건의 후보 → 현재 유효성 확인</a:t>
            </a:r>
          </a:p>
        </p:txBody>
      </p:sp>
      <p:sp>
        <p:nvSpPr>
          <p:cNvPr id="66" name="dp-background-overview / n45 / text 1">
            <a:extLst xmlns:a="http://schemas.openxmlformats.org/drawingml/2006/main">
              <a:ext uri="{FF2B5EF4-FFF2-40B4-BE49-F238E27FC236}">
                <a16:creationId xmlns:a16="http://schemas.microsoft.com/office/drawing/2014/main" id="{68AA2BEE-5302-4172-9FDE-251406AF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77125"/>
            <a:ext cx="13335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외부 Agent</a:t>
            </a:r>
          </a:p>
        </p:txBody>
      </p:sp>
      <p:sp>
        <p:nvSpPr>
          <p:cNvPr id="67" name="dp-background-overview / n45 / text 2">
            <a:extLst xmlns:a="http://schemas.openxmlformats.org/drawingml/2006/main">
              <a:ext uri="{FF2B5EF4-FFF2-40B4-BE49-F238E27FC236}">
                <a16:creationId xmlns:a16="http://schemas.microsoft.com/office/drawing/2014/main" id="{B91088F7-4329-4BB2-AE79-14744A34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786688"/>
            <a:ext cx="13335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수행</a:t>
            </a:r>
          </a:p>
        </p:txBody>
      </p:sp>
      <p:sp>
        <p:nvSpPr>
          <p:cNvPr id="68" name="dp-background-overview / n46 / text 1">
            <a:extLst xmlns:a="http://schemas.openxmlformats.org/drawingml/2006/main">
              <a:ext uri="{FF2B5EF4-FFF2-40B4-BE49-F238E27FC236}">
                <a16:creationId xmlns:a16="http://schemas.microsoft.com/office/drawing/2014/main" id="{75DDB0D5-DB7C-4053-9583-96FC8E3F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7200900"/>
            <a:ext cx="3095625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제안서 업무</a:t>
            </a:r>
          </a:p>
        </p:txBody>
      </p:sp>
      <p:sp>
        <p:nvSpPr>
          <p:cNvPr id="69" name="dp-background-overview / n47 / path">
            <a:extLst xmlns:a="http://schemas.openxmlformats.org/drawingml/2006/main">
              <a:ext uri="{FF2B5EF4-FFF2-40B4-BE49-F238E27FC236}">
                <a16:creationId xmlns:a16="http://schemas.microsoft.com/office/drawing/2014/main" id="{1A163969-8599-45A8-8321-D522D515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7524750"/>
            <a:ext cx="12334875" cy="953"/>
          </a:xfrm>
          <a:custGeom xmlns:a="http://schemas.openxmlformats.org/drawingml/2006/main">
            <a:pathLst>
              <a:path w="12334875" h="953">
                <a:moveTo>
                  <a:pt x="0" y="0"/>
                </a:moveTo>
                <a:lnTo>
                  <a:pt x="12334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75">
            <a:solidFill>
              <a:srgbClr val="CDD6DE"/>
            </a:solidFill>
            <a:prstDash val="solid"/>
          </a:ln>
        </p:spPr>
      </p:sp>
      <p:sp>
        <p:nvSpPr>
          <p:cNvPr id="70" name="dp-background-overview / n48 / text 1">
            <a:extLst xmlns:a="http://schemas.openxmlformats.org/drawingml/2006/main">
              <a:ext uri="{FF2B5EF4-FFF2-40B4-BE49-F238E27FC236}">
                <a16:creationId xmlns:a16="http://schemas.microsoft.com/office/drawing/2014/main" id="{618C6844-9A26-4306-8AD4-307970F4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7162800"/>
            <a:ext cx="3905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기준 적용·분석·제안서 작성</a:t>
            </a:r>
          </a:p>
        </p:txBody>
      </p:sp>
      <p:sp>
        <p:nvSpPr>
          <p:cNvPr id="71" name="dp-background-overview / n49 / path">
            <a:extLst xmlns:a="http://schemas.openxmlformats.org/drawingml/2006/main">
              <a:ext uri="{FF2B5EF4-FFF2-40B4-BE49-F238E27FC236}">
                <a16:creationId xmlns:a16="http://schemas.microsoft.com/office/drawing/2014/main" id="{D320C1E0-5246-466C-A135-8DCD9ADA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6477000"/>
            <a:ext cx="953" cy="952500"/>
          </a:xfrm>
          <a:custGeom xmlns:a="http://schemas.openxmlformats.org/drawingml/2006/main">
            <a:pathLst>
              <a:path w="953" h="952500">
                <a:moveTo>
                  <a:pt x="0" y="0"/>
                </a:moveTo>
                <a:lnTo>
                  <a:pt x="0" y="95250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2" name="dp-background-overview / n49 / arrow">
            <a:extLst xmlns:a="http://schemas.openxmlformats.org/drawingml/2006/main">
              <a:ext uri="{FF2B5EF4-FFF2-40B4-BE49-F238E27FC236}">
                <a16:creationId xmlns:a16="http://schemas.microsoft.com/office/drawing/2014/main" id="{37687F69-C936-4169-A255-A48EFF4A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5059" y="7325868"/>
            <a:ext cx="103632" cy="103632"/>
          </a:xfrm>
          <a:custGeom xmlns:a="http://schemas.openxmlformats.org/drawingml/2006/main">
            <a:pathLst>
              <a:path w="103632" h="103632">
                <a:moveTo>
                  <a:pt x="0" y="0"/>
                </a:moveTo>
                <a:lnTo>
                  <a:pt x="51816" y="103632"/>
                </a:lnTo>
                <a:lnTo>
                  <a:pt x="1036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18232E"/>
            </a:solidFill>
            <a:prstDash val="solid"/>
          </a:ln>
        </p:spPr>
      </p:sp>
      <p:sp>
        <p:nvSpPr>
          <p:cNvPr id="73" name="dp-background-overview / n50">
            <a:extLst xmlns:a="http://schemas.openxmlformats.org/drawingml/2006/main">
              <a:ext uri="{FF2B5EF4-FFF2-40B4-BE49-F238E27FC236}">
                <a16:creationId xmlns:a16="http://schemas.microsoft.com/office/drawing/2014/main" id="{3685B2E0-82FE-4D22-A5FA-FA829FAC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810375"/>
            <a:ext cx="619125" cy="3105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dp-background-overview / n51 / text 1">
            <a:extLst xmlns:a="http://schemas.openxmlformats.org/drawingml/2006/main">
              <a:ext uri="{FF2B5EF4-FFF2-40B4-BE49-F238E27FC236}">
                <a16:creationId xmlns:a16="http://schemas.microsoft.com/office/drawing/2014/main" id="{FDDDBEBB-95B2-4E00-ACCE-E58A16EC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6829425"/>
            <a:ext cx="52387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위임</a:t>
            </a:r>
          </a:p>
        </p:txBody>
      </p:sp>
      <p:sp>
        <p:nvSpPr>
          <p:cNvPr id="75" name="dp-background-overview / n52 / path">
            <a:extLst xmlns:a="http://schemas.openxmlformats.org/drawingml/2006/main">
              <a:ext uri="{FF2B5EF4-FFF2-40B4-BE49-F238E27FC236}">
                <a16:creationId xmlns:a16="http://schemas.microsoft.com/office/drawing/2014/main" id="{6483CF62-6EB3-4294-8E1B-2204621E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96050"/>
            <a:ext cx="953" cy="933450"/>
          </a:xfrm>
          <a:custGeom xmlns:a="http://schemas.openxmlformats.org/drawingml/2006/main">
            <a:pathLst>
              <a:path w="953" h="933450">
                <a:moveTo>
                  <a:pt x="0" y="9334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6" name="dp-background-overview / n52 / arrow">
            <a:extLst xmlns:a="http://schemas.openxmlformats.org/drawingml/2006/main">
              <a:ext uri="{FF2B5EF4-FFF2-40B4-BE49-F238E27FC236}">
                <a16:creationId xmlns:a16="http://schemas.microsoft.com/office/drawing/2014/main" id="{5A51D7F7-80D6-4BEE-A276-E63E2C27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9434" y="6496050"/>
            <a:ext cx="103632" cy="103632"/>
          </a:xfrm>
          <a:custGeom xmlns:a="http://schemas.openxmlformats.org/drawingml/2006/main">
            <a:pathLst>
              <a:path w="103632" h="103632">
                <a:moveTo>
                  <a:pt x="103632" y="103632"/>
                </a:moveTo>
                <a:lnTo>
                  <a:pt x="51816" y="0"/>
                </a:lnTo>
                <a:lnTo>
                  <a:pt x="0" y="103632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18232E"/>
            </a:solidFill>
            <a:prstDash val="solid"/>
          </a:ln>
        </p:spPr>
      </p:sp>
      <p:sp>
        <p:nvSpPr>
          <p:cNvPr id="77" name="dp-background-overview / n53">
            <a:extLst xmlns:a="http://schemas.openxmlformats.org/drawingml/2006/main">
              <a:ext uri="{FF2B5EF4-FFF2-40B4-BE49-F238E27FC236}">
                <a16:creationId xmlns:a16="http://schemas.microsoft.com/office/drawing/2014/main" id="{DFBE7C5C-050A-4ED4-A595-673FA143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6810375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dp-background-overview / n54 / text 1">
            <a:extLst xmlns:a="http://schemas.openxmlformats.org/drawingml/2006/main">
              <a:ext uri="{FF2B5EF4-FFF2-40B4-BE49-F238E27FC236}">
                <a16:creationId xmlns:a16="http://schemas.microsoft.com/office/drawing/2014/main" id="{5F7025FD-945C-49E7-A044-FB1DBA35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829425"/>
            <a:ext cx="971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접수 확인</a:t>
            </a:r>
          </a:p>
        </p:txBody>
      </p:sp>
      <p:sp>
        <p:nvSpPr>
          <p:cNvPr id="79" name="dp-background-overview / n55 / text 1">
            <a:extLst xmlns:a="http://schemas.openxmlformats.org/drawingml/2006/main">
              <a:ext uri="{FF2B5EF4-FFF2-40B4-BE49-F238E27FC236}">
                <a16:creationId xmlns:a16="http://schemas.microsoft.com/office/drawing/2014/main" id="{EC9D7BD7-FDB8-4483-822D-5F266CB4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48450"/>
            <a:ext cx="2857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위임 요청의 처리 완료</a:t>
            </a:r>
          </a:p>
        </p:txBody>
      </p:sp>
      <p:sp>
        <p:nvSpPr>
          <p:cNvPr id="80" name="dp-background-overview / n55 / text 2">
            <a:extLst xmlns:a="http://schemas.openxmlformats.org/drawingml/2006/main">
              <a:ext uri="{FF2B5EF4-FFF2-40B4-BE49-F238E27FC236}">
                <a16:creationId xmlns:a16="http://schemas.microsoft.com/office/drawing/2014/main" id="{D29FF3CC-2982-40ED-84B2-68E670D3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915150"/>
            <a:ext cx="2857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(외부 접수 확인 후)</a:t>
            </a:r>
          </a:p>
        </p:txBody>
      </p:sp>
      <p:sp>
        <p:nvSpPr>
          <p:cNvPr id="81" name="dp-background-overview / n56 / path">
            <a:extLst xmlns:a="http://schemas.openxmlformats.org/drawingml/2006/main">
              <a:ext uri="{FF2B5EF4-FFF2-40B4-BE49-F238E27FC236}">
                <a16:creationId xmlns:a16="http://schemas.microsoft.com/office/drawing/2014/main" id="{BE41EE95-8D4E-4621-850B-22FF53CA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6553200"/>
            <a:ext cx="953" cy="495300"/>
          </a:xfrm>
          <a:custGeom xmlns:a="http://schemas.openxmlformats.org/drawingml/2006/main">
            <a:pathLst>
              <a:path w="953" h="495300">
                <a:moveTo>
                  <a:pt x="0" y="0"/>
                </a:moveTo>
                <a:lnTo>
                  <a:pt x="0" y="49530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-background-overview / n56 / arrow">
            <a:extLst xmlns:a="http://schemas.openxmlformats.org/drawingml/2006/main">
              <a:ext uri="{FF2B5EF4-FFF2-40B4-BE49-F238E27FC236}">
                <a16:creationId xmlns:a16="http://schemas.microsoft.com/office/drawing/2014/main" id="{441348DC-4D9D-4A99-9D35-3CCEFD4B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1184" y="6944868"/>
            <a:ext cx="103632" cy="103632"/>
          </a:xfrm>
          <a:custGeom xmlns:a="http://schemas.openxmlformats.org/drawingml/2006/main">
            <a:pathLst>
              <a:path w="103632" h="103632">
                <a:moveTo>
                  <a:pt x="0" y="0"/>
                </a:moveTo>
                <a:lnTo>
                  <a:pt x="51816" y="103632"/>
                </a:lnTo>
                <a:lnTo>
                  <a:pt x="1036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18232E"/>
            </a:solidFill>
            <a:prstDash val="solid"/>
          </a:ln>
        </p:spPr>
      </p:sp>
      <p:sp>
        <p:nvSpPr>
          <p:cNvPr id="83" name="dp-background-overview / n57 / path">
            <a:extLst xmlns:a="http://schemas.openxmlformats.org/drawingml/2006/main">
              <a:ext uri="{FF2B5EF4-FFF2-40B4-BE49-F238E27FC236}">
                <a16:creationId xmlns:a16="http://schemas.microsoft.com/office/drawing/2014/main" id="{8A5B7A18-A01E-4B37-A34E-8BFE3E405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0" y="6572250"/>
            <a:ext cx="953" cy="857250"/>
          </a:xfrm>
          <a:custGeom xmlns:a="http://schemas.openxmlformats.org/drawingml/2006/main">
            <a:pathLst>
              <a:path w="953" h="857250">
                <a:moveTo>
                  <a:pt x="0" y="8572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4" name="dp-background-overview / n57 / arrow">
            <a:extLst xmlns:a="http://schemas.openxmlformats.org/drawingml/2006/main">
              <a:ext uri="{FF2B5EF4-FFF2-40B4-BE49-F238E27FC236}">
                <a16:creationId xmlns:a16="http://schemas.microsoft.com/office/drawing/2014/main" id="{ADCA49EE-D1FD-43C3-A1A8-80A83E4E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2184" y="6572250"/>
            <a:ext cx="103632" cy="103632"/>
          </a:xfrm>
          <a:custGeom xmlns:a="http://schemas.openxmlformats.org/drawingml/2006/main">
            <a:pathLst>
              <a:path w="103632" h="103632">
                <a:moveTo>
                  <a:pt x="103632" y="103632"/>
                </a:moveTo>
                <a:lnTo>
                  <a:pt x="51816" y="0"/>
                </a:lnTo>
                <a:lnTo>
                  <a:pt x="0" y="103632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18232E"/>
            </a:solidFill>
            <a:prstDash val="solid"/>
          </a:ln>
        </p:spPr>
      </p:sp>
      <p:sp>
        <p:nvSpPr>
          <p:cNvPr id="85" name="dp-background-overview / n58 / text 1">
            <a:extLst xmlns:a="http://schemas.openxmlformats.org/drawingml/2006/main">
              <a:ext uri="{FF2B5EF4-FFF2-40B4-BE49-F238E27FC236}">
                <a16:creationId xmlns:a16="http://schemas.microsoft.com/office/drawing/2014/main" id="{D85B3548-2DDC-4A8D-B3D6-5A165873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0" y="7810500"/>
            <a:ext cx="3095625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대화가 끝나도 업무는 지속</a:t>
            </a:r>
          </a:p>
        </p:txBody>
      </p:sp>
      <p:sp>
        <p:nvSpPr>
          <p:cNvPr id="86" name="dp-background-overview / n59 / text 1">
            <a:extLst xmlns:a="http://schemas.openxmlformats.org/drawingml/2006/main">
              <a:ext uri="{FF2B5EF4-FFF2-40B4-BE49-F238E27FC236}">
                <a16:creationId xmlns:a16="http://schemas.microsoft.com/office/drawing/2014/main" id="{4E0D2BEB-AE5A-4F4A-B4AC-F7B9853D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8181975"/>
            <a:ext cx="30480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공유 메일 초안 업무</a:t>
            </a:r>
          </a:p>
        </p:txBody>
      </p:sp>
      <p:sp>
        <p:nvSpPr>
          <p:cNvPr id="87" name="dp-background-overview / n60 / path">
            <a:extLst xmlns:a="http://schemas.openxmlformats.org/drawingml/2006/main">
              <a:ext uri="{FF2B5EF4-FFF2-40B4-BE49-F238E27FC236}">
                <a16:creationId xmlns:a16="http://schemas.microsoft.com/office/drawing/2014/main" id="{A0269C91-3544-4094-9D48-C434150B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8572500"/>
            <a:ext cx="8524875" cy="953"/>
          </a:xfrm>
          <a:custGeom xmlns:a="http://schemas.openxmlformats.org/drawingml/2006/main">
            <a:pathLst>
              <a:path w="8524875" h="953">
                <a:moveTo>
                  <a:pt x="0" y="0"/>
                </a:moveTo>
                <a:lnTo>
                  <a:pt x="8524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75">
            <a:solidFill>
              <a:srgbClr val="CDD6DE"/>
            </a:solidFill>
            <a:prstDash val="solid"/>
          </a:ln>
        </p:spPr>
      </p:sp>
      <p:sp>
        <p:nvSpPr>
          <p:cNvPr id="88" name="dp-background-overview / n61 / path">
            <a:extLst xmlns:a="http://schemas.openxmlformats.org/drawingml/2006/main">
              <a:ext uri="{FF2B5EF4-FFF2-40B4-BE49-F238E27FC236}">
                <a16:creationId xmlns:a16="http://schemas.microsoft.com/office/drawing/2014/main" id="{A0339493-8FE5-4688-9FC7-50875B69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515100"/>
            <a:ext cx="953" cy="1962150"/>
          </a:xfrm>
          <a:custGeom xmlns:a="http://schemas.openxmlformats.org/drawingml/2006/main">
            <a:pathLst>
              <a:path w="953" h="1962150">
                <a:moveTo>
                  <a:pt x="0" y="0"/>
                </a:moveTo>
                <a:lnTo>
                  <a:pt x="0" y="19621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9" name="dp-background-overview / n61 / arrow">
            <a:extLst xmlns:a="http://schemas.openxmlformats.org/drawingml/2006/main">
              <a:ext uri="{FF2B5EF4-FFF2-40B4-BE49-F238E27FC236}">
                <a16:creationId xmlns:a16="http://schemas.microsoft.com/office/drawing/2014/main" id="{2E84E3AB-8265-4295-BBAB-6094F968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4559" y="8373618"/>
            <a:ext cx="103632" cy="103632"/>
          </a:xfrm>
          <a:custGeom xmlns:a="http://schemas.openxmlformats.org/drawingml/2006/main">
            <a:pathLst>
              <a:path w="103632" h="103632">
                <a:moveTo>
                  <a:pt x="0" y="0"/>
                </a:moveTo>
                <a:lnTo>
                  <a:pt x="51816" y="103632"/>
                </a:lnTo>
                <a:lnTo>
                  <a:pt x="1036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18232E"/>
            </a:solidFill>
            <a:prstDash val="solid"/>
          </a:ln>
        </p:spPr>
      </p:sp>
      <p:sp>
        <p:nvSpPr>
          <p:cNvPr id="90" name="dp-background-overview / n62 / path">
            <a:extLst xmlns:a="http://schemas.openxmlformats.org/drawingml/2006/main">
              <a:ext uri="{FF2B5EF4-FFF2-40B4-BE49-F238E27FC236}">
                <a16:creationId xmlns:a16="http://schemas.microsoft.com/office/drawing/2014/main" id="{A1AA1B21-DC7F-4F08-9626-6EC9B1C9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6496050"/>
            <a:ext cx="953" cy="1981200"/>
          </a:xfrm>
          <a:custGeom xmlns:a="http://schemas.openxmlformats.org/drawingml/2006/main">
            <a:pathLst>
              <a:path w="953" h="1981200">
                <a:moveTo>
                  <a:pt x="0" y="19812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1" name="dp-background-overview / n62 / arrow">
            <a:extLst xmlns:a="http://schemas.openxmlformats.org/drawingml/2006/main">
              <a:ext uri="{FF2B5EF4-FFF2-40B4-BE49-F238E27FC236}">
                <a16:creationId xmlns:a16="http://schemas.microsoft.com/office/drawing/2014/main" id="{FF1067C9-FF01-49B0-9E32-2C74F5BB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3809" y="6496050"/>
            <a:ext cx="103632" cy="103632"/>
          </a:xfrm>
          <a:custGeom xmlns:a="http://schemas.openxmlformats.org/drawingml/2006/main">
            <a:pathLst>
              <a:path w="103632" h="103632">
                <a:moveTo>
                  <a:pt x="103632" y="103632"/>
                </a:moveTo>
                <a:lnTo>
                  <a:pt x="51816" y="0"/>
                </a:lnTo>
                <a:lnTo>
                  <a:pt x="0" y="103632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18232E"/>
            </a:solidFill>
            <a:prstDash val="solid"/>
          </a:ln>
        </p:spPr>
      </p:sp>
      <p:sp>
        <p:nvSpPr>
          <p:cNvPr id="92" name="dp-background-overview / n63 / text 1">
            <a:extLst xmlns:a="http://schemas.openxmlformats.org/drawingml/2006/main">
              <a:ext uri="{FF2B5EF4-FFF2-40B4-BE49-F238E27FC236}">
                <a16:creationId xmlns:a16="http://schemas.microsoft.com/office/drawing/2014/main" id="{C99551E9-8D00-430D-ADC8-C866F8B0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743825"/>
            <a:ext cx="11430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질문</a:t>
            </a:r>
          </a:p>
        </p:txBody>
      </p:sp>
      <p:sp>
        <p:nvSpPr>
          <p:cNvPr id="93" name="dp-background-overview / n64 / text 1">
            <a:extLst xmlns:a="http://schemas.openxmlformats.org/drawingml/2006/main">
              <a:ext uri="{FF2B5EF4-FFF2-40B4-BE49-F238E27FC236}">
                <a16:creationId xmlns:a16="http://schemas.microsoft.com/office/drawing/2014/main" id="{935CA7C3-381A-4C3D-BAF2-48952BE9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8096250"/>
            <a:ext cx="65722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수신자 질문은 VIA로 → 답변 연결 후 초안 준비 (발송 없음)</a:t>
            </a:r>
          </a:p>
        </p:txBody>
      </p:sp>
      <p:sp>
        <p:nvSpPr>
          <p:cNvPr id="94" name="dp-background-overview / n65 / path">
            <a:extLst xmlns:a="http://schemas.openxmlformats.org/drawingml/2006/main">
              <a:ext uri="{FF2B5EF4-FFF2-40B4-BE49-F238E27FC236}">
                <a16:creationId xmlns:a16="http://schemas.microsoft.com/office/drawing/2014/main" id="{73FB464F-0718-42F9-97EB-10145CC2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6905625"/>
            <a:ext cx="953" cy="523875"/>
          </a:xfrm>
          <a:custGeom xmlns:a="http://schemas.openxmlformats.org/drawingml/2006/main">
            <a:pathLst>
              <a:path w="953" h="523875">
                <a:moveTo>
                  <a:pt x="0" y="5238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5" name="dp-background-overview / n65 / arrow">
            <a:extLst xmlns:a="http://schemas.openxmlformats.org/drawingml/2006/main">
              <a:ext uri="{FF2B5EF4-FFF2-40B4-BE49-F238E27FC236}">
                <a16:creationId xmlns:a16="http://schemas.microsoft.com/office/drawing/2014/main" id="{59C271F9-C95D-456F-BCA7-F5C88512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0309" y="6905625"/>
            <a:ext cx="103632" cy="103632"/>
          </a:xfrm>
          <a:custGeom xmlns:a="http://schemas.openxmlformats.org/drawingml/2006/main">
            <a:pathLst>
              <a:path w="103632" h="103632">
                <a:moveTo>
                  <a:pt x="103632" y="103632"/>
                </a:moveTo>
                <a:lnTo>
                  <a:pt x="51816" y="0"/>
                </a:lnTo>
                <a:lnTo>
                  <a:pt x="0" y="103632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18232E"/>
            </a:solidFill>
            <a:prstDash val="solid"/>
          </a:ln>
        </p:spPr>
      </p:sp>
      <p:sp>
        <p:nvSpPr>
          <p:cNvPr id="96" name="dp-background-overview / n66 / path">
            <a:extLst xmlns:a="http://schemas.openxmlformats.org/drawingml/2006/main">
              <a:ext uri="{FF2B5EF4-FFF2-40B4-BE49-F238E27FC236}">
                <a16:creationId xmlns:a16="http://schemas.microsoft.com/office/drawing/2014/main" id="{C2B868A3-6008-4AB4-80EA-CA5131DD6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7" name="dp-background-overview / n67 / path">
            <a:extLst xmlns:a="http://schemas.openxmlformats.org/drawingml/2006/main">
              <a:ext uri="{FF2B5EF4-FFF2-40B4-BE49-F238E27FC236}">
                <a16:creationId xmlns:a16="http://schemas.microsoft.com/office/drawing/2014/main" id="{7C5BD8E3-E6FC-4BEB-A116-906D1A00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58275"/>
            <a:ext cx="504825" cy="953"/>
          </a:xfrm>
          <a:custGeom xmlns:a="http://schemas.openxmlformats.org/drawingml/2006/main">
            <a:pathLst>
              <a:path w="504825" h="953">
                <a:moveTo>
                  <a:pt x="0" y="0"/>
                </a:moveTo>
                <a:lnTo>
                  <a:pt x="504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8" name="dp-background-overview / n67 / arrow">
            <a:extLst xmlns:a="http://schemas.openxmlformats.org/drawingml/2006/main">
              <a:ext uri="{FF2B5EF4-FFF2-40B4-BE49-F238E27FC236}">
                <a16:creationId xmlns:a16="http://schemas.microsoft.com/office/drawing/2014/main" id="{27A8B662-B3E1-4277-BC64-2EBE12AA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793" y="9006459"/>
            <a:ext cx="103632" cy="103632"/>
          </a:xfrm>
          <a:custGeom xmlns:a="http://schemas.openxmlformats.org/drawingml/2006/main">
            <a:pathLst>
              <a:path w="103632" h="103632">
                <a:moveTo>
                  <a:pt x="0" y="103632"/>
                </a:moveTo>
                <a:lnTo>
                  <a:pt x="103632" y="5181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18232E"/>
            </a:solidFill>
            <a:prstDash val="solid"/>
          </a:ln>
        </p:spPr>
      </p:sp>
      <p:sp>
        <p:nvSpPr>
          <p:cNvPr id="99" name="dp-background-overview / n68 / text 1">
            <a:extLst xmlns:a="http://schemas.openxmlformats.org/drawingml/2006/main">
              <a:ext uri="{FF2B5EF4-FFF2-40B4-BE49-F238E27FC236}">
                <a16:creationId xmlns:a16="http://schemas.microsoft.com/office/drawing/2014/main" id="{4E82FF10-EA41-46D0-B1E1-3C911BDA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8915400"/>
            <a:ext cx="3143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입력·위임·알림·전달</a:t>
            </a:r>
          </a:p>
        </p:txBody>
      </p:sp>
      <p:sp>
        <p:nvSpPr>
          <p:cNvPr id="100" name="dp-background-overview / n69 / path">
            <a:extLst xmlns:a="http://schemas.openxmlformats.org/drawingml/2006/main">
              <a:ext uri="{FF2B5EF4-FFF2-40B4-BE49-F238E27FC236}">
                <a16:creationId xmlns:a16="http://schemas.microsoft.com/office/drawing/2014/main" id="{ABB5F2D0-DF1A-4ABB-ACED-EF03D604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9058275"/>
            <a:ext cx="504825" cy="953"/>
          </a:xfrm>
          <a:custGeom xmlns:a="http://schemas.openxmlformats.org/drawingml/2006/main">
            <a:pathLst>
              <a:path w="504825" h="953">
                <a:moveTo>
                  <a:pt x="0" y="0"/>
                </a:moveTo>
                <a:lnTo>
                  <a:pt x="504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5F6B77"/>
            </a:solidFill>
            <a:prstDash val="dash"/>
          </a:ln>
        </p:spPr>
      </p:sp>
      <p:sp>
        <p:nvSpPr>
          <p:cNvPr id="101" name="dp-background-overview / n69 / arrow">
            <a:extLst xmlns:a="http://schemas.openxmlformats.org/drawingml/2006/main">
              <a:ext uri="{FF2B5EF4-FFF2-40B4-BE49-F238E27FC236}">
                <a16:creationId xmlns:a16="http://schemas.microsoft.com/office/drawing/2014/main" id="{069B1C5B-E0B0-4614-9029-C092CF35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0818" y="9006459"/>
            <a:ext cx="103632" cy="103632"/>
          </a:xfrm>
          <a:custGeom xmlns:a="http://schemas.openxmlformats.org/drawingml/2006/main">
            <a:pathLst>
              <a:path w="103632" h="103632">
                <a:moveTo>
                  <a:pt x="0" y="103632"/>
                </a:moveTo>
                <a:lnTo>
                  <a:pt x="103632" y="5181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726">
            <a:solidFill>
              <a:srgbClr val="5F6B77"/>
            </a:solidFill>
            <a:prstDash val="solid"/>
          </a:ln>
        </p:spPr>
      </p:sp>
      <p:sp>
        <p:nvSpPr>
          <p:cNvPr id="102" name="dp-background-overview / n70 / text 1">
            <a:extLst xmlns:a="http://schemas.openxmlformats.org/drawingml/2006/main">
              <a:ext uri="{FF2B5EF4-FFF2-40B4-BE49-F238E27FC236}">
                <a16:creationId xmlns:a16="http://schemas.microsoft.com/office/drawing/2014/main" id="{DAE5C787-DCF6-46B3-A8A4-9ABA0D14A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8915400"/>
            <a:ext cx="1905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과거 정보 참조</a:t>
            </a:r>
          </a:p>
        </p:txBody>
      </p:sp>
      <p:sp>
        <p:nvSpPr>
          <p:cNvPr id="103" name="dp-background-overview / n71 / path">
            <a:extLst xmlns:a="http://schemas.openxmlformats.org/drawingml/2006/main">
              <a:ext uri="{FF2B5EF4-FFF2-40B4-BE49-F238E27FC236}">
                <a16:creationId xmlns:a16="http://schemas.microsoft.com/office/drawing/2014/main" id="{FDBC82C7-E613-433C-9E39-A7362B29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058275"/>
            <a:ext cx="504825" cy="953"/>
          </a:xfrm>
          <a:custGeom xmlns:a="http://schemas.openxmlformats.org/drawingml/2006/main">
            <a:pathLst>
              <a:path w="504825" h="953">
                <a:moveTo>
                  <a:pt x="0" y="0"/>
                </a:moveTo>
                <a:lnTo>
                  <a:pt x="504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66675">
            <a:solidFill>
              <a:srgbClr val="CDD6DE"/>
            </a:solidFill>
            <a:prstDash val="solid"/>
          </a:ln>
        </p:spPr>
      </p:sp>
      <p:sp>
        <p:nvSpPr>
          <p:cNvPr id="104" name="dp-background-overview / n72 / text 1">
            <a:extLst xmlns:a="http://schemas.openxmlformats.org/drawingml/2006/main">
              <a:ext uri="{FF2B5EF4-FFF2-40B4-BE49-F238E27FC236}">
                <a16:creationId xmlns:a16="http://schemas.microsoft.com/office/drawing/2014/main" id="{35830F31-85F5-4221-A0CE-D8FD6F7C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8915400"/>
            <a:ext cx="9144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계속되는 처리·업무   /   위치·길이는 설명용이며 측정 시간이 아님</a:t>
            </a:r>
          </a:p>
        </p:txBody>
      </p:sp>
      <p:sp>
        <p:nvSpPr>
          <p:cNvPr id="105" name="dp-background-overview / n73 / text 1">
            <a:extLst xmlns:a="http://schemas.openxmlformats.org/drawingml/2006/main">
              <a:ext uri="{FF2B5EF4-FFF2-40B4-BE49-F238E27FC236}">
                <a16:creationId xmlns:a16="http://schemas.microsoft.com/office/drawing/2014/main" id="{F5B3BA03-220E-472A-A052-A6B45974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58300"/>
            <a:ext cx="4048125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① 지금 요청의 대상과</a:t>
            </a:r>
          </a:p>
        </p:txBody>
      </p:sp>
      <p:sp>
        <p:nvSpPr>
          <p:cNvPr id="106" name="dp-background-overview / n73 / text 2">
            <a:extLst xmlns:a="http://schemas.openxmlformats.org/drawingml/2006/main">
              <a:ext uri="{FF2B5EF4-FFF2-40B4-BE49-F238E27FC236}">
                <a16:creationId xmlns:a16="http://schemas.microsoft.com/office/drawing/2014/main" id="{17C2F4D3-5B54-49D9-83A8-521FC940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44050"/>
            <a:ext cx="4048125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조건 이해</a:t>
            </a:r>
          </a:p>
        </p:txBody>
      </p:sp>
      <p:sp>
        <p:nvSpPr>
          <p:cNvPr id="107" name="dp-background-overview / n74 / text 1">
            <a:extLst xmlns:a="http://schemas.openxmlformats.org/drawingml/2006/main">
              <a:ext uri="{FF2B5EF4-FFF2-40B4-BE49-F238E27FC236}">
                <a16:creationId xmlns:a16="http://schemas.microsoft.com/office/drawing/2014/main" id="{23BAC393-3332-4AA8-B2D5-A9C9D50A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9258300"/>
            <a:ext cx="4048125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② 새 입력·업무 알림이</a:t>
            </a:r>
          </a:p>
        </p:txBody>
      </p:sp>
      <p:sp>
        <p:nvSpPr>
          <p:cNvPr id="108" name="dp-background-overview / n74 / text 2">
            <a:extLst xmlns:a="http://schemas.openxmlformats.org/drawingml/2006/main">
              <a:ext uri="{FF2B5EF4-FFF2-40B4-BE49-F238E27FC236}">
                <a16:creationId xmlns:a16="http://schemas.microsoft.com/office/drawing/2014/main" id="{2A9AC82B-5CDA-436D-A2A7-A1EB8E52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9544050"/>
            <a:ext cx="4048125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겹쳐도 처리 이어가기</a:t>
            </a:r>
          </a:p>
        </p:txBody>
      </p:sp>
      <p:sp>
        <p:nvSpPr>
          <p:cNvPr id="109" name="dp-background-overview / n75 / text 1">
            <a:extLst xmlns:a="http://schemas.openxmlformats.org/drawingml/2006/main">
              <a:ext uri="{FF2B5EF4-FFF2-40B4-BE49-F238E27FC236}">
                <a16:creationId xmlns:a16="http://schemas.microsoft.com/office/drawing/2014/main" id="{BEF0AD94-8338-4142-8B4D-F05A35FF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9258300"/>
            <a:ext cx="4048125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③ 과거 설명과 여러</a:t>
            </a:r>
          </a:p>
        </p:txBody>
      </p:sp>
      <p:sp>
        <p:nvSpPr>
          <p:cNvPr id="110" name="dp-background-overview / n75 / text 2">
            <a:extLst xmlns:a="http://schemas.openxmlformats.org/drawingml/2006/main">
              <a:ext uri="{FF2B5EF4-FFF2-40B4-BE49-F238E27FC236}">
                <a16:creationId xmlns:a16="http://schemas.microsoft.com/office/drawing/2014/main" id="{48FA6F69-E774-4ACC-88F8-3E4A5250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9544050"/>
            <a:ext cx="4048125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결과 연결</a:t>
            </a:r>
          </a:p>
        </p:txBody>
      </p:sp>
      <p:sp>
        <p:nvSpPr>
          <p:cNvPr id="111" name="dp-background-overview / n76 / text 1">
            <a:extLst xmlns:a="http://schemas.openxmlformats.org/drawingml/2006/main">
              <a:ext uri="{FF2B5EF4-FFF2-40B4-BE49-F238E27FC236}">
                <a16:creationId xmlns:a16="http://schemas.microsoft.com/office/drawing/2014/main" id="{2BF90FA6-F2FC-40E1-A7E0-BF537CE9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258300"/>
            <a:ext cx="4048125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④ 대화와 업무의</a:t>
            </a:r>
          </a:p>
        </p:txBody>
      </p:sp>
      <p:sp>
        <p:nvSpPr>
          <p:cNvPr id="112" name="dp-background-overview / n76 / text 2">
            <a:extLst xmlns:a="http://schemas.openxmlformats.org/drawingml/2006/main">
              <a:ext uri="{FF2B5EF4-FFF2-40B4-BE49-F238E27FC236}">
                <a16:creationId xmlns:a16="http://schemas.microsoft.com/office/drawing/2014/main" id="{DFDBD946-B0BC-46E6-BBCA-C7904BF1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544050"/>
            <a:ext cx="4048125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서로 다른 수명 관리</a:t>
            </a:r>
          </a:p>
        </p:txBody>
      </p:sp>
      <p:sp>
        <p:nvSpPr>
          <p:cNvPr id="113" name="dp-background-overview / n77 / text 1">
            <a:extLst xmlns:a="http://schemas.openxmlformats.org/drawingml/2006/main">
              <a:ext uri="{FF2B5EF4-FFF2-40B4-BE49-F238E27FC236}">
                <a16:creationId xmlns:a16="http://schemas.microsoft.com/office/drawing/2014/main" id="{7DCECE28-7998-4C9D-8BDC-96DD2809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15525"/>
            <a:ext cx="17068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VIA: 사용자 상호작용·요청 이해·업무 연결과 위임·결과 전달   /   업무 수행 Agent: 도메인 분석·계획·도구 선택·업무 실행</a:t>
            </a:r>
          </a:p>
        </p:txBody>
      </p:sp>
    </p:spTree>
    <p:extLst>
      <p:ext uri="{BB962C8B-B14F-4D97-AF65-F5344CB8AC3E}">
        <p14:creationId xmlns:p14="http://schemas.microsoft.com/office/powerpoint/2010/main" val="3615659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11</ap:Slides>
  <ap:Notes>11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2026-10-08T11:10:07.7400000Z</dcterms:created>
  <dcterms:modified xsi:type="dcterms:W3CDTF">2026-10-08T11:10:07.7400000Z</dcterms:modified>
</coreProperties>
</file>