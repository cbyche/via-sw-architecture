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e004a03eb924e7e" /><Relationship Type="http://schemas.openxmlformats.org/officeDocument/2006/relationships/extended-properties" Target="/docProps/app.xml" Id="R64e31a4b3c1148a7" /><Relationship Type="http://schemas.openxmlformats.org/officeDocument/2006/relationships/officeDocument" Target="/ppt/presentation.xml" Id="R53bbc0bcb9d54c0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c3c72e8465844a2"/>
  </p:sldMasterIdLst>
  <p:notesMasterIdLst>
    <p:notesMasterId xmlns:r="http://schemas.openxmlformats.org/officeDocument/2006/relationships" r:id="R5ca85e813e954014"/>
  </p:notesMasterIdLst>
  <p:sldIdLst>
    <p:sldId xmlns:r="http://schemas.openxmlformats.org/officeDocument/2006/relationships" id="256" r:id="Rd5bb284998304d72"/>
    <p:sldId xmlns:r="http://schemas.openxmlformats.org/officeDocument/2006/relationships" id="257" r:id="R28e6acf7e558438e"/>
    <p:sldId xmlns:r="http://schemas.openxmlformats.org/officeDocument/2006/relationships" id="258" r:id="R7e9e5d353de448df"/>
    <p:sldId xmlns:r="http://schemas.openxmlformats.org/officeDocument/2006/relationships" id="259" r:id="R87d1a1c2c5fd4dbd"/>
    <p:sldId xmlns:r="http://schemas.openxmlformats.org/officeDocument/2006/relationships" id="260" r:id="R12b0e32653054459"/>
    <p:sldId xmlns:r="http://schemas.openxmlformats.org/officeDocument/2006/relationships" id="261" r:id="R31db13b4990d4952"/>
    <p:sldId xmlns:r="http://schemas.openxmlformats.org/officeDocument/2006/relationships" id="262" r:id="Re800c95b3ccc48b2"/>
    <p:sldId xmlns:r="http://schemas.openxmlformats.org/officeDocument/2006/relationships" id="263" r:id="R0b939428bc6f4c75"/>
    <p:sldId xmlns:r="http://schemas.openxmlformats.org/officeDocument/2006/relationships" id="264" r:id="R96a9b5e32194401d"/>
    <p:sldId xmlns:r="http://schemas.openxmlformats.org/officeDocument/2006/relationships" id="265" r:id="Rd4e355067edc4ce1"/>
  </p:sldIdLst>
  <p:sldSz cx="18288000" cy="10287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7dfdd6d08314bc3" /><Relationship Type="http://schemas.openxmlformats.org/officeDocument/2006/relationships/slideMaster" Target="/ppt/slideMasters/slideMaster1.xml" Id="R0c3c72e8465844a2" /><Relationship Type="http://schemas.openxmlformats.org/officeDocument/2006/relationships/notesMaster" Target="/ppt/notesMasters/notesMaster1.xml" Id="R5ca85e813e954014" /><Relationship Type="http://schemas.openxmlformats.org/officeDocument/2006/relationships/presProps" Target="/ppt/presProps.xml" Id="Rdbcc7842291b4826" /><Relationship Type="http://schemas.openxmlformats.org/officeDocument/2006/relationships/tableStyles" Target="/ppt/tableStyles.xml" Id="Rb850dac62b96484f" /><Relationship Type="http://schemas.openxmlformats.org/officeDocument/2006/relationships/slide" Target="/ppt/slides/slide1.xml" Id="Rd5bb284998304d72" /><Relationship Type="http://schemas.openxmlformats.org/officeDocument/2006/relationships/slide" Target="/ppt/slides/slide2.xml" Id="R28e6acf7e558438e" /><Relationship Type="http://schemas.openxmlformats.org/officeDocument/2006/relationships/slide" Target="/ppt/slides/slide3.xml" Id="R7e9e5d353de448df" /><Relationship Type="http://schemas.openxmlformats.org/officeDocument/2006/relationships/slide" Target="/ppt/slides/slide4.xml" Id="R87d1a1c2c5fd4dbd" /><Relationship Type="http://schemas.openxmlformats.org/officeDocument/2006/relationships/slide" Target="/ppt/slides/slide5.xml" Id="R12b0e32653054459" /><Relationship Type="http://schemas.openxmlformats.org/officeDocument/2006/relationships/slide" Target="/ppt/slides/slide6.xml" Id="R31db13b4990d4952" /><Relationship Type="http://schemas.openxmlformats.org/officeDocument/2006/relationships/slide" Target="/ppt/slides/slide7.xml" Id="Re800c95b3ccc48b2" /><Relationship Type="http://schemas.openxmlformats.org/officeDocument/2006/relationships/slide" Target="/ppt/slides/slide8.xml" Id="R0b939428bc6f4c75" /><Relationship Type="http://schemas.openxmlformats.org/officeDocument/2006/relationships/slide" Target="/ppt/slides/slide9.xml" Id="R96a9b5e32194401d" /><Relationship Type="http://schemas.openxmlformats.org/officeDocument/2006/relationships/slide" Target="/ppt/slides/slide10.xml" Id="Rd4e355067edc4ce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8e00c7f09bf478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8411b37618c4e8a" /><Relationship Type="http://schemas.openxmlformats.org/officeDocument/2006/relationships/notesMaster" Target="/ppt/notesMasters/notesMaster1.xml" Id="Rd94b16226d97425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5695a13ef524abb" /><Relationship Type="http://schemas.openxmlformats.org/officeDocument/2006/relationships/notesMaster" Target="/ppt/notesMasters/notesMaster1.xml" Id="Rf7dd7de0035d414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930f09d8a244954" /><Relationship Type="http://schemas.openxmlformats.org/officeDocument/2006/relationships/notesMaster" Target="/ppt/notesMasters/notesMaster1.xml" Id="Rf3499972cade4e5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bea582a54c24c83" /><Relationship Type="http://schemas.openxmlformats.org/officeDocument/2006/relationships/notesMaster" Target="/ppt/notesMasters/notesMaster1.xml" Id="R24a2b618dbd7401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a2f5f856c9d4e1f" /><Relationship Type="http://schemas.openxmlformats.org/officeDocument/2006/relationships/notesMaster" Target="/ppt/notesMasters/notesMaster1.xml" Id="R515984633508419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03412f5785a45f5" /><Relationship Type="http://schemas.openxmlformats.org/officeDocument/2006/relationships/notesMaster" Target="/ppt/notesMasters/notesMaster1.xml" Id="R21cc2a964006472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27a3ac7c4c14f76" /><Relationship Type="http://schemas.openxmlformats.org/officeDocument/2006/relationships/notesMaster" Target="/ppt/notesMasters/notesMaster1.xml" Id="Rad29ecd59eaa4ae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06046e19a934426" /><Relationship Type="http://schemas.openxmlformats.org/officeDocument/2006/relationships/notesMaster" Target="/ppt/notesMasters/notesMaster1.xml" Id="R39514067d3f64c0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32a4a69598d47cb" /><Relationship Type="http://schemas.openxmlformats.org/officeDocument/2006/relationships/notesMaster" Target="/ppt/notesMasters/notesMaster1.xml" Id="Rd7ee5a6798e44a7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d3ceefcc86a4c96" /><Relationship Type="http://schemas.openxmlformats.org/officeDocument/2006/relationships/notesMaster" Target="/ppt/notesMasters/notesMaster1.xml" Id="R0d62918e1bfd485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04-41. 기능 정확성을 위한 VIA Request 해석 설계</a:t>
            </a:r>
          </a:p>
          <a:p xmlns:a="http://schemas.openxmlformats.org/drawingml/2006/main">
            <a:r>
              <a:t>https://github.com/cbyche/via-sw-architecture/blob/main/docs/architecture/12-decisions/decision-packages/04-41-request-resolution-control.md</a:t>
            </a:r>
          </a:p>
          <a:p xmlns:a="http://schemas.openxmlformats.org/drawingml/2006/main">
            <a:r>
              <a:t>https://github.com/cbyche/via-sw-architecture/blob/main/docs/architecture/12-decisions/decision-packages/diagrams/dp41-background.svg</a:t>
            </a:r>
          </a:p>
          <a:p xmlns:a="http://schemas.openxmlformats.org/drawingml/2006/main">
            <a:r>
              <a:t>공통 문제와 설계 고려 사항의 배경이며 특정 설계안의 선택을 뜻하지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04-41. 기능 정확성을 위한 VIA Request 해석 설계</a:t>
            </a:r>
          </a:p>
          <a:p xmlns:a="http://schemas.openxmlformats.org/drawingml/2006/main">
            <a:r>
              <a:t>https://github.com/cbyche/via-sw-architecture/blob/main/docs/architecture/12-decisions/decision-packages/04-41-request-resolution-control.md</a:t>
            </a:r>
          </a:p>
          <a:p xmlns:a="http://schemas.openxmlformats.org/drawingml/2006/main">
            <a:r>
              <a:t>https://github.com/cbyche/via-sw-architecture/blob/main/docs/presentations_files/dp-comparison/dp41-comparison.svg</a:t>
            </a:r>
          </a:p>
          <a:p xmlns:a="http://schemas.openxmlformats.org/drawingml/2006/main">
            <a:r>
              <a:t>수치와 원형 점수는 형식 검토용 예상 예시이며 실측 또는 대안 선정 결과가 아니다. V-04는 평균 반응시간, V-05는 평균 VIA 처리시간이다. V-05는 외부 작업이나 사용자 답변만 기다리는 구간을 제외한다. 기존 시간 수치는 평균 시간의 형식 예시이며 p95 측정값을 변환한 결과가 아니다. 양안 조건은 본문과 그림의 비교 예시 조건을 따른다.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04-42. 변경 용이성을 위한 VIA Conversation과 Task 관리 설계</a:t>
            </a:r>
          </a:p>
          <a:p xmlns:a="http://schemas.openxmlformats.org/drawingml/2006/main">
            <a:r>
              <a:t>https://github.com/cbyche/via-sw-architecture/blob/main/docs/architecture/12-decisions/decision-packages/04-42-lifecycle-ownership.md</a:t>
            </a:r>
          </a:p>
          <a:p xmlns:a="http://schemas.openxmlformats.org/drawingml/2006/main">
            <a:r>
              <a:t>https://github.com/cbyche/via-sw-architecture/blob/main/docs/architecture/12-decisions/decision-packages/diagrams/dp42-background.svg</a:t>
            </a:r>
          </a:p>
          <a:p xmlns:a="http://schemas.openxmlformats.org/drawingml/2006/main">
            <a:r>
              <a:t>공통 문제와 설계 고려 사항의 배경이며 특정 설계안의 선택을 뜻하지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04-42. 변경 용이성을 위한 VIA Conversation과 Task 관리 설계</a:t>
            </a:r>
          </a:p>
          <a:p xmlns:a="http://schemas.openxmlformats.org/drawingml/2006/main">
            <a:r>
              <a:t>https://github.com/cbyche/via-sw-architecture/blob/main/docs/architecture/12-decisions/decision-packages/04-42-lifecycle-ownership.md</a:t>
            </a:r>
          </a:p>
          <a:p xmlns:a="http://schemas.openxmlformats.org/drawingml/2006/main">
            <a:r>
              <a:t>https://github.com/cbyche/via-sw-architecture/blob/main/docs/presentations_files/dp-comparison/dp42-comparison.svg</a:t>
            </a:r>
          </a:p>
          <a:p xmlns:a="http://schemas.openxmlformats.org/drawingml/2006/main">
            <a:r>
              <a:t>수치와 원형 점수는 형식 검토용 예상 예시이며 실측 또는 대안 선정 결과가 아니다. V-04는 평균 반응시간, V-05는 평균 VIA 처리시간이다. V-05는 외부 작업이나 사용자 답변만 기다리는 구간을 제외한다. 기존 시간 수치는 평균 시간의 형식 예시이며 p95 측정값을 변환한 결과가 아니다. 양안 조건은 본문과 그림의 비교 예시 조건을 따른다.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04-43. 기능 정확성을 위한 VIA Request 의미 판단 설계</a:t>
            </a:r>
          </a:p>
          <a:p xmlns:a="http://schemas.openxmlformats.org/drawingml/2006/main">
            <a:r>
              <a:t>https://github.com/cbyche/via-sw-architecture/blob/main/docs/architecture/12-decisions/decision-packages/04-43-request-interpretation.md</a:t>
            </a:r>
          </a:p>
          <a:p xmlns:a="http://schemas.openxmlformats.org/drawingml/2006/main">
            <a:r>
              <a:t>https://github.com/cbyche/via-sw-architecture/blob/main/docs/architecture/12-decisions/decision-packages/diagrams/dp43-background.svg</a:t>
            </a:r>
          </a:p>
          <a:p xmlns:a="http://schemas.openxmlformats.org/drawingml/2006/main">
            <a:r>
              <a:t>공통 문제와 설계 고려 사항의 배경이며 특정 설계안의 선택을 뜻하지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04-43. 기능 정확성을 위한 VIA Request 의미 판단 설계</a:t>
            </a:r>
          </a:p>
          <a:p xmlns:a="http://schemas.openxmlformats.org/drawingml/2006/main">
            <a:r>
              <a:t>https://github.com/cbyche/via-sw-architecture/blob/main/docs/architecture/12-decisions/decision-packages/04-43-request-interpretation.md</a:t>
            </a:r>
          </a:p>
          <a:p xmlns:a="http://schemas.openxmlformats.org/drawingml/2006/main">
            <a:r>
              <a:t>https://github.com/cbyche/via-sw-architecture/blob/main/docs/presentations_files/dp-comparison/dp43-comparison.svg</a:t>
            </a:r>
          </a:p>
          <a:p xmlns:a="http://schemas.openxmlformats.org/drawingml/2006/main">
            <a:r>
              <a:t>수치와 원형 점수는 형식 검토용 예상 예시이며 실측 또는 대안 선정 결과가 아니다. V-04는 평균 반응시간, V-05는 평균 VIA 처리시간이다. V-05는 외부 작업이나 사용자 답변만 기다리는 구간을 제외한다. 기존 시간 수치는 평균 시간의 형식 예시이며 p95 측정값을 변환한 결과가 아니다. 양안 조건은 본문과 그림의 비교 예시 조건을 따른다.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04-44. 반응성을 위한 VIA 지속 입력과 Response 전달 설계</a:t>
            </a:r>
          </a:p>
          <a:p xmlns:a="http://schemas.openxmlformats.org/drawingml/2006/main">
            <a:r>
              <a:t>https://github.com/cbyche/via-sw-architecture/blob/main/docs/architecture/12-decisions/decision-packages/04-44-continuous-interaction.md</a:t>
            </a:r>
          </a:p>
          <a:p xmlns:a="http://schemas.openxmlformats.org/drawingml/2006/main">
            <a:r>
              <a:t>https://github.com/cbyche/via-sw-architecture/blob/main/docs/architecture/12-decisions/decision-packages/diagrams/dp44-background.svg</a:t>
            </a:r>
          </a:p>
          <a:p xmlns:a="http://schemas.openxmlformats.org/drawingml/2006/main">
            <a:r>
              <a:t>공통 문제와 설계 고려 사항의 배경이며 특정 설계안의 선택을 뜻하지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04-44. 반응성을 위한 VIA 지속 입력과 Response 전달 설계</a:t>
            </a:r>
          </a:p>
          <a:p xmlns:a="http://schemas.openxmlformats.org/drawingml/2006/main">
            <a:r>
              <a:t>https://github.com/cbyche/via-sw-architecture/blob/main/docs/architecture/12-decisions/decision-packages/04-44-continuous-interaction.md</a:t>
            </a:r>
          </a:p>
          <a:p xmlns:a="http://schemas.openxmlformats.org/drawingml/2006/main">
            <a:r>
              <a:t>https://github.com/cbyche/via-sw-architecture/blob/main/docs/presentations_files/dp-comparison/dp44-comparison.svg</a:t>
            </a:r>
          </a:p>
          <a:p xmlns:a="http://schemas.openxmlformats.org/drawingml/2006/main">
            <a:r>
              <a:t>수치와 원형 점수는 형식 검토용 예상 예시이며 실측 또는 대안 선정 결과가 아니다. V-04는 평균 반응시간, V-05는 평균 VIA 처리시간이다. V-05는 외부 작업이나 사용자 답변만 기다리는 구간을 제외한다. 기존 시간 수치는 평균 시간의 형식 예시이며 p95 측정값을 변환한 결과가 아니다. 양안 조건은 본문과 그림의 비교 예시 조건을 따른다.</a:t>
            </a:r>
          </a:p>
          <a:p xmlns:a="http://schemas.openxmlformats.org/drawingml/2006/main">
            <a:r>
              <a:t>A 중앙 조정 방식: Request Controller 내부 Dialogue Dispatcher와 Dialogue Progress State. B 이벤트 흐름을 연결하는 방식: Request Controller 내부 Input Resolution Stage·Task Notice Stage와 Window, Response Manager 내부 Publication Join·Publication Window. 같은 정식 10개 Component와 원본 owner, 흰색/검정 공통 및 살구색/짙은 테두리 차이 표기.</a:t>
            </a:r>
          </a:p>
          <a:p xmlns:a="http://schemas.openxmlformats.org/drawingml/2006/main">
            <a:r>
              <a:t>Voice Runtime에는 Interaction Manager의 음성 입출력·즉시 중단 기능과 Model Access client가 배치된다. 동시 실행 수가 제한된 비동기 executor와 Blocking worker pool, Model Access 별도 scheduler를 사용한다. A 사건 대기열·비동기 작업·완료 반환은 실행 기반이, B 이벤트 채널·구독·단계별 수용량·취소 전달은 실행 라이브러리가 지원한다. 수치·우선순위·pool 크기는 미정이며 별도 Component·process·모델을 추가하지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04-45. 기능 정확성을 위한 VIA 기억과 Context 제공 설계</a:t>
            </a:r>
          </a:p>
          <a:p xmlns:a="http://schemas.openxmlformats.org/drawingml/2006/main">
            <a:r>
              <a:t>https://github.com/cbyche/via-sw-architecture/blob/main/docs/architecture/12-decisions/decision-packages/04-45-memory-and-context.md</a:t>
            </a:r>
          </a:p>
          <a:p xmlns:a="http://schemas.openxmlformats.org/drawingml/2006/main">
            <a:r>
              <a:t>https://github.com/cbyche/via-sw-architecture/blob/main/docs/architecture/12-decisions/decision-packages/diagrams/dp45-background.svg</a:t>
            </a:r>
          </a:p>
          <a:p xmlns:a="http://schemas.openxmlformats.org/drawingml/2006/main">
            <a:r>
              <a:t>공통 문제와 설계 고려 사항의 배경이며 특정 설계안의 선택을 뜻하지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04-45. 기능 정확성을 위한 VIA 기억과 Context 제공 설계</a:t>
            </a:r>
          </a:p>
          <a:p xmlns:a="http://schemas.openxmlformats.org/drawingml/2006/main">
            <a:r>
              <a:t>https://github.com/cbyche/via-sw-architecture/blob/main/docs/architecture/12-decisions/decision-packages/04-45-memory-and-context.md</a:t>
            </a:r>
          </a:p>
          <a:p xmlns:a="http://schemas.openxmlformats.org/drawingml/2006/main">
            <a:r>
              <a:t>https://github.com/cbyche/via-sw-architecture/blob/main/docs/presentations_files/dp-comparison/dp45-comparison.svg</a:t>
            </a:r>
          </a:p>
          <a:p xmlns:a="http://schemas.openxmlformats.org/drawingml/2006/main">
            <a:r>
              <a:t>수치와 원형 점수는 형식 검토용 예상 예시이며 실측 또는 대안 선정 결과가 아니다. V-04는 평균 반응시간, V-05는 평균 VIA 처리시간이다. V-05는 외부 작업이나 사용자 답변만 기다리는 구간을 제외한다. 기존 시간 수치는 평균 시간의 형식 예시이며 p95 측정값을 변환한 결과가 아니다. 양안 조건은 본문과 그림의 비교 예시 조건을 따른다.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f07e463daf47c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786413db9a24cbc" /><Relationship Type="http://schemas.openxmlformats.org/officeDocument/2006/relationships/slideLayout" Target="/ppt/slideLayouts/slideLayout1.xml" Id="R663e5bb2ae2c485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63e5bb2ae2c485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054bf24ee64584" /><Relationship Type="http://schemas.openxmlformats.org/officeDocument/2006/relationships/notesSlide" Target="/ppt/notesSlides/notesSlide1.xml" Id="R0fb64cd22d52437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6806d47c644c63" /><Relationship Type="http://schemas.openxmlformats.org/officeDocument/2006/relationships/notesSlide" Target="/ppt/notesSlides/notesSlide2.xml" Id="R704ed05a7b664af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5772cdc81b41b9" /><Relationship Type="http://schemas.openxmlformats.org/officeDocument/2006/relationships/notesSlide" Target="/ppt/notesSlides/notesSlide3.xml" Id="R22430df242ca4bf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c557a35e79434f" /><Relationship Type="http://schemas.openxmlformats.org/officeDocument/2006/relationships/notesSlide" Target="/ppt/notesSlides/notesSlide4.xml" Id="Rc06947a345af4d7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1ba80a6364412a" /><Relationship Type="http://schemas.openxmlformats.org/officeDocument/2006/relationships/notesSlide" Target="/ppt/notesSlides/notesSlide5.xml" Id="Rd7f0a3fc64b14bf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7ea5618b7240a4" /><Relationship Type="http://schemas.openxmlformats.org/officeDocument/2006/relationships/notesSlide" Target="/ppt/notesSlides/notesSlide6.xml" Id="Rb3fad9ea5c7a401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084e82e5dd4339" /><Relationship Type="http://schemas.openxmlformats.org/officeDocument/2006/relationships/notesSlide" Target="/ppt/notesSlides/notesSlide7.xml" Id="R73212bb7779f42a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12008e1db1467f" /><Relationship Type="http://schemas.openxmlformats.org/officeDocument/2006/relationships/notesSlide" Target="/ppt/notesSlides/notesSlide8.xml" Id="R776926d34d01485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5ff43e1ff74a4c" /><Relationship Type="http://schemas.openxmlformats.org/officeDocument/2006/relationships/notesSlide" Target="/ppt/notesSlides/notesSlide9.xml" Id="R30258adb6510439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c4b244909d430c" /><Relationship Type="http://schemas.openxmlformats.org/officeDocument/2006/relationships/notesSlide" Target="/ppt/notesSlides/notesSlide10.xml" Id="Rab6df0f6cf384e1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2" name="dp41-background / n1">
            <a:extLst xmlns:a="http://schemas.openxmlformats.org/drawingml/2006/main">
              <a:ext uri="{FF2B5EF4-FFF2-40B4-BE49-F238E27FC236}">
                <a16:creationId xmlns:a16="http://schemas.microsoft.com/office/drawing/2014/main" id="{68400C4E-14E8-43BD-B327-66489BC77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1-background / n2 / text 1">
            <a:extLst xmlns:a="http://schemas.openxmlformats.org/drawingml/2006/main">
              <a:ext uri="{FF2B5EF4-FFF2-40B4-BE49-F238E27FC236}">
                <a16:creationId xmlns:a16="http://schemas.microsoft.com/office/drawing/2014/main" id="{DE472242-B2D8-4D11-BBD0-107747412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11906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배경</a:t>
            </a:r>
          </a:p>
        </p:txBody>
      </p:sp>
      <p:sp>
        <p:nvSpPr>
          <p:cNvPr id="3" name="dp41-background / n3 / text 1">
            <a:extLst xmlns:a="http://schemas.openxmlformats.org/drawingml/2006/main">
              <a:ext uri="{FF2B5EF4-FFF2-40B4-BE49-F238E27FC236}">
                <a16:creationId xmlns:a16="http://schemas.microsoft.com/office/drawing/2014/main" id="{E98258B9-67C6-4B71-8707-2BB23E0AE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11400" y="238125"/>
            <a:ext cx="2667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04-41</a:t>
            </a:r>
          </a:p>
        </p:txBody>
      </p:sp>
      <p:sp>
        <p:nvSpPr>
          <p:cNvPr id="4" name="dp41-background / n4 / text 1">
            <a:extLst xmlns:a="http://schemas.openxmlformats.org/drawingml/2006/main">
              <a:ext uri="{FF2B5EF4-FFF2-40B4-BE49-F238E27FC236}">
                <a16:creationId xmlns:a16="http://schemas.microsoft.com/office/drawing/2014/main" id="{1FACA81C-E1A5-48C8-92B9-4646C6674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695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04-41. 기능 정확성을 위한 VIA Request 해석 설계</a:t>
            </a:r>
          </a:p>
        </p:txBody>
      </p:sp>
      <p:sp>
        <p:nvSpPr>
          <p:cNvPr id="5" name="dp41-background / n5 / path">
            <a:extLst xmlns:a="http://schemas.openxmlformats.org/drawingml/2006/main">
              <a:ext uri="{FF2B5EF4-FFF2-40B4-BE49-F238E27FC236}">
                <a16:creationId xmlns:a16="http://schemas.microsoft.com/office/drawing/2014/main" id="{FD411CB4-ACF1-4353-8D98-07CFB3340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17068800" cy="953"/>
          </a:xfrm>
          <a:custGeom xmlns:a="http://schemas.openxmlformats.org/drawingml/2006/main">
            <a:pathLst>
              <a:path w="17068800" h="953">
                <a:moveTo>
                  <a:pt x="0" y="0"/>
                </a:moveTo>
                <a:lnTo>
                  <a:pt x="17068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1-background / n6">
            <a:extLst xmlns:a="http://schemas.openxmlformats.org/drawingml/2006/main">
              <a:ext uri="{FF2B5EF4-FFF2-40B4-BE49-F238E27FC236}">
                <a16:creationId xmlns:a16="http://schemas.microsoft.com/office/drawing/2014/main" id="{828317D9-F955-4D0C-B4EF-6507ADAFA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7068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dp41-background / n7 / text 1">
            <a:extLst xmlns:a="http://schemas.openxmlformats.org/drawingml/2006/main">
              <a:ext uri="{FF2B5EF4-FFF2-40B4-BE49-F238E27FC236}">
                <a16:creationId xmlns:a16="http://schemas.microsoft.com/office/drawing/2014/main" id="{85272821-7EF2-4476-A62C-FD1203D2F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71625"/>
            <a:ext cx="16725900" cy="4972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선택한 표와 이전 보고서의 오연결 위험</a:t>
            </a:r>
          </a:p>
        </p:txBody>
      </p:sp>
      <p:sp>
        <p:nvSpPr>
          <p:cNvPr id="8" name="dp41-background / n8 / path">
            <a:extLst xmlns:a="http://schemas.openxmlformats.org/drawingml/2006/main">
              <a:ext uri="{FF2B5EF4-FFF2-40B4-BE49-F238E27FC236}">
                <a16:creationId xmlns:a16="http://schemas.microsoft.com/office/drawing/2014/main" id="{217C737C-AE73-44CC-BD5D-CBDCA69F2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3825" y="2686050"/>
            <a:ext cx="953" cy="5495925"/>
          </a:xfrm>
          <a:custGeom xmlns:a="http://schemas.openxmlformats.org/drawingml/2006/main">
            <a:pathLst>
              <a:path w="953" h="5495925">
                <a:moveTo>
                  <a:pt x="0" y="0"/>
                </a:moveTo>
                <a:lnTo>
                  <a:pt x="0" y="54959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9" name="dp41-background / n9 / text 1">
            <a:extLst xmlns:a="http://schemas.openxmlformats.org/drawingml/2006/main">
              <a:ext uri="{FF2B5EF4-FFF2-40B4-BE49-F238E27FC236}">
                <a16:creationId xmlns:a16="http://schemas.microsoft.com/office/drawing/2014/main" id="{E7BE2837-4BFB-434D-BE3E-910D16169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695575"/>
            <a:ext cx="567690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설계 고려 사항</a:t>
            </a:r>
          </a:p>
        </p:txBody>
      </p:sp>
      <p:sp>
        <p:nvSpPr>
          <p:cNvPr id="10" name="dp41-background / n10 / path">
            <a:extLst xmlns:a="http://schemas.openxmlformats.org/drawingml/2006/main">
              <a:ext uri="{FF2B5EF4-FFF2-40B4-BE49-F238E27FC236}">
                <a16:creationId xmlns:a16="http://schemas.microsoft.com/office/drawing/2014/main" id="{E2D4A95B-4BE1-4B13-BF20-6D54EE663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458200"/>
            <a:ext cx="17068800" cy="953"/>
          </a:xfrm>
          <a:custGeom xmlns:a="http://schemas.openxmlformats.org/drawingml/2006/main">
            <a:pathLst>
              <a:path w="17068800" h="953">
                <a:moveTo>
                  <a:pt x="0" y="0"/>
                </a:moveTo>
                <a:lnTo>
                  <a:pt x="17068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11" name="dp41-background / n11 / text 1">
            <a:extLst xmlns:a="http://schemas.openxmlformats.org/drawingml/2006/main">
              <a:ext uri="{FF2B5EF4-FFF2-40B4-BE49-F238E27FC236}">
                <a16:creationId xmlns:a16="http://schemas.microsoft.com/office/drawing/2014/main" id="{1328D4D8-1488-4F4F-907A-8EC4038D7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810625"/>
            <a:ext cx="1571625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설계 과제</a:t>
            </a:r>
          </a:p>
        </p:txBody>
      </p:sp>
      <p:sp>
        <p:nvSpPr>
          <p:cNvPr id="12" name="dp41-background / n12 / text 1">
            <a:extLst xmlns:a="http://schemas.openxmlformats.org/drawingml/2006/main">
              <a:ext uri="{FF2B5EF4-FFF2-40B4-BE49-F238E27FC236}">
                <a16:creationId xmlns:a16="http://schemas.microsoft.com/office/drawing/2014/main" id="{F1978346-368C-40CE-9716-956EC6C2C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8763000"/>
            <a:ext cx="15392400" cy="4281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정보 조회와 의미 완성의 진행 책임 설계</a:t>
            </a:r>
          </a:p>
        </p:txBody>
      </p:sp>
      <p:sp>
        <p:nvSpPr>
          <p:cNvPr id="13" name="dp41-background / n13 / text 1">
            <a:extLst xmlns:a="http://schemas.openxmlformats.org/drawingml/2006/main">
              <a:ext uri="{FF2B5EF4-FFF2-40B4-BE49-F238E27FC236}">
                <a16:creationId xmlns:a16="http://schemas.microsoft.com/office/drawing/2014/main" id="{07C81B3E-CCF9-414B-A9D8-96E176C71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858375"/>
            <a:ext cx="120015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품질 관점: 기능 정확성 / 기능 지원 범위 / 반응성</a:t>
            </a:r>
          </a:p>
        </p:txBody>
      </p:sp>
      <p:sp>
        <p:nvSpPr>
          <p:cNvPr id="14" name="dp41-background / n14 / text 1">
            <a:extLst xmlns:a="http://schemas.openxmlformats.org/drawingml/2006/main">
              <a:ext uri="{FF2B5EF4-FFF2-40B4-BE49-F238E27FC236}">
                <a16:creationId xmlns:a16="http://schemas.microsoft.com/office/drawing/2014/main" id="{2C498EE4-C6BF-4EFC-8618-0904F3D07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9858375"/>
            <a:ext cx="45720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후보 / 미선정 / 미측정</a:t>
            </a:r>
          </a:p>
        </p:txBody>
      </p:sp>
      <p:sp>
        <p:nvSpPr>
          <p:cNvPr id="15" name="dp41-background / n15 / text 1">
            <a:extLst xmlns:a="http://schemas.openxmlformats.org/drawingml/2006/main">
              <a:ext uri="{FF2B5EF4-FFF2-40B4-BE49-F238E27FC236}">
                <a16:creationId xmlns:a16="http://schemas.microsoft.com/office/drawing/2014/main" id="{9C42A106-BFBF-4C0E-95EA-3E25DFE32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10572750" cy="4005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“이 표를 아까 보고서에 넣고, 메일은 초안만 만들어.”</a:t>
            </a:r>
          </a:p>
        </p:txBody>
      </p:sp>
      <p:sp>
        <p:nvSpPr>
          <p:cNvPr id="16" name="dp41-background / n16">
            <a:extLst xmlns:a="http://schemas.openxmlformats.org/drawingml/2006/main">
              <a:ext uri="{FF2B5EF4-FFF2-40B4-BE49-F238E27FC236}">
                <a16:creationId xmlns:a16="http://schemas.microsoft.com/office/drawing/2014/main" id="{A2B4DD22-9CC1-477D-9D44-3AEAE065E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10572750" cy="391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CF2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7" name="dp41-background / n17 / text 1">
            <a:extLst xmlns:a="http://schemas.openxmlformats.org/drawingml/2006/main">
              <a:ext uri="{FF2B5EF4-FFF2-40B4-BE49-F238E27FC236}">
                <a16:creationId xmlns:a16="http://schemas.microsoft.com/office/drawing/2014/main" id="{26FA228F-1878-41EE-B18F-F6559390D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95650"/>
            <a:ext cx="98488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사용자 화면과 VIA 기록 / 설명용 가상 화면</a:t>
            </a:r>
          </a:p>
        </p:txBody>
      </p:sp>
      <p:sp>
        <p:nvSpPr>
          <p:cNvPr id="18" name="dp41-background / n18">
            <a:extLst xmlns:a="http://schemas.openxmlformats.org/drawingml/2006/main">
              <a:ext uri="{FF2B5EF4-FFF2-40B4-BE49-F238E27FC236}">
                <a16:creationId xmlns:a16="http://schemas.microsoft.com/office/drawing/2014/main" id="{CCBF7F47-EB83-49A8-944F-846894FD6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05225"/>
            <a:ext cx="5410200" cy="317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9" name="dp41-background / n19 / text 1">
            <a:extLst xmlns:a="http://schemas.openxmlformats.org/drawingml/2006/main">
              <a:ext uri="{FF2B5EF4-FFF2-40B4-BE49-F238E27FC236}">
                <a16:creationId xmlns:a16="http://schemas.microsoft.com/office/drawing/2014/main" id="{066FDCC8-6D7D-4EFD-B3AA-9263C42D9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867150"/>
            <a:ext cx="504825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매출 현황.xlsx</a:t>
            </a:r>
          </a:p>
        </p:txBody>
      </p:sp>
      <p:sp>
        <p:nvSpPr>
          <p:cNvPr id="20" name="dp41-background / n20 / text 1">
            <a:extLst xmlns:a="http://schemas.openxmlformats.org/drawingml/2006/main">
              <a:ext uri="{FF2B5EF4-FFF2-40B4-BE49-F238E27FC236}">
                <a16:creationId xmlns:a16="http://schemas.microsoft.com/office/drawing/2014/main" id="{035706AA-AAA7-45AC-B433-766A4A333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05300"/>
            <a:ext cx="50482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선택 범위 A1:D4</a:t>
            </a:r>
          </a:p>
        </p:txBody>
      </p:sp>
      <p:sp>
        <p:nvSpPr>
          <p:cNvPr id="21" name="dp41-background / n21">
            <a:extLst xmlns:a="http://schemas.openxmlformats.org/drawingml/2006/main">
              <a:ext uri="{FF2B5EF4-FFF2-40B4-BE49-F238E27FC236}">
                <a16:creationId xmlns:a16="http://schemas.microsoft.com/office/drawing/2014/main" id="{F4157A86-10CE-4E47-AEA9-29B5F7996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10125"/>
            <a:ext cx="502920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C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22" name="dp41-background / n22">
            <a:extLst xmlns:a="http://schemas.openxmlformats.org/drawingml/2006/main">
              <a:ext uri="{FF2B5EF4-FFF2-40B4-BE49-F238E27FC236}">
                <a16:creationId xmlns:a16="http://schemas.microsoft.com/office/drawing/2014/main" id="{1DB093FF-6CDB-4CE3-B67F-562EF1E07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10125"/>
            <a:ext cx="50292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D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dp41-background / n23 / path">
            <a:extLst xmlns:a="http://schemas.openxmlformats.org/drawingml/2006/main">
              <a:ext uri="{FF2B5EF4-FFF2-40B4-BE49-F238E27FC236}">
                <a16:creationId xmlns:a16="http://schemas.microsoft.com/office/drawing/2014/main" id="{E7272560-5609-461A-9BFF-9A842CFC0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4810125"/>
            <a:ext cx="953" cy="1638300"/>
          </a:xfrm>
          <a:custGeom xmlns:a="http://schemas.openxmlformats.org/drawingml/2006/main">
            <a:pathLst>
              <a:path w="953" h="1638300">
                <a:moveTo>
                  <a:pt x="0" y="0"/>
                </a:moveTo>
                <a:lnTo>
                  <a:pt x="0" y="16383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solid"/>
          </a:ln>
        </p:spPr>
      </p:sp>
      <p:sp>
        <p:nvSpPr>
          <p:cNvPr id="24" name="dp41-background / n24 / path">
            <a:extLst xmlns:a="http://schemas.openxmlformats.org/drawingml/2006/main">
              <a:ext uri="{FF2B5EF4-FFF2-40B4-BE49-F238E27FC236}">
                <a16:creationId xmlns:a16="http://schemas.microsoft.com/office/drawing/2014/main" id="{FB395BA3-3B6E-4124-A323-A6F022B26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810125"/>
            <a:ext cx="953" cy="1638300"/>
          </a:xfrm>
          <a:custGeom xmlns:a="http://schemas.openxmlformats.org/drawingml/2006/main">
            <a:pathLst>
              <a:path w="953" h="1638300">
                <a:moveTo>
                  <a:pt x="0" y="0"/>
                </a:moveTo>
                <a:lnTo>
                  <a:pt x="0" y="16383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solid"/>
          </a:ln>
        </p:spPr>
      </p:sp>
      <p:sp>
        <p:nvSpPr>
          <p:cNvPr id="25" name="dp41-background / n25 / path">
            <a:extLst xmlns:a="http://schemas.openxmlformats.org/drawingml/2006/main">
              <a:ext uri="{FF2B5EF4-FFF2-40B4-BE49-F238E27FC236}">
                <a16:creationId xmlns:a16="http://schemas.microsoft.com/office/drawing/2014/main" id="{5BA44BA0-CADB-4AE6-84C0-1300DE201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810125"/>
            <a:ext cx="953" cy="1638300"/>
          </a:xfrm>
          <a:custGeom xmlns:a="http://schemas.openxmlformats.org/drawingml/2006/main">
            <a:pathLst>
              <a:path w="953" h="1638300">
                <a:moveTo>
                  <a:pt x="0" y="0"/>
                </a:moveTo>
                <a:lnTo>
                  <a:pt x="0" y="16383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solid"/>
          </a:ln>
        </p:spPr>
      </p:sp>
      <p:sp>
        <p:nvSpPr>
          <p:cNvPr id="26" name="dp41-background / n26 / path">
            <a:extLst xmlns:a="http://schemas.openxmlformats.org/drawingml/2006/main">
              <a:ext uri="{FF2B5EF4-FFF2-40B4-BE49-F238E27FC236}">
                <a16:creationId xmlns:a16="http://schemas.microsoft.com/office/drawing/2014/main" id="{35913F6A-C4AB-4036-AA99-FAEDAED97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219700"/>
            <a:ext cx="5029200" cy="953"/>
          </a:xfrm>
          <a:custGeom xmlns:a="http://schemas.openxmlformats.org/drawingml/2006/main">
            <a:pathLst>
              <a:path w="5029200" h="953">
                <a:moveTo>
                  <a:pt x="0" y="0"/>
                </a:moveTo>
                <a:lnTo>
                  <a:pt x="5029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solid"/>
          </a:ln>
        </p:spPr>
      </p:sp>
      <p:sp>
        <p:nvSpPr>
          <p:cNvPr id="27" name="dp41-background / n27 / path">
            <a:extLst xmlns:a="http://schemas.openxmlformats.org/drawingml/2006/main">
              <a:ext uri="{FF2B5EF4-FFF2-40B4-BE49-F238E27FC236}">
                <a16:creationId xmlns:a16="http://schemas.microsoft.com/office/drawing/2014/main" id="{1EC4D37A-4B54-46A9-A0EA-52E0E84C3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629275"/>
            <a:ext cx="5029200" cy="953"/>
          </a:xfrm>
          <a:custGeom xmlns:a="http://schemas.openxmlformats.org/drawingml/2006/main">
            <a:pathLst>
              <a:path w="5029200" h="953">
                <a:moveTo>
                  <a:pt x="0" y="0"/>
                </a:moveTo>
                <a:lnTo>
                  <a:pt x="5029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solid"/>
          </a:ln>
        </p:spPr>
      </p:sp>
      <p:sp>
        <p:nvSpPr>
          <p:cNvPr id="28" name="dp41-background / n28 / path">
            <a:extLst xmlns:a="http://schemas.openxmlformats.org/drawingml/2006/main">
              <a:ext uri="{FF2B5EF4-FFF2-40B4-BE49-F238E27FC236}">
                <a16:creationId xmlns:a16="http://schemas.microsoft.com/office/drawing/2014/main" id="{709092C5-3D2A-49C9-80B3-7B7C34603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6038850"/>
            <a:ext cx="5029200" cy="953"/>
          </a:xfrm>
          <a:custGeom xmlns:a="http://schemas.openxmlformats.org/drawingml/2006/main">
            <a:pathLst>
              <a:path w="5029200" h="953">
                <a:moveTo>
                  <a:pt x="0" y="0"/>
                </a:moveTo>
                <a:lnTo>
                  <a:pt x="5029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solid"/>
          </a:ln>
        </p:spPr>
      </p:sp>
      <p:sp>
        <p:nvSpPr>
          <p:cNvPr id="29" name="dp41-background / n29 / text 1">
            <a:extLst xmlns:a="http://schemas.openxmlformats.org/drawingml/2006/main">
              <a:ext uri="{FF2B5EF4-FFF2-40B4-BE49-F238E27FC236}">
                <a16:creationId xmlns:a16="http://schemas.microsoft.com/office/drawing/2014/main" id="{36161049-EA40-4862-866C-335FAF8D3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914900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항목</a:t>
            </a:r>
          </a:p>
        </p:txBody>
      </p:sp>
      <p:sp>
        <p:nvSpPr>
          <p:cNvPr id="30" name="dp41-background / n30 / text 1">
            <a:extLst xmlns:a="http://schemas.openxmlformats.org/drawingml/2006/main">
              <a:ext uri="{FF2B5EF4-FFF2-40B4-BE49-F238E27FC236}">
                <a16:creationId xmlns:a16="http://schemas.microsoft.com/office/drawing/2014/main" id="{AF251D3A-BE67-409F-935E-4FE9CBF4B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914900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1분기</a:t>
            </a:r>
          </a:p>
        </p:txBody>
      </p:sp>
      <p:sp>
        <p:nvSpPr>
          <p:cNvPr id="31" name="dp41-background / n31 / text 1">
            <a:extLst xmlns:a="http://schemas.openxmlformats.org/drawingml/2006/main">
              <a:ext uri="{FF2B5EF4-FFF2-40B4-BE49-F238E27FC236}">
                <a16:creationId xmlns:a16="http://schemas.microsoft.com/office/drawing/2014/main" id="{77392018-C3A3-419F-A6E1-D36A2F71E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914900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2분기</a:t>
            </a:r>
          </a:p>
        </p:txBody>
      </p:sp>
      <p:sp>
        <p:nvSpPr>
          <p:cNvPr id="32" name="dp41-background / n32 / text 1">
            <a:extLst xmlns:a="http://schemas.openxmlformats.org/drawingml/2006/main">
              <a:ext uri="{FF2B5EF4-FFF2-40B4-BE49-F238E27FC236}">
                <a16:creationId xmlns:a16="http://schemas.microsoft.com/office/drawing/2014/main" id="{57D0119A-7AC7-4C97-871F-11A955B27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914900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합계</a:t>
            </a:r>
          </a:p>
        </p:txBody>
      </p:sp>
      <p:sp>
        <p:nvSpPr>
          <p:cNvPr id="33" name="dp41-background / n33 / text 1">
            <a:extLst xmlns:a="http://schemas.openxmlformats.org/drawingml/2006/main">
              <a:ext uri="{FF2B5EF4-FFF2-40B4-BE49-F238E27FC236}">
                <a16:creationId xmlns:a16="http://schemas.microsoft.com/office/drawing/2014/main" id="{6ABB9FF9-1558-42DB-B4E3-09B47C192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324475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제품 A</a:t>
            </a:r>
          </a:p>
        </p:txBody>
      </p:sp>
      <p:sp>
        <p:nvSpPr>
          <p:cNvPr id="34" name="dp41-background / n34 / text 1">
            <a:extLst xmlns:a="http://schemas.openxmlformats.org/drawingml/2006/main">
              <a:ext uri="{FF2B5EF4-FFF2-40B4-BE49-F238E27FC236}">
                <a16:creationId xmlns:a16="http://schemas.microsoft.com/office/drawing/2014/main" id="{D7EC8C09-697C-4BD0-BF8C-3AE0D3614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5324475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120</a:t>
            </a:r>
          </a:p>
        </p:txBody>
      </p:sp>
      <p:sp>
        <p:nvSpPr>
          <p:cNvPr id="35" name="dp41-background / n35 / text 1">
            <a:extLst xmlns:a="http://schemas.openxmlformats.org/drawingml/2006/main">
              <a:ext uri="{FF2B5EF4-FFF2-40B4-BE49-F238E27FC236}">
                <a16:creationId xmlns:a16="http://schemas.microsoft.com/office/drawing/2014/main" id="{FDBE0D1C-9E7F-478F-9815-8FB7DC019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324475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140</a:t>
            </a:r>
          </a:p>
        </p:txBody>
      </p:sp>
      <p:sp>
        <p:nvSpPr>
          <p:cNvPr id="36" name="dp41-background / n36 / text 1">
            <a:extLst xmlns:a="http://schemas.openxmlformats.org/drawingml/2006/main">
              <a:ext uri="{FF2B5EF4-FFF2-40B4-BE49-F238E27FC236}">
                <a16:creationId xmlns:a16="http://schemas.microsoft.com/office/drawing/2014/main" id="{6A6A4DBB-0F30-4E95-9E75-C7E0E5C49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324475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260</a:t>
            </a:r>
          </a:p>
        </p:txBody>
      </p:sp>
      <p:sp>
        <p:nvSpPr>
          <p:cNvPr id="37" name="dp41-background / n37 / text 1">
            <a:extLst xmlns:a="http://schemas.openxmlformats.org/drawingml/2006/main">
              <a:ext uri="{FF2B5EF4-FFF2-40B4-BE49-F238E27FC236}">
                <a16:creationId xmlns:a16="http://schemas.microsoft.com/office/drawing/2014/main" id="{AB550EDD-F00D-4E43-B694-E3BB83A83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734050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제품 B</a:t>
            </a:r>
          </a:p>
        </p:txBody>
      </p:sp>
      <p:sp>
        <p:nvSpPr>
          <p:cNvPr id="38" name="dp41-background / n38 / text 1">
            <a:extLst xmlns:a="http://schemas.openxmlformats.org/drawingml/2006/main">
              <a:ext uri="{FF2B5EF4-FFF2-40B4-BE49-F238E27FC236}">
                <a16:creationId xmlns:a16="http://schemas.microsoft.com/office/drawing/2014/main" id="{4189F042-9397-4F72-A978-987DDF1C7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5734050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80</a:t>
            </a:r>
          </a:p>
        </p:txBody>
      </p:sp>
      <p:sp>
        <p:nvSpPr>
          <p:cNvPr id="39" name="dp41-background / n39 / text 1">
            <a:extLst xmlns:a="http://schemas.openxmlformats.org/drawingml/2006/main">
              <a:ext uri="{FF2B5EF4-FFF2-40B4-BE49-F238E27FC236}">
                <a16:creationId xmlns:a16="http://schemas.microsoft.com/office/drawing/2014/main" id="{1B2497C9-2C14-4D8F-A560-D38A66A7A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734050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100</a:t>
            </a:r>
          </a:p>
        </p:txBody>
      </p:sp>
      <p:sp>
        <p:nvSpPr>
          <p:cNvPr id="40" name="dp41-background / n40 / text 1">
            <a:extLst xmlns:a="http://schemas.openxmlformats.org/drawingml/2006/main">
              <a:ext uri="{FF2B5EF4-FFF2-40B4-BE49-F238E27FC236}">
                <a16:creationId xmlns:a16="http://schemas.microsoft.com/office/drawing/2014/main" id="{D37D426D-D704-49B5-9790-8604EB7E5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734050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180</a:t>
            </a:r>
          </a:p>
        </p:txBody>
      </p:sp>
      <p:sp>
        <p:nvSpPr>
          <p:cNvPr id="41" name="dp41-background / n41 / text 1">
            <a:extLst xmlns:a="http://schemas.openxmlformats.org/drawingml/2006/main">
              <a:ext uri="{FF2B5EF4-FFF2-40B4-BE49-F238E27FC236}">
                <a16:creationId xmlns:a16="http://schemas.microsoft.com/office/drawing/2014/main" id="{55B34B1C-82ED-4EE7-86C0-C11A5D57E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6143625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합계</a:t>
            </a:r>
          </a:p>
        </p:txBody>
      </p:sp>
      <p:sp>
        <p:nvSpPr>
          <p:cNvPr id="42" name="dp41-background / n42 / text 1">
            <a:extLst xmlns:a="http://schemas.openxmlformats.org/drawingml/2006/main">
              <a:ext uri="{FF2B5EF4-FFF2-40B4-BE49-F238E27FC236}">
                <a16:creationId xmlns:a16="http://schemas.microsoft.com/office/drawing/2014/main" id="{5FA80B21-16A7-4CE6-96FF-F958DE62C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6143625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200</a:t>
            </a:r>
          </a:p>
        </p:txBody>
      </p:sp>
      <p:sp>
        <p:nvSpPr>
          <p:cNvPr id="43" name="dp41-background / n43 / text 1">
            <a:extLst xmlns:a="http://schemas.openxmlformats.org/drawingml/2006/main">
              <a:ext uri="{FF2B5EF4-FFF2-40B4-BE49-F238E27FC236}">
                <a16:creationId xmlns:a16="http://schemas.microsoft.com/office/drawing/2014/main" id="{1AFC39AF-1C55-4890-82A7-F67A936E8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6143625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240</a:t>
            </a:r>
          </a:p>
        </p:txBody>
      </p:sp>
      <p:sp>
        <p:nvSpPr>
          <p:cNvPr id="44" name="dp41-background / n44 / text 1">
            <a:extLst xmlns:a="http://schemas.openxmlformats.org/drawingml/2006/main">
              <a:ext uri="{FF2B5EF4-FFF2-40B4-BE49-F238E27FC236}">
                <a16:creationId xmlns:a16="http://schemas.microsoft.com/office/drawing/2014/main" id="{B51956C0-7F8B-4981-A524-33B21706B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6143625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440</a:t>
            </a:r>
          </a:p>
        </p:txBody>
      </p:sp>
      <p:sp>
        <p:nvSpPr>
          <p:cNvPr id="45" name="dp41-background / n45">
            <a:extLst xmlns:a="http://schemas.openxmlformats.org/drawingml/2006/main">
              <a:ext uri="{FF2B5EF4-FFF2-40B4-BE49-F238E27FC236}">
                <a16:creationId xmlns:a16="http://schemas.microsoft.com/office/drawing/2014/main" id="{173D7512-F929-44B6-B3AC-9BA98849E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705225"/>
            <a:ext cx="4648200" cy="317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46" name="dp41-background / n46 / text 1">
            <a:extLst xmlns:a="http://schemas.openxmlformats.org/drawingml/2006/main">
              <a:ext uri="{FF2B5EF4-FFF2-40B4-BE49-F238E27FC236}">
                <a16:creationId xmlns:a16="http://schemas.microsoft.com/office/drawing/2014/main" id="{9238D84E-13C6-4E55-8B3E-3C9AD2F3D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867150"/>
            <a:ext cx="42672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이전 Request와 Task 후보</a:t>
            </a:r>
          </a:p>
        </p:txBody>
      </p:sp>
      <p:sp>
        <p:nvSpPr>
          <p:cNvPr id="47" name="dp41-background / n47 / text 1">
            <a:extLst xmlns:a="http://schemas.openxmlformats.org/drawingml/2006/main">
              <a:ext uri="{FF2B5EF4-FFF2-40B4-BE49-F238E27FC236}">
                <a16:creationId xmlns:a16="http://schemas.microsoft.com/office/drawing/2014/main" id="{6F63C331-BEDB-41C9-8CE3-0C58920F5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333875"/>
            <a:ext cx="426720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예산 보고서 Task</a:t>
            </a:r>
          </a:p>
        </p:txBody>
      </p:sp>
      <p:sp>
        <p:nvSpPr>
          <p:cNvPr id="48" name="dp41-background / n48 / text 1">
            <a:extLst xmlns:a="http://schemas.openxmlformats.org/drawingml/2006/main">
              <a:ext uri="{FF2B5EF4-FFF2-40B4-BE49-F238E27FC236}">
                <a16:creationId xmlns:a16="http://schemas.microsoft.com/office/drawing/2014/main" id="{11997DFD-64C2-4F31-88E5-741569DFD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714875"/>
            <a:ext cx="4267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“예산 보고서 만들어줘” / 진행 중</a:t>
            </a:r>
          </a:p>
        </p:txBody>
      </p:sp>
      <p:sp>
        <p:nvSpPr>
          <p:cNvPr id="49" name="dp41-background / n49 / path">
            <a:extLst xmlns:a="http://schemas.openxmlformats.org/drawingml/2006/main">
              <a:ext uri="{FF2B5EF4-FFF2-40B4-BE49-F238E27FC236}">
                <a16:creationId xmlns:a16="http://schemas.microsoft.com/office/drawing/2014/main" id="{DEF0C108-F438-4981-9FC3-1C21A7534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105400"/>
            <a:ext cx="4267200" cy="953"/>
          </a:xfrm>
          <a:custGeom xmlns:a="http://schemas.openxmlformats.org/drawingml/2006/main">
            <a:pathLst>
              <a:path w="4267200" h="953">
                <a:moveTo>
                  <a:pt x="0" y="0"/>
                </a:moveTo>
                <a:lnTo>
                  <a:pt x="4267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solid"/>
          </a:ln>
        </p:spPr>
      </p:sp>
      <p:sp>
        <p:nvSpPr>
          <p:cNvPr id="50" name="dp41-background / n50 / text 1">
            <a:extLst xmlns:a="http://schemas.openxmlformats.org/drawingml/2006/main">
              <a:ext uri="{FF2B5EF4-FFF2-40B4-BE49-F238E27FC236}">
                <a16:creationId xmlns:a16="http://schemas.microsoft.com/office/drawing/2014/main" id="{75BB7E4C-A807-4F86-B42F-6D3C44050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305425"/>
            <a:ext cx="426720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실적 보고서 Task</a:t>
            </a:r>
          </a:p>
        </p:txBody>
      </p:sp>
      <p:sp>
        <p:nvSpPr>
          <p:cNvPr id="51" name="dp41-background / n51 / text 1">
            <a:extLst xmlns:a="http://schemas.openxmlformats.org/drawingml/2006/main">
              <a:ext uri="{FF2B5EF4-FFF2-40B4-BE49-F238E27FC236}">
                <a16:creationId xmlns:a16="http://schemas.microsoft.com/office/drawing/2014/main" id="{86141AB4-F9EF-4370-A976-E9AC5972F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686425"/>
            <a:ext cx="4267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“실적 보고서 만들어줘” / 진행 중</a:t>
            </a:r>
          </a:p>
        </p:txBody>
      </p:sp>
      <p:sp>
        <p:nvSpPr>
          <p:cNvPr id="52" name="dp41-background / n52 / text 1">
            <a:extLst xmlns:a="http://schemas.openxmlformats.org/drawingml/2006/main">
              <a:ext uri="{FF2B5EF4-FFF2-40B4-BE49-F238E27FC236}">
                <a16:creationId xmlns:a16="http://schemas.microsoft.com/office/drawing/2014/main" id="{6E6C2BCD-2125-441A-A2DA-C49FBFBB7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6334125"/>
            <a:ext cx="4267200" cy="4005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연결할 Task 미확정</a:t>
            </a:r>
          </a:p>
        </p:txBody>
      </p:sp>
      <p:sp>
        <p:nvSpPr>
          <p:cNvPr id="53" name="dp41-background / n53">
            <a:extLst xmlns:a="http://schemas.openxmlformats.org/drawingml/2006/main">
              <a:ext uri="{FF2B5EF4-FFF2-40B4-BE49-F238E27FC236}">
                <a16:creationId xmlns:a16="http://schemas.microsoft.com/office/drawing/2014/main" id="{7F637F65-4602-4509-97EB-E1DBBCC92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10450"/>
            <a:ext cx="1057275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dp41-background / n54 / text 1">
            <a:extLst xmlns:a="http://schemas.openxmlformats.org/drawingml/2006/main">
              <a:ext uri="{FF2B5EF4-FFF2-40B4-BE49-F238E27FC236}">
                <a16:creationId xmlns:a16="http://schemas.microsoft.com/office/drawing/2014/main" id="{B6DF071D-2D87-48FF-A2B5-A77A568A6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572375"/>
            <a:ext cx="10172700" cy="3729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메일 Request의 고정 조건 / 초안 작성, 발송 제외</a:t>
            </a:r>
          </a:p>
        </p:txBody>
      </p:sp>
      <p:sp>
        <p:nvSpPr>
          <p:cNvPr id="55" name="dp41-background / n55 / text 1">
            <a:extLst xmlns:a="http://schemas.openxmlformats.org/drawingml/2006/main">
              <a:ext uri="{FF2B5EF4-FFF2-40B4-BE49-F238E27FC236}">
                <a16:creationId xmlns:a16="http://schemas.microsoft.com/office/drawing/2014/main" id="{C0C07AE9-AE40-4895-A936-0E2248DB1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3381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선택 자료의 확인</a:t>
            </a:r>
          </a:p>
        </p:txBody>
      </p:sp>
      <p:sp>
        <p:nvSpPr>
          <p:cNvPr id="56" name="dp41-background / n56 / text 1">
            <a:extLst xmlns:a="http://schemas.openxmlformats.org/drawingml/2006/main">
              <a:ext uri="{FF2B5EF4-FFF2-40B4-BE49-F238E27FC236}">
                <a16:creationId xmlns:a16="http://schemas.microsoft.com/office/drawing/2014/main" id="{F683B306-38C3-4110-BAE5-568ABAF38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3781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화면 정보와 Referent 범위 확인</a:t>
            </a:r>
          </a:p>
        </p:txBody>
      </p:sp>
      <p:sp>
        <p:nvSpPr>
          <p:cNvPr id="57" name="dp41-background / n57 / text 1">
            <a:extLst xmlns:a="http://schemas.openxmlformats.org/drawingml/2006/main">
              <a:ext uri="{FF2B5EF4-FFF2-40B4-BE49-F238E27FC236}">
                <a16:creationId xmlns:a16="http://schemas.microsoft.com/office/drawing/2014/main" id="{136EB045-EE6E-43F3-A223-B3363DA06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4905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관련 Task의 구분</a:t>
            </a:r>
          </a:p>
        </p:txBody>
      </p:sp>
      <p:sp>
        <p:nvSpPr>
          <p:cNvPr id="58" name="dp41-background / n58 / text 1">
            <a:extLst xmlns:a="http://schemas.openxmlformats.org/drawingml/2006/main">
              <a:ext uri="{FF2B5EF4-FFF2-40B4-BE49-F238E27FC236}">
                <a16:creationId xmlns:a16="http://schemas.microsoft.com/office/drawing/2014/main" id="{89BA3CDB-6A9F-47EF-B95E-3C6A9F547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5305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이전 Request와 현재 Task 상태 확인</a:t>
            </a:r>
          </a:p>
        </p:txBody>
      </p:sp>
      <p:sp>
        <p:nvSpPr>
          <p:cNvPr id="59" name="dp41-background / n59 / text 1">
            <a:extLst xmlns:a="http://schemas.openxmlformats.org/drawingml/2006/main">
              <a:ext uri="{FF2B5EF4-FFF2-40B4-BE49-F238E27FC236}">
                <a16:creationId xmlns:a16="http://schemas.microsoft.com/office/drawing/2014/main" id="{300ED27A-ACCD-4E77-9A47-633B9132C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6429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정보 보완과 조건 유지</a:t>
            </a:r>
          </a:p>
        </p:txBody>
      </p:sp>
      <p:sp>
        <p:nvSpPr>
          <p:cNvPr id="60" name="dp41-background / n60 / text 1">
            <a:extLst xmlns:a="http://schemas.openxmlformats.org/drawingml/2006/main">
              <a:ext uri="{FF2B5EF4-FFF2-40B4-BE49-F238E27FC236}">
                <a16:creationId xmlns:a16="http://schemas.microsoft.com/office/drawing/2014/main" id="{79F637F0-8DB2-4CE9-8904-BC89F1FB3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6829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미확정 Task의 Clarification과</a:t>
            </a:r>
          </a:p>
        </p:txBody>
      </p:sp>
      <p:sp>
        <p:nvSpPr>
          <p:cNvPr id="61" name="dp41-background / n60 / text 2">
            <a:extLst xmlns:a="http://schemas.openxmlformats.org/drawingml/2006/main">
              <a:ext uri="{FF2B5EF4-FFF2-40B4-BE49-F238E27FC236}">
                <a16:creationId xmlns:a16="http://schemas.microsoft.com/office/drawing/2014/main" id="{BE77470A-0AFB-4108-88B7-43214095F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7143750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초안 조건의 보존</a:t>
            </a:r>
          </a:p>
        </p:txBody>
      </p:sp>
    </p:spTree>
    <p:extLst>
      <p:ext uri="{BB962C8B-B14F-4D97-AF65-F5344CB8AC3E}">
        <p14:creationId xmlns:p14="http://schemas.microsoft.com/office/powerpoint/2010/main" val="48631164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7" name="dp41-comparison / n1">
            <a:extLst xmlns:a="http://schemas.openxmlformats.org/drawingml/2006/main">
              <a:ext uri="{FF2B5EF4-FFF2-40B4-BE49-F238E27FC236}">
                <a16:creationId xmlns:a16="http://schemas.microsoft.com/office/drawing/2014/main" id="{F4DE10F0-EF58-481E-A98A-00E055C21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1-comparison / n2 / text 1">
            <a:extLst xmlns:a="http://schemas.openxmlformats.org/drawingml/2006/main">
              <a:ext uri="{FF2B5EF4-FFF2-40B4-BE49-F238E27FC236}">
                <a16:creationId xmlns:a16="http://schemas.microsoft.com/office/drawing/2014/main" id="{1DE124FF-ED72-482C-AAFD-195453F92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09550"/>
            <a:ext cx="1238250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설계 비교</a:t>
            </a:r>
          </a:p>
        </p:txBody>
      </p:sp>
      <p:sp>
        <p:nvSpPr>
          <p:cNvPr id="3" name="dp41-comparison / n3 / text 1">
            <a:extLst xmlns:a="http://schemas.openxmlformats.org/drawingml/2006/main">
              <a:ext uri="{FF2B5EF4-FFF2-40B4-BE49-F238E27FC236}">
                <a16:creationId xmlns:a16="http://schemas.microsoft.com/office/drawing/2014/main" id="{926BF37D-68BB-4EB5-A307-CD8DCD82D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209550"/>
            <a:ext cx="4286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비교 / 장단점 / QA Trade-off</a:t>
            </a:r>
          </a:p>
        </p:txBody>
      </p:sp>
      <p:sp>
        <p:nvSpPr>
          <p:cNvPr id="4" name="dp41-comparison / n4 / text 1">
            <a:extLst xmlns:a="http://schemas.openxmlformats.org/drawingml/2006/main">
              <a:ext uri="{FF2B5EF4-FFF2-40B4-BE49-F238E27FC236}">
                <a16:creationId xmlns:a16="http://schemas.microsoft.com/office/drawing/2014/main" id="{16E8D03D-69AA-4373-BB26-56CFE35F8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19125"/>
            <a:ext cx="17526000" cy="5386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04-41. 기능 정확성을 위한 VIA Request 해석 설계</a:t>
            </a:r>
          </a:p>
        </p:txBody>
      </p:sp>
      <p:sp>
        <p:nvSpPr>
          <p:cNvPr id="5" name="dp41-comparison / n5 / path">
            <a:extLst xmlns:a="http://schemas.openxmlformats.org/drawingml/2006/main">
              <a:ext uri="{FF2B5EF4-FFF2-40B4-BE49-F238E27FC236}">
                <a16:creationId xmlns:a16="http://schemas.microsoft.com/office/drawing/2014/main" id="{42BA22A5-5524-49CA-8402-4BEC7B8E7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152525"/>
            <a:ext cx="17526000" cy="953"/>
          </a:xfrm>
          <a:custGeom xmlns:a="http://schemas.openxmlformats.org/drawingml/2006/main">
            <a:pathLst>
              <a:path w="17526000" h="953">
                <a:moveTo>
                  <a:pt x="0" y="0"/>
                </a:moveTo>
                <a:lnTo>
                  <a:pt x="17526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1-comparison / n6 / text 1">
            <a:extLst xmlns:a="http://schemas.openxmlformats.org/drawingml/2006/main">
              <a:ext uri="{FF2B5EF4-FFF2-40B4-BE49-F238E27FC236}">
                <a16:creationId xmlns:a16="http://schemas.microsoft.com/office/drawing/2014/main" id="{390FCA32-ED1D-4556-9C6E-5AB288717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352550"/>
            <a:ext cx="145732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“이 표를 아까 보고서에 넣고, 메일은 초안만 만들어.” / 보고서 Task 후보 2개</a:t>
            </a:r>
          </a:p>
        </p:txBody>
      </p:sp>
      <p:sp>
        <p:nvSpPr>
          <p:cNvPr id="7" name="dp41-comparison / n7 / text 1">
            <a:extLst xmlns:a="http://schemas.openxmlformats.org/drawingml/2006/main">
              <a:ext uri="{FF2B5EF4-FFF2-40B4-BE49-F238E27FC236}">
                <a16:creationId xmlns:a16="http://schemas.microsoft.com/office/drawing/2014/main" id="{3BE149F4-3CB9-46D8-9BE2-F6EC51DDC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0" y="1381125"/>
            <a:ext cx="2762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수치와 점수 / 예상 예시</a:t>
            </a:r>
          </a:p>
        </p:txBody>
      </p:sp>
      <p:sp>
        <p:nvSpPr>
          <p:cNvPr id="8" name="dp41-comparison / n8">
            <a:extLst xmlns:a="http://schemas.openxmlformats.org/drawingml/2006/main">
              <a:ext uri="{FF2B5EF4-FFF2-40B4-BE49-F238E27FC236}">
                <a16:creationId xmlns:a16="http://schemas.microsoft.com/office/drawing/2014/main" id="{87FA75ED-6075-4020-89A7-806CB675F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790700"/>
            <a:ext cx="175260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7C7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9" name="dp41-comparison / n9 / text 1">
            <a:extLst xmlns:a="http://schemas.openxmlformats.org/drawingml/2006/main">
              <a:ext uri="{FF2B5EF4-FFF2-40B4-BE49-F238E27FC236}">
                <a16:creationId xmlns:a16="http://schemas.microsoft.com/office/drawing/2014/main" id="{384F4800-0A17-4648-89BD-B82DF3512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52625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설계안</a:t>
            </a:r>
          </a:p>
        </p:txBody>
      </p:sp>
      <p:sp>
        <p:nvSpPr>
          <p:cNvPr id="10" name="dp41-comparison / n10">
            <a:extLst xmlns:a="http://schemas.openxmlformats.org/drawingml/2006/main">
              <a:ext uri="{FF2B5EF4-FFF2-40B4-BE49-F238E27FC236}">
                <a16:creationId xmlns:a16="http://schemas.microsoft.com/office/drawing/2014/main" id="{538BD7D3-895B-481E-A0BE-408273450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314575"/>
            <a:ext cx="17526000" cy="525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1" name="dp41-comparison / n11 / text 1">
            <a:extLst xmlns:a="http://schemas.openxmlformats.org/drawingml/2006/main">
              <a:ext uri="{FF2B5EF4-FFF2-40B4-BE49-F238E27FC236}">
                <a16:creationId xmlns:a16="http://schemas.microsoft.com/office/drawing/2014/main" id="{5B982204-F6EF-4F57-A884-5DA929A67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4765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구조</a:t>
            </a:r>
          </a:p>
        </p:txBody>
      </p:sp>
      <p:sp>
        <p:nvSpPr>
          <p:cNvPr id="12" name="dp41-comparison / n12">
            <a:extLst xmlns:a="http://schemas.openxmlformats.org/drawingml/2006/main">
              <a:ext uri="{FF2B5EF4-FFF2-40B4-BE49-F238E27FC236}">
                <a16:creationId xmlns:a16="http://schemas.microsoft.com/office/drawing/2014/main" id="{07598D94-5DC7-4BF9-BDC7-290612274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7572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3" name="dp41-comparison / n13 / text 1">
            <a:extLst xmlns:a="http://schemas.openxmlformats.org/drawingml/2006/main">
              <a:ext uri="{FF2B5EF4-FFF2-40B4-BE49-F238E27FC236}">
                <a16:creationId xmlns:a16="http://schemas.microsoft.com/office/drawing/2014/main" id="{6152A40D-651C-44F7-964B-857AD933D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7734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장점</a:t>
            </a:r>
          </a:p>
        </p:txBody>
      </p:sp>
      <p:sp>
        <p:nvSpPr>
          <p:cNvPr id="14" name="dp41-comparison / n14">
            <a:extLst xmlns:a="http://schemas.openxmlformats.org/drawingml/2006/main">
              <a:ext uri="{FF2B5EF4-FFF2-40B4-BE49-F238E27FC236}">
                <a16:creationId xmlns:a16="http://schemas.microsoft.com/office/drawing/2014/main" id="{3D430E91-D6BA-4E94-8EA7-2E857EF57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8334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5" name="dp41-comparison / n15 / text 1">
            <a:extLst xmlns:a="http://schemas.openxmlformats.org/drawingml/2006/main">
              <a:ext uri="{FF2B5EF4-FFF2-40B4-BE49-F238E27FC236}">
                <a16:creationId xmlns:a16="http://schemas.microsoft.com/office/drawing/2014/main" id="{9F8AA714-6D38-4298-AC98-6041B17F8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8496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단점</a:t>
            </a:r>
          </a:p>
        </p:txBody>
      </p:sp>
      <p:sp>
        <p:nvSpPr>
          <p:cNvPr id="16" name="dp41-comparison / n16">
            <a:extLst xmlns:a="http://schemas.openxmlformats.org/drawingml/2006/main">
              <a:ext uri="{FF2B5EF4-FFF2-40B4-BE49-F238E27FC236}">
                <a16:creationId xmlns:a16="http://schemas.microsoft.com/office/drawing/2014/main" id="{337AA73B-5E2A-488B-99CA-BC5619F96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9096375"/>
            <a:ext cx="175260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7" name="dp41-comparison / n17 / text 1">
            <a:extLst xmlns:a="http://schemas.openxmlformats.org/drawingml/2006/main">
              <a:ext uri="{FF2B5EF4-FFF2-40B4-BE49-F238E27FC236}">
                <a16:creationId xmlns:a16="http://schemas.microsoft.com/office/drawing/2014/main" id="{856A62AD-F932-4FBD-A862-611CC00F7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258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QA</a:t>
            </a:r>
          </a:p>
        </p:txBody>
      </p:sp>
      <p:sp>
        <p:nvSpPr>
          <p:cNvPr id="18" name="dp41-comparison / n17 / text 2">
            <a:extLst xmlns:a="http://schemas.openxmlformats.org/drawingml/2006/main">
              <a:ext uri="{FF2B5EF4-FFF2-40B4-BE49-F238E27FC236}">
                <a16:creationId xmlns:a16="http://schemas.microsoft.com/office/drawing/2014/main" id="{3AC37D86-4337-46E0-AD1A-A9866D2D4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50595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Trade-off</a:t>
            </a:r>
          </a:p>
        </p:txBody>
      </p:sp>
      <p:sp>
        <p:nvSpPr>
          <p:cNvPr id="19" name="dp41-comparison / n18 / path">
            <a:extLst xmlns:a="http://schemas.openxmlformats.org/drawingml/2006/main">
              <a:ext uri="{FF2B5EF4-FFF2-40B4-BE49-F238E27FC236}">
                <a16:creationId xmlns:a16="http://schemas.microsoft.com/office/drawing/2014/main" id="{F2C507DB-69C0-4664-92D4-18DCC0A65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0" name="dp41-comparison / n19 / path">
            <a:extLst xmlns:a="http://schemas.openxmlformats.org/drawingml/2006/main">
              <a:ext uri="{FF2B5EF4-FFF2-40B4-BE49-F238E27FC236}">
                <a16:creationId xmlns:a16="http://schemas.microsoft.com/office/drawing/2014/main" id="{E4525522-A1AC-4B5D-BE5E-5018A5704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1" name="dp41-comparison / n20 / text 1">
            <a:extLst xmlns:a="http://schemas.openxmlformats.org/drawingml/2006/main">
              <a:ext uri="{FF2B5EF4-FFF2-40B4-BE49-F238E27FC236}">
                <a16:creationId xmlns:a16="http://schemas.microsoft.com/office/drawing/2014/main" id="{AC4BF94B-FB8F-4E83-A4CD-7523A2CA7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A 모델 중심 ReAct 해석</a:t>
            </a:r>
          </a:p>
        </p:txBody>
      </p:sp>
      <p:sp>
        <p:nvSpPr>
          <p:cNvPr id="22" name="dp41-comparison / n21 / text 1">
            <a:extLst xmlns:a="http://schemas.openxmlformats.org/drawingml/2006/main">
              <a:ext uri="{FF2B5EF4-FFF2-40B4-BE49-F238E27FC236}">
                <a16:creationId xmlns:a16="http://schemas.microsoft.com/office/drawing/2014/main" id="{2627E94F-6232-470B-B7E3-830802ED4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열린 관계 표현의 지원 확대, 지원율 100% (기능 완전성 ↑)</a:t>
            </a:r>
          </a:p>
        </p:txBody>
      </p:sp>
      <p:sp>
        <p:nvSpPr>
          <p:cNvPr id="23" name="dp41-comparison / n22 / text 1">
            <a:extLst xmlns:a="http://schemas.openxmlformats.org/drawingml/2006/main">
              <a:ext uri="{FF2B5EF4-FFF2-40B4-BE49-F238E27FC236}">
                <a16:creationId xmlns:a16="http://schemas.microsoft.com/office/drawing/2014/main" id="{AD9D33F7-1138-47F7-81FD-882084548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972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새 관계의 코드 변경 축소, 평균 2.0개 (변경 용이성 ↑)</a:t>
            </a:r>
          </a:p>
        </p:txBody>
      </p:sp>
      <p:sp>
        <p:nvSpPr>
          <p:cNvPr id="24" name="dp41-comparison / n23 / text 1">
            <a:extLst xmlns:a="http://schemas.openxmlformats.org/drawingml/2006/main">
              <a:ext uri="{FF2B5EF4-FFF2-40B4-BE49-F238E27FC236}">
                <a16:creationId xmlns:a16="http://schemas.microsoft.com/office/drawing/2014/main" id="{5637128B-8D62-43EE-8018-558966A61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반복 조회와 모델 재판단으로 평균 VIA 처리시간 6.0 s (요청 완료 신속성 ↓)</a:t>
            </a:r>
          </a:p>
        </p:txBody>
      </p:sp>
      <p:sp>
        <p:nvSpPr>
          <p:cNvPr id="25" name="dp41-comparison / n24 / text 1">
            <a:extLst xmlns:a="http://schemas.openxmlformats.org/drawingml/2006/main">
              <a:ext uri="{FF2B5EF4-FFF2-40B4-BE49-F238E27FC236}">
                <a16:creationId xmlns:a16="http://schemas.microsoft.com/office/drawing/2014/main" id="{D7EC4562-E909-494F-B3F9-ED955C685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V-03 기능 완전성</a:t>
            </a:r>
          </a:p>
        </p:txBody>
      </p:sp>
      <p:sp>
        <p:nvSpPr>
          <p:cNvPr id="26" name="dp41-comparison / n25 / text 1">
            <a:extLst xmlns:a="http://schemas.openxmlformats.org/drawingml/2006/main">
              <a:ext uri="{FF2B5EF4-FFF2-40B4-BE49-F238E27FC236}">
                <a16:creationId xmlns:a16="http://schemas.microsoft.com/office/drawing/2014/main" id="{B910F236-F302-4005-BA27-5C821F718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27" name="dp41-comparison / n26 / text 1">
            <a:extLst xmlns:a="http://schemas.openxmlformats.org/drawingml/2006/main">
              <a:ext uri="{FF2B5EF4-FFF2-40B4-BE49-F238E27FC236}">
                <a16:creationId xmlns:a16="http://schemas.microsoft.com/office/drawing/2014/main" id="{2A0063B8-56D4-4EA7-A05F-9D0349E2C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100%</a:t>
            </a:r>
          </a:p>
        </p:txBody>
      </p:sp>
      <p:sp>
        <p:nvSpPr>
          <p:cNvPr id="28" name="dp41-comparison / n27 / text 1">
            <a:extLst xmlns:a="http://schemas.openxmlformats.org/drawingml/2006/main">
              <a:ext uri="{FF2B5EF4-FFF2-40B4-BE49-F238E27FC236}">
                <a16:creationId xmlns:a16="http://schemas.microsoft.com/office/drawing/2014/main" id="{CE589116-3B18-40D2-A862-6810D705E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기능 지원 달성률 ↑</a:t>
            </a:r>
          </a:p>
        </p:txBody>
      </p:sp>
      <p:sp>
        <p:nvSpPr>
          <p:cNvPr id="29" name="dp41-comparison / n28 / text 1">
            <a:extLst xmlns:a="http://schemas.openxmlformats.org/drawingml/2006/main">
              <a:ext uri="{FF2B5EF4-FFF2-40B4-BE49-F238E27FC236}">
                <a16:creationId xmlns:a16="http://schemas.microsoft.com/office/drawing/2014/main" id="{3783087E-8C80-4A72-B738-36AB5B993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30" name="dp41-comparison / n29 / text 1">
            <a:extLst xmlns:a="http://schemas.openxmlformats.org/drawingml/2006/main">
              <a:ext uri="{FF2B5EF4-FFF2-40B4-BE49-F238E27FC236}">
                <a16:creationId xmlns:a16="http://schemas.microsoft.com/office/drawing/2014/main" id="{4FC9AC24-4BA6-4185-B867-DA1A2041A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31" name="dp41-comparison / n30 / text 1">
            <a:extLst xmlns:a="http://schemas.openxmlformats.org/drawingml/2006/main">
              <a:ext uri="{FF2B5EF4-FFF2-40B4-BE49-F238E27FC236}">
                <a16:creationId xmlns:a16="http://schemas.microsoft.com/office/drawing/2014/main" id="{6B4F2204-F457-4287-8893-85D5E893E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6.0 s</a:t>
            </a:r>
          </a:p>
        </p:txBody>
      </p:sp>
      <p:sp>
        <p:nvSpPr>
          <p:cNvPr id="32" name="dp41-comparison / n31 / text 1">
            <a:extLst xmlns:a="http://schemas.openxmlformats.org/drawingml/2006/main">
              <a:ext uri="{FF2B5EF4-FFF2-40B4-BE49-F238E27FC236}">
                <a16:creationId xmlns:a16="http://schemas.microsoft.com/office/drawing/2014/main" id="{8812E67A-E39D-4D1E-ACDE-F9FDEF74A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VIA 처리시간 ↓</a:t>
            </a:r>
          </a:p>
        </p:txBody>
      </p:sp>
      <p:sp>
        <p:nvSpPr>
          <p:cNvPr id="33" name="dp41-comparison / n32 / text 1">
            <a:extLst xmlns:a="http://schemas.openxmlformats.org/drawingml/2006/main">
              <a:ext uri="{FF2B5EF4-FFF2-40B4-BE49-F238E27FC236}">
                <a16:creationId xmlns:a16="http://schemas.microsoft.com/office/drawing/2014/main" id="{7F182B29-166F-4A60-8AAE-BCC965B32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34" name="dp41-comparison / n33 / text 1">
            <a:extLst xmlns:a="http://schemas.openxmlformats.org/drawingml/2006/main">
              <a:ext uri="{FF2B5EF4-FFF2-40B4-BE49-F238E27FC236}">
                <a16:creationId xmlns:a16="http://schemas.microsoft.com/office/drawing/2014/main" id="{9EF4B9D3-76C2-45F8-B17D-CAD64A9D6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35" name="dp41-comparison / n34 / text 1">
            <a:extLst xmlns:a="http://schemas.openxmlformats.org/drawingml/2006/main">
              <a:ext uri="{FF2B5EF4-FFF2-40B4-BE49-F238E27FC236}">
                <a16:creationId xmlns:a16="http://schemas.microsoft.com/office/drawing/2014/main" id="{3DA2AA0D-8952-45A9-8F3D-DF2F9B251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2.0개</a:t>
            </a:r>
          </a:p>
        </p:txBody>
      </p:sp>
      <p:sp>
        <p:nvSpPr>
          <p:cNvPr id="36" name="dp41-comparison / n35 / text 1">
            <a:extLst xmlns:a="http://schemas.openxmlformats.org/drawingml/2006/main">
              <a:ext uri="{FF2B5EF4-FFF2-40B4-BE49-F238E27FC236}">
                <a16:creationId xmlns:a16="http://schemas.microsoft.com/office/drawing/2014/main" id="{2B3078CC-133F-4145-8196-D15DF95FF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37" name="dp41-comparison / n36 / text 1">
            <a:extLst xmlns:a="http://schemas.openxmlformats.org/drawingml/2006/main">
              <a:ext uri="{FF2B5EF4-FFF2-40B4-BE49-F238E27FC236}">
                <a16:creationId xmlns:a16="http://schemas.microsoft.com/office/drawing/2014/main" id="{B9A00B30-8B78-467D-8CE9-90EB232F5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B 모델 틀 생성과 코드 중심 의미 완성</a:t>
            </a:r>
          </a:p>
        </p:txBody>
      </p:sp>
      <p:sp>
        <p:nvSpPr>
          <p:cNvPr id="38" name="dp41-comparison / n37 / text 1">
            <a:extLst xmlns:a="http://schemas.openxmlformats.org/drawingml/2006/main">
              <a:ext uri="{FF2B5EF4-FFF2-40B4-BE49-F238E27FC236}">
                <a16:creationId xmlns:a16="http://schemas.microsoft.com/office/drawing/2014/main" id="{976BBF04-C44B-4578-8049-322ABD525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지원 관계의 코드 결합으로 평균 VIA 처리시간 4.5 s (요청 완료 신속성 ↑)</a:t>
            </a:r>
          </a:p>
        </p:txBody>
      </p:sp>
      <p:sp>
        <p:nvSpPr>
          <p:cNvPr id="39" name="dp41-comparison / n38 / text 1">
            <a:extLst xmlns:a="http://schemas.openxmlformats.org/drawingml/2006/main">
              <a:ext uri="{FF2B5EF4-FFF2-40B4-BE49-F238E27FC236}">
                <a16:creationId xmlns:a16="http://schemas.microsoft.com/office/drawing/2014/main" id="{8163B24B-2B5A-4345-ABAD-AE92345BA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유한 표현 체계 밖 관계의 지원 제한, 지원율 87.2% (기능 완전성 ↓)</a:t>
            </a:r>
          </a:p>
        </p:txBody>
      </p:sp>
      <p:sp>
        <p:nvSpPr>
          <p:cNvPr id="40" name="dp41-comparison / n39 / text 1">
            <a:extLst xmlns:a="http://schemas.openxmlformats.org/drawingml/2006/main">
              <a:ext uri="{FF2B5EF4-FFF2-40B4-BE49-F238E27FC236}">
                <a16:creationId xmlns:a16="http://schemas.microsoft.com/office/drawing/2014/main" id="{40BBCB7B-52CA-4488-9040-01BB43E4C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734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새 관계의 틀과 결합 규칙 확장, 평균 4.0개 (변경 용이성 ↓)</a:t>
            </a:r>
          </a:p>
        </p:txBody>
      </p:sp>
      <p:sp>
        <p:nvSpPr>
          <p:cNvPr id="41" name="dp41-comparison / n40 / text 1">
            <a:extLst xmlns:a="http://schemas.openxmlformats.org/drawingml/2006/main">
              <a:ext uri="{FF2B5EF4-FFF2-40B4-BE49-F238E27FC236}">
                <a16:creationId xmlns:a16="http://schemas.microsoft.com/office/drawing/2014/main" id="{CA9B2F20-0061-4BCB-BCED-97444DB9C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V-03 기능 완전성</a:t>
            </a:r>
          </a:p>
        </p:txBody>
      </p:sp>
      <p:sp>
        <p:nvSpPr>
          <p:cNvPr id="42" name="dp41-comparison / n41 / text 1">
            <a:extLst xmlns:a="http://schemas.openxmlformats.org/drawingml/2006/main">
              <a:ext uri="{FF2B5EF4-FFF2-40B4-BE49-F238E27FC236}">
                <a16:creationId xmlns:a16="http://schemas.microsoft.com/office/drawing/2014/main" id="{1E36C9B1-120E-459E-A804-CFCE1D978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43" name="dp41-comparison / n42 / text 1">
            <a:extLst xmlns:a="http://schemas.openxmlformats.org/drawingml/2006/main">
              <a:ext uri="{FF2B5EF4-FFF2-40B4-BE49-F238E27FC236}">
                <a16:creationId xmlns:a16="http://schemas.microsoft.com/office/drawing/2014/main" id="{FD7836E7-0296-4C78-B6B0-8856BC17D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87.2%</a:t>
            </a:r>
          </a:p>
        </p:txBody>
      </p:sp>
      <p:sp>
        <p:nvSpPr>
          <p:cNvPr id="44" name="dp41-comparison / n43 / text 1">
            <a:extLst xmlns:a="http://schemas.openxmlformats.org/drawingml/2006/main">
              <a:ext uri="{FF2B5EF4-FFF2-40B4-BE49-F238E27FC236}">
                <a16:creationId xmlns:a16="http://schemas.microsoft.com/office/drawing/2014/main" id="{E00C92B1-D5BF-48AE-AA12-F22C9F5EB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기능 지원 달성률 ↑</a:t>
            </a:r>
          </a:p>
        </p:txBody>
      </p:sp>
      <p:sp>
        <p:nvSpPr>
          <p:cNvPr id="45" name="dp41-comparison / n44 / text 1">
            <a:extLst xmlns:a="http://schemas.openxmlformats.org/drawingml/2006/main">
              <a:ext uri="{FF2B5EF4-FFF2-40B4-BE49-F238E27FC236}">
                <a16:creationId xmlns:a16="http://schemas.microsoft.com/office/drawing/2014/main" id="{203FEC02-848D-4FF6-A3C4-51F1A1C74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46" name="dp41-comparison / n45 / text 1">
            <a:extLst xmlns:a="http://schemas.openxmlformats.org/drawingml/2006/main">
              <a:ext uri="{FF2B5EF4-FFF2-40B4-BE49-F238E27FC236}">
                <a16:creationId xmlns:a16="http://schemas.microsoft.com/office/drawing/2014/main" id="{F6CD2A2B-8E4D-4C19-9D7F-0A119DBC0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47" name="dp41-comparison / n46 / text 1">
            <a:extLst xmlns:a="http://schemas.openxmlformats.org/drawingml/2006/main">
              <a:ext uri="{FF2B5EF4-FFF2-40B4-BE49-F238E27FC236}">
                <a16:creationId xmlns:a16="http://schemas.microsoft.com/office/drawing/2014/main" id="{DD120384-CF75-4198-AAD5-C18DD727C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4.5 s</a:t>
            </a:r>
          </a:p>
        </p:txBody>
      </p:sp>
      <p:sp>
        <p:nvSpPr>
          <p:cNvPr id="48" name="dp41-comparison / n47 / text 1">
            <a:extLst xmlns:a="http://schemas.openxmlformats.org/drawingml/2006/main">
              <a:ext uri="{FF2B5EF4-FFF2-40B4-BE49-F238E27FC236}">
                <a16:creationId xmlns:a16="http://schemas.microsoft.com/office/drawing/2014/main" id="{935BE67B-BE22-447E-8938-C197ECD68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VIA 처리시간 ↓</a:t>
            </a:r>
          </a:p>
        </p:txBody>
      </p:sp>
      <p:sp>
        <p:nvSpPr>
          <p:cNvPr id="49" name="dp41-comparison / n48 / text 1">
            <a:extLst xmlns:a="http://schemas.openxmlformats.org/drawingml/2006/main">
              <a:ext uri="{FF2B5EF4-FFF2-40B4-BE49-F238E27FC236}">
                <a16:creationId xmlns:a16="http://schemas.microsoft.com/office/drawing/2014/main" id="{0353AC4E-8166-4E7F-95FE-9B7626D20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50" name="dp41-comparison / n49 / text 1">
            <a:extLst xmlns:a="http://schemas.openxmlformats.org/drawingml/2006/main">
              <a:ext uri="{FF2B5EF4-FFF2-40B4-BE49-F238E27FC236}">
                <a16:creationId xmlns:a16="http://schemas.microsoft.com/office/drawing/2014/main" id="{991C93F9-D33E-456B-82A4-E05389B0B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●○○</a:t>
            </a:r>
          </a:p>
        </p:txBody>
      </p:sp>
      <p:sp>
        <p:nvSpPr>
          <p:cNvPr id="51" name="dp41-comparison / n50 / text 1">
            <a:extLst xmlns:a="http://schemas.openxmlformats.org/drawingml/2006/main">
              <a:ext uri="{FF2B5EF4-FFF2-40B4-BE49-F238E27FC236}">
                <a16:creationId xmlns:a16="http://schemas.microsoft.com/office/drawing/2014/main" id="{21C7401E-96B6-4F6D-90A9-75EF2980F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4.0개</a:t>
            </a:r>
          </a:p>
        </p:txBody>
      </p:sp>
      <p:sp>
        <p:nvSpPr>
          <p:cNvPr id="52" name="dp41-comparison / n51 / text 1">
            <a:extLst xmlns:a="http://schemas.openxmlformats.org/drawingml/2006/main">
              <a:ext uri="{FF2B5EF4-FFF2-40B4-BE49-F238E27FC236}">
                <a16:creationId xmlns:a16="http://schemas.microsoft.com/office/drawing/2014/main" id="{E0D90BC3-A09A-44E5-B7A7-9BF274625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53" name="dp41-comparison / n52 / text 1">
            <a:extLst xmlns:a="http://schemas.openxmlformats.org/drawingml/2006/main">
              <a:ext uri="{FF2B5EF4-FFF2-40B4-BE49-F238E27FC236}">
                <a16:creationId xmlns:a16="http://schemas.microsoft.com/office/drawing/2014/main" id="{2C8243C2-E48B-4DBE-97AF-123EE2E23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0067925"/>
            <a:ext cx="14478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비교 예시 조건: 열린 관계 표현 포함 / 시간 비교는 양안 지원 범위의 같은 Request</a:t>
            </a:r>
          </a:p>
        </p:txBody>
      </p:sp>
      <p:sp>
        <p:nvSpPr>
          <p:cNvPr id="54" name="dp41-comparison / n53 / text 1">
            <a:extLst xmlns:a="http://schemas.openxmlformats.org/drawingml/2006/main">
              <a:ext uri="{FF2B5EF4-FFF2-40B4-BE49-F238E27FC236}">
                <a16:creationId xmlns:a16="http://schemas.microsoft.com/office/drawing/2014/main" id="{623F5071-8000-4D6E-8AEF-5C5A383CE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6625" y="10067925"/>
            <a:ext cx="30003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● 많을수록 우수 / 미측정</a:t>
            </a:r>
          </a:p>
        </p:txBody>
      </p:sp>
      <p:sp>
        <p:nvSpPr>
          <p:cNvPr id="55" name="dp41-comparison / n54">
            <a:extLst xmlns:a="http://schemas.openxmlformats.org/drawingml/2006/main">
              <a:ext uri="{FF2B5EF4-FFF2-40B4-BE49-F238E27FC236}">
                <a16:creationId xmlns:a16="http://schemas.microsoft.com/office/drawing/2014/main" id="{44EB891C-CDBF-41FB-989A-48E5866C9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" y="2638425"/>
            <a:ext cx="819150" cy="487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56" name="dp41-comparison / n55 / text 1">
            <a:extLst xmlns:a="http://schemas.openxmlformats.org/drawingml/2006/main">
              <a:ext uri="{FF2B5EF4-FFF2-40B4-BE49-F238E27FC236}">
                <a16:creationId xmlns:a16="http://schemas.microsoft.com/office/drawing/2014/main" id="{24169289-CCFC-464B-A3B5-CD215C6FB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2781300"/>
            <a:ext cx="781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Legend</a:t>
            </a:r>
          </a:p>
        </p:txBody>
      </p:sp>
      <p:sp>
        <p:nvSpPr>
          <p:cNvPr id="57" name="dp41-comparison / n56">
            <a:extLst xmlns:a="http://schemas.openxmlformats.org/drawingml/2006/main">
              <a:ext uri="{FF2B5EF4-FFF2-40B4-BE49-F238E27FC236}">
                <a16:creationId xmlns:a16="http://schemas.microsoft.com/office/drawing/2014/main" id="{CC039BE7-98EA-498F-A84C-356C65A25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981325"/>
            <a:ext cx="7048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58" name="dp41-comparison / n57 / text 1">
            <a:extLst xmlns:a="http://schemas.openxmlformats.org/drawingml/2006/main">
              <a:ext uri="{FF2B5EF4-FFF2-40B4-BE49-F238E27FC236}">
                <a16:creationId xmlns:a16="http://schemas.microsoft.com/office/drawing/2014/main" id="{B6F4EB61-B874-4196-9751-5B5D21EE5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48000"/>
            <a:ext cx="5334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Component</a:t>
            </a:r>
          </a:p>
        </p:txBody>
      </p:sp>
      <p:sp>
        <p:nvSpPr>
          <p:cNvPr id="59" name="dp41-comparison / n58 / text 1">
            <a:extLst xmlns:a="http://schemas.openxmlformats.org/drawingml/2006/main">
              <a:ext uri="{FF2B5EF4-FFF2-40B4-BE49-F238E27FC236}">
                <a16:creationId xmlns:a16="http://schemas.microsoft.com/office/drawing/2014/main" id="{99A51837-04F4-40FC-8721-2C0B123F9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95650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논리 책임</a:t>
            </a:r>
          </a:p>
        </p:txBody>
      </p:sp>
      <p:sp>
        <p:nvSpPr>
          <p:cNvPr id="60" name="dp41-comparison / n59">
            <a:extLst xmlns:a="http://schemas.openxmlformats.org/drawingml/2006/main">
              <a:ext uri="{FF2B5EF4-FFF2-40B4-BE49-F238E27FC236}">
                <a16:creationId xmlns:a16="http://schemas.microsoft.com/office/drawing/2014/main" id="{059137F9-E8C6-4E0B-975C-DA5C83C01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524250"/>
            <a:ext cx="704850" cy="257175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61" name="dp41-comparison / n60 / text 1">
            <a:extLst xmlns:a="http://schemas.openxmlformats.org/drawingml/2006/main">
              <a:ext uri="{FF2B5EF4-FFF2-40B4-BE49-F238E27FC236}">
                <a16:creationId xmlns:a16="http://schemas.microsoft.com/office/drawing/2014/main" id="{E364BB2F-68EF-4C9A-9A51-219CFBDE1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90925"/>
            <a:ext cx="5334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Module</a:t>
            </a:r>
          </a:p>
        </p:txBody>
      </p:sp>
      <p:sp>
        <p:nvSpPr>
          <p:cNvPr id="62" name="dp41-comparison / n61 / text 1">
            <a:extLst xmlns:a="http://schemas.openxmlformats.org/drawingml/2006/main">
              <a:ext uri="{FF2B5EF4-FFF2-40B4-BE49-F238E27FC236}">
                <a16:creationId xmlns:a16="http://schemas.microsoft.com/office/drawing/2014/main" id="{A0CC86A0-641F-4112-B92C-3469F495F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38575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내부 구현</a:t>
            </a:r>
          </a:p>
        </p:txBody>
      </p:sp>
      <p:sp>
        <p:nvSpPr>
          <p:cNvPr id="63" name="dp41-comparison / n62">
            <a:extLst xmlns:a="http://schemas.openxmlformats.org/drawingml/2006/main">
              <a:ext uri="{FF2B5EF4-FFF2-40B4-BE49-F238E27FC236}">
                <a16:creationId xmlns:a16="http://schemas.microsoft.com/office/drawing/2014/main" id="{AD15578D-C22E-4881-A102-718BCBC23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543425"/>
            <a:ext cx="704850" cy="2571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64" name="dp41-comparison / n63 / text 1">
            <a:extLst xmlns:a="http://schemas.openxmlformats.org/drawingml/2006/main">
              <a:ext uri="{FF2B5EF4-FFF2-40B4-BE49-F238E27FC236}">
                <a16:creationId xmlns:a16="http://schemas.microsoft.com/office/drawing/2014/main" id="{DE6C4C8A-5A3D-4F1C-89AC-F8E42FA32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629150"/>
            <a:ext cx="53340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State</a:t>
            </a:r>
          </a:p>
        </p:txBody>
      </p:sp>
      <p:sp>
        <p:nvSpPr>
          <p:cNvPr id="65" name="dp41-comparison / n64 / text 1">
            <a:extLst xmlns:a="http://schemas.openxmlformats.org/drawingml/2006/main">
              <a:ext uri="{FF2B5EF4-FFF2-40B4-BE49-F238E27FC236}">
                <a16:creationId xmlns:a16="http://schemas.microsoft.com/office/drawing/2014/main" id="{4DC93E4C-6F07-4D39-BC71-D7E9AC2ED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저장 상태</a:t>
            </a:r>
          </a:p>
        </p:txBody>
      </p:sp>
      <p:sp>
        <p:nvSpPr>
          <p:cNvPr id="66" name="dp41-comparison / n65">
            <a:extLst xmlns:a="http://schemas.openxmlformats.org/drawingml/2006/main">
              <a:ext uri="{FF2B5EF4-FFF2-40B4-BE49-F238E27FC236}">
                <a16:creationId xmlns:a16="http://schemas.microsoft.com/office/drawing/2014/main" id="{DA1FFB9C-BF72-4119-A457-210014D4E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6010275"/>
            <a:ext cx="7048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67" name="dp41-comparison / n66 / text 1">
            <a:extLst xmlns:a="http://schemas.openxmlformats.org/drawingml/2006/main">
              <a:ext uri="{FF2B5EF4-FFF2-40B4-BE49-F238E27FC236}">
                <a16:creationId xmlns:a16="http://schemas.microsoft.com/office/drawing/2014/main" id="{A67BEB14-961B-4AD9-BAC2-F07FE931F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76950"/>
            <a:ext cx="5334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Component</a:t>
            </a:r>
          </a:p>
        </p:txBody>
      </p:sp>
      <p:sp>
        <p:nvSpPr>
          <p:cNvPr id="68" name="dp41-comparison / n67 / text 1">
            <a:extLst xmlns:a="http://schemas.openxmlformats.org/drawingml/2006/main">
              <a:ext uri="{FF2B5EF4-FFF2-40B4-BE49-F238E27FC236}">
                <a16:creationId xmlns:a16="http://schemas.microsoft.com/office/drawing/2014/main" id="{C7CA6D7C-4F9D-44B3-97F0-C328D048A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24600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흰색 / 검정</a:t>
            </a:r>
          </a:p>
        </p:txBody>
      </p:sp>
      <p:sp>
        <p:nvSpPr>
          <p:cNvPr id="69" name="dp41-comparison / n68">
            <a:extLst xmlns:a="http://schemas.openxmlformats.org/drawingml/2006/main">
              <a:ext uri="{FF2B5EF4-FFF2-40B4-BE49-F238E27FC236}">
                <a16:creationId xmlns:a16="http://schemas.microsoft.com/office/drawing/2014/main" id="{D32290E7-B7CF-485E-8D5D-59422B3A6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6543675"/>
            <a:ext cx="704850" cy="257175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70" name="dp41-comparison / n69 / text 1">
            <a:extLst xmlns:a="http://schemas.openxmlformats.org/drawingml/2006/main">
              <a:ext uri="{FF2B5EF4-FFF2-40B4-BE49-F238E27FC236}">
                <a16:creationId xmlns:a16="http://schemas.microsoft.com/office/drawing/2014/main" id="{3B7A9C74-966A-4B56-8703-36CB412CF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610350"/>
            <a:ext cx="5334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Module</a:t>
            </a:r>
          </a:p>
        </p:txBody>
      </p:sp>
      <p:sp>
        <p:nvSpPr>
          <p:cNvPr id="71" name="dp41-comparison / n70 / text 1">
            <a:extLst xmlns:a="http://schemas.openxmlformats.org/drawingml/2006/main">
              <a:ext uri="{FF2B5EF4-FFF2-40B4-BE49-F238E27FC236}">
                <a16:creationId xmlns:a16="http://schemas.microsoft.com/office/drawing/2014/main" id="{EDFA6522-FF56-40F1-9A5F-42CC951AC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858000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차이: 살구색</a:t>
            </a:r>
          </a:p>
        </p:txBody>
      </p:sp>
      <p:sp>
        <p:nvSpPr>
          <p:cNvPr id="72" name="dp41-comparison / n71">
            <a:extLst xmlns:a="http://schemas.openxmlformats.org/drawingml/2006/main">
              <a:ext uri="{FF2B5EF4-FFF2-40B4-BE49-F238E27FC236}">
                <a16:creationId xmlns:a16="http://schemas.microsoft.com/office/drawing/2014/main" id="{D1E1372B-3FA3-4871-B923-4EDA3C9B8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057650"/>
            <a:ext cx="3238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4765">
            <a:solidFill>
              <a:srgbClr val="B8753F"/>
            </a:solidFill>
            <a:prstDash val="solid"/>
          </a:ln>
        </p:spPr>
      </p:sp>
      <p:sp>
        <p:nvSpPr>
          <p:cNvPr id="73" name="dp41-comparison / n72 / text 1">
            <a:extLst xmlns:a="http://schemas.openxmlformats.org/drawingml/2006/main">
              <a:ext uri="{FF2B5EF4-FFF2-40B4-BE49-F238E27FC236}">
                <a16:creationId xmlns:a16="http://schemas.microsoft.com/office/drawing/2014/main" id="{9221A5C8-6D97-4460-849F-1A467D23D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105275"/>
            <a:ext cx="2857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A</a:t>
            </a:r>
          </a:p>
        </p:txBody>
      </p:sp>
      <p:sp>
        <p:nvSpPr>
          <p:cNvPr id="74" name="dp41-comparison / n73">
            <a:extLst xmlns:a="http://schemas.openxmlformats.org/drawingml/2006/main">
              <a:ext uri="{FF2B5EF4-FFF2-40B4-BE49-F238E27FC236}">
                <a16:creationId xmlns:a16="http://schemas.microsoft.com/office/drawing/2014/main" id="{3B9C5FFC-BDAB-4ED7-9E7A-110E80970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4057650"/>
            <a:ext cx="3238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4765">
            <a:solidFill>
              <a:srgbClr val="B8753F"/>
            </a:solidFill>
            <a:prstDash val="dash"/>
          </a:ln>
        </p:spPr>
      </p:sp>
      <p:sp>
        <p:nvSpPr>
          <p:cNvPr id="75" name="dp41-comparison / n74 / text 1">
            <a:extLst xmlns:a="http://schemas.openxmlformats.org/drawingml/2006/main">
              <a:ext uri="{FF2B5EF4-FFF2-40B4-BE49-F238E27FC236}">
                <a16:creationId xmlns:a16="http://schemas.microsoft.com/office/drawing/2014/main" id="{4FB97A7A-E08D-47F8-B1AE-C52D356FA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05275"/>
            <a:ext cx="2857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B</a:t>
            </a:r>
          </a:p>
        </p:txBody>
      </p:sp>
      <p:sp>
        <p:nvSpPr>
          <p:cNvPr id="76" name="dp41-comparison / n75 / text 1">
            <a:extLst xmlns:a="http://schemas.openxmlformats.org/drawingml/2006/main">
              <a:ext uri="{FF2B5EF4-FFF2-40B4-BE49-F238E27FC236}">
                <a16:creationId xmlns:a16="http://schemas.microsoft.com/office/drawing/2014/main" id="{0F88932F-A9BB-44EA-A8E5-535385107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71975"/>
            <a:ext cx="7239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실행 / 서비스</a:t>
            </a:r>
          </a:p>
        </p:txBody>
      </p:sp>
      <p:sp>
        <p:nvSpPr>
          <p:cNvPr id="77" name="dp41-comparison / n76 / path">
            <a:extLst xmlns:a="http://schemas.openxmlformats.org/drawingml/2006/main">
              <a:ext uri="{FF2B5EF4-FFF2-40B4-BE49-F238E27FC236}">
                <a16:creationId xmlns:a16="http://schemas.microsoft.com/office/drawing/2014/main" id="{A8AFE9DF-182B-4BE2-835B-ADD463729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219700"/>
            <a:ext cx="657225" cy="953"/>
          </a:xfrm>
          <a:custGeom xmlns:a="http://schemas.openxmlformats.org/drawingml/2006/main">
            <a:pathLst>
              <a:path w="657225" h="953">
                <a:moveTo>
                  <a:pt x="0" y="0"/>
                </a:moveTo>
                <a:lnTo>
                  <a:pt x="657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78" name="dp41-comparison / n76 / arrow">
            <a:extLst xmlns:a="http://schemas.openxmlformats.org/drawingml/2006/main">
              <a:ext uri="{FF2B5EF4-FFF2-40B4-BE49-F238E27FC236}">
                <a16:creationId xmlns:a16="http://schemas.microsoft.com/office/drawing/2014/main" id="{8A950DDD-2ECC-42D1-A556-00D53DF66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519" y="5186172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79" name="dp41-comparison / n77 / text 1">
            <a:extLst xmlns:a="http://schemas.openxmlformats.org/drawingml/2006/main">
              <a:ext uri="{FF2B5EF4-FFF2-40B4-BE49-F238E27FC236}">
                <a16:creationId xmlns:a16="http://schemas.microsoft.com/office/drawing/2014/main" id="{6619A9DB-F0EC-4738-99A8-ED9B286D6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305425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요청 / 전달</a:t>
            </a:r>
          </a:p>
        </p:txBody>
      </p:sp>
      <p:sp>
        <p:nvSpPr>
          <p:cNvPr id="80" name="dp41-comparison / n78 / path">
            <a:extLst xmlns:a="http://schemas.openxmlformats.org/drawingml/2006/main">
              <a:ext uri="{FF2B5EF4-FFF2-40B4-BE49-F238E27FC236}">
                <a16:creationId xmlns:a16="http://schemas.microsoft.com/office/drawing/2014/main" id="{27A77F26-A798-45D8-AD2A-B3754F1DB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619750"/>
            <a:ext cx="657225" cy="953"/>
          </a:xfrm>
          <a:custGeom xmlns:a="http://schemas.openxmlformats.org/drawingml/2006/main">
            <a:pathLst>
              <a:path w="657225" h="953">
                <a:moveTo>
                  <a:pt x="0" y="0"/>
                </a:moveTo>
                <a:lnTo>
                  <a:pt x="657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81" name="dp41-comparison / n78 / arrow">
            <a:extLst xmlns:a="http://schemas.openxmlformats.org/drawingml/2006/main">
              <a:ext uri="{FF2B5EF4-FFF2-40B4-BE49-F238E27FC236}">
                <a16:creationId xmlns:a16="http://schemas.microsoft.com/office/drawing/2014/main" id="{EEFDFEDB-8ED6-452F-80C6-43C374BB9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519" y="5586222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82" name="dp41-comparison / n79 / text 1">
            <a:extLst xmlns:a="http://schemas.openxmlformats.org/drawingml/2006/main">
              <a:ext uri="{FF2B5EF4-FFF2-40B4-BE49-F238E27FC236}">
                <a16:creationId xmlns:a16="http://schemas.microsoft.com/office/drawing/2014/main" id="{07BF2ACC-035F-43C2-8889-99CFCCDC5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05475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응답 / 반환</a:t>
            </a:r>
          </a:p>
        </p:txBody>
      </p:sp>
      <p:sp>
        <p:nvSpPr>
          <p:cNvPr id="83" name="dp41-comparison / n80 / text 1">
            <a:extLst xmlns:a="http://schemas.openxmlformats.org/drawingml/2006/main">
              <a:ext uri="{FF2B5EF4-FFF2-40B4-BE49-F238E27FC236}">
                <a16:creationId xmlns:a16="http://schemas.microsoft.com/office/drawing/2014/main" id="{EC2CCA5E-585F-473D-B31A-DCB8DA567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77075"/>
            <a:ext cx="7239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경계 A: 실선</a:t>
            </a:r>
          </a:p>
        </p:txBody>
      </p:sp>
      <p:sp>
        <p:nvSpPr>
          <p:cNvPr id="84" name="dp41-comparison / n80 / text 2">
            <a:extLst xmlns:a="http://schemas.openxmlformats.org/drawingml/2006/main">
              <a:ext uri="{FF2B5EF4-FFF2-40B4-BE49-F238E27FC236}">
                <a16:creationId xmlns:a16="http://schemas.microsoft.com/office/drawing/2014/main" id="{BD64479F-F97D-422F-89AB-4D1AF6EB8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02805"/>
            <a:ext cx="7239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경계 B: 점선</a:t>
            </a:r>
          </a:p>
        </p:txBody>
      </p:sp>
      <p:sp>
        <p:nvSpPr>
          <p:cNvPr id="85" name="dp41-comparison / n81 / text 1">
            <a:extLst xmlns:a="http://schemas.openxmlformats.org/drawingml/2006/main">
              <a:ext uri="{FF2B5EF4-FFF2-40B4-BE49-F238E27FC236}">
                <a16:creationId xmlns:a16="http://schemas.microsoft.com/office/drawing/2014/main" id="{EA75B857-AC14-46C0-9EC2-7BB2A61B7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372350"/>
            <a:ext cx="7239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차이: 경계선</a:t>
            </a:r>
          </a:p>
        </p:txBody>
      </p:sp>
      <p:sp>
        <p:nvSpPr>
          <p:cNvPr id="86" name="dp41-comparison / n82">
            <a:extLst xmlns:a="http://schemas.openxmlformats.org/drawingml/2006/main">
              <a:ext uri="{FF2B5EF4-FFF2-40B4-BE49-F238E27FC236}">
                <a16:creationId xmlns:a16="http://schemas.microsoft.com/office/drawing/2014/main" id="{19F4819E-EEDC-484B-892F-67E230C82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647950"/>
            <a:ext cx="23336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87" name="dp41-comparison / n83 / text 1">
            <a:extLst xmlns:a="http://schemas.openxmlformats.org/drawingml/2006/main">
              <a:ext uri="{FF2B5EF4-FFF2-40B4-BE49-F238E27FC236}">
                <a16:creationId xmlns:a16="http://schemas.microsoft.com/office/drawing/2014/main" id="{7F75D0FF-BB0B-4F52-977D-98F0BF5D4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2703195"/>
            <a:ext cx="21621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88" name="dp41-comparison / n84">
            <a:extLst xmlns:a="http://schemas.openxmlformats.org/drawingml/2006/main">
              <a:ext uri="{FF2B5EF4-FFF2-40B4-BE49-F238E27FC236}">
                <a16:creationId xmlns:a16="http://schemas.microsoft.com/office/drawing/2014/main" id="{D1545439-C965-4442-A117-FA172A0F9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647950"/>
            <a:ext cx="185737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89" name="dp41-comparison / n85 / text 1">
            <a:extLst xmlns:a="http://schemas.openxmlformats.org/drawingml/2006/main">
              <a:ext uri="{FF2B5EF4-FFF2-40B4-BE49-F238E27FC236}">
                <a16:creationId xmlns:a16="http://schemas.microsoft.com/office/drawing/2014/main" id="{8AE72150-5A79-4B13-8EB4-D4A5A8CDA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2703195"/>
            <a:ext cx="168592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90" name="dp41-comparison / n90">
            <a:extLst xmlns:a="http://schemas.openxmlformats.org/drawingml/2006/main">
              <a:ext uri="{FF2B5EF4-FFF2-40B4-BE49-F238E27FC236}">
                <a16:creationId xmlns:a16="http://schemas.microsoft.com/office/drawing/2014/main" id="{AB91E444-D1BC-4064-A356-07BCC2D5E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6353175"/>
            <a:ext cx="252412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1" name="dp41-comparison / n91 / text 1">
            <a:extLst xmlns:a="http://schemas.openxmlformats.org/drawingml/2006/main">
              <a:ext uri="{FF2B5EF4-FFF2-40B4-BE49-F238E27FC236}">
                <a16:creationId xmlns:a16="http://schemas.microsoft.com/office/drawing/2014/main" id="{8CD8E012-B57B-4DE1-B8D3-03E51CAE8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6427470"/>
            <a:ext cx="23526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92" name="dp41-comparison / n92">
            <a:extLst xmlns:a="http://schemas.openxmlformats.org/drawingml/2006/main">
              <a:ext uri="{FF2B5EF4-FFF2-40B4-BE49-F238E27FC236}">
                <a16:creationId xmlns:a16="http://schemas.microsoft.com/office/drawing/2014/main" id="{A3C83155-EE1F-4577-AE60-4337DEE64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6353175"/>
            <a:ext cx="2381250" cy="3714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3" name="dp41-comparison / n93 / text 1">
            <a:extLst xmlns:a="http://schemas.openxmlformats.org/drawingml/2006/main">
              <a:ext uri="{FF2B5EF4-FFF2-40B4-BE49-F238E27FC236}">
                <a16:creationId xmlns:a16="http://schemas.microsoft.com/office/drawing/2014/main" id="{7BC9E180-B03E-4DD8-85D0-A98880EFC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2098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State Store</a:t>
            </a:r>
          </a:p>
        </p:txBody>
      </p:sp>
      <p:sp>
        <p:nvSpPr>
          <p:cNvPr id="94" name="dp41-comparison / n94">
            <a:extLst xmlns:a="http://schemas.openxmlformats.org/drawingml/2006/main">
              <a:ext uri="{FF2B5EF4-FFF2-40B4-BE49-F238E27FC236}">
                <a16:creationId xmlns:a16="http://schemas.microsoft.com/office/drawing/2014/main" id="{6C16EEFA-EEB1-4CAD-A34B-0EE67653D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6353175"/>
            <a:ext cx="18573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5" name="dp41-comparison / n95 / text 1">
            <a:extLst xmlns:a="http://schemas.openxmlformats.org/drawingml/2006/main">
              <a:ext uri="{FF2B5EF4-FFF2-40B4-BE49-F238E27FC236}">
                <a16:creationId xmlns:a16="http://schemas.microsoft.com/office/drawing/2014/main" id="{52F45712-7D12-41A0-AE6F-132C85F55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6433661"/>
            <a:ext cx="1685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Policy Manager</a:t>
            </a:r>
          </a:p>
        </p:txBody>
      </p:sp>
      <p:sp>
        <p:nvSpPr>
          <p:cNvPr id="96" name="dp41-comparison / n96">
            <a:extLst xmlns:a="http://schemas.openxmlformats.org/drawingml/2006/main">
              <a:ext uri="{FF2B5EF4-FFF2-40B4-BE49-F238E27FC236}">
                <a16:creationId xmlns:a16="http://schemas.microsoft.com/office/drawing/2014/main" id="{5A747A57-A993-4A85-A414-EB0FE6A78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05275"/>
            <a:ext cx="18573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7" name="dp41-comparison / n97 / text 1">
            <a:extLst xmlns:a="http://schemas.openxmlformats.org/drawingml/2006/main">
              <a:ext uri="{FF2B5EF4-FFF2-40B4-BE49-F238E27FC236}">
                <a16:creationId xmlns:a16="http://schemas.microsoft.com/office/drawing/2014/main" id="{00BFBFF7-FC25-4E9E-8D9E-C8ADC63AC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4190524"/>
            <a:ext cx="1685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Context Manager</a:t>
            </a:r>
          </a:p>
        </p:txBody>
      </p:sp>
      <p:sp>
        <p:nvSpPr>
          <p:cNvPr id="98" name="dp41-comparison / n98">
            <a:extLst xmlns:a="http://schemas.openxmlformats.org/drawingml/2006/main">
              <a:ext uri="{FF2B5EF4-FFF2-40B4-BE49-F238E27FC236}">
                <a16:creationId xmlns:a16="http://schemas.microsoft.com/office/drawing/2014/main" id="{AC069369-7020-46A6-B774-2EBB18923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229225"/>
            <a:ext cx="18573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9" name="dp41-comparison / n99 / text 1">
            <a:extLst xmlns:a="http://schemas.openxmlformats.org/drawingml/2006/main">
              <a:ext uri="{FF2B5EF4-FFF2-40B4-BE49-F238E27FC236}">
                <a16:creationId xmlns:a16="http://schemas.microsoft.com/office/drawing/2014/main" id="{141353AA-A656-4C3F-B5E4-A5439F447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5314474"/>
            <a:ext cx="1685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100" name="dp41-comparison / n104 / path">
            <a:extLst xmlns:a="http://schemas.openxmlformats.org/drawingml/2006/main">
              <a:ext uri="{FF2B5EF4-FFF2-40B4-BE49-F238E27FC236}">
                <a16:creationId xmlns:a16="http://schemas.microsoft.com/office/drawing/2014/main" id="{D57979A0-C1D7-4067-9DD9-4D3EF248B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809875"/>
            <a:ext cx="142875" cy="3729038"/>
          </a:xfrm>
          <a:custGeom xmlns:a="http://schemas.openxmlformats.org/drawingml/2006/main">
            <a:pathLst>
              <a:path w="142875" h="3729038">
                <a:moveTo>
                  <a:pt x="142875" y="4763"/>
                </a:moveTo>
                <a:lnTo>
                  <a:pt x="0" y="0"/>
                </a:lnTo>
                <a:lnTo>
                  <a:pt x="0" y="3724275"/>
                </a:lnTo>
                <a:lnTo>
                  <a:pt x="142875" y="3729038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01" name="dp41-comparison / n104 / arrow">
            <a:extLst xmlns:a="http://schemas.openxmlformats.org/drawingml/2006/main">
              <a:ext uri="{FF2B5EF4-FFF2-40B4-BE49-F238E27FC236}">
                <a16:creationId xmlns:a16="http://schemas.microsoft.com/office/drawing/2014/main" id="{FCDB3E2F-3A31-43DA-B4E9-C3B894DEF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114" y="6503169"/>
            <a:ext cx="68136" cy="67019"/>
          </a:xfrm>
          <a:custGeom xmlns:a="http://schemas.openxmlformats.org/drawingml/2006/main">
            <a:pathLst>
              <a:path w="68136" h="67019">
                <a:moveTo>
                  <a:pt x="0" y="67019"/>
                </a:moveTo>
                <a:lnTo>
                  <a:pt x="68136" y="35743"/>
                </a:lnTo>
                <a:lnTo>
                  <a:pt x="2234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02" name="dp41-comparison / n107">
            <a:extLst xmlns:a="http://schemas.openxmlformats.org/drawingml/2006/main">
              <a:ext uri="{FF2B5EF4-FFF2-40B4-BE49-F238E27FC236}">
                <a16:creationId xmlns:a16="http://schemas.microsoft.com/office/drawing/2014/main" id="{103D54FD-03C9-40DC-9113-3D8E2E9DD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752850"/>
            <a:ext cx="5381625" cy="2009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3" name="dp41-comparison / n108 / text 1">
            <a:extLst xmlns:a="http://schemas.openxmlformats.org/drawingml/2006/main">
              <a:ext uri="{FF2B5EF4-FFF2-40B4-BE49-F238E27FC236}">
                <a16:creationId xmlns:a16="http://schemas.microsoft.com/office/drawing/2014/main" id="{222265AE-5998-426B-8FFC-AA9500C65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3848100"/>
            <a:ext cx="513397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104" name="dp41-comparison / n109">
            <a:extLst xmlns:a="http://schemas.openxmlformats.org/drawingml/2006/main">
              <a:ext uri="{FF2B5EF4-FFF2-40B4-BE49-F238E27FC236}">
                <a16:creationId xmlns:a16="http://schemas.microsoft.com/office/drawing/2014/main" id="{715CAC8B-9797-4B43-BF48-90568815D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171950"/>
            <a:ext cx="21907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105" name="dp41-comparison / n110 / text 1">
            <a:extLst xmlns:a="http://schemas.openxmlformats.org/drawingml/2006/main">
              <a:ext uri="{FF2B5EF4-FFF2-40B4-BE49-F238E27FC236}">
                <a16:creationId xmlns:a16="http://schemas.microsoft.com/office/drawing/2014/main" id="{5E063A0B-008F-4A3D-8939-192234899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4260533"/>
            <a:ext cx="2019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ReAct 해석 제어기</a:t>
            </a:r>
          </a:p>
        </p:txBody>
      </p:sp>
      <p:sp>
        <p:nvSpPr>
          <p:cNvPr id="106" name="dp41-comparison / n111">
            <a:extLst xmlns:a="http://schemas.openxmlformats.org/drawingml/2006/main">
              <a:ext uri="{FF2B5EF4-FFF2-40B4-BE49-F238E27FC236}">
                <a16:creationId xmlns:a16="http://schemas.microsoft.com/office/drawing/2014/main" id="{F3460665-AE2A-4ACA-B061-11A03C983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171950"/>
            <a:ext cx="2238375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107" name="dp41-comparison / n112 / text 1">
            <a:extLst xmlns:a="http://schemas.openxmlformats.org/drawingml/2006/main">
              <a:ext uri="{FF2B5EF4-FFF2-40B4-BE49-F238E27FC236}">
                <a16:creationId xmlns:a16="http://schemas.microsoft.com/office/drawing/2014/main" id="{13B436C7-297A-4215-B031-5B8E0B19E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260533"/>
            <a:ext cx="206692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읽기 도구 실행기</a:t>
            </a:r>
          </a:p>
        </p:txBody>
      </p:sp>
      <p:sp>
        <p:nvSpPr>
          <p:cNvPr id="108" name="dp41-comparison / n113">
            <a:extLst xmlns:a="http://schemas.openxmlformats.org/drawingml/2006/main">
              <a:ext uri="{FF2B5EF4-FFF2-40B4-BE49-F238E27FC236}">
                <a16:creationId xmlns:a16="http://schemas.microsoft.com/office/drawing/2014/main" id="{4D414834-4A1D-421E-8247-1D247181B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267325"/>
            <a:ext cx="21907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109" name="dp41-comparison / n114 / text 1">
            <a:extLst xmlns:a="http://schemas.openxmlformats.org/drawingml/2006/main">
              <a:ext uri="{FF2B5EF4-FFF2-40B4-BE49-F238E27FC236}">
                <a16:creationId xmlns:a16="http://schemas.microsoft.com/office/drawing/2014/main" id="{69568EB2-9F0C-4335-B74B-B4781ABE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5336858"/>
            <a:ext cx="2019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의미 제안 검증기</a:t>
            </a:r>
          </a:p>
        </p:txBody>
      </p:sp>
      <p:sp>
        <p:nvSpPr>
          <p:cNvPr id="110" name="dp41-comparison / n115">
            <a:extLst xmlns:a="http://schemas.openxmlformats.org/drawingml/2006/main">
              <a:ext uri="{FF2B5EF4-FFF2-40B4-BE49-F238E27FC236}">
                <a16:creationId xmlns:a16="http://schemas.microsoft.com/office/drawing/2014/main" id="{BC061206-39B1-4C53-9FD0-1AA5BA4F1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229225"/>
            <a:ext cx="2238375" cy="4095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1" name="dp41-comparison / n116 / text 1">
            <a:extLst xmlns:a="http://schemas.openxmlformats.org/drawingml/2006/main">
              <a:ext uri="{FF2B5EF4-FFF2-40B4-BE49-F238E27FC236}">
                <a16:creationId xmlns:a16="http://schemas.microsoft.com/office/drawing/2014/main" id="{B4D0FA19-E456-4A3C-BA4E-BDEFC78B3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5391150"/>
            <a:ext cx="2066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임시 해석 상태</a:t>
            </a:r>
          </a:p>
        </p:txBody>
      </p:sp>
      <p:sp>
        <p:nvSpPr>
          <p:cNvPr id="112" name="dp41-comparison / n117 / path">
            <a:extLst xmlns:a="http://schemas.openxmlformats.org/drawingml/2006/main">
              <a:ext uri="{FF2B5EF4-FFF2-40B4-BE49-F238E27FC236}">
                <a16:creationId xmlns:a16="http://schemas.microsoft.com/office/drawing/2014/main" id="{DB6281E5-DC1B-49C3-9679-29D43D92A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638550"/>
            <a:ext cx="3171825" cy="2900363"/>
          </a:xfrm>
          <a:custGeom xmlns:a="http://schemas.openxmlformats.org/drawingml/2006/main">
            <a:pathLst>
              <a:path w="3171825" h="2900363">
                <a:moveTo>
                  <a:pt x="190500" y="2900363"/>
                </a:moveTo>
                <a:lnTo>
                  <a:pt x="409575" y="2895600"/>
                </a:lnTo>
                <a:lnTo>
                  <a:pt x="409575" y="2381250"/>
                </a:lnTo>
                <a:lnTo>
                  <a:pt x="3171825" y="2381250"/>
                </a:lnTo>
                <a:lnTo>
                  <a:pt x="3171825" y="0"/>
                </a:lnTo>
                <a:lnTo>
                  <a:pt x="0" y="0"/>
                </a:lnTo>
                <a:lnTo>
                  <a:pt x="0" y="5334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13" name="dp41-comparison / n117 / arrow">
            <a:extLst xmlns:a="http://schemas.openxmlformats.org/drawingml/2006/main">
              <a:ext uri="{FF2B5EF4-FFF2-40B4-BE49-F238E27FC236}">
                <a16:creationId xmlns:a16="http://schemas.microsoft.com/office/drawing/2014/main" id="{21DF7D72-4365-48E6-8485-50383A020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9347" y="4104894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14" name="dp41-comparison / n118 / path">
            <a:extLst xmlns:a="http://schemas.openxmlformats.org/drawingml/2006/main">
              <a:ext uri="{FF2B5EF4-FFF2-40B4-BE49-F238E27FC236}">
                <a16:creationId xmlns:a16="http://schemas.microsoft.com/office/drawing/2014/main" id="{21FAAF85-DA0B-46DF-859C-DEE1C6146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286250"/>
            <a:ext cx="571500" cy="953"/>
          </a:xfrm>
          <a:custGeom xmlns:a="http://schemas.openxmlformats.org/drawingml/2006/main">
            <a:pathLst>
              <a:path w="571500" h="953">
                <a:moveTo>
                  <a:pt x="0" y="0"/>
                </a:moveTo>
                <a:lnTo>
                  <a:pt x="571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15" name="dp41-comparison / n118 / arrow">
            <a:extLst xmlns:a="http://schemas.openxmlformats.org/drawingml/2006/main">
              <a:ext uri="{FF2B5EF4-FFF2-40B4-BE49-F238E27FC236}">
                <a16:creationId xmlns:a16="http://schemas.microsoft.com/office/drawing/2014/main" id="{ACFC6CF7-B5AB-4D9D-A8FE-FC07B97EC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4944" y="4252722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16" name="dp41-comparison / n119 / path">
            <a:extLst xmlns:a="http://schemas.openxmlformats.org/drawingml/2006/main">
              <a:ext uri="{FF2B5EF4-FFF2-40B4-BE49-F238E27FC236}">
                <a16:creationId xmlns:a16="http://schemas.microsoft.com/office/drawing/2014/main" id="{A8EB14A2-2D89-44EF-A77A-1A604A23F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467225"/>
            <a:ext cx="571500" cy="953"/>
          </a:xfrm>
          <a:custGeom xmlns:a="http://schemas.openxmlformats.org/drawingml/2006/main">
            <a:pathLst>
              <a:path w="571500" h="953">
                <a:moveTo>
                  <a:pt x="57150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17" name="dp41-comparison / n119 / arrow">
            <a:extLst xmlns:a="http://schemas.openxmlformats.org/drawingml/2006/main">
              <a:ext uri="{FF2B5EF4-FFF2-40B4-BE49-F238E27FC236}">
                <a16:creationId xmlns:a16="http://schemas.microsoft.com/office/drawing/2014/main" id="{4539960E-990E-4530-94D1-F7C4BBD6C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43369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18" name="dp41-comparison / n124 / path">
            <a:extLst xmlns:a="http://schemas.openxmlformats.org/drawingml/2006/main">
              <a:ext uri="{FF2B5EF4-FFF2-40B4-BE49-F238E27FC236}">
                <a16:creationId xmlns:a16="http://schemas.microsoft.com/office/drawing/2014/main" id="{97ADAFD0-2F29-4B04-8290-77D96558C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4524375"/>
            <a:ext cx="1285875" cy="742950"/>
          </a:xfrm>
          <a:custGeom xmlns:a="http://schemas.openxmlformats.org/drawingml/2006/main">
            <a:pathLst>
              <a:path w="1285875" h="742950">
                <a:moveTo>
                  <a:pt x="1095375" y="0"/>
                </a:moveTo>
                <a:lnTo>
                  <a:pt x="1285875" y="0"/>
                </a:lnTo>
                <a:lnTo>
                  <a:pt x="1285875" y="619125"/>
                </a:lnTo>
                <a:lnTo>
                  <a:pt x="0" y="619125"/>
                </a:lnTo>
                <a:lnTo>
                  <a:pt x="0" y="7429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19" name="dp41-comparison / n124 / arrow">
            <a:extLst xmlns:a="http://schemas.openxmlformats.org/drawingml/2006/main">
              <a:ext uri="{FF2B5EF4-FFF2-40B4-BE49-F238E27FC236}">
                <a16:creationId xmlns:a16="http://schemas.microsoft.com/office/drawing/2014/main" id="{A672FFE5-88BC-46C8-AC75-4AFF47B84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1597" y="52002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20" name="dp41-comparison / n127 / path">
            <a:extLst xmlns:a="http://schemas.openxmlformats.org/drawingml/2006/main">
              <a:ext uri="{FF2B5EF4-FFF2-40B4-BE49-F238E27FC236}">
                <a16:creationId xmlns:a16="http://schemas.microsoft.com/office/drawing/2014/main" id="{783C21E1-9E1B-4EC2-AF54-4CC720A4B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371975"/>
            <a:ext cx="95250" cy="1076325"/>
          </a:xfrm>
          <a:custGeom xmlns:a="http://schemas.openxmlformats.org/drawingml/2006/main">
            <a:pathLst>
              <a:path w="95250" h="1076325">
                <a:moveTo>
                  <a:pt x="95250" y="1076325"/>
                </a:moveTo>
                <a:lnTo>
                  <a:pt x="0" y="1076325"/>
                </a:lnTo>
                <a:lnTo>
                  <a:pt x="0" y="0"/>
                </a:lnTo>
                <a:lnTo>
                  <a:pt x="95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21" name="dp41-comparison / n127 / arrow">
            <a:extLst xmlns:a="http://schemas.openxmlformats.org/drawingml/2006/main">
              <a:ext uri="{FF2B5EF4-FFF2-40B4-BE49-F238E27FC236}">
                <a16:creationId xmlns:a16="http://schemas.microsoft.com/office/drawing/2014/main" id="{356A4B79-1A43-4DEF-B165-379FF5100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2694" y="433844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22" name="dp41-comparison / n130 / path">
            <a:extLst xmlns:a="http://schemas.openxmlformats.org/drawingml/2006/main">
              <a:ext uri="{FF2B5EF4-FFF2-40B4-BE49-F238E27FC236}">
                <a16:creationId xmlns:a16="http://schemas.microsoft.com/office/drawing/2014/main" id="{C1989B71-4087-46B5-A083-E7236A27A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6938" y="4572000"/>
            <a:ext cx="953" cy="657225"/>
          </a:xfrm>
          <a:custGeom xmlns:a="http://schemas.openxmlformats.org/drawingml/2006/main">
            <a:pathLst>
              <a:path w="953" h="657225">
                <a:moveTo>
                  <a:pt x="0" y="0"/>
                </a:moveTo>
                <a:lnTo>
                  <a:pt x="0" y="65722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23" name="dp41-comparison / n130 / arrow">
            <a:extLst xmlns:a="http://schemas.openxmlformats.org/drawingml/2006/main">
              <a:ext uri="{FF2B5EF4-FFF2-40B4-BE49-F238E27FC236}">
                <a16:creationId xmlns:a16="http://schemas.microsoft.com/office/drawing/2014/main" id="{8A96CEED-B7E7-45AB-BBAC-11992FE04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410" y="51621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24" name="dp41-comparison / n131 / path">
            <a:extLst xmlns:a="http://schemas.openxmlformats.org/drawingml/2006/main">
              <a:ext uri="{FF2B5EF4-FFF2-40B4-BE49-F238E27FC236}">
                <a16:creationId xmlns:a16="http://schemas.microsoft.com/office/drawing/2014/main" id="{FF3579C3-F4CB-45D8-8E87-B3CF55E75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5438" y="4171950"/>
            <a:ext cx="953" cy="1466850"/>
          </a:xfrm>
          <a:custGeom xmlns:a="http://schemas.openxmlformats.org/drawingml/2006/main">
            <a:pathLst>
              <a:path w="953" h="1466850">
                <a:moveTo>
                  <a:pt x="0" y="14668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25" name="dp41-comparison / n131 / arrow">
            <a:extLst xmlns:a="http://schemas.openxmlformats.org/drawingml/2006/main">
              <a:ext uri="{FF2B5EF4-FFF2-40B4-BE49-F238E27FC236}">
                <a16:creationId xmlns:a16="http://schemas.microsoft.com/office/drawing/2014/main" id="{98446861-A6DB-4B91-B55E-B39D25316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1910" y="4171950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67056"/>
                </a:moveTo>
                <a:lnTo>
                  <a:pt x="33528" y="0"/>
                </a:lnTo>
                <a:lnTo>
                  <a:pt x="0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26" name="dp41-comparison / n132 / path">
            <a:extLst xmlns:a="http://schemas.openxmlformats.org/drawingml/2006/main">
              <a:ext uri="{FF2B5EF4-FFF2-40B4-BE49-F238E27FC236}">
                <a16:creationId xmlns:a16="http://schemas.microsoft.com/office/drawing/2014/main" id="{116C5DC5-41F8-46B3-B251-6E37B8029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410075"/>
            <a:ext cx="1119188" cy="819150"/>
          </a:xfrm>
          <a:custGeom xmlns:a="http://schemas.openxmlformats.org/drawingml/2006/main">
            <a:pathLst>
              <a:path w="1119188" h="819150">
                <a:moveTo>
                  <a:pt x="0" y="0"/>
                </a:moveTo>
                <a:lnTo>
                  <a:pt x="428625" y="0"/>
                </a:lnTo>
                <a:lnTo>
                  <a:pt x="428625" y="542925"/>
                </a:lnTo>
                <a:lnTo>
                  <a:pt x="1114425" y="542925"/>
                </a:lnTo>
                <a:lnTo>
                  <a:pt x="1119188" y="8191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27" name="dp41-comparison / n132 / arrow">
            <a:extLst xmlns:a="http://schemas.openxmlformats.org/drawingml/2006/main">
              <a:ext uri="{FF2B5EF4-FFF2-40B4-BE49-F238E27FC236}">
                <a16:creationId xmlns:a16="http://schemas.microsoft.com/office/drawing/2014/main" id="{06764912-392A-47E4-BAA4-898BBEF4B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5009" y="5161601"/>
            <a:ext cx="67046" cy="67624"/>
          </a:xfrm>
          <a:custGeom xmlns:a="http://schemas.openxmlformats.org/drawingml/2006/main">
            <a:pathLst>
              <a:path w="67046" h="67624">
                <a:moveTo>
                  <a:pt x="0" y="1156"/>
                </a:moveTo>
                <a:lnTo>
                  <a:pt x="34679" y="67624"/>
                </a:lnTo>
                <a:lnTo>
                  <a:pt x="6704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28" name="dp41-comparison / n133 / path">
            <a:extLst xmlns:a="http://schemas.openxmlformats.org/drawingml/2006/main">
              <a:ext uri="{FF2B5EF4-FFF2-40B4-BE49-F238E27FC236}">
                <a16:creationId xmlns:a16="http://schemas.microsoft.com/office/drawing/2014/main" id="{F283DF4C-9D6E-4B28-8C99-DB2EE9368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572000"/>
            <a:ext cx="3195638" cy="657225"/>
          </a:xfrm>
          <a:custGeom xmlns:a="http://schemas.openxmlformats.org/drawingml/2006/main">
            <a:pathLst>
              <a:path w="3195638" h="657225">
                <a:moveTo>
                  <a:pt x="3195638" y="657225"/>
                </a:moveTo>
                <a:lnTo>
                  <a:pt x="3190875" y="600075"/>
                </a:lnTo>
                <a:lnTo>
                  <a:pt x="0" y="600075"/>
                </a:lnTo>
                <a:lnTo>
                  <a:pt x="0" y="76200"/>
                </a:lnTo>
                <a:lnTo>
                  <a:pt x="1266825" y="76200"/>
                </a:lnTo>
                <a:lnTo>
                  <a:pt x="12668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29" name="dp41-comparison / n133 / arrow">
            <a:extLst xmlns:a="http://schemas.openxmlformats.org/drawingml/2006/main">
              <a:ext uri="{FF2B5EF4-FFF2-40B4-BE49-F238E27FC236}">
                <a16:creationId xmlns:a16="http://schemas.microsoft.com/office/drawing/2014/main" id="{FFFC3783-CDA2-4740-BD90-6793E8F38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1597" y="4572000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67056"/>
                </a:moveTo>
                <a:lnTo>
                  <a:pt x="33528" y="0"/>
                </a:lnTo>
                <a:lnTo>
                  <a:pt x="0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0" name="dp41-comparison / n136 / path">
            <a:extLst xmlns:a="http://schemas.openxmlformats.org/drawingml/2006/main">
              <a:ext uri="{FF2B5EF4-FFF2-40B4-BE49-F238E27FC236}">
                <a16:creationId xmlns:a16="http://schemas.microsoft.com/office/drawing/2014/main" id="{D765A023-68EE-4920-A407-E613B3088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738438"/>
            <a:ext cx="3714750" cy="1433513"/>
          </a:xfrm>
          <a:custGeom xmlns:a="http://schemas.openxmlformats.org/drawingml/2006/main">
            <a:pathLst>
              <a:path w="3714750" h="1433513">
                <a:moveTo>
                  <a:pt x="0" y="1433513"/>
                </a:moveTo>
                <a:lnTo>
                  <a:pt x="0" y="614363"/>
                </a:lnTo>
                <a:lnTo>
                  <a:pt x="3514725" y="614363"/>
                </a:lnTo>
                <a:lnTo>
                  <a:pt x="3514725" y="23813"/>
                </a:lnTo>
                <a:lnTo>
                  <a:pt x="3714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31" name="dp41-comparison / n136 / arrow">
            <a:extLst xmlns:a="http://schemas.openxmlformats.org/drawingml/2006/main">
              <a:ext uri="{FF2B5EF4-FFF2-40B4-BE49-F238E27FC236}">
                <a16:creationId xmlns:a16="http://schemas.microsoft.com/office/drawing/2014/main" id="{70E4CC3F-069E-45EF-BC10-DA6ED06C5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4201" y="2713071"/>
            <a:ext cx="70549" cy="66586"/>
          </a:xfrm>
          <a:custGeom xmlns:a="http://schemas.openxmlformats.org/drawingml/2006/main">
            <a:pathLst>
              <a:path w="70549" h="66586">
                <a:moveTo>
                  <a:pt x="7927" y="66586"/>
                </a:moveTo>
                <a:lnTo>
                  <a:pt x="70549" y="25366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2" name="dp41-comparison / n137 / path">
            <a:extLst xmlns:a="http://schemas.openxmlformats.org/drawingml/2006/main">
              <a:ext uri="{FF2B5EF4-FFF2-40B4-BE49-F238E27FC236}">
                <a16:creationId xmlns:a16="http://schemas.microsoft.com/office/drawing/2014/main" id="{3CB0411D-DB30-40F9-8D63-669F5C7C9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95600"/>
            <a:ext cx="3619500" cy="1276350"/>
          </a:xfrm>
          <a:custGeom xmlns:a="http://schemas.openxmlformats.org/drawingml/2006/main">
            <a:pathLst>
              <a:path w="3619500" h="1276350">
                <a:moveTo>
                  <a:pt x="3619500" y="4763"/>
                </a:moveTo>
                <a:lnTo>
                  <a:pt x="3514725" y="0"/>
                </a:lnTo>
                <a:lnTo>
                  <a:pt x="3514725" y="647700"/>
                </a:lnTo>
                <a:lnTo>
                  <a:pt x="0" y="647700"/>
                </a:lnTo>
                <a:lnTo>
                  <a:pt x="0" y="12763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33" name="dp41-comparison / n137 / arrow">
            <a:extLst xmlns:a="http://schemas.openxmlformats.org/drawingml/2006/main">
              <a:ext uri="{FF2B5EF4-FFF2-40B4-BE49-F238E27FC236}">
                <a16:creationId xmlns:a16="http://schemas.microsoft.com/office/drawing/2014/main" id="{47957204-D76E-4E24-905A-61E8ED078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1722" y="4104894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4" name="dp41-comparison / n140 / path">
            <a:extLst xmlns:a="http://schemas.openxmlformats.org/drawingml/2006/main">
              <a:ext uri="{FF2B5EF4-FFF2-40B4-BE49-F238E27FC236}">
                <a16:creationId xmlns:a16="http://schemas.microsoft.com/office/drawing/2014/main" id="{44CEC5EA-81B2-4067-A8CF-994973217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4219575"/>
            <a:ext cx="714375" cy="66675"/>
          </a:xfrm>
          <a:custGeom xmlns:a="http://schemas.openxmlformats.org/drawingml/2006/main">
            <a:pathLst>
              <a:path w="714375" h="66675">
                <a:moveTo>
                  <a:pt x="0" y="66675"/>
                </a:moveTo>
                <a:lnTo>
                  <a:pt x="409575" y="66675"/>
                </a:lnTo>
                <a:lnTo>
                  <a:pt x="409575" y="0"/>
                </a:lnTo>
                <a:lnTo>
                  <a:pt x="714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35" name="dp41-comparison / n140 / arrow">
            <a:extLst xmlns:a="http://schemas.openxmlformats.org/drawingml/2006/main">
              <a:ext uri="{FF2B5EF4-FFF2-40B4-BE49-F238E27FC236}">
                <a16:creationId xmlns:a16="http://schemas.microsoft.com/office/drawing/2014/main" id="{776D7F28-5304-424E-A5F1-25FD00D70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7694" y="418604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6" name="dp41-comparison / n141 / path">
            <a:extLst xmlns:a="http://schemas.openxmlformats.org/drawingml/2006/main">
              <a:ext uri="{FF2B5EF4-FFF2-40B4-BE49-F238E27FC236}">
                <a16:creationId xmlns:a16="http://schemas.microsoft.com/office/drawing/2014/main" id="{E26B098B-D9A1-4220-9D98-842F88A30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4381500"/>
            <a:ext cx="714375" cy="66675"/>
          </a:xfrm>
          <a:custGeom xmlns:a="http://schemas.openxmlformats.org/drawingml/2006/main">
            <a:pathLst>
              <a:path w="714375" h="66675">
                <a:moveTo>
                  <a:pt x="714375" y="0"/>
                </a:moveTo>
                <a:lnTo>
                  <a:pt x="504825" y="0"/>
                </a:lnTo>
                <a:lnTo>
                  <a:pt x="504825" y="66675"/>
                </a:lnTo>
                <a:lnTo>
                  <a:pt x="0" y="666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37" name="dp41-comparison / n141 / arrow">
            <a:extLst xmlns:a="http://schemas.openxmlformats.org/drawingml/2006/main">
              <a:ext uri="{FF2B5EF4-FFF2-40B4-BE49-F238E27FC236}">
                <a16:creationId xmlns:a16="http://schemas.microsoft.com/office/drawing/2014/main" id="{EA09A63A-275C-47B5-92E7-6EE419522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44146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8" name="dp41-comparison / n142 / path">
            <a:extLst xmlns:a="http://schemas.openxmlformats.org/drawingml/2006/main">
              <a:ext uri="{FF2B5EF4-FFF2-40B4-BE49-F238E27FC236}">
                <a16:creationId xmlns:a16="http://schemas.microsoft.com/office/drawing/2014/main" id="{4DAE2E1B-17DE-4090-B26D-634FEAF4B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4352925"/>
            <a:ext cx="714375" cy="990600"/>
          </a:xfrm>
          <a:custGeom xmlns:a="http://schemas.openxmlformats.org/drawingml/2006/main">
            <a:pathLst>
              <a:path w="714375" h="990600">
                <a:moveTo>
                  <a:pt x="0" y="0"/>
                </a:moveTo>
                <a:lnTo>
                  <a:pt x="409575" y="0"/>
                </a:lnTo>
                <a:lnTo>
                  <a:pt x="409575" y="990600"/>
                </a:lnTo>
                <a:lnTo>
                  <a:pt x="714375" y="9906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39" name="dp41-comparison / n142 / arrow">
            <a:extLst xmlns:a="http://schemas.openxmlformats.org/drawingml/2006/main">
              <a:ext uri="{FF2B5EF4-FFF2-40B4-BE49-F238E27FC236}">
                <a16:creationId xmlns:a16="http://schemas.microsoft.com/office/drawing/2014/main" id="{CC187D84-62E4-4C58-B509-5FF43EF80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7694" y="530999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40" name="dp41-comparison / n143 / path">
            <a:extLst xmlns:a="http://schemas.openxmlformats.org/drawingml/2006/main">
              <a:ext uri="{FF2B5EF4-FFF2-40B4-BE49-F238E27FC236}">
                <a16:creationId xmlns:a16="http://schemas.microsoft.com/office/drawing/2014/main" id="{A60036E0-857E-44DF-B5D8-5EB564B5D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4505325"/>
            <a:ext cx="714375" cy="1000125"/>
          </a:xfrm>
          <a:custGeom xmlns:a="http://schemas.openxmlformats.org/drawingml/2006/main">
            <a:pathLst>
              <a:path w="714375" h="1000125">
                <a:moveTo>
                  <a:pt x="714375" y="1000125"/>
                </a:moveTo>
                <a:lnTo>
                  <a:pt x="504825" y="1000125"/>
                </a:lnTo>
                <a:lnTo>
                  <a:pt x="50482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41" name="dp41-comparison / n143 / arrow">
            <a:extLst xmlns:a="http://schemas.openxmlformats.org/drawingml/2006/main">
              <a:ext uri="{FF2B5EF4-FFF2-40B4-BE49-F238E27FC236}">
                <a16:creationId xmlns:a16="http://schemas.microsoft.com/office/drawing/2014/main" id="{39D84B45-09F6-4CF1-B396-F45202AB8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447179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42" name="dp41-comparison / n146 / path">
            <a:extLst xmlns:a="http://schemas.openxmlformats.org/drawingml/2006/main">
              <a:ext uri="{FF2B5EF4-FFF2-40B4-BE49-F238E27FC236}">
                <a16:creationId xmlns:a16="http://schemas.microsoft.com/office/drawing/2014/main" id="{433286EE-9802-4751-A4F8-7A51D2BFC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229100"/>
            <a:ext cx="5715000" cy="2809875"/>
          </a:xfrm>
          <a:custGeom xmlns:a="http://schemas.openxmlformats.org/drawingml/2006/main">
            <a:pathLst>
              <a:path w="5715000" h="2809875">
                <a:moveTo>
                  <a:pt x="4763" y="2495550"/>
                </a:moveTo>
                <a:lnTo>
                  <a:pt x="0" y="2809875"/>
                </a:lnTo>
                <a:lnTo>
                  <a:pt x="5715000" y="2809875"/>
                </a:lnTo>
                <a:lnTo>
                  <a:pt x="5715000" y="0"/>
                </a:lnTo>
                <a:lnTo>
                  <a:pt x="56483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43" name="dp41-comparison / n146 / arrow">
            <a:extLst xmlns:a="http://schemas.openxmlformats.org/drawingml/2006/main">
              <a:ext uri="{FF2B5EF4-FFF2-40B4-BE49-F238E27FC236}">
                <a16:creationId xmlns:a16="http://schemas.microsoft.com/office/drawing/2014/main" id="{4BD0B4E8-728C-40A2-B573-AAD9FD964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4195572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44" name="dp41-comparison / n147 / path">
            <a:extLst xmlns:a="http://schemas.openxmlformats.org/drawingml/2006/main">
              <a:ext uri="{FF2B5EF4-FFF2-40B4-BE49-F238E27FC236}">
                <a16:creationId xmlns:a16="http://schemas.microsoft.com/office/drawing/2014/main" id="{2E0D4079-14C5-4634-915E-996C49C5C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5353050"/>
            <a:ext cx="66675" cy="953"/>
          </a:xfrm>
          <a:custGeom xmlns:a="http://schemas.openxmlformats.org/drawingml/2006/main">
            <a:pathLst>
              <a:path w="66675" h="953">
                <a:moveTo>
                  <a:pt x="6667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45" name="dp41-comparison / n147 / arrow">
            <a:extLst xmlns:a="http://schemas.openxmlformats.org/drawingml/2006/main">
              <a:ext uri="{FF2B5EF4-FFF2-40B4-BE49-F238E27FC236}">
                <a16:creationId xmlns:a16="http://schemas.microsoft.com/office/drawing/2014/main" id="{0C9E73A5-5E43-4186-AE71-35DE88C48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5319522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46" name="dp41-comparison / n148 / path">
            <a:extLst xmlns:a="http://schemas.openxmlformats.org/drawingml/2006/main">
              <a:ext uri="{FF2B5EF4-FFF2-40B4-BE49-F238E27FC236}">
                <a16:creationId xmlns:a16="http://schemas.microsoft.com/office/drawing/2014/main" id="{3F2B5033-7955-42BF-96B0-DC75D37FB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371975"/>
            <a:ext cx="5648325" cy="2733675"/>
          </a:xfrm>
          <a:custGeom xmlns:a="http://schemas.openxmlformats.org/drawingml/2006/main">
            <a:pathLst>
              <a:path w="5648325" h="2733675">
                <a:moveTo>
                  <a:pt x="5524500" y="0"/>
                </a:moveTo>
                <a:lnTo>
                  <a:pt x="5648325" y="0"/>
                </a:lnTo>
                <a:lnTo>
                  <a:pt x="5648325" y="2733675"/>
                </a:lnTo>
                <a:lnTo>
                  <a:pt x="0" y="2733675"/>
                </a:lnTo>
                <a:lnTo>
                  <a:pt x="4763" y="23526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47" name="dp41-comparison / n148 / arrow">
            <a:extLst xmlns:a="http://schemas.openxmlformats.org/drawingml/2006/main">
              <a:ext uri="{FF2B5EF4-FFF2-40B4-BE49-F238E27FC236}">
                <a16:creationId xmlns:a16="http://schemas.microsoft.com/office/drawing/2014/main" id="{B531F8B9-42C9-40C2-AACE-948BA2B7F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8024" y="6724650"/>
            <a:ext cx="67051" cy="67470"/>
          </a:xfrm>
          <a:custGeom xmlns:a="http://schemas.openxmlformats.org/drawingml/2006/main">
            <a:pathLst>
              <a:path w="67051" h="67470">
                <a:moveTo>
                  <a:pt x="67051" y="67470"/>
                </a:moveTo>
                <a:lnTo>
                  <a:pt x="34364" y="0"/>
                </a:lnTo>
                <a:lnTo>
                  <a:pt x="0" y="66632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48" name="dp41-comparison / n149 / path">
            <a:extLst xmlns:a="http://schemas.openxmlformats.org/drawingml/2006/main">
              <a:ext uri="{FF2B5EF4-FFF2-40B4-BE49-F238E27FC236}">
                <a16:creationId xmlns:a16="http://schemas.microsoft.com/office/drawing/2014/main" id="{189CB0D8-FDC6-4549-99D5-F76647B36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5495925"/>
            <a:ext cx="123825" cy="953"/>
          </a:xfrm>
          <a:custGeom xmlns:a="http://schemas.openxmlformats.org/drawingml/2006/main">
            <a:pathLst>
              <a:path w="123825" h="953">
                <a:moveTo>
                  <a:pt x="0" y="0"/>
                </a:moveTo>
                <a:lnTo>
                  <a:pt x="1238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49" name="dp41-comparison / n152 / path">
            <a:extLst xmlns:a="http://schemas.openxmlformats.org/drawingml/2006/main">
              <a:ext uri="{FF2B5EF4-FFF2-40B4-BE49-F238E27FC236}">
                <a16:creationId xmlns:a16="http://schemas.microsoft.com/office/drawing/2014/main" id="{5DE99B6B-3796-4131-A819-BC3C3A31A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1313" y="5629275"/>
            <a:ext cx="23813" cy="723900"/>
          </a:xfrm>
          <a:custGeom xmlns:a="http://schemas.openxmlformats.org/drawingml/2006/main">
            <a:pathLst>
              <a:path w="23813" h="723900">
                <a:moveTo>
                  <a:pt x="23813" y="0"/>
                </a:moveTo>
                <a:lnTo>
                  <a:pt x="0" y="7239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50" name="dp41-comparison / n152 / arrow">
            <a:extLst xmlns:a="http://schemas.openxmlformats.org/drawingml/2006/main">
              <a:ext uri="{FF2B5EF4-FFF2-40B4-BE49-F238E27FC236}">
                <a16:creationId xmlns:a16="http://schemas.microsoft.com/office/drawing/2014/main" id="{CD74A961-A291-4BC7-BF16-7733A9402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0007" y="6285053"/>
            <a:ext cx="67020" cy="68122"/>
          </a:xfrm>
          <a:custGeom xmlns:a="http://schemas.openxmlformats.org/drawingml/2006/main">
            <a:pathLst>
              <a:path w="67020" h="68122">
                <a:moveTo>
                  <a:pt x="0" y="0"/>
                </a:moveTo>
                <a:lnTo>
                  <a:pt x="31305" y="68122"/>
                </a:lnTo>
                <a:lnTo>
                  <a:pt x="67020" y="2205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1" name="dp41-comparison / n155 / path">
            <a:extLst xmlns:a="http://schemas.openxmlformats.org/drawingml/2006/main">
              <a:ext uri="{FF2B5EF4-FFF2-40B4-BE49-F238E27FC236}">
                <a16:creationId xmlns:a16="http://schemas.microsoft.com/office/drawing/2014/main" id="{6EF856D7-204D-4085-AE7A-08AD3A75D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6462713"/>
            <a:ext cx="476250" cy="953"/>
          </a:xfrm>
          <a:custGeom xmlns:a="http://schemas.openxmlformats.org/drawingml/2006/main">
            <a:pathLst>
              <a:path w="476250" h="953">
                <a:moveTo>
                  <a:pt x="0" y="0"/>
                </a:moveTo>
                <a:lnTo>
                  <a:pt x="476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52" name="dp41-comparison / n155 / arrow">
            <a:extLst xmlns:a="http://schemas.openxmlformats.org/drawingml/2006/main">
              <a:ext uri="{FF2B5EF4-FFF2-40B4-BE49-F238E27FC236}">
                <a16:creationId xmlns:a16="http://schemas.microsoft.com/office/drawing/2014/main" id="{D224DCFF-330B-4DBD-AB2C-32EADA83C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569" y="6429185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3" name="dp41-comparison / n156 / path">
            <a:extLst xmlns:a="http://schemas.openxmlformats.org/drawingml/2006/main">
              <a:ext uri="{FF2B5EF4-FFF2-40B4-BE49-F238E27FC236}">
                <a16:creationId xmlns:a16="http://schemas.microsoft.com/office/drawing/2014/main" id="{F8CC4574-3D2B-46DD-A1D7-C5999D828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6624638"/>
            <a:ext cx="476250" cy="953"/>
          </a:xfrm>
          <a:custGeom xmlns:a="http://schemas.openxmlformats.org/drawingml/2006/main">
            <a:pathLst>
              <a:path w="476250" h="953">
                <a:moveTo>
                  <a:pt x="47625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54" name="dp41-comparison / n156 / arrow">
            <a:extLst xmlns:a="http://schemas.openxmlformats.org/drawingml/2006/main">
              <a:ext uri="{FF2B5EF4-FFF2-40B4-BE49-F238E27FC236}">
                <a16:creationId xmlns:a16="http://schemas.microsoft.com/office/drawing/2014/main" id="{5D379965-50E3-432E-A5A8-E6E2E4CC3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6591110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5" name="dp41-comparison / n159 / path">
            <a:extLst xmlns:a="http://schemas.openxmlformats.org/drawingml/2006/main">
              <a:ext uri="{FF2B5EF4-FFF2-40B4-BE49-F238E27FC236}">
                <a16:creationId xmlns:a16="http://schemas.microsoft.com/office/drawing/2014/main" id="{5B804C5C-163F-4388-AD1C-33EA932E5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6724650"/>
            <a:ext cx="5576888" cy="76200"/>
          </a:xfrm>
          <a:custGeom xmlns:a="http://schemas.openxmlformats.org/drawingml/2006/main">
            <a:pathLst>
              <a:path w="5576888" h="76200">
                <a:moveTo>
                  <a:pt x="4763" y="0"/>
                </a:moveTo>
                <a:lnTo>
                  <a:pt x="0" y="76200"/>
                </a:lnTo>
                <a:lnTo>
                  <a:pt x="5572125" y="76200"/>
                </a:lnTo>
                <a:lnTo>
                  <a:pt x="5576888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56" name="dp41-comparison / n159 / arrow">
            <a:extLst xmlns:a="http://schemas.openxmlformats.org/drawingml/2006/main">
              <a:ext uri="{FF2B5EF4-FFF2-40B4-BE49-F238E27FC236}">
                <a16:creationId xmlns:a16="http://schemas.microsoft.com/office/drawing/2014/main" id="{160BADB7-3EAD-4725-A43A-8DD713C38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5742" y="6724650"/>
            <a:ext cx="66925" cy="69017"/>
          </a:xfrm>
          <a:custGeom xmlns:a="http://schemas.openxmlformats.org/drawingml/2006/main">
            <a:pathLst>
              <a:path w="66925" h="69017">
                <a:moveTo>
                  <a:pt x="66925" y="69017"/>
                </a:moveTo>
                <a:lnTo>
                  <a:pt x="37646" y="0"/>
                </a:lnTo>
                <a:lnTo>
                  <a:pt x="0" y="64834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7" name="dp41-comparison / n160 / path">
            <a:extLst xmlns:a="http://schemas.openxmlformats.org/drawingml/2006/main">
              <a:ext uri="{FF2B5EF4-FFF2-40B4-BE49-F238E27FC236}">
                <a16:creationId xmlns:a16="http://schemas.microsoft.com/office/drawing/2014/main" id="{8A7144ED-E12C-41A3-A8B4-40F2400A5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1363" y="6724650"/>
            <a:ext cx="5576888" cy="228600"/>
          </a:xfrm>
          <a:custGeom xmlns:a="http://schemas.openxmlformats.org/drawingml/2006/main">
            <a:pathLst>
              <a:path w="5576888" h="228600">
                <a:moveTo>
                  <a:pt x="5572125" y="0"/>
                </a:moveTo>
                <a:lnTo>
                  <a:pt x="5576888" y="228600"/>
                </a:lnTo>
                <a:lnTo>
                  <a:pt x="4763" y="22860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58" name="dp41-comparison / n160 / arrow">
            <a:extLst xmlns:a="http://schemas.openxmlformats.org/drawingml/2006/main">
              <a:ext uri="{FF2B5EF4-FFF2-40B4-BE49-F238E27FC236}">
                <a16:creationId xmlns:a16="http://schemas.microsoft.com/office/drawing/2014/main" id="{239D91F9-7CD2-42E4-B074-9B1CFCC4C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9238" y="6724650"/>
            <a:ext cx="67041" cy="67740"/>
          </a:xfrm>
          <a:custGeom xmlns:a="http://schemas.openxmlformats.org/drawingml/2006/main">
            <a:pathLst>
              <a:path w="67041" h="67740">
                <a:moveTo>
                  <a:pt x="67041" y="66343"/>
                </a:moveTo>
                <a:lnTo>
                  <a:pt x="32124" y="0"/>
                </a:lnTo>
                <a:lnTo>
                  <a:pt x="0" y="6774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9" name="dp41-comparison / n86">
            <a:extLst xmlns:a="http://schemas.openxmlformats.org/drawingml/2006/main">
              <a:ext uri="{FF2B5EF4-FFF2-40B4-BE49-F238E27FC236}">
                <a16:creationId xmlns:a16="http://schemas.microsoft.com/office/drawing/2014/main" id="{7463C113-6409-45B1-BB1E-94D9226BC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390775"/>
            <a:ext cx="2389632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" name="dp41-comparison / n87 / text 1">
            <a:extLst xmlns:a="http://schemas.openxmlformats.org/drawingml/2006/main">
              <a:ext uri="{FF2B5EF4-FFF2-40B4-BE49-F238E27FC236}">
                <a16:creationId xmlns:a16="http://schemas.microsoft.com/office/drawing/2014/main" id="{D85F943E-E41B-44FA-A9C5-FB9E2280D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400300"/>
            <a:ext cx="5048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확정 User Turn / 새 Request</a:t>
            </a:r>
          </a:p>
        </p:txBody>
      </p:sp>
      <p:sp>
        <p:nvSpPr>
          <p:cNvPr id="161" name="dp41-comparison / n88">
            <a:extLst xmlns:a="http://schemas.openxmlformats.org/drawingml/2006/main">
              <a:ext uri="{FF2B5EF4-FFF2-40B4-BE49-F238E27FC236}">
                <a16:creationId xmlns:a16="http://schemas.microsoft.com/office/drawing/2014/main" id="{855EC811-B15F-480C-AD4A-669EEA870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038475"/>
            <a:ext cx="1881759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" name="dp41-comparison / n89 / text 1">
            <a:extLst xmlns:a="http://schemas.openxmlformats.org/drawingml/2006/main">
              <a:ext uri="{FF2B5EF4-FFF2-40B4-BE49-F238E27FC236}">
                <a16:creationId xmlns:a16="http://schemas.microsoft.com/office/drawing/2014/main" id="{89337BA0-DD40-46DB-B614-728721C58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048000"/>
            <a:ext cx="19050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공유 Omni 1벌 / 역할별 KV</a:t>
            </a:r>
          </a:p>
        </p:txBody>
      </p:sp>
      <p:sp>
        <p:nvSpPr>
          <p:cNvPr id="163" name="dp41-comparison / n100">
            <a:extLst xmlns:a="http://schemas.openxmlformats.org/drawingml/2006/main">
              <a:ext uri="{FF2B5EF4-FFF2-40B4-BE49-F238E27FC236}">
                <a16:creationId xmlns:a16="http://schemas.microsoft.com/office/drawing/2014/main" id="{EC53F6FA-32C9-45A1-B901-7A5F3700A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562475"/>
            <a:ext cx="1684401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" name="dp41-comparison / n101 / text 1">
            <a:extLst xmlns:a="http://schemas.openxmlformats.org/drawingml/2006/main">
              <a:ext uri="{FF2B5EF4-FFF2-40B4-BE49-F238E27FC236}">
                <a16:creationId xmlns:a16="http://schemas.microsoft.com/office/drawing/2014/main" id="{C52E5CC7-3BB8-445A-B103-97EE0571A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572000"/>
            <a:ext cx="18383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화면 / 과거 정보 / 버전</a:t>
            </a:r>
          </a:p>
        </p:txBody>
      </p:sp>
      <p:sp>
        <p:nvSpPr>
          <p:cNvPr id="165" name="dp41-comparison / n102">
            <a:extLst xmlns:a="http://schemas.openxmlformats.org/drawingml/2006/main">
              <a:ext uri="{FF2B5EF4-FFF2-40B4-BE49-F238E27FC236}">
                <a16:creationId xmlns:a16="http://schemas.microsoft.com/office/drawing/2014/main" id="{9AE6DD2F-C90E-4897-932C-C135DA4CA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686425"/>
            <a:ext cx="17270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dp41-comparison / n103 / text 1">
            <a:extLst xmlns:a="http://schemas.openxmlformats.org/drawingml/2006/main">
              <a:ext uri="{FF2B5EF4-FFF2-40B4-BE49-F238E27FC236}">
                <a16:creationId xmlns:a16="http://schemas.microsoft.com/office/drawing/2014/main" id="{A540AA1B-A57D-4046-8749-363EBCCEC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5695950"/>
            <a:ext cx="18383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후보 / 상태 / 버전</a:t>
            </a:r>
          </a:p>
        </p:txBody>
      </p:sp>
      <p:sp>
        <p:nvSpPr>
          <p:cNvPr id="167" name="dp41-comparison / n105">
            <a:extLst xmlns:a="http://schemas.openxmlformats.org/drawingml/2006/main">
              <a:ext uri="{FF2B5EF4-FFF2-40B4-BE49-F238E27FC236}">
                <a16:creationId xmlns:a16="http://schemas.microsoft.com/office/drawing/2014/main" id="{C52470FB-B2F3-4274-B041-7D95A7F3C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028950"/>
            <a:ext cx="2029015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" name="dp41-comparison / n106 / text 1">
            <a:extLst xmlns:a="http://schemas.openxmlformats.org/drawingml/2006/main">
              <a:ext uri="{FF2B5EF4-FFF2-40B4-BE49-F238E27FC236}">
                <a16:creationId xmlns:a16="http://schemas.microsoft.com/office/drawing/2014/main" id="{FACA3616-8A59-4340-B321-716878F04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038475"/>
            <a:ext cx="28575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1 입력 접수 → 해석 요청</a:t>
            </a:r>
          </a:p>
        </p:txBody>
      </p:sp>
      <p:sp>
        <p:nvSpPr>
          <p:cNvPr id="169" name="dp41-comparison / n120">
            <a:extLst xmlns:a="http://schemas.openxmlformats.org/drawingml/2006/main">
              <a:ext uri="{FF2B5EF4-FFF2-40B4-BE49-F238E27FC236}">
                <a16:creationId xmlns:a16="http://schemas.microsoft.com/office/drawing/2014/main" id="{9C833CAE-B44F-4E80-BABF-E1D277E6E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25" y="4095750"/>
            <a:ext cx="323850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" name="dp41-comparison / n121 / text 1">
            <a:extLst xmlns:a="http://schemas.openxmlformats.org/drawingml/2006/main">
              <a:ext uri="{FF2B5EF4-FFF2-40B4-BE49-F238E27FC236}">
                <a16:creationId xmlns:a16="http://schemas.microsoft.com/office/drawing/2014/main" id="{9F24CDAF-FCDC-44D4-BE56-2DCBA8855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4105275"/>
            <a:ext cx="466725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읽기</a:t>
            </a:r>
          </a:p>
        </p:txBody>
      </p:sp>
      <p:sp>
        <p:nvSpPr>
          <p:cNvPr id="171" name="dp41-comparison / n122">
            <a:extLst xmlns:a="http://schemas.openxmlformats.org/drawingml/2006/main">
              <a:ext uri="{FF2B5EF4-FFF2-40B4-BE49-F238E27FC236}">
                <a16:creationId xmlns:a16="http://schemas.microsoft.com/office/drawing/2014/main" id="{83390C84-4924-4C8B-99EA-20D29E013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25" y="4457700"/>
            <a:ext cx="323850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2" name="dp41-comparison / n123 / text 1">
            <a:extLst xmlns:a="http://schemas.openxmlformats.org/drawingml/2006/main">
              <a:ext uri="{FF2B5EF4-FFF2-40B4-BE49-F238E27FC236}">
                <a16:creationId xmlns:a16="http://schemas.microsoft.com/office/drawing/2014/main" id="{85A8F27D-F0BA-4E2D-97F2-29830B4EC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4467225"/>
            <a:ext cx="466725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정보</a:t>
            </a:r>
          </a:p>
        </p:txBody>
      </p:sp>
      <p:sp>
        <p:nvSpPr>
          <p:cNvPr id="173" name="dp41-comparison / n125">
            <a:extLst xmlns:a="http://schemas.openxmlformats.org/drawingml/2006/main">
              <a:ext uri="{FF2B5EF4-FFF2-40B4-BE49-F238E27FC236}">
                <a16:creationId xmlns:a16="http://schemas.microsoft.com/office/drawing/2014/main" id="{502D77ED-5207-441E-8F8D-EBA5BD4E5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9275" y="4714875"/>
            <a:ext cx="2161794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dp41-comparison / n126 / text 1">
            <a:extLst xmlns:a="http://schemas.openxmlformats.org/drawingml/2006/main">
              <a:ext uri="{FF2B5EF4-FFF2-40B4-BE49-F238E27FC236}">
                <a16:creationId xmlns:a16="http://schemas.microsoft.com/office/drawing/2014/main" id="{ACA517B6-CA7D-4884-9356-89C5501C0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4724400"/>
            <a:ext cx="22193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2 모델의 의미 제안 / 부분 수정</a:t>
            </a:r>
          </a:p>
        </p:txBody>
      </p:sp>
      <p:sp>
        <p:nvSpPr>
          <p:cNvPr id="175" name="dp41-comparison / n128">
            <a:extLst xmlns:a="http://schemas.openxmlformats.org/drawingml/2006/main">
              <a:ext uri="{FF2B5EF4-FFF2-40B4-BE49-F238E27FC236}">
                <a16:creationId xmlns:a16="http://schemas.microsoft.com/office/drawing/2014/main" id="{0F7D0E01-3796-427B-90B7-6A03109FA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4981575"/>
            <a:ext cx="2217801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6" name="dp41-comparison / n129 / text 1">
            <a:extLst xmlns:a="http://schemas.openxmlformats.org/drawingml/2006/main">
              <a:ext uri="{FF2B5EF4-FFF2-40B4-BE49-F238E27FC236}">
                <a16:creationId xmlns:a16="http://schemas.microsoft.com/office/drawing/2014/main" id="{D78E2244-0433-4E32-94C0-FC8777C82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4991100"/>
            <a:ext cx="21907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검증 결과 반환 / 실패 시 재판단</a:t>
            </a:r>
          </a:p>
        </p:txBody>
      </p:sp>
      <p:sp>
        <p:nvSpPr>
          <p:cNvPr id="177" name="dp41-comparison / n134">
            <a:extLst xmlns:a="http://schemas.openxmlformats.org/drawingml/2006/main">
              <a:ext uri="{FF2B5EF4-FFF2-40B4-BE49-F238E27FC236}">
                <a16:creationId xmlns:a16="http://schemas.microsoft.com/office/drawing/2014/main" id="{BFED644D-6BA8-43B7-9B62-8AA6CF66F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772025"/>
            <a:ext cx="2161794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8" name="dp41-comparison / n135 / text 1">
            <a:extLst xmlns:a="http://schemas.openxmlformats.org/drawingml/2006/main">
              <a:ext uri="{FF2B5EF4-FFF2-40B4-BE49-F238E27FC236}">
                <a16:creationId xmlns:a16="http://schemas.microsoft.com/office/drawing/2014/main" id="{1F7D6891-B2EA-4841-A6F6-37482E66A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781550"/>
            <a:ext cx="22479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해석과 조회 상태 / 보존 / 갱신</a:t>
            </a:r>
          </a:p>
        </p:txBody>
      </p:sp>
      <p:sp>
        <p:nvSpPr>
          <p:cNvPr id="179" name="dp41-comparison / n138">
            <a:extLst xmlns:a="http://schemas.openxmlformats.org/drawingml/2006/main">
              <a:ext uri="{FF2B5EF4-FFF2-40B4-BE49-F238E27FC236}">
                <a16:creationId xmlns:a16="http://schemas.microsoft.com/office/drawing/2014/main" id="{C93089FB-E373-423A-8E06-24D692449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228975"/>
            <a:ext cx="1965008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0" name="dp41-comparison / n139 / text 1">
            <a:extLst xmlns:a="http://schemas.openxmlformats.org/drawingml/2006/main">
              <a:ext uri="{FF2B5EF4-FFF2-40B4-BE49-F238E27FC236}">
                <a16:creationId xmlns:a16="http://schemas.microsoft.com/office/drawing/2014/main" id="{D47DE9E3-1F3E-477B-A25D-487D96943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238500"/>
            <a:ext cx="308610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모델 호출 → / ← 해석 결과</a:t>
            </a:r>
          </a:p>
        </p:txBody>
      </p:sp>
      <p:sp>
        <p:nvSpPr>
          <p:cNvPr id="181" name="dp41-comparison / n144">
            <a:extLst xmlns:a="http://schemas.openxmlformats.org/drawingml/2006/main">
              <a:ext uri="{FF2B5EF4-FFF2-40B4-BE49-F238E27FC236}">
                <a16:creationId xmlns:a16="http://schemas.microsoft.com/office/drawing/2014/main" id="{BA566344-9682-403C-B430-C56565FDE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3781425"/>
            <a:ext cx="1495044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2" name="dp41-comparison / n145 / text 1">
            <a:extLst xmlns:a="http://schemas.openxmlformats.org/drawingml/2006/main">
              <a:ext uri="{FF2B5EF4-FFF2-40B4-BE49-F238E27FC236}">
                <a16:creationId xmlns:a16="http://schemas.microsoft.com/office/drawing/2014/main" id="{6E28A57A-F0F8-4CD0-8997-6A83854C0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790950"/>
            <a:ext cx="17907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허용 조회 → / ← 정보</a:t>
            </a:r>
          </a:p>
        </p:txBody>
      </p:sp>
      <p:sp>
        <p:nvSpPr>
          <p:cNvPr id="183" name="dp41-comparison / n150">
            <a:extLst xmlns:a="http://schemas.openxmlformats.org/drawingml/2006/main">
              <a:ext uri="{FF2B5EF4-FFF2-40B4-BE49-F238E27FC236}">
                <a16:creationId xmlns:a16="http://schemas.microsoft.com/office/drawing/2014/main" id="{AE9077D8-7DFD-43A7-B789-A14609FA8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6858000"/>
            <a:ext cx="3047238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4" name="dp41-comparison / n151 / text 1">
            <a:extLst xmlns:a="http://schemas.openxmlformats.org/drawingml/2006/main">
              <a:ext uri="{FF2B5EF4-FFF2-40B4-BE49-F238E27FC236}">
                <a16:creationId xmlns:a16="http://schemas.microsoft.com/office/drawing/2014/main" id="{39280A94-C0DE-4C90-A259-AC5DBC9B2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6867525"/>
            <a:ext cx="46672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현재 정보 / Task / 질문 연결 재확인 / 반환</a:t>
            </a:r>
          </a:p>
        </p:txBody>
      </p:sp>
      <p:sp>
        <p:nvSpPr>
          <p:cNvPr id="185" name="dp41-comparison / n153">
            <a:extLst xmlns:a="http://schemas.openxmlformats.org/drawingml/2006/main">
              <a:ext uri="{FF2B5EF4-FFF2-40B4-BE49-F238E27FC236}">
                <a16:creationId xmlns:a16="http://schemas.microsoft.com/office/drawing/2014/main" id="{F8B958E1-C447-44EC-BE6B-7A8D4DE54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991225"/>
            <a:ext cx="1684401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6" name="dp41-comparison / n154 / text 1">
            <a:extLst xmlns:a="http://schemas.openxmlformats.org/drawingml/2006/main">
              <a:ext uri="{FF2B5EF4-FFF2-40B4-BE49-F238E27FC236}">
                <a16:creationId xmlns:a16="http://schemas.microsoft.com/office/drawing/2014/main" id="{6F3A14C7-696D-4669-BD54-D85F6E40C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6000750"/>
            <a:ext cx="26670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3 의미 제안 / 확인 질문</a:t>
            </a:r>
          </a:p>
        </p:txBody>
      </p:sp>
      <p:sp>
        <p:nvSpPr>
          <p:cNvPr id="187" name="dp41-comparison / n154 / text 2">
            <a:extLst xmlns:a="http://schemas.openxmlformats.org/drawingml/2006/main">
              <a:ext uri="{FF2B5EF4-FFF2-40B4-BE49-F238E27FC236}">
                <a16:creationId xmlns:a16="http://schemas.microsoft.com/office/drawing/2014/main" id="{381560F8-34FF-4DF5-8C8E-FC7C27700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6160770"/>
            <a:ext cx="26670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틀 밖 관계는 보류</a:t>
            </a:r>
          </a:p>
        </p:txBody>
      </p:sp>
      <p:sp>
        <p:nvSpPr>
          <p:cNvPr id="188" name="dp41-comparison / n157">
            <a:extLst xmlns:a="http://schemas.openxmlformats.org/drawingml/2006/main">
              <a:ext uri="{FF2B5EF4-FFF2-40B4-BE49-F238E27FC236}">
                <a16:creationId xmlns:a16="http://schemas.microsoft.com/office/drawing/2014/main" id="{7AFDDD13-B459-4904-95D5-0EFE961AA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6162675"/>
            <a:ext cx="19937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9" name="dp41-comparison / n158 / text 1">
            <a:extLst xmlns:a="http://schemas.openxmlformats.org/drawingml/2006/main">
              <a:ext uri="{FF2B5EF4-FFF2-40B4-BE49-F238E27FC236}">
                <a16:creationId xmlns:a16="http://schemas.microsoft.com/office/drawing/2014/main" id="{4A730DD2-15A6-4CD8-A964-D2E63536B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6172200"/>
            <a:ext cx="27432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채택 저장 → / ← 성공 / 실패</a:t>
            </a:r>
          </a:p>
        </p:txBody>
      </p:sp>
      <p:sp>
        <p:nvSpPr>
          <p:cNvPr id="190" name="dp41-comparison / n161">
            <a:extLst xmlns:a="http://schemas.openxmlformats.org/drawingml/2006/main">
              <a:ext uri="{FF2B5EF4-FFF2-40B4-BE49-F238E27FC236}">
                <a16:creationId xmlns:a16="http://schemas.microsoft.com/office/drawing/2014/main" id="{BE6F7D75-FCF5-49AC-A3F0-85C4C7EC9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6829425"/>
            <a:ext cx="19937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1" name="dp41-comparison / n162 / text 1">
            <a:extLst xmlns:a="http://schemas.openxmlformats.org/drawingml/2006/main">
              <a:ext uri="{FF2B5EF4-FFF2-40B4-BE49-F238E27FC236}">
                <a16:creationId xmlns:a16="http://schemas.microsoft.com/office/drawing/2014/main" id="{DFDED8F9-C14C-4DCD-BD11-E25490C03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825" y="6838950"/>
            <a:ext cx="24479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권한 검사 → / ← 허용 / 거부</a:t>
            </a:r>
          </a:p>
        </p:txBody>
      </p:sp>
      <p:sp>
        <p:nvSpPr>
          <p:cNvPr id="192" name="dp41-comparison / n163">
            <a:extLst xmlns:a="http://schemas.openxmlformats.org/drawingml/2006/main">
              <a:ext uri="{FF2B5EF4-FFF2-40B4-BE49-F238E27FC236}">
                <a16:creationId xmlns:a16="http://schemas.microsoft.com/office/drawing/2014/main" id="{E4B6B8FA-EEE1-4A92-B080-1EB885E59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7219950"/>
            <a:ext cx="6897624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3" name="dp41-comparison / n164 / text 1">
            <a:extLst xmlns:a="http://schemas.openxmlformats.org/drawingml/2006/main">
              <a:ext uri="{FF2B5EF4-FFF2-40B4-BE49-F238E27FC236}">
                <a16:creationId xmlns:a16="http://schemas.microsoft.com/office/drawing/2014/main" id="{A8DCCC58-C1CB-47D6-824F-516D84A0E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7229475"/>
            <a:ext cx="7715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채택 후: Response Manager → Interaction Manager / Task Manager → Agent Gateway</a:t>
            </a:r>
          </a:p>
        </p:txBody>
      </p:sp>
      <p:sp>
        <p:nvSpPr>
          <p:cNvPr id="194" name="dp41-comparison / n165">
            <a:extLst xmlns:a="http://schemas.openxmlformats.org/drawingml/2006/main">
              <a:ext uri="{FF2B5EF4-FFF2-40B4-BE49-F238E27FC236}">
                <a16:creationId xmlns:a16="http://schemas.microsoft.com/office/drawing/2014/main" id="{F474CF0D-CCF6-4C14-9527-A32E69E66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7419975"/>
            <a:ext cx="586359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5" name="dp41-comparison / n166 / text 1">
            <a:extLst xmlns:a="http://schemas.openxmlformats.org/drawingml/2006/main">
              <a:ext uri="{FF2B5EF4-FFF2-40B4-BE49-F238E27FC236}">
                <a16:creationId xmlns:a16="http://schemas.microsoft.com/office/drawing/2014/main" id="{8DA3DBA9-83C4-4F5E-92D1-194D8A741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7429500"/>
            <a:ext cx="77152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Component는 논리적 책임 경계 / 포함된 Module은 내부 구현 / 별도 프로세스 의미 없음</a:t>
            </a:r>
          </a:p>
        </p:txBody>
      </p:sp>
      <p:sp>
        <p:nvSpPr>
          <p:cNvPr id="196" name="dp41-comparison / n167">
            <a:extLst xmlns:a="http://schemas.openxmlformats.org/drawingml/2006/main">
              <a:ext uri="{FF2B5EF4-FFF2-40B4-BE49-F238E27FC236}">
                <a16:creationId xmlns:a16="http://schemas.microsoft.com/office/drawing/2014/main" id="{F9DC9114-4EDD-4DE0-A21F-D693CF7FF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647950"/>
            <a:ext cx="23336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97" name="dp41-comparison / n168 / text 1">
            <a:extLst xmlns:a="http://schemas.openxmlformats.org/drawingml/2006/main">
              <a:ext uri="{FF2B5EF4-FFF2-40B4-BE49-F238E27FC236}">
                <a16:creationId xmlns:a16="http://schemas.microsoft.com/office/drawing/2014/main" id="{FB6ADF94-6DF4-4A73-9B00-28EED1461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2703195"/>
            <a:ext cx="21621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198" name="dp41-comparison / n169">
            <a:extLst xmlns:a="http://schemas.openxmlformats.org/drawingml/2006/main">
              <a:ext uri="{FF2B5EF4-FFF2-40B4-BE49-F238E27FC236}">
                <a16:creationId xmlns:a16="http://schemas.microsoft.com/office/drawing/2014/main" id="{3644D6BF-5B4E-4E5F-B8CD-BA9C03AF5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0" y="2647950"/>
            <a:ext cx="185737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99" name="dp41-comparison / n170 / text 1">
            <a:extLst xmlns:a="http://schemas.openxmlformats.org/drawingml/2006/main">
              <a:ext uri="{FF2B5EF4-FFF2-40B4-BE49-F238E27FC236}">
                <a16:creationId xmlns:a16="http://schemas.microsoft.com/office/drawing/2014/main" id="{D6E21A44-0CA3-436F-9DF8-019A5D16E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97225" y="2703195"/>
            <a:ext cx="168592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200" name="dp41-comparison / n175">
            <a:extLst xmlns:a="http://schemas.openxmlformats.org/drawingml/2006/main">
              <a:ext uri="{FF2B5EF4-FFF2-40B4-BE49-F238E27FC236}">
                <a16:creationId xmlns:a16="http://schemas.microsoft.com/office/drawing/2014/main" id="{70BE7188-C678-4685-A19B-679F36C50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353175"/>
            <a:ext cx="252412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01" name="dp41-comparison / n176 / text 1">
            <a:extLst xmlns:a="http://schemas.openxmlformats.org/drawingml/2006/main">
              <a:ext uri="{FF2B5EF4-FFF2-40B4-BE49-F238E27FC236}">
                <a16:creationId xmlns:a16="http://schemas.microsoft.com/office/drawing/2014/main" id="{975E1506-400A-4DB3-81EB-55C94B585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6427470"/>
            <a:ext cx="23526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202" name="dp41-comparison / n177">
            <a:extLst xmlns:a="http://schemas.openxmlformats.org/drawingml/2006/main">
              <a:ext uri="{FF2B5EF4-FFF2-40B4-BE49-F238E27FC236}">
                <a16:creationId xmlns:a16="http://schemas.microsoft.com/office/drawing/2014/main" id="{5225BDE8-D968-42B8-A281-104CD1426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06375" y="6353175"/>
            <a:ext cx="2381250" cy="3714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03" name="dp41-comparison / n178 / text 1">
            <a:extLst xmlns:a="http://schemas.openxmlformats.org/drawingml/2006/main">
              <a:ext uri="{FF2B5EF4-FFF2-40B4-BE49-F238E27FC236}">
                <a16:creationId xmlns:a16="http://schemas.microsoft.com/office/drawing/2014/main" id="{B6C8CA8C-D263-40C7-957E-868A44ACF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92100" y="6515100"/>
            <a:ext cx="22098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State Store</a:t>
            </a:r>
          </a:p>
        </p:txBody>
      </p:sp>
      <p:sp>
        <p:nvSpPr>
          <p:cNvPr id="204" name="dp41-comparison / n179">
            <a:extLst xmlns:a="http://schemas.openxmlformats.org/drawingml/2006/main">
              <a:ext uri="{FF2B5EF4-FFF2-40B4-BE49-F238E27FC236}">
                <a16:creationId xmlns:a16="http://schemas.microsoft.com/office/drawing/2014/main" id="{D7A708F2-5811-4ED5-B715-C34BA0D67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0" y="6353175"/>
            <a:ext cx="18573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05" name="dp41-comparison / n180 / text 1">
            <a:extLst xmlns:a="http://schemas.openxmlformats.org/drawingml/2006/main">
              <a:ext uri="{FF2B5EF4-FFF2-40B4-BE49-F238E27FC236}">
                <a16:creationId xmlns:a16="http://schemas.microsoft.com/office/drawing/2014/main" id="{3EBF4C4E-73E1-45D0-87D1-1DFAF6B18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97225" y="6433661"/>
            <a:ext cx="1685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Policy Manager</a:t>
            </a:r>
          </a:p>
        </p:txBody>
      </p:sp>
      <p:sp>
        <p:nvSpPr>
          <p:cNvPr id="206" name="dp41-comparison / n181">
            <a:extLst xmlns:a="http://schemas.openxmlformats.org/drawingml/2006/main">
              <a:ext uri="{FF2B5EF4-FFF2-40B4-BE49-F238E27FC236}">
                <a16:creationId xmlns:a16="http://schemas.microsoft.com/office/drawing/2014/main" id="{A013F1EA-3A2A-4FAB-A37C-65FA898DC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0" y="4105275"/>
            <a:ext cx="18573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07" name="dp41-comparison / n182 / text 1">
            <a:extLst xmlns:a="http://schemas.openxmlformats.org/drawingml/2006/main">
              <a:ext uri="{FF2B5EF4-FFF2-40B4-BE49-F238E27FC236}">
                <a16:creationId xmlns:a16="http://schemas.microsoft.com/office/drawing/2014/main" id="{74B09D8A-20F0-41A3-8D2A-1D65DEB8A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97225" y="4190524"/>
            <a:ext cx="1685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Context Manager</a:t>
            </a:r>
          </a:p>
        </p:txBody>
      </p:sp>
      <p:sp>
        <p:nvSpPr>
          <p:cNvPr id="208" name="dp41-comparison / n183">
            <a:extLst xmlns:a="http://schemas.openxmlformats.org/drawingml/2006/main">
              <a:ext uri="{FF2B5EF4-FFF2-40B4-BE49-F238E27FC236}">
                <a16:creationId xmlns:a16="http://schemas.microsoft.com/office/drawing/2014/main" id="{1181D2FB-1C0D-4ADD-A7E7-FE38D46FC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0" y="5229225"/>
            <a:ext cx="18573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09" name="dp41-comparison / n184 / text 1">
            <a:extLst xmlns:a="http://schemas.openxmlformats.org/drawingml/2006/main">
              <a:ext uri="{FF2B5EF4-FFF2-40B4-BE49-F238E27FC236}">
                <a16:creationId xmlns:a16="http://schemas.microsoft.com/office/drawing/2014/main" id="{B44B5A80-6353-4306-A87D-11AA987FE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97225" y="5314474"/>
            <a:ext cx="1685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210" name="dp41-comparison / n189 / path">
            <a:extLst xmlns:a="http://schemas.openxmlformats.org/drawingml/2006/main">
              <a:ext uri="{FF2B5EF4-FFF2-40B4-BE49-F238E27FC236}">
                <a16:creationId xmlns:a16="http://schemas.microsoft.com/office/drawing/2014/main" id="{15D511D0-9F47-4FB4-A4AC-08B78A0B1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2809875"/>
            <a:ext cx="142875" cy="3729038"/>
          </a:xfrm>
          <a:custGeom xmlns:a="http://schemas.openxmlformats.org/drawingml/2006/main">
            <a:pathLst>
              <a:path w="142875" h="3729038">
                <a:moveTo>
                  <a:pt x="142875" y="4763"/>
                </a:moveTo>
                <a:lnTo>
                  <a:pt x="0" y="0"/>
                </a:lnTo>
                <a:lnTo>
                  <a:pt x="0" y="3724275"/>
                </a:lnTo>
                <a:lnTo>
                  <a:pt x="142875" y="3729038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11" name="dp41-comparison / n189 / arrow">
            <a:extLst xmlns:a="http://schemas.openxmlformats.org/drawingml/2006/main">
              <a:ext uri="{FF2B5EF4-FFF2-40B4-BE49-F238E27FC236}">
                <a16:creationId xmlns:a16="http://schemas.microsoft.com/office/drawing/2014/main" id="{6142FEAA-206E-4FBC-BA71-0D86C3B7B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7864" y="6503169"/>
            <a:ext cx="68136" cy="67019"/>
          </a:xfrm>
          <a:custGeom xmlns:a="http://schemas.openxmlformats.org/drawingml/2006/main">
            <a:pathLst>
              <a:path w="68136" h="67019">
                <a:moveTo>
                  <a:pt x="0" y="67019"/>
                </a:moveTo>
                <a:lnTo>
                  <a:pt x="68136" y="35743"/>
                </a:lnTo>
                <a:lnTo>
                  <a:pt x="2234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12" name="dp41-comparison / n192">
            <a:extLst xmlns:a="http://schemas.openxmlformats.org/drawingml/2006/main">
              <a:ext uri="{FF2B5EF4-FFF2-40B4-BE49-F238E27FC236}">
                <a16:creationId xmlns:a16="http://schemas.microsoft.com/office/drawing/2014/main" id="{DD1A5CA2-AC7E-4C79-858C-7253EA8F5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752850"/>
            <a:ext cx="53816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213" name="dp41-comparison / n193 / text 1">
            <a:extLst xmlns:a="http://schemas.openxmlformats.org/drawingml/2006/main">
              <a:ext uri="{FF2B5EF4-FFF2-40B4-BE49-F238E27FC236}">
                <a16:creationId xmlns:a16="http://schemas.microsoft.com/office/drawing/2014/main" id="{E9A1FB29-FF73-4CC8-9E49-2A92E05BC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3819525"/>
            <a:ext cx="52101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214" name="dp41-comparison / n194">
            <a:extLst xmlns:a="http://schemas.openxmlformats.org/drawingml/2006/main">
              <a:ext uri="{FF2B5EF4-FFF2-40B4-BE49-F238E27FC236}">
                <a16:creationId xmlns:a16="http://schemas.microsoft.com/office/drawing/2014/main" id="{E61DF6C6-21C0-4BC6-B95A-5F024029E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562475"/>
            <a:ext cx="538162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15" name="dp41-comparison / n195 / text 1">
            <a:extLst xmlns:a="http://schemas.openxmlformats.org/drawingml/2006/main">
              <a:ext uri="{FF2B5EF4-FFF2-40B4-BE49-F238E27FC236}">
                <a16:creationId xmlns:a16="http://schemas.microsoft.com/office/drawing/2014/main" id="{16693E0E-424D-4A87-9261-A7487A38A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4657725"/>
            <a:ext cx="513397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Resolution Engine</a:t>
            </a:r>
          </a:p>
        </p:txBody>
      </p:sp>
      <p:sp>
        <p:nvSpPr>
          <p:cNvPr id="216" name="dp41-comparison / n196">
            <a:extLst xmlns:a="http://schemas.openxmlformats.org/drawingml/2006/main">
              <a:ext uri="{FF2B5EF4-FFF2-40B4-BE49-F238E27FC236}">
                <a16:creationId xmlns:a16="http://schemas.microsoft.com/office/drawing/2014/main" id="{54FAE479-FCCE-444A-90D4-FDDADAC8A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4953000"/>
            <a:ext cx="21907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217" name="dp41-comparison / n197 / text 1">
            <a:extLst xmlns:a="http://schemas.openxmlformats.org/drawingml/2006/main">
              <a:ext uri="{FF2B5EF4-FFF2-40B4-BE49-F238E27FC236}">
                <a16:creationId xmlns:a16="http://schemas.microsoft.com/office/drawing/2014/main" id="{EB0A49F4-509C-4A80-B0D7-7C91B8620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2225" y="5022533"/>
            <a:ext cx="2019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관계 결합기</a:t>
            </a:r>
          </a:p>
        </p:txBody>
      </p:sp>
      <p:sp>
        <p:nvSpPr>
          <p:cNvPr id="218" name="dp41-comparison / n198">
            <a:extLst xmlns:a="http://schemas.openxmlformats.org/drawingml/2006/main">
              <a:ext uri="{FF2B5EF4-FFF2-40B4-BE49-F238E27FC236}">
                <a16:creationId xmlns:a16="http://schemas.microsoft.com/office/drawing/2014/main" id="{D7C4C73B-1F4E-40F6-A95C-1FFC251F3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4953000"/>
            <a:ext cx="22383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219" name="dp41-comparison / n199 / text 1">
            <a:extLst xmlns:a="http://schemas.openxmlformats.org/drawingml/2006/main">
              <a:ext uri="{FF2B5EF4-FFF2-40B4-BE49-F238E27FC236}">
                <a16:creationId xmlns:a16="http://schemas.microsoft.com/office/drawing/2014/main" id="{84D760F2-2569-476E-905A-549380408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44475" y="5022533"/>
            <a:ext cx="206692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미해결 항목 처리기</a:t>
            </a:r>
          </a:p>
        </p:txBody>
      </p:sp>
      <p:sp>
        <p:nvSpPr>
          <p:cNvPr id="220" name="dp41-comparison / n200">
            <a:extLst xmlns:a="http://schemas.openxmlformats.org/drawingml/2006/main">
              <a:ext uri="{FF2B5EF4-FFF2-40B4-BE49-F238E27FC236}">
                <a16:creationId xmlns:a16="http://schemas.microsoft.com/office/drawing/2014/main" id="{DCFE67E9-F288-4F01-87A8-BD22152BD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5543550"/>
            <a:ext cx="2238375" cy="304800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21" name="dp41-comparison / n201 / text 1">
            <a:extLst xmlns:a="http://schemas.openxmlformats.org/drawingml/2006/main">
              <a:ext uri="{FF2B5EF4-FFF2-40B4-BE49-F238E27FC236}">
                <a16:creationId xmlns:a16="http://schemas.microsoft.com/office/drawing/2014/main" id="{ED32A6AA-F580-48EE-8237-4B0C33568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44475" y="5657850"/>
            <a:ext cx="20669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요청 해석 상태</a:t>
            </a:r>
          </a:p>
        </p:txBody>
      </p:sp>
      <p:sp>
        <p:nvSpPr>
          <p:cNvPr id="222" name="dp41-comparison / n202 / path">
            <a:extLst xmlns:a="http://schemas.openxmlformats.org/drawingml/2006/main">
              <a:ext uri="{FF2B5EF4-FFF2-40B4-BE49-F238E27FC236}">
                <a16:creationId xmlns:a16="http://schemas.microsoft.com/office/drawing/2014/main" id="{6E1B19F9-529F-4C62-BE82-5D77C7509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0125" y="3638550"/>
            <a:ext cx="2981325" cy="2900363"/>
          </a:xfrm>
          <a:custGeom xmlns:a="http://schemas.openxmlformats.org/drawingml/2006/main">
            <a:pathLst>
              <a:path w="2981325" h="2900363">
                <a:moveTo>
                  <a:pt x="0" y="2900363"/>
                </a:moveTo>
                <a:lnTo>
                  <a:pt x="219075" y="2895600"/>
                </a:lnTo>
                <a:lnTo>
                  <a:pt x="219075" y="2381250"/>
                </a:lnTo>
                <a:lnTo>
                  <a:pt x="2981325" y="2381250"/>
                </a:lnTo>
                <a:lnTo>
                  <a:pt x="2981325" y="0"/>
                </a:lnTo>
                <a:lnTo>
                  <a:pt x="161925" y="0"/>
                </a:lnTo>
                <a:lnTo>
                  <a:pt x="166688" y="1143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23" name="dp41-comparison / n202 / arrow">
            <a:extLst xmlns:a="http://schemas.openxmlformats.org/drawingml/2006/main">
              <a:ext uri="{FF2B5EF4-FFF2-40B4-BE49-F238E27FC236}">
                <a16:creationId xmlns:a16="http://schemas.microsoft.com/office/drawing/2014/main" id="{97128C4F-A578-452F-80DC-845DA16FF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60522" y="3684456"/>
            <a:ext cx="66998" cy="68394"/>
          </a:xfrm>
          <a:custGeom xmlns:a="http://schemas.openxmlformats.org/drawingml/2006/main">
            <a:pathLst>
              <a:path w="66998" h="68394">
                <a:moveTo>
                  <a:pt x="0" y="2792"/>
                </a:moveTo>
                <a:lnTo>
                  <a:pt x="36291" y="68394"/>
                </a:lnTo>
                <a:lnTo>
                  <a:pt x="66998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24" name="dp41-comparison / n203 / path">
            <a:extLst xmlns:a="http://schemas.openxmlformats.org/drawingml/2006/main">
              <a:ext uri="{FF2B5EF4-FFF2-40B4-BE49-F238E27FC236}">
                <a16:creationId xmlns:a16="http://schemas.microsoft.com/office/drawing/2014/main" id="{05304360-6F0A-45DA-9C5C-EFBD547B9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73175" y="4133850"/>
            <a:ext cx="195263" cy="819150"/>
          </a:xfrm>
          <a:custGeom xmlns:a="http://schemas.openxmlformats.org/drawingml/2006/main">
            <a:pathLst>
              <a:path w="195263" h="819150">
                <a:moveTo>
                  <a:pt x="4763" y="0"/>
                </a:moveTo>
                <a:lnTo>
                  <a:pt x="0" y="342900"/>
                </a:lnTo>
                <a:lnTo>
                  <a:pt x="190500" y="342900"/>
                </a:lnTo>
                <a:lnTo>
                  <a:pt x="195263" y="8191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25" name="dp41-comparison / n203 / arrow">
            <a:extLst xmlns:a="http://schemas.openxmlformats.org/drawingml/2006/main">
              <a:ext uri="{FF2B5EF4-FFF2-40B4-BE49-F238E27FC236}">
                <a16:creationId xmlns:a16="http://schemas.microsoft.com/office/drawing/2014/main" id="{A6E4F854-CE7D-4728-8ECC-B7418D805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4241" y="4885612"/>
            <a:ext cx="67053" cy="67388"/>
          </a:xfrm>
          <a:custGeom xmlns:a="http://schemas.openxmlformats.org/drawingml/2006/main">
            <a:pathLst>
              <a:path w="67053" h="67388">
                <a:moveTo>
                  <a:pt x="0" y="671"/>
                </a:moveTo>
                <a:lnTo>
                  <a:pt x="34197" y="67388"/>
                </a:lnTo>
                <a:lnTo>
                  <a:pt x="6705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26" name="dp41-comparison / n206 / path">
            <a:extLst xmlns:a="http://schemas.openxmlformats.org/drawingml/2006/main">
              <a:ext uri="{FF2B5EF4-FFF2-40B4-BE49-F238E27FC236}">
                <a16:creationId xmlns:a16="http://schemas.microsoft.com/office/drawing/2014/main" id="{B156556D-1BBB-4BEF-86A7-200F54221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7125" y="3943350"/>
            <a:ext cx="190500" cy="1190625"/>
          </a:xfrm>
          <a:custGeom xmlns:a="http://schemas.openxmlformats.org/drawingml/2006/main">
            <a:pathLst>
              <a:path w="190500" h="1190625">
                <a:moveTo>
                  <a:pt x="0" y="1190625"/>
                </a:moveTo>
                <a:lnTo>
                  <a:pt x="85725" y="1190625"/>
                </a:lnTo>
                <a:lnTo>
                  <a:pt x="85725" y="0"/>
                </a:lnTo>
                <a:lnTo>
                  <a:pt x="190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27" name="dp41-comparison / n206 / arrow">
            <a:extLst xmlns:a="http://schemas.openxmlformats.org/drawingml/2006/main">
              <a:ext uri="{FF2B5EF4-FFF2-40B4-BE49-F238E27FC236}">
                <a16:creationId xmlns:a16="http://schemas.microsoft.com/office/drawing/2014/main" id="{D33AE279-E9DA-4D61-8DC9-3833AF75C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20569" y="3909822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28" name="dp41-comparison / n209 / path">
            <a:extLst xmlns:a="http://schemas.openxmlformats.org/drawingml/2006/main">
              <a:ext uri="{FF2B5EF4-FFF2-40B4-BE49-F238E27FC236}">
                <a16:creationId xmlns:a16="http://schemas.microsoft.com/office/drawing/2014/main" id="{52CA9C95-C0B1-430F-A0A0-0F1214084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35188" y="4133850"/>
            <a:ext cx="95250" cy="819150"/>
          </a:xfrm>
          <a:custGeom xmlns:a="http://schemas.openxmlformats.org/drawingml/2006/main">
            <a:pathLst>
              <a:path w="95250" h="819150">
                <a:moveTo>
                  <a:pt x="95250" y="0"/>
                </a:moveTo>
                <a:lnTo>
                  <a:pt x="90488" y="133350"/>
                </a:lnTo>
                <a:lnTo>
                  <a:pt x="4763" y="133350"/>
                </a:lnTo>
                <a:lnTo>
                  <a:pt x="0" y="8191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29" name="dp41-comparison / n209 / arrow">
            <a:extLst xmlns:a="http://schemas.openxmlformats.org/drawingml/2006/main">
              <a:ext uri="{FF2B5EF4-FFF2-40B4-BE49-F238E27FC236}">
                <a16:creationId xmlns:a16="http://schemas.microsoft.com/office/drawing/2014/main" id="{6428520F-9D73-4844-AE93-346751ECF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02126" y="4885713"/>
            <a:ext cx="67054" cy="67287"/>
          </a:xfrm>
          <a:custGeom xmlns:a="http://schemas.openxmlformats.org/drawingml/2006/main">
            <a:pathLst>
              <a:path w="67054" h="67287">
                <a:moveTo>
                  <a:pt x="0" y="0"/>
                </a:moveTo>
                <a:lnTo>
                  <a:pt x="33062" y="67287"/>
                </a:lnTo>
                <a:lnTo>
                  <a:pt x="67054" y="46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30" name="dp41-comparison / n210 / path">
            <a:extLst xmlns:a="http://schemas.openxmlformats.org/drawingml/2006/main">
              <a:ext uri="{FF2B5EF4-FFF2-40B4-BE49-F238E27FC236}">
                <a16:creationId xmlns:a16="http://schemas.microsoft.com/office/drawing/2014/main" id="{936FC155-08B6-4114-99DC-56335784D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5057775"/>
            <a:ext cx="571500" cy="953"/>
          </a:xfrm>
          <a:custGeom xmlns:a="http://schemas.openxmlformats.org/drawingml/2006/main">
            <a:pathLst>
              <a:path w="571500" h="953">
                <a:moveTo>
                  <a:pt x="57150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31" name="dp41-comparison / n210 / arrow">
            <a:extLst xmlns:a="http://schemas.openxmlformats.org/drawingml/2006/main">
              <a:ext uri="{FF2B5EF4-FFF2-40B4-BE49-F238E27FC236}">
                <a16:creationId xmlns:a16="http://schemas.microsoft.com/office/drawing/2014/main" id="{9871B9D1-5862-40C7-9AE1-23B2A4C05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50242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32" name="dp41-comparison / n211 / path">
            <a:extLst xmlns:a="http://schemas.openxmlformats.org/drawingml/2006/main">
              <a:ext uri="{FF2B5EF4-FFF2-40B4-BE49-F238E27FC236}">
                <a16:creationId xmlns:a16="http://schemas.microsoft.com/office/drawing/2014/main" id="{641E0E8B-CF47-4ABB-B3C4-3BDEEFA4F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5219700"/>
            <a:ext cx="571500" cy="953"/>
          </a:xfrm>
          <a:custGeom xmlns:a="http://schemas.openxmlformats.org/drawingml/2006/main">
            <a:pathLst>
              <a:path w="571500" h="953">
                <a:moveTo>
                  <a:pt x="0" y="0"/>
                </a:moveTo>
                <a:lnTo>
                  <a:pt x="571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33" name="dp41-comparison / n211 / arrow">
            <a:extLst xmlns:a="http://schemas.openxmlformats.org/drawingml/2006/main">
              <a:ext uri="{FF2B5EF4-FFF2-40B4-BE49-F238E27FC236}">
                <a16:creationId xmlns:a16="http://schemas.microsoft.com/office/drawing/2014/main" id="{9907BD29-066F-4126-9ABD-1CA9292D6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91694" y="5186172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34" name="dp41-comparison / n216 / path">
            <a:extLst xmlns:a="http://schemas.openxmlformats.org/drawingml/2006/main">
              <a:ext uri="{FF2B5EF4-FFF2-40B4-BE49-F238E27FC236}">
                <a16:creationId xmlns:a16="http://schemas.microsoft.com/office/drawing/2014/main" id="{811C68B2-BD7A-480B-BC8F-A9F76E1D7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16063" y="5314950"/>
            <a:ext cx="953" cy="228600"/>
          </a:xfrm>
          <a:custGeom xmlns:a="http://schemas.openxmlformats.org/drawingml/2006/main">
            <a:pathLst>
              <a:path w="953" h="228600">
                <a:moveTo>
                  <a:pt x="0" y="0"/>
                </a:moveTo>
                <a:lnTo>
                  <a:pt x="0" y="2286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35" name="dp41-comparison / n216 / arrow">
            <a:extLst xmlns:a="http://schemas.openxmlformats.org/drawingml/2006/main">
              <a:ext uri="{FF2B5EF4-FFF2-40B4-BE49-F238E27FC236}">
                <a16:creationId xmlns:a16="http://schemas.microsoft.com/office/drawing/2014/main" id="{A9799C3E-49AD-4021-B376-977050169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82535" y="5476494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36" name="dp41-comparison / n217 / path">
            <a:extLst xmlns:a="http://schemas.openxmlformats.org/drawingml/2006/main">
              <a:ext uri="{FF2B5EF4-FFF2-40B4-BE49-F238E27FC236}">
                <a16:creationId xmlns:a16="http://schemas.microsoft.com/office/drawing/2014/main" id="{8A2C6FB3-9227-4F57-85C6-1C45CFF8F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39813" y="4953000"/>
            <a:ext cx="953" cy="895350"/>
          </a:xfrm>
          <a:custGeom xmlns:a="http://schemas.openxmlformats.org/drawingml/2006/main">
            <a:pathLst>
              <a:path w="953" h="895350">
                <a:moveTo>
                  <a:pt x="0" y="8953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37" name="dp41-comparison / n217 / arrow">
            <a:extLst xmlns:a="http://schemas.openxmlformats.org/drawingml/2006/main">
              <a:ext uri="{FF2B5EF4-FFF2-40B4-BE49-F238E27FC236}">
                <a16:creationId xmlns:a16="http://schemas.microsoft.com/office/drawing/2014/main" id="{6B95FFC8-B83D-4CB4-A8B9-1D1E21763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06285" y="4953000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67056"/>
                </a:moveTo>
                <a:lnTo>
                  <a:pt x="33528" y="0"/>
                </a:lnTo>
                <a:lnTo>
                  <a:pt x="0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38" name="dp41-comparison / n218 / path">
            <a:extLst xmlns:a="http://schemas.openxmlformats.org/drawingml/2006/main">
              <a:ext uri="{FF2B5EF4-FFF2-40B4-BE49-F238E27FC236}">
                <a16:creationId xmlns:a16="http://schemas.microsoft.com/office/drawing/2014/main" id="{B8BD7FB7-0AEE-45E9-94E4-8AC3EAA5C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5286375"/>
            <a:ext cx="571500" cy="361950"/>
          </a:xfrm>
          <a:custGeom xmlns:a="http://schemas.openxmlformats.org/drawingml/2006/main">
            <a:pathLst>
              <a:path w="571500" h="361950">
                <a:moveTo>
                  <a:pt x="0" y="0"/>
                </a:moveTo>
                <a:lnTo>
                  <a:pt x="180975" y="0"/>
                </a:lnTo>
                <a:lnTo>
                  <a:pt x="180975" y="361950"/>
                </a:lnTo>
                <a:lnTo>
                  <a:pt x="571500" y="3619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39" name="dp41-comparison / n218 / arrow">
            <a:extLst xmlns:a="http://schemas.openxmlformats.org/drawingml/2006/main">
              <a:ext uri="{FF2B5EF4-FFF2-40B4-BE49-F238E27FC236}">
                <a16:creationId xmlns:a16="http://schemas.microsoft.com/office/drawing/2014/main" id="{9B3CFCA7-B1B7-444A-AB4F-8BF278968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91694" y="561479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40" name="dp41-comparison / n219 / path">
            <a:extLst xmlns:a="http://schemas.openxmlformats.org/drawingml/2006/main">
              <a:ext uri="{FF2B5EF4-FFF2-40B4-BE49-F238E27FC236}">
                <a16:creationId xmlns:a16="http://schemas.microsoft.com/office/drawing/2014/main" id="{42912A7A-2CE6-4AFA-A7FC-57DBE0F40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5305425"/>
            <a:ext cx="571500" cy="447675"/>
          </a:xfrm>
          <a:custGeom xmlns:a="http://schemas.openxmlformats.org/drawingml/2006/main">
            <a:pathLst>
              <a:path w="571500" h="447675">
                <a:moveTo>
                  <a:pt x="571500" y="447675"/>
                </a:moveTo>
                <a:lnTo>
                  <a:pt x="276225" y="447675"/>
                </a:lnTo>
                <a:lnTo>
                  <a:pt x="27622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41" name="dp41-comparison / n219 / arrow">
            <a:extLst xmlns:a="http://schemas.openxmlformats.org/drawingml/2006/main">
              <a:ext uri="{FF2B5EF4-FFF2-40B4-BE49-F238E27FC236}">
                <a16:creationId xmlns:a16="http://schemas.microsoft.com/office/drawing/2014/main" id="{DAF1ADF3-1132-4F1E-BDE3-AD4114A9D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527189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42" name="dp41-comparison / n220 / path">
            <a:extLst xmlns:a="http://schemas.openxmlformats.org/drawingml/2006/main">
              <a:ext uri="{FF2B5EF4-FFF2-40B4-BE49-F238E27FC236}">
                <a16:creationId xmlns:a16="http://schemas.microsoft.com/office/drawing/2014/main" id="{4D927784-62E3-48F0-91E2-606B2BE27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3438" y="2738438"/>
            <a:ext cx="3548063" cy="1014413"/>
          </a:xfrm>
          <a:custGeom xmlns:a="http://schemas.openxmlformats.org/drawingml/2006/main">
            <a:pathLst>
              <a:path w="3548063" h="1014413">
                <a:moveTo>
                  <a:pt x="0" y="1014413"/>
                </a:moveTo>
                <a:lnTo>
                  <a:pt x="0" y="614363"/>
                </a:lnTo>
                <a:lnTo>
                  <a:pt x="3348038" y="614363"/>
                </a:lnTo>
                <a:lnTo>
                  <a:pt x="3348038" y="23813"/>
                </a:lnTo>
                <a:lnTo>
                  <a:pt x="354806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43" name="dp41-comparison / n220 / arrow">
            <a:extLst xmlns:a="http://schemas.openxmlformats.org/drawingml/2006/main">
              <a:ext uri="{FF2B5EF4-FFF2-40B4-BE49-F238E27FC236}">
                <a16:creationId xmlns:a16="http://schemas.microsoft.com/office/drawing/2014/main" id="{9B546EBB-7965-46A7-B870-9BF630AD2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40951" y="2713071"/>
            <a:ext cx="70549" cy="66586"/>
          </a:xfrm>
          <a:custGeom xmlns:a="http://schemas.openxmlformats.org/drawingml/2006/main">
            <a:pathLst>
              <a:path w="70549" h="66586">
                <a:moveTo>
                  <a:pt x="7927" y="66586"/>
                </a:moveTo>
                <a:lnTo>
                  <a:pt x="70549" y="25366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44" name="dp41-comparison / n221 / path">
            <a:extLst xmlns:a="http://schemas.openxmlformats.org/drawingml/2006/main">
              <a:ext uri="{FF2B5EF4-FFF2-40B4-BE49-F238E27FC236}">
                <a16:creationId xmlns:a16="http://schemas.microsoft.com/office/drawing/2014/main" id="{9D1AB196-92A5-446B-B07F-1B2E6748E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0188" y="2895600"/>
            <a:ext cx="2881313" cy="857250"/>
          </a:xfrm>
          <a:custGeom xmlns:a="http://schemas.openxmlformats.org/drawingml/2006/main">
            <a:pathLst>
              <a:path w="2881313" h="857250">
                <a:moveTo>
                  <a:pt x="2881313" y="4763"/>
                </a:moveTo>
                <a:lnTo>
                  <a:pt x="2776538" y="0"/>
                </a:lnTo>
                <a:lnTo>
                  <a:pt x="2776538" y="647700"/>
                </a:lnTo>
                <a:lnTo>
                  <a:pt x="0" y="647700"/>
                </a:lnTo>
                <a:lnTo>
                  <a:pt x="0" y="8572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45" name="dp41-comparison / n221 / arrow">
            <a:extLst xmlns:a="http://schemas.openxmlformats.org/drawingml/2006/main">
              <a:ext uri="{FF2B5EF4-FFF2-40B4-BE49-F238E27FC236}">
                <a16:creationId xmlns:a16="http://schemas.microsoft.com/office/drawing/2014/main" id="{111A32BA-7531-4AFD-9C7E-61B8A8111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96660" y="3685794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46" name="dp41-comparison / n224 / path">
            <a:extLst xmlns:a="http://schemas.openxmlformats.org/drawingml/2006/main">
              <a:ext uri="{FF2B5EF4-FFF2-40B4-BE49-F238E27FC236}">
                <a16:creationId xmlns:a16="http://schemas.microsoft.com/office/drawing/2014/main" id="{A6F70DFE-418E-4F34-A7F7-A57A008A3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7125" y="4219575"/>
            <a:ext cx="714375" cy="828675"/>
          </a:xfrm>
          <a:custGeom xmlns:a="http://schemas.openxmlformats.org/drawingml/2006/main">
            <a:pathLst>
              <a:path w="714375" h="828675">
                <a:moveTo>
                  <a:pt x="0" y="828675"/>
                </a:moveTo>
                <a:lnTo>
                  <a:pt x="409575" y="828675"/>
                </a:lnTo>
                <a:lnTo>
                  <a:pt x="409575" y="0"/>
                </a:lnTo>
                <a:lnTo>
                  <a:pt x="714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47" name="dp41-comparison / n224 / arrow">
            <a:extLst xmlns:a="http://schemas.openxmlformats.org/drawingml/2006/main">
              <a:ext uri="{FF2B5EF4-FFF2-40B4-BE49-F238E27FC236}">
                <a16:creationId xmlns:a16="http://schemas.microsoft.com/office/drawing/2014/main" id="{2B192276-0DBC-4170-AC24-7906BC1E8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44444" y="418604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48" name="dp41-comparison / n225 / path">
            <a:extLst xmlns:a="http://schemas.openxmlformats.org/drawingml/2006/main">
              <a:ext uri="{FF2B5EF4-FFF2-40B4-BE49-F238E27FC236}">
                <a16:creationId xmlns:a16="http://schemas.microsoft.com/office/drawing/2014/main" id="{A6042935-512A-458D-9052-B6D1E9A48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7125" y="4381500"/>
            <a:ext cx="714375" cy="828675"/>
          </a:xfrm>
          <a:custGeom xmlns:a="http://schemas.openxmlformats.org/drawingml/2006/main">
            <a:pathLst>
              <a:path w="714375" h="828675">
                <a:moveTo>
                  <a:pt x="714375" y="0"/>
                </a:moveTo>
                <a:lnTo>
                  <a:pt x="504825" y="0"/>
                </a:lnTo>
                <a:lnTo>
                  <a:pt x="504825" y="828675"/>
                </a:lnTo>
                <a:lnTo>
                  <a:pt x="0" y="8286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49" name="dp41-comparison / n225 / arrow">
            <a:extLst xmlns:a="http://schemas.openxmlformats.org/drawingml/2006/main">
              <a:ext uri="{FF2B5EF4-FFF2-40B4-BE49-F238E27FC236}">
                <a16:creationId xmlns:a16="http://schemas.microsoft.com/office/drawing/2014/main" id="{05B8F593-FC52-467B-AC79-0A696A457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7125" y="51766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0" name="dp41-comparison / n226 / path">
            <a:extLst xmlns:a="http://schemas.openxmlformats.org/drawingml/2006/main">
              <a:ext uri="{FF2B5EF4-FFF2-40B4-BE49-F238E27FC236}">
                <a16:creationId xmlns:a16="http://schemas.microsoft.com/office/drawing/2014/main" id="{189A6D30-152D-40CD-BBF5-01F8EE4D6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7125" y="5114925"/>
            <a:ext cx="714375" cy="228600"/>
          </a:xfrm>
          <a:custGeom xmlns:a="http://schemas.openxmlformats.org/drawingml/2006/main">
            <a:pathLst>
              <a:path w="714375" h="228600">
                <a:moveTo>
                  <a:pt x="0" y="0"/>
                </a:moveTo>
                <a:lnTo>
                  <a:pt x="409575" y="0"/>
                </a:lnTo>
                <a:lnTo>
                  <a:pt x="409575" y="228600"/>
                </a:lnTo>
                <a:lnTo>
                  <a:pt x="714375" y="2286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51" name="dp41-comparison / n226 / arrow">
            <a:extLst xmlns:a="http://schemas.openxmlformats.org/drawingml/2006/main">
              <a:ext uri="{FF2B5EF4-FFF2-40B4-BE49-F238E27FC236}">
                <a16:creationId xmlns:a16="http://schemas.microsoft.com/office/drawing/2014/main" id="{4FC7310F-3498-4E45-9C91-5A3D17D81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44444" y="530999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2" name="dp41-comparison / n227 / path">
            <a:extLst xmlns:a="http://schemas.openxmlformats.org/drawingml/2006/main">
              <a:ext uri="{FF2B5EF4-FFF2-40B4-BE49-F238E27FC236}">
                <a16:creationId xmlns:a16="http://schemas.microsoft.com/office/drawing/2014/main" id="{11547098-D88D-4C1B-A1D6-A3F21F3A1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7125" y="5267325"/>
            <a:ext cx="714375" cy="238125"/>
          </a:xfrm>
          <a:custGeom xmlns:a="http://schemas.openxmlformats.org/drawingml/2006/main">
            <a:pathLst>
              <a:path w="714375" h="238125">
                <a:moveTo>
                  <a:pt x="714375" y="238125"/>
                </a:moveTo>
                <a:lnTo>
                  <a:pt x="504825" y="238125"/>
                </a:lnTo>
                <a:lnTo>
                  <a:pt x="50482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53" name="dp41-comparison / n227 / arrow">
            <a:extLst xmlns:a="http://schemas.openxmlformats.org/drawingml/2006/main">
              <a:ext uri="{FF2B5EF4-FFF2-40B4-BE49-F238E27FC236}">
                <a16:creationId xmlns:a16="http://schemas.microsoft.com/office/drawing/2014/main" id="{AA25EFB2-1A1F-43C5-BF47-064005C9A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7125" y="523379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4" name="dp41-comparison / n230 / path">
            <a:extLst xmlns:a="http://schemas.openxmlformats.org/drawingml/2006/main">
              <a:ext uri="{FF2B5EF4-FFF2-40B4-BE49-F238E27FC236}">
                <a16:creationId xmlns:a16="http://schemas.microsoft.com/office/drawing/2014/main" id="{940F2888-01C4-478C-97EE-5F0A27473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20550" y="4229100"/>
            <a:ext cx="5715000" cy="2809875"/>
          </a:xfrm>
          <a:custGeom xmlns:a="http://schemas.openxmlformats.org/drawingml/2006/main">
            <a:pathLst>
              <a:path w="5715000" h="2809875">
                <a:moveTo>
                  <a:pt x="4763" y="2495550"/>
                </a:moveTo>
                <a:lnTo>
                  <a:pt x="0" y="2809875"/>
                </a:lnTo>
                <a:lnTo>
                  <a:pt x="5715000" y="2809875"/>
                </a:lnTo>
                <a:lnTo>
                  <a:pt x="5715000" y="0"/>
                </a:lnTo>
                <a:lnTo>
                  <a:pt x="56483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55" name="dp41-comparison / n230 / arrow">
            <a:extLst xmlns:a="http://schemas.openxmlformats.org/drawingml/2006/main">
              <a:ext uri="{FF2B5EF4-FFF2-40B4-BE49-F238E27FC236}">
                <a16:creationId xmlns:a16="http://schemas.microsoft.com/office/drawing/2014/main" id="{E7D65800-2214-4583-9CC4-4B913CBD2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68875" y="4195572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6" name="dp41-comparison / n231 / path">
            <a:extLst xmlns:a="http://schemas.openxmlformats.org/drawingml/2006/main">
              <a:ext uri="{FF2B5EF4-FFF2-40B4-BE49-F238E27FC236}">
                <a16:creationId xmlns:a16="http://schemas.microsoft.com/office/drawing/2014/main" id="{CBB7483E-D6FE-499D-A08F-A9795C5EF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68875" y="5353050"/>
            <a:ext cx="66675" cy="953"/>
          </a:xfrm>
          <a:custGeom xmlns:a="http://schemas.openxmlformats.org/drawingml/2006/main">
            <a:pathLst>
              <a:path w="66675" h="953">
                <a:moveTo>
                  <a:pt x="6667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57" name="dp41-comparison / n231 / arrow">
            <a:extLst xmlns:a="http://schemas.openxmlformats.org/drawingml/2006/main">
              <a:ext uri="{FF2B5EF4-FFF2-40B4-BE49-F238E27FC236}">
                <a16:creationId xmlns:a16="http://schemas.microsoft.com/office/drawing/2014/main" id="{EBE4126A-00A7-4712-A6E9-1549AFF6B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68875" y="5319522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8" name="dp41-comparison / n232 / path">
            <a:extLst xmlns:a="http://schemas.openxmlformats.org/drawingml/2006/main">
              <a:ext uri="{FF2B5EF4-FFF2-40B4-BE49-F238E27FC236}">
                <a16:creationId xmlns:a16="http://schemas.microsoft.com/office/drawing/2014/main" id="{02682418-C54B-492A-9F80-E8E91B1E8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44375" y="4371975"/>
            <a:ext cx="5648325" cy="2733675"/>
          </a:xfrm>
          <a:custGeom xmlns:a="http://schemas.openxmlformats.org/drawingml/2006/main">
            <a:pathLst>
              <a:path w="5648325" h="2733675">
                <a:moveTo>
                  <a:pt x="5524500" y="0"/>
                </a:moveTo>
                <a:lnTo>
                  <a:pt x="5648325" y="0"/>
                </a:lnTo>
                <a:lnTo>
                  <a:pt x="5648325" y="2733675"/>
                </a:lnTo>
                <a:lnTo>
                  <a:pt x="0" y="2733675"/>
                </a:lnTo>
                <a:lnTo>
                  <a:pt x="4763" y="23526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59" name="dp41-comparison / n232 / arrow">
            <a:extLst xmlns:a="http://schemas.openxmlformats.org/drawingml/2006/main">
              <a:ext uri="{FF2B5EF4-FFF2-40B4-BE49-F238E27FC236}">
                <a16:creationId xmlns:a16="http://schemas.microsoft.com/office/drawing/2014/main" id="{4858DD47-A20A-4CCA-95DA-822053F26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14774" y="6724650"/>
            <a:ext cx="67051" cy="67470"/>
          </a:xfrm>
          <a:custGeom xmlns:a="http://schemas.openxmlformats.org/drawingml/2006/main">
            <a:pathLst>
              <a:path w="67051" h="67470">
                <a:moveTo>
                  <a:pt x="67051" y="67470"/>
                </a:moveTo>
                <a:lnTo>
                  <a:pt x="34364" y="0"/>
                </a:lnTo>
                <a:lnTo>
                  <a:pt x="0" y="66632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60" name="dp41-comparison / n233 / path">
            <a:extLst xmlns:a="http://schemas.openxmlformats.org/drawingml/2006/main">
              <a:ext uri="{FF2B5EF4-FFF2-40B4-BE49-F238E27FC236}">
                <a16:creationId xmlns:a16="http://schemas.microsoft.com/office/drawing/2014/main" id="{ABF1715E-90BD-4E4C-A68B-C2BB1BA39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68875" y="5495925"/>
            <a:ext cx="123825" cy="953"/>
          </a:xfrm>
          <a:custGeom xmlns:a="http://schemas.openxmlformats.org/drawingml/2006/main">
            <a:pathLst>
              <a:path w="123825" h="953">
                <a:moveTo>
                  <a:pt x="0" y="0"/>
                </a:moveTo>
                <a:lnTo>
                  <a:pt x="1238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61" name="dp41-comparison / n236 / path">
            <a:extLst xmlns:a="http://schemas.openxmlformats.org/drawingml/2006/main">
              <a:ext uri="{FF2B5EF4-FFF2-40B4-BE49-F238E27FC236}">
                <a16:creationId xmlns:a16="http://schemas.microsoft.com/office/drawing/2014/main" id="{7199456E-22AB-411F-B050-FEF33BE4F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8063" y="5314950"/>
            <a:ext cx="23813" cy="1038225"/>
          </a:xfrm>
          <a:custGeom xmlns:a="http://schemas.openxmlformats.org/drawingml/2006/main">
            <a:pathLst>
              <a:path w="23813" h="1038225">
                <a:moveTo>
                  <a:pt x="23813" y="0"/>
                </a:moveTo>
                <a:lnTo>
                  <a:pt x="0" y="103822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62" name="dp41-comparison / n236 / arrow">
            <a:extLst xmlns:a="http://schemas.openxmlformats.org/drawingml/2006/main">
              <a:ext uri="{FF2B5EF4-FFF2-40B4-BE49-F238E27FC236}">
                <a16:creationId xmlns:a16="http://schemas.microsoft.com/office/drawing/2014/main" id="{1596F81F-CCB9-45A0-BB8C-D8FD46940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6081" y="6285368"/>
            <a:ext cx="67038" cy="67807"/>
          </a:xfrm>
          <a:custGeom xmlns:a="http://schemas.openxmlformats.org/drawingml/2006/main">
            <a:pathLst>
              <a:path w="67038" h="67807">
                <a:moveTo>
                  <a:pt x="0" y="0"/>
                </a:moveTo>
                <a:lnTo>
                  <a:pt x="31982" y="67807"/>
                </a:lnTo>
                <a:lnTo>
                  <a:pt x="67038" y="1538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63" name="dp41-comparison / n239 / path">
            <a:extLst xmlns:a="http://schemas.openxmlformats.org/drawingml/2006/main">
              <a:ext uri="{FF2B5EF4-FFF2-40B4-BE49-F238E27FC236}">
                <a16:creationId xmlns:a16="http://schemas.microsoft.com/office/drawing/2014/main" id="{58E728B6-43BE-42E5-BB08-921E7CA94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0125" y="6462713"/>
            <a:ext cx="476250" cy="953"/>
          </a:xfrm>
          <a:custGeom xmlns:a="http://schemas.openxmlformats.org/drawingml/2006/main">
            <a:pathLst>
              <a:path w="476250" h="953">
                <a:moveTo>
                  <a:pt x="0" y="0"/>
                </a:moveTo>
                <a:lnTo>
                  <a:pt x="476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64" name="dp41-comparison / n239 / arrow">
            <a:extLst xmlns:a="http://schemas.openxmlformats.org/drawingml/2006/main">
              <a:ext uri="{FF2B5EF4-FFF2-40B4-BE49-F238E27FC236}">
                <a16:creationId xmlns:a16="http://schemas.microsoft.com/office/drawing/2014/main" id="{0C932D97-12B9-4E2C-B872-693B78C38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39319" y="6429185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65" name="dp41-comparison / n240 / path">
            <a:extLst xmlns:a="http://schemas.openxmlformats.org/drawingml/2006/main">
              <a:ext uri="{FF2B5EF4-FFF2-40B4-BE49-F238E27FC236}">
                <a16:creationId xmlns:a16="http://schemas.microsoft.com/office/drawing/2014/main" id="{5E2A729C-5984-4A24-B4B4-5A6B5A777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0125" y="6624638"/>
            <a:ext cx="476250" cy="953"/>
          </a:xfrm>
          <a:custGeom xmlns:a="http://schemas.openxmlformats.org/drawingml/2006/main">
            <a:pathLst>
              <a:path w="476250" h="953">
                <a:moveTo>
                  <a:pt x="47625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66" name="dp41-comparison / n240 / arrow">
            <a:extLst xmlns:a="http://schemas.openxmlformats.org/drawingml/2006/main">
              <a:ext uri="{FF2B5EF4-FFF2-40B4-BE49-F238E27FC236}">
                <a16:creationId xmlns:a16="http://schemas.microsoft.com/office/drawing/2014/main" id="{2F1DEC6F-8390-49C2-8362-16D8A4521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0125" y="6591110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67" name="dp41-comparison / n243 / path">
            <a:extLst xmlns:a="http://schemas.openxmlformats.org/drawingml/2006/main">
              <a:ext uri="{FF2B5EF4-FFF2-40B4-BE49-F238E27FC236}">
                <a16:creationId xmlns:a16="http://schemas.microsoft.com/office/drawing/2014/main" id="{FD3E2EF2-83F2-42EF-92EC-6C25758AE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724650"/>
            <a:ext cx="5576888" cy="76200"/>
          </a:xfrm>
          <a:custGeom xmlns:a="http://schemas.openxmlformats.org/drawingml/2006/main">
            <a:pathLst>
              <a:path w="5576888" h="76200">
                <a:moveTo>
                  <a:pt x="4763" y="0"/>
                </a:moveTo>
                <a:lnTo>
                  <a:pt x="0" y="76200"/>
                </a:lnTo>
                <a:lnTo>
                  <a:pt x="5572125" y="76200"/>
                </a:lnTo>
                <a:lnTo>
                  <a:pt x="5576888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68" name="dp41-comparison / n243 / arrow">
            <a:extLst xmlns:a="http://schemas.openxmlformats.org/drawingml/2006/main">
              <a:ext uri="{FF2B5EF4-FFF2-40B4-BE49-F238E27FC236}">
                <a16:creationId xmlns:a16="http://schemas.microsoft.com/office/drawing/2014/main" id="{E041B055-61D5-4248-AB40-BE017C92F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02492" y="6724650"/>
            <a:ext cx="66925" cy="69017"/>
          </a:xfrm>
          <a:custGeom xmlns:a="http://schemas.openxmlformats.org/drawingml/2006/main">
            <a:pathLst>
              <a:path w="66925" h="69017">
                <a:moveTo>
                  <a:pt x="66925" y="69017"/>
                </a:moveTo>
                <a:lnTo>
                  <a:pt x="37646" y="0"/>
                </a:lnTo>
                <a:lnTo>
                  <a:pt x="0" y="64834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69" name="dp41-comparison / n244 / path">
            <a:extLst xmlns:a="http://schemas.openxmlformats.org/drawingml/2006/main">
              <a:ext uri="{FF2B5EF4-FFF2-40B4-BE49-F238E27FC236}">
                <a16:creationId xmlns:a16="http://schemas.microsoft.com/office/drawing/2014/main" id="{D1478FC3-1428-4A64-BE13-2F7E212B3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68113" y="6724650"/>
            <a:ext cx="5576888" cy="228600"/>
          </a:xfrm>
          <a:custGeom xmlns:a="http://schemas.openxmlformats.org/drawingml/2006/main">
            <a:pathLst>
              <a:path w="5576888" h="228600">
                <a:moveTo>
                  <a:pt x="5572125" y="0"/>
                </a:moveTo>
                <a:lnTo>
                  <a:pt x="5576888" y="228600"/>
                </a:lnTo>
                <a:lnTo>
                  <a:pt x="4763" y="22860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70" name="dp41-comparison / n244 / arrow">
            <a:extLst xmlns:a="http://schemas.openxmlformats.org/drawingml/2006/main">
              <a:ext uri="{FF2B5EF4-FFF2-40B4-BE49-F238E27FC236}">
                <a16:creationId xmlns:a16="http://schemas.microsoft.com/office/drawing/2014/main" id="{CF21D9B0-125E-4A46-8A59-052E6E39E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35988" y="6724650"/>
            <a:ext cx="67041" cy="67740"/>
          </a:xfrm>
          <a:custGeom xmlns:a="http://schemas.openxmlformats.org/drawingml/2006/main">
            <a:pathLst>
              <a:path w="67041" h="67740">
                <a:moveTo>
                  <a:pt x="67041" y="66343"/>
                </a:moveTo>
                <a:lnTo>
                  <a:pt x="32124" y="0"/>
                </a:lnTo>
                <a:lnTo>
                  <a:pt x="0" y="6774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71" name="dp41-comparison / n171">
            <a:extLst xmlns:a="http://schemas.openxmlformats.org/drawingml/2006/main">
              <a:ext uri="{FF2B5EF4-FFF2-40B4-BE49-F238E27FC236}">
                <a16:creationId xmlns:a16="http://schemas.microsoft.com/office/drawing/2014/main" id="{2F7A01F5-1D5C-41F2-A250-259C460D9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390775"/>
            <a:ext cx="2389632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2" name="dp41-comparison / n172 / text 1">
            <a:extLst xmlns:a="http://schemas.openxmlformats.org/drawingml/2006/main">
              <a:ext uri="{FF2B5EF4-FFF2-40B4-BE49-F238E27FC236}">
                <a16:creationId xmlns:a16="http://schemas.microsoft.com/office/drawing/2014/main" id="{0D722FB6-B384-43E5-A71E-043F21CA1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400300"/>
            <a:ext cx="5048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확정 User Turn / 새 Request</a:t>
            </a:r>
          </a:p>
        </p:txBody>
      </p:sp>
      <p:sp>
        <p:nvSpPr>
          <p:cNvPr id="273" name="dp41-comparison / n173">
            <a:extLst xmlns:a="http://schemas.openxmlformats.org/drawingml/2006/main">
              <a:ext uri="{FF2B5EF4-FFF2-40B4-BE49-F238E27FC236}">
                <a16:creationId xmlns:a16="http://schemas.microsoft.com/office/drawing/2014/main" id="{1C6E8334-A725-46B1-B937-D46C2E143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92450" y="3038475"/>
            <a:ext cx="1881759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4" name="dp41-comparison / n174 / text 1">
            <a:extLst xmlns:a="http://schemas.openxmlformats.org/drawingml/2006/main">
              <a:ext uri="{FF2B5EF4-FFF2-40B4-BE49-F238E27FC236}">
                <a16:creationId xmlns:a16="http://schemas.microsoft.com/office/drawing/2014/main" id="{82276F53-B422-457D-B877-EF37CDEC6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0" y="3048000"/>
            <a:ext cx="19050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공유 Omni 1벌 / 역할별 KV</a:t>
            </a:r>
          </a:p>
        </p:txBody>
      </p:sp>
      <p:sp>
        <p:nvSpPr>
          <p:cNvPr id="275" name="dp41-comparison / n185">
            <a:extLst xmlns:a="http://schemas.openxmlformats.org/drawingml/2006/main">
              <a:ext uri="{FF2B5EF4-FFF2-40B4-BE49-F238E27FC236}">
                <a16:creationId xmlns:a16="http://schemas.microsoft.com/office/drawing/2014/main" id="{D740881E-F1C3-405B-88D0-42BFEEF36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0" y="4562475"/>
            <a:ext cx="1684401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6" name="dp41-comparison / n186 / text 1">
            <a:extLst xmlns:a="http://schemas.openxmlformats.org/drawingml/2006/main">
              <a:ext uri="{FF2B5EF4-FFF2-40B4-BE49-F238E27FC236}">
                <a16:creationId xmlns:a16="http://schemas.microsoft.com/office/drawing/2014/main" id="{02C7679B-142A-4D1D-B61C-88757F4CD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4572000"/>
            <a:ext cx="18383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화면 / 과거 정보 / 버전</a:t>
            </a:r>
          </a:p>
        </p:txBody>
      </p:sp>
      <p:sp>
        <p:nvSpPr>
          <p:cNvPr id="277" name="dp41-comparison / n187">
            <a:extLst xmlns:a="http://schemas.openxmlformats.org/drawingml/2006/main">
              <a:ext uri="{FF2B5EF4-FFF2-40B4-BE49-F238E27FC236}">
                <a16:creationId xmlns:a16="http://schemas.microsoft.com/office/drawing/2014/main" id="{6CD928F3-FE9E-4EB8-A9A2-F8A035999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0" y="5686425"/>
            <a:ext cx="17270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8" name="dp41-comparison / n188 / text 1">
            <a:extLst xmlns:a="http://schemas.openxmlformats.org/drawingml/2006/main">
              <a:ext uri="{FF2B5EF4-FFF2-40B4-BE49-F238E27FC236}">
                <a16:creationId xmlns:a16="http://schemas.microsoft.com/office/drawing/2014/main" id="{C13D2095-2567-4860-B0FD-09A1F544F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5695950"/>
            <a:ext cx="18383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후보 / 상태 / 버전</a:t>
            </a:r>
          </a:p>
        </p:txBody>
      </p:sp>
      <p:sp>
        <p:nvSpPr>
          <p:cNvPr id="279" name="dp41-comparison / n190">
            <a:extLst xmlns:a="http://schemas.openxmlformats.org/drawingml/2006/main">
              <a:ext uri="{FF2B5EF4-FFF2-40B4-BE49-F238E27FC236}">
                <a16:creationId xmlns:a16="http://schemas.microsoft.com/office/drawing/2014/main" id="{F997F3EF-F46D-41EA-B853-DCC19B86A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028950"/>
            <a:ext cx="2029015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0" name="dp41-comparison / n191 / text 1">
            <a:extLst xmlns:a="http://schemas.openxmlformats.org/drawingml/2006/main">
              <a:ext uri="{FF2B5EF4-FFF2-40B4-BE49-F238E27FC236}">
                <a16:creationId xmlns:a16="http://schemas.microsoft.com/office/drawing/2014/main" id="{9BF0F562-29F1-4471-BFAF-5536CEF18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038475"/>
            <a:ext cx="28575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1 입력 접수 → 해석 요청</a:t>
            </a:r>
          </a:p>
        </p:txBody>
      </p:sp>
      <p:sp>
        <p:nvSpPr>
          <p:cNvPr id="281" name="dp41-comparison / n204">
            <a:extLst xmlns:a="http://schemas.openxmlformats.org/drawingml/2006/main">
              <a:ext uri="{FF2B5EF4-FFF2-40B4-BE49-F238E27FC236}">
                <a16:creationId xmlns:a16="http://schemas.microsoft.com/office/drawing/2014/main" id="{C202DA9E-97E6-4156-806D-A5A7FFE05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4200525"/>
            <a:ext cx="2681859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2" name="dp41-comparison / n205 / text 1">
            <a:extLst xmlns:a="http://schemas.openxmlformats.org/drawingml/2006/main">
              <a:ext uri="{FF2B5EF4-FFF2-40B4-BE49-F238E27FC236}">
                <a16:creationId xmlns:a16="http://schemas.microsoft.com/office/drawing/2014/main" id="{83DD5955-6BC5-44AE-810A-FA97BB28F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4210050"/>
            <a:ext cx="29527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2 유한 요청 틀: 목표 / 조건 / 관계 등</a:t>
            </a:r>
          </a:p>
        </p:txBody>
      </p:sp>
      <p:sp>
        <p:nvSpPr>
          <p:cNvPr id="283" name="dp41-comparison / n207">
            <a:extLst xmlns:a="http://schemas.openxmlformats.org/drawingml/2006/main">
              <a:ext uri="{FF2B5EF4-FFF2-40B4-BE49-F238E27FC236}">
                <a16:creationId xmlns:a16="http://schemas.microsoft.com/office/drawing/2014/main" id="{42ADF8F4-77C6-46F4-9FC4-BFCF6AC5A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4950" y="4229100"/>
            <a:ext cx="732282" cy="2933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4" name="dp41-comparison / n208 / text 1">
            <a:extLst xmlns:a="http://schemas.openxmlformats.org/drawingml/2006/main">
              <a:ext uri="{FF2B5EF4-FFF2-40B4-BE49-F238E27FC236}">
                <a16:creationId xmlns:a16="http://schemas.microsoft.com/office/drawing/2014/main" id="{4250D6A5-B906-4073-8E98-ADB58447E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4238625"/>
            <a:ext cx="9525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부분 재해석</a:t>
            </a:r>
          </a:p>
        </p:txBody>
      </p:sp>
      <p:sp>
        <p:nvSpPr>
          <p:cNvPr id="285" name="dp41-comparison / n208 / text 2">
            <a:extLst xmlns:a="http://schemas.openxmlformats.org/drawingml/2006/main">
              <a:ext uri="{FF2B5EF4-FFF2-40B4-BE49-F238E27FC236}">
                <a16:creationId xmlns:a16="http://schemas.microsoft.com/office/drawing/2014/main" id="{831EAA94-6612-4E9C-98C0-ACE7A88C7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4375785"/>
            <a:ext cx="9525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요청 / 반환</a:t>
            </a:r>
          </a:p>
        </p:txBody>
      </p:sp>
      <p:sp>
        <p:nvSpPr>
          <p:cNvPr id="286" name="dp41-comparison / n212">
            <a:extLst xmlns:a="http://schemas.openxmlformats.org/drawingml/2006/main">
              <a:ext uri="{FF2B5EF4-FFF2-40B4-BE49-F238E27FC236}">
                <a16:creationId xmlns:a16="http://schemas.microsoft.com/office/drawing/2014/main" id="{25F5D96E-9333-496C-AD47-402DBA048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5381625"/>
            <a:ext cx="25271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7" name="dp41-comparison / n213 / text 1">
            <a:extLst xmlns:a="http://schemas.openxmlformats.org/drawingml/2006/main">
              <a:ext uri="{FF2B5EF4-FFF2-40B4-BE49-F238E27FC236}">
                <a16:creationId xmlns:a16="http://schemas.microsoft.com/office/drawing/2014/main" id="{D37AF6A8-1354-47CF-BA5D-BCB831DB1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5391150"/>
            <a:ext cx="2619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확인 후보 / 정보 / 버전 → 코드 결합</a:t>
            </a:r>
          </a:p>
        </p:txBody>
      </p:sp>
      <p:sp>
        <p:nvSpPr>
          <p:cNvPr id="288" name="dp41-comparison / n214">
            <a:extLst xmlns:a="http://schemas.openxmlformats.org/drawingml/2006/main">
              <a:ext uri="{FF2B5EF4-FFF2-40B4-BE49-F238E27FC236}">
                <a16:creationId xmlns:a16="http://schemas.microsoft.com/office/drawing/2014/main" id="{D765F337-B0E6-403C-8D3B-F9231ECD4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5724525"/>
            <a:ext cx="1817751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9" name="dp41-comparison / n215 / text 1">
            <a:extLst xmlns:a="http://schemas.openxmlformats.org/drawingml/2006/main">
              <a:ext uri="{FF2B5EF4-FFF2-40B4-BE49-F238E27FC236}">
                <a16:creationId xmlns:a16="http://schemas.microsoft.com/office/drawing/2014/main" id="{479C3549-6DE2-477D-9977-D2428FE74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5734050"/>
            <a:ext cx="2619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미해결 / 충돌 → 추가 조회</a:t>
            </a:r>
          </a:p>
        </p:txBody>
      </p:sp>
      <p:sp>
        <p:nvSpPr>
          <p:cNvPr id="290" name="dp41-comparison / n222">
            <a:extLst xmlns:a="http://schemas.openxmlformats.org/drawingml/2006/main">
              <a:ext uri="{FF2B5EF4-FFF2-40B4-BE49-F238E27FC236}">
                <a16:creationId xmlns:a16="http://schemas.microsoft.com/office/drawing/2014/main" id="{089A5A82-0F2C-4340-8E10-501A75E75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3228975"/>
            <a:ext cx="1965008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1" name="dp41-comparison / n223 / text 1">
            <a:extLst xmlns:a="http://schemas.openxmlformats.org/drawingml/2006/main">
              <a:ext uri="{FF2B5EF4-FFF2-40B4-BE49-F238E27FC236}">
                <a16:creationId xmlns:a16="http://schemas.microsoft.com/office/drawing/2014/main" id="{4F05A5EB-C20E-4F7C-B201-A2416812F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01550" y="3238500"/>
            <a:ext cx="308610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모델 호출 → / ← 해석 결과</a:t>
            </a:r>
          </a:p>
        </p:txBody>
      </p:sp>
      <p:sp>
        <p:nvSpPr>
          <p:cNvPr id="292" name="dp41-comparison / n228">
            <a:extLst xmlns:a="http://schemas.openxmlformats.org/drawingml/2006/main">
              <a:ext uri="{FF2B5EF4-FFF2-40B4-BE49-F238E27FC236}">
                <a16:creationId xmlns:a16="http://schemas.microsoft.com/office/drawing/2014/main" id="{181979D6-30AB-43C8-A9FF-375DBA856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21025" y="3781425"/>
            <a:ext cx="1495044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3" name="dp41-comparison / n229 / text 1">
            <a:extLst xmlns:a="http://schemas.openxmlformats.org/drawingml/2006/main">
              <a:ext uri="{FF2B5EF4-FFF2-40B4-BE49-F238E27FC236}">
                <a16:creationId xmlns:a16="http://schemas.microsoft.com/office/drawing/2014/main" id="{F1908EEE-6E15-4BF0-ABCF-37D921511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40075" y="3790950"/>
            <a:ext cx="17907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허용 조회 → / ← 정보</a:t>
            </a:r>
          </a:p>
        </p:txBody>
      </p:sp>
      <p:sp>
        <p:nvSpPr>
          <p:cNvPr id="294" name="dp41-comparison / n234">
            <a:extLst xmlns:a="http://schemas.openxmlformats.org/drawingml/2006/main">
              <a:ext uri="{FF2B5EF4-FFF2-40B4-BE49-F238E27FC236}">
                <a16:creationId xmlns:a16="http://schemas.microsoft.com/office/drawing/2014/main" id="{F332A228-62E8-46FA-900F-B0DEF1DA4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44475" y="6858000"/>
            <a:ext cx="3047238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5" name="dp41-comparison / n235 / text 1">
            <a:extLst xmlns:a="http://schemas.openxmlformats.org/drawingml/2006/main">
              <a:ext uri="{FF2B5EF4-FFF2-40B4-BE49-F238E27FC236}">
                <a16:creationId xmlns:a16="http://schemas.microsoft.com/office/drawing/2014/main" id="{F0D0D30B-DE33-4392-B82B-EB1216B78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63525" y="6867525"/>
            <a:ext cx="46672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현재 정보 / Task / 질문 연결 재확인 / 반환</a:t>
            </a:r>
          </a:p>
        </p:txBody>
      </p:sp>
      <p:sp>
        <p:nvSpPr>
          <p:cNvPr id="296" name="dp41-comparison / n237">
            <a:extLst xmlns:a="http://schemas.openxmlformats.org/drawingml/2006/main">
              <a:ext uri="{FF2B5EF4-FFF2-40B4-BE49-F238E27FC236}">
                <a16:creationId xmlns:a16="http://schemas.microsoft.com/office/drawing/2014/main" id="{86F11D09-0E3B-4211-8E48-6D34D73C6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5991225"/>
            <a:ext cx="1684401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7" name="dp41-comparison / n238 / text 1">
            <a:extLst xmlns:a="http://schemas.openxmlformats.org/drawingml/2006/main">
              <a:ext uri="{FF2B5EF4-FFF2-40B4-BE49-F238E27FC236}">
                <a16:creationId xmlns:a16="http://schemas.microsoft.com/office/drawing/2014/main" id="{9396E650-ECC9-418F-9CED-3FD7761CB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6000750"/>
            <a:ext cx="26670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3 의미 제안 / 확인 질문</a:t>
            </a:r>
          </a:p>
        </p:txBody>
      </p:sp>
      <p:sp>
        <p:nvSpPr>
          <p:cNvPr id="298" name="dp41-comparison / n238 / text 2">
            <a:extLst xmlns:a="http://schemas.openxmlformats.org/drawingml/2006/main">
              <a:ext uri="{FF2B5EF4-FFF2-40B4-BE49-F238E27FC236}">
                <a16:creationId xmlns:a16="http://schemas.microsoft.com/office/drawing/2014/main" id="{5CFCE44E-AF1C-492B-A8BB-CB045539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6160770"/>
            <a:ext cx="26670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틀 밖 관계는 보류</a:t>
            </a:r>
          </a:p>
        </p:txBody>
      </p:sp>
      <p:sp>
        <p:nvSpPr>
          <p:cNvPr id="299" name="dp41-comparison / n241">
            <a:extLst xmlns:a="http://schemas.openxmlformats.org/drawingml/2006/main">
              <a:ext uri="{FF2B5EF4-FFF2-40B4-BE49-F238E27FC236}">
                <a16:creationId xmlns:a16="http://schemas.microsoft.com/office/drawing/2014/main" id="{9D45E2E0-AD0C-4B8E-A184-0687437A2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4950" y="6162675"/>
            <a:ext cx="19937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0" name="dp41-comparison / n242 / text 1">
            <a:extLst xmlns:a="http://schemas.openxmlformats.org/drawingml/2006/main">
              <a:ext uri="{FF2B5EF4-FFF2-40B4-BE49-F238E27FC236}">
                <a16:creationId xmlns:a16="http://schemas.microsoft.com/office/drawing/2014/main" id="{8D19B973-679B-477D-BC70-525F3F3BA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6172200"/>
            <a:ext cx="27432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채택 저장 → / ← 성공 / 실패</a:t>
            </a:r>
          </a:p>
        </p:txBody>
      </p:sp>
      <p:sp>
        <p:nvSpPr>
          <p:cNvPr id="301" name="dp41-comparison / n245">
            <a:extLst xmlns:a="http://schemas.openxmlformats.org/drawingml/2006/main">
              <a:ext uri="{FF2B5EF4-FFF2-40B4-BE49-F238E27FC236}">
                <a16:creationId xmlns:a16="http://schemas.microsoft.com/office/drawing/2014/main" id="{1D52D999-B2FF-4A2B-BEB1-D1B8BAD62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6829425"/>
            <a:ext cx="19937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2" name="dp41-comparison / n246 / text 1">
            <a:extLst xmlns:a="http://schemas.openxmlformats.org/drawingml/2006/main">
              <a:ext uri="{FF2B5EF4-FFF2-40B4-BE49-F238E27FC236}">
                <a16:creationId xmlns:a16="http://schemas.microsoft.com/office/drawing/2014/main" id="{43710D8A-60CD-4581-9F92-EF631F4EE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6838950"/>
            <a:ext cx="24479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권한 검사 → / ← 허용 / 거부</a:t>
            </a:r>
          </a:p>
        </p:txBody>
      </p:sp>
      <p:sp>
        <p:nvSpPr>
          <p:cNvPr id="303" name="dp41-comparison / n247">
            <a:extLst xmlns:a="http://schemas.openxmlformats.org/drawingml/2006/main">
              <a:ext uri="{FF2B5EF4-FFF2-40B4-BE49-F238E27FC236}">
                <a16:creationId xmlns:a16="http://schemas.microsoft.com/office/drawing/2014/main" id="{3E3D66DF-CA3D-43CD-B768-24D14848E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7219950"/>
            <a:ext cx="6897624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4" name="dp41-comparison / n248 / text 1">
            <a:extLst xmlns:a="http://schemas.openxmlformats.org/drawingml/2006/main">
              <a:ext uri="{FF2B5EF4-FFF2-40B4-BE49-F238E27FC236}">
                <a16:creationId xmlns:a16="http://schemas.microsoft.com/office/drawing/2014/main" id="{A6D0DE68-0C40-49B3-9368-F7A88C127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7229475"/>
            <a:ext cx="7715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채택 후: Response Manager → Interaction Manager / Task Manager → Agent Gateway</a:t>
            </a:r>
          </a:p>
        </p:txBody>
      </p:sp>
      <p:sp>
        <p:nvSpPr>
          <p:cNvPr id="305" name="dp41-comparison / n249">
            <a:extLst xmlns:a="http://schemas.openxmlformats.org/drawingml/2006/main">
              <a:ext uri="{FF2B5EF4-FFF2-40B4-BE49-F238E27FC236}">
                <a16:creationId xmlns:a16="http://schemas.microsoft.com/office/drawing/2014/main" id="{07148901-B160-4CF3-A2BF-6BC9DC8E5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7419975"/>
            <a:ext cx="586359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6" name="dp41-comparison / n250 / text 1">
            <a:extLst xmlns:a="http://schemas.openxmlformats.org/drawingml/2006/main">
              <a:ext uri="{FF2B5EF4-FFF2-40B4-BE49-F238E27FC236}">
                <a16:creationId xmlns:a16="http://schemas.microsoft.com/office/drawing/2014/main" id="{64064C3D-1A40-4602-95B4-47C90286B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7429500"/>
            <a:ext cx="77152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Component는 논리적 책임 경계 / 포함된 Module은 내부 구현 / 별도 프로세스 의미 없음</a:t>
            </a:r>
          </a:p>
        </p:txBody>
      </p:sp>
    </p:spTree>
    <p:extLst>
      <p:ext uri="{BB962C8B-B14F-4D97-AF65-F5344CB8AC3E}">
        <p14:creationId xmlns:p14="http://schemas.microsoft.com/office/powerpoint/2010/main" val="114400658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1" name="dp42-background / n1">
            <a:extLst xmlns:a="http://schemas.openxmlformats.org/drawingml/2006/main">
              <a:ext uri="{FF2B5EF4-FFF2-40B4-BE49-F238E27FC236}">
                <a16:creationId xmlns:a16="http://schemas.microsoft.com/office/drawing/2014/main" id="{37BB2F86-1985-4C53-B9E1-90E36D02F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2-background / n2 / text 1">
            <a:extLst xmlns:a="http://schemas.openxmlformats.org/drawingml/2006/main">
              <a:ext uri="{FF2B5EF4-FFF2-40B4-BE49-F238E27FC236}">
                <a16:creationId xmlns:a16="http://schemas.microsoft.com/office/drawing/2014/main" id="{A3045ED2-AE29-42E2-9A50-7EEBDFAB5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11906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배경</a:t>
            </a:r>
          </a:p>
        </p:txBody>
      </p:sp>
      <p:sp>
        <p:nvSpPr>
          <p:cNvPr id="3" name="dp42-background / n3 / text 1">
            <a:extLst xmlns:a="http://schemas.openxmlformats.org/drawingml/2006/main">
              <a:ext uri="{FF2B5EF4-FFF2-40B4-BE49-F238E27FC236}">
                <a16:creationId xmlns:a16="http://schemas.microsoft.com/office/drawing/2014/main" id="{5DEC4B48-D568-463C-BE6B-015148CC9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11400" y="238125"/>
            <a:ext cx="2667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04-42</a:t>
            </a:r>
          </a:p>
        </p:txBody>
      </p:sp>
      <p:sp>
        <p:nvSpPr>
          <p:cNvPr id="4" name="dp42-background / n4 / text 1">
            <a:extLst xmlns:a="http://schemas.openxmlformats.org/drawingml/2006/main">
              <a:ext uri="{FF2B5EF4-FFF2-40B4-BE49-F238E27FC236}">
                <a16:creationId xmlns:a16="http://schemas.microsoft.com/office/drawing/2014/main" id="{7FF6FFAF-A984-43AF-A7D7-AAB6EA773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695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04-42. 변경 용이성을 위한 VIA Conversation과 Task 관리 설계</a:t>
            </a:r>
          </a:p>
        </p:txBody>
      </p:sp>
      <p:sp>
        <p:nvSpPr>
          <p:cNvPr id="5" name="dp42-background / n5 / path">
            <a:extLst xmlns:a="http://schemas.openxmlformats.org/drawingml/2006/main">
              <a:ext uri="{FF2B5EF4-FFF2-40B4-BE49-F238E27FC236}">
                <a16:creationId xmlns:a16="http://schemas.microsoft.com/office/drawing/2014/main" id="{170AA0F6-400E-4DEC-991F-665605CD2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17068800" cy="953"/>
          </a:xfrm>
          <a:custGeom xmlns:a="http://schemas.openxmlformats.org/drawingml/2006/main">
            <a:pathLst>
              <a:path w="17068800" h="953">
                <a:moveTo>
                  <a:pt x="0" y="0"/>
                </a:moveTo>
                <a:lnTo>
                  <a:pt x="17068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2-background / n6">
            <a:extLst xmlns:a="http://schemas.openxmlformats.org/drawingml/2006/main">
              <a:ext uri="{FF2B5EF4-FFF2-40B4-BE49-F238E27FC236}">
                <a16:creationId xmlns:a16="http://schemas.microsoft.com/office/drawing/2014/main" id="{211B6C4E-7211-4552-860D-B2A795C88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7068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dp42-background / n7 / text 1">
            <a:extLst xmlns:a="http://schemas.openxmlformats.org/drawingml/2006/main">
              <a:ext uri="{FF2B5EF4-FFF2-40B4-BE49-F238E27FC236}">
                <a16:creationId xmlns:a16="http://schemas.microsoft.com/office/drawing/2014/main" id="{3B3AAD25-34D2-4BDF-A122-D425CC33D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71625"/>
            <a:ext cx="16725900" cy="4972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완료와 Task 완료의 혼동 위험</a:t>
            </a:r>
          </a:p>
        </p:txBody>
      </p:sp>
      <p:sp>
        <p:nvSpPr>
          <p:cNvPr id="8" name="dp42-background / n8 / path">
            <a:extLst xmlns:a="http://schemas.openxmlformats.org/drawingml/2006/main">
              <a:ext uri="{FF2B5EF4-FFF2-40B4-BE49-F238E27FC236}">
                <a16:creationId xmlns:a16="http://schemas.microsoft.com/office/drawing/2014/main" id="{31A259D8-B5A1-4A9E-980F-34953E521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3825" y="2686050"/>
            <a:ext cx="953" cy="5495925"/>
          </a:xfrm>
          <a:custGeom xmlns:a="http://schemas.openxmlformats.org/drawingml/2006/main">
            <a:pathLst>
              <a:path w="953" h="5495925">
                <a:moveTo>
                  <a:pt x="0" y="0"/>
                </a:moveTo>
                <a:lnTo>
                  <a:pt x="0" y="54959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9" name="dp42-background / n9 / text 1">
            <a:extLst xmlns:a="http://schemas.openxmlformats.org/drawingml/2006/main">
              <a:ext uri="{FF2B5EF4-FFF2-40B4-BE49-F238E27FC236}">
                <a16:creationId xmlns:a16="http://schemas.microsoft.com/office/drawing/2014/main" id="{FAB2222E-D9F6-4635-B2B6-E053C5A2D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695575"/>
            <a:ext cx="567690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설계 고려 사항</a:t>
            </a:r>
          </a:p>
        </p:txBody>
      </p:sp>
      <p:sp>
        <p:nvSpPr>
          <p:cNvPr id="10" name="dp42-background / n10 / path">
            <a:extLst xmlns:a="http://schemas.openxmlformats.org/drawingml/2006/main">
              <a:ext uri="{FF2B5EF4-FFF2-40B4-BE49-F238E27FC236}">
                <a16:creationId xmlns:a16="http://schemas.microsoft.com/office/drawing/2014/main" id="{3330F547-954D-4A4B-8955-55C779C75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458200"/>
            <a:ext cx="17068800" cy="953"/>
          </a:xfrm>
          <a:custGeom xmlns:a="http://schemas.openxmlformats.org/drawingml/2006/main">
            <a:pathLst>
              <a:path w="17068800" h="953">
                <a:moveTo>
                  <a:pt x="0" y="0"/>
                </a:moveTo>
                <a:lnTo>
                  <a:pt x="17068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11" name="dp42-background / n11 / text 1">
            <a:extLst xmlns:a="http://schemas.openxmlformats.org/drawingml/2006/main">
              <a:ext uri="{FF2B5EF4-FFF2-40B4-BE49-F238E27FC236}">
                <a16:creationId xmlns:a16="http://schemas.microsoft.com/office/drawing/2014/main" id="{6E634169-B5F5-43BF-B1F6-ADA98859A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810625"/>
            <a:ext cx="1571625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설계 과제</a:t>
            </a:r>
          </a:p>
        </p:txBody>
      </p:sp>
      <p:sp>
        <p:nvSpPr>
          <p:cNvPr id="12" name="dp42-background / n12 / text 1">
            <a:extLst xmlns:a="http://schemas.openxmlformats.org/drawingml/2006/main">
              <a:ext uri="{FF2B5EF4-FFF2-40B4-BE49-F238E27FC236}">
                <a16:creationId xmlns:a16="http://schemas.microsoft.com/office/drawing/2014/main" id="{5B853EAC-74B9-4597-AF85-6AC042777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8763000"/>
            <a:ext cx="15392400" cy="4281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Conversation과 Task 상태의 관리 책임 및 실행 경계 설계</a:t>
            </a:r>
          </a:p>
        </p:txBody>
      </p:sp>
      <p:sp>
        <p:nvSpPr>
          <p:cNvPr id="13" name="dp42-background / n13 / text 1">
            <a:extLst xmlns:a="http://schemas.openxmlformats.org/drawingml/2006/main">
              <a:ext uri="{FF2B5EF4-FFF2-40B4-BE49-F238E27FC236}">
                <a16:creationId xmlns:a16="http://schemas.microsoft.com/office/drawing/2014/main" id="{62E35758-8D25-408A-BD66-C9E87AEE3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9277350"/>
            <a:ext cx="153924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Delegation / Downstream Agent에 작업 전달     Agent Execution / 개별 작업 실행</a:t>
            </a:r>
          </a:p>
        </p:txBody>
      </p:sp>
      <p:sp>
        <p:nvSpPr>
          <p:cNvPr id="14" name="dp42-background / n14 / text 1">
            <a:extLst xmlns:a="http://schemas.openxmlformats.org/drawingml/2006/main">
              <a:ext uri="{FF2B5EF4-FFF2-40B4-BE49-F238E27FC236}">
                <a16:creationId xmlns:a16="http://schemas.microsoft.com/office/drawing/2014/main" id="{4CA24267-44CB-44EF-97F1-C91D061C5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858375"/>
            <a:ext cx="120015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품질 관점: 기능 정확성 / 변경 용이성 / 복구성</a:t>
            </a:r>
          </a:p>
        </p:txBody>
      </p:sp>
      <p:sp>
        <p:nvSpPr>
          <p:cNvPr id="15" name="dp42-background / n15 / text 1">
            <a:extLst xmlns:a="http://schemas.openxmlformats.org/drawingml/2006/main">
              <a:ext uri="{FF2B5EF4-FFF2-40B4-BE49-F238E27FC236}">
                <a16:creationId xmlns:a16="http://schemas.microsoft.com/office/drawing/2014/main" id="{AAD243F4-F666-4073-A84B-435A7A298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9858375"/>
            <a:ext cx="45720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후보 / 미선정 / 미측정</a:t>
            </a:r>
          </a:p>
        </p:txBody>
      </p:sp>
      <p:sp>
        <p:nvSpPr>
          <p:cNvPr id="16" name="dp42-background / n16">
            <a:extLst xmlns:a="http://schemas.openxmlformats.org/drawingml/2006/main">
              <a:ext uri="{FF2B5EF4-FFF2-40B4-BE49-F238E27FC236}">
                <a16:creationId xmlns:a16="http://schemas.microsoft.com/office/drawing/2014/main" id="{30A71158-1C2D-4705-BC23-888B65BB9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572750" cy="2600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7" name="dp42-background / n17">
            <a:extLst xmlns:a="http://schemas.openxmlformats.org/drawingml/2006/main">
              <a:ext uri="{FF2B5EF4-FFF2-40B4-BE49-F238E27FC236}">
                <a16:creationId xmlns:a16="http://schemas.microsoft.com/office/drawing/2014/main" id="{2AEF9A88-F794-4480-A9E4-447851379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572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0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dp42-background / n18 / text 1">
            <a:extLst xmlns:a="http://schemas.openxmlformats.org/drawingml/2006/main">
              <a:ext uri="{FF2B5EF4-FFF2-40B4-BE49-F238E27FC236}">
                <a16:creationId xmlns:a16="http://schemas.microsoft.com/office/drawing/2014/main" id="{2A934D80-A741-4F4E-AFCE-956A495E8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95575"/>
            <a:ext cx="723900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Conversation / 입력과 Response 기록</a:t>
            </a:r>
          </a:p>
        </p:txBody>
      </p:sp>
      <p:sp>
        <p:nvSpPr>
          <p:cNvPr id="19" name="dp42-background / n19 / text 1">
            <a:extLst xmlns:a="http://schemas.openxmlformats.org/drawingml/2006/main">
              <a:ext uri="{FF2B5EF4-FFF2-40B4-BE49-F238E27FC236}">
                <a16:creationId xmlns:a16="http://schemas.microsoft.com/office/drawing/2014/main" id="{5CC73746-4CB4-4968-93CE-201FF3E1C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743200"/>
            <a:ext cx="27622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User Turn / 한 번의 발화</a:t>
            </a:r>
          </a:p>
        </p:txBody>
      </p:sp>
      <p:sp>
        <p:nvSpPr>
          <p:cNvPr id="20" name="dp42-background / n20 / text 1">
            <a:extLst xmlns:a="http://schemas.openxmlformats.org/drawingml/2006/main">
              <a:ext uri="{FF2B5EF4-FFF2-40B4-BE49-F238E27FC236}">
                <a16:creationId xmlns:a16="http://schemas.microsoft.com/office/drawing/2014/main" id="{4799FE39-0AF3-46E5-9DB4-FF2667664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05150"/>
            <a:ext cx="2952750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처음 발화</a:t>
            </a:r>
          </a:p>
        </p:txBody>
      </p:sp>
      <p:sp>
        <p:nvSpPr>
          <p:cNvPr id="21" name="dp42-background / n21 / text 1">
            <a:extLst xmlns:a="http://schemas.openxmlformats.org/drawingml/2006/main">
              <a:ext uri="{FF2B5EF4-FFF2-40B4-BE49-F238E27FC236}">
                <a16:creationId xmlns:a16="http://schemas.microsoft.com/office/drawing/2014/main" id="{4C349ABC-C36B-4018-AD5F-896FEFAA8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57575"/>
            <a:ext cx="295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“이번 달 매출보고서</a:t>
            </a:r>
          </a:p>
        </p:txBody>
      </p:sp>
      <p:sp>
        <p:nvSpPr>
          <p:cNvPr id="22" name="dp42-background / n21 / text 2">
            <a:extLst xmlns:a="http://schemas.openxmlformats.org/drawingml/2006/main">
              <a:ext uri="{FF2B5EF4-FFF2-40B4-BE49-F238E27FC236}">
                <a16:creationId xmlns:a16="http://schemas.microsoft.com/office/drawing/2014/main" id="{8CF165D1-C355-4140-A993-2B28321DE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24275"/>
            <a:ext cx="295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만들어주고, 내일 회의 안내</a:t>
            </a:r>
          </a:p>
        </p:txBody>
      </p:sp>
      <p:sp>
        <p:nvSpPr>
          <p:cNvPr id="23" name="dp42-background / n21 / text 3">
            <a:extLst xmlns:a="http://schemas.openxmlformats.org/drawingml/2006/main">
              <a:ext uri="{FF2B5EF4-FFF2-40B4-BE49-F238E27FC236}">
                <a16:creationId xmlns:a16="http://schemas.microsoft.com/office/drawing/2014/main" id="{6078DFE6-53F3-452A-80A4-41A78AB53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90975"/>
            <a:ext cx="295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메일 초안도 만들어줘.”</a:t>
            </a:r>
          </a:p>
        </p:txBody>
      </p:sp>
      <p:sp>
        <p:nvSpPr>
          <p:cNvPr id="24" name="dp42-background / n22 / text 1">
            <a:extLst xmlns:a="http://schemas.openxmlformats.org/drawingml/2006/main">
              <a:ext uri="{FF2B5EF4-FFF2-40B4-BE49-F238E27FC236}">
                <a16:creationId xmlns:a16="http://schemas.microsoft.com/office/drawing/2014/main" id="{8437ED31-B105-4536-A5AE-C1F2519E1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95775"/>
            <a:ext cx="29527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Request 2개</a:t>
            </a:r>
          </a:p>
        </p:txBody>
      </p:sp>
      <p:sp>
        <p:nvSpPr>
          <p:cNvPr id="25" name="dp42-background / n23 / text 1">
            <a:extLst xmlns:a="http://schemas.openxmlformats.org/drawingml/2006/main">
              <a:ext uri="{FF2B5EF4-FFF2-40B4-BE49-F238E27FC236}">
                <a16:creationId xmlns:a16="http://schemas.microsoft.com/office/drawing/2014/main" id="{568C11B5-5EED-45A8-9F9F-2D6435602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105150"/>
            <a:ext cx="2952750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잠시 뒤 / 진행 확인</a:t>
            </a:r>
          </a:p>
        </p:txBody>
      </p:sp>
      <p:sp>
        <p:nvSpPr>
          <p:cNvPr id="26" name="dp42-background / n24 / text 1">
            <a:extLst xmlns:a="http://schemas.openxmlformats.org/drawingml/2006/main">
              <a:ext uri="{FF2B5EF4-FFF2-40B4-BE49-F238E27FC236}">
                <a16:creationId xmlns:a16="http://schemas.microsoft.com/office/drawing/2014/main" id="{9880D9D5-AFC5-4480-B263-2FF32C286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457575"/>
            <a:ext cx="295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“보고서는 어디까지</a:t>
            </a:r>
          </a:p>
        </p:txBody>
      </p:sp>
      <p:sp>
        <p:nvSpPr>
          <p:cNvPr id="27" name="dp42-background / n24 / text 2">
            <a:extLst xmlns:a="http://schemas.openxmlformats.org/drawingml/2006/main">
              <a:ext uri="{FF2B5EF4-FFF2-40B4-BE49-F238E27FC236}">
                <a16:creationId xmlns:a16="http://schemas.microsoft.com/office/drawing/2014/main" id="{674F0E78-B568-4B12-8618-7363D7995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724275"/>
            <a:ext cx="295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됐어?”</a:t>
            </a:r>
          </a:p>
        </p:txBody>
      </p:sp>
      <p:sp>
        <p:nvSpPr>
          <p:cNvPr id="28" name="dp42-background / n25 / text 1">
            <a:extLst xmlns:a="http://schemas.openxmlformats.org/drawingml/2006/main">
              <a:ext uri="{FF2B5EF4-FFF2-40B4-BE49-F238E27FC236}">
                <a16:creationId xmlns:a16="http://schemas.microsoft.com/office/drawing/2014/main" id="{871D8480-8CCE-4083-8937-E9F22E1DE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295775"/>
            <a:ext cx="29527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Request 1개</a:t>
            </a:r>
          </a:p>
        </p:txBody>
      </p:sp>
      <p:sp>
        <p:nvSpPr>
          <p:cNvPr id="29" name="dp42-background / n26 / text 1">
            <a:extLst xmlns:a="http://schemas.openxmlformats.org/drawingml/2006/main">
              <a:ext uri="{FF2B5EF4-FFF2-40B4-BE49-F238E27FC236}">
                <a16:creationId xmlns:a16="http://schemas.microsoft.com/office/drawing/2014/main" id="{3E2000F7-8465-4E6F-8BB7-C1E1EB09E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105150"/>
            <a:ext cx="2952750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보고서 완료 후 / 수정</a:t>
            </a:r>
          </a:p>
        </p:txBody>
      </p:sp>
      <p:sp>
        <p:nvSpPr>
          <p:cNvPr id="30" name="dp42-background / n27 / text 1">
            <a:extLst xmlns:a="http://schemas.openxmlformats.org/drawingml/2006/main">
              <a:ext uri="{FF2B5EF4-FFF2-40B4-BE49-F238E27FC236}">
                <a16:creationId xmlns:a16="http://schemas.microsoft.com/office/drawing/2014/main" id="{CEA0BF29-3C22-49B2-9B8F-1C6786D41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457575"/>
            <a:ext cx="295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“결론 부분만 짧게</a:t>
            </a:r>
          </a:p>
        </p:txBody>
      </p:sp>
      <p:sp>
        <p:nvSpPr>
          <p:cNvPr id="31" name="dp42-background / n27 / text 2">
            <a:extLst xmlns:a="http://schemas.openxmlformats.org/drawingml/2006/main">
              <a:ext uri="{FF2B5EF4-FFF2-40B4-BE49-F238E27FC236}">
                <a16:creationId xmlns:a16="http://schemas.microsoft.com/office/drawing/2014/main" id="{A847A320-F7A0-4750-8719-EA01D2AEF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724275"/>
            <a:ext cx="295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바꿔줘.”</a:t>
            </a:r>
          </a:p>
        </p:txBody>
      </p:sp>
      <p:sp>
        <p:nvSpPr>
          <p:cNvPr id="32" name="dp42-background / n28 / text 1">
            <a:extLst xmlns:a="http://schemas.openxmlformats.org/drawingml/2006/main">
              <a:ext uri="{FF2B5EF4-FFF2-40B4-BE49-F238E27FC236}">
                <a16:creationId xmlns:a16="http://schemas.microsoft.com/office/drawing/2014/main" id="{2E6B8F5F-3ED1-4B79-98BC-B64BC58DE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295775"/>
            <a:ext cx="29527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Request 1개</a:t>
            </a:r>
          </a:p>
        </p:txBody>
      </p:sp>
      <p:sp>
        <p:nvSpPr>
          <p:cNvPr id="33" name="dp42-background / n29 / path">
            <a:extLst xmlns:a="http://schemas.openxmlformats.org/drawingml/2006/main">
              <a:ext uri="{FF2B5EF4-FFF2-40B4-BE49-F238E27FC236}">
                <a16:creationId xmlns:a16="http://schemas.microsoft.com/office/drawing/2014/main" id="{20C0BE5F-0E5F-421A-9D7D-90BC2A0E3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3209925"/>
            <a:ext cx="276225" cy="953"/>
          </a:xfrm>
          <a:custGeom xmlns:a="http://schemas.openxmlformats.org/drawingml/2006/main">
            <a:pathLst>
              <a:path w="276225" h="953">
                <a:moveTo>
                  <a:pt x="0" y="0"/>
                </a:moveTo>
                <a:lnTo>
                  <a:pt x="276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solid"/>
          </a:ln>
        </p:spPr>
      </p:sp>
      <p:sp>
        <p:nvSpPr>
          <p:cNvPr id="34" name="dp42-background / n29 / arrow">
            <a:extLst xmlns:a="http://schemas.openxmlformats.org/drawingml/2006/main">
              <a:ext uri="{FF2B5EF4-FFF2-40B4-BE49-F238E27FC236}">
                <a16:creationId xmlns:a16="http://schemas.microsoft.com/office/drawing/2014/main" id="{181AF9C2-ED78-4370-88A1-EBDDC4E44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9080" y="314896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35" name="dp42-background / n30 / path">
            <a:extLst xmlns:a="http://schemas.openxmlformats.org/drawingml/2006/main">
              <a:ext uri="{FF2B5EF4-FFF2-40B4-BE49-F238E27FC236}">
                <a16:creationId xmlns:a16="http://schemas.microsoft.com/office/drawing/2014/main" id="{97B6F0C5-C150-4AF1-8320-E27690824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209925"/>
            <a:ext cx="276225" cy="953"/>
          </a:xfrm>
          <a:custGeom xmlns:a="http://schemas.openxmlformats.org/drawingml/2006/main">
            <a:pathLst>
              <a:path w="276225" h="953">
                <a:moveTo>
                  <a:pt x="0" y="0"/>
                </a:moveTo>
                <a:lnTo>
                  <a:pt x="276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solid"/>
          </a:ln>
        </p:spPr>
      </p:sp>
      <p:sp>
        <p:nvSpPr>
          <p:cNvPr id="36" name="dp42-background / n30 / arrow">
            <a:extLst xmlns:a="http://schemas.openxmlformats.org/drawingml/2006/main">
              <a:ext uri="{FF2B5EF4-FFF2-40B4-BE49-F238E27FC236}">
                <a16:creationId xmlns:a16="http://schemas.microsoft.com/office/drawing/2014/main" id="{69490B90-DBC0-40DE-B355-3AE04308B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80" y="314896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37" name="dp42-background / n31">
            <a:extLst xmlns:a="http://schemas.openxmlformats.org/drawingml/2006/main">
              <a:ext uri="{FF2B5EF4-FFF2-40B4-BE49-F238E27FC236}">
                <a16:creationId xmlns:a16="http://schemas.microsoft.com/office/drawing/2014/main" id="{AB587BA8-EF86-4EDF-BAD2-509E7804D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43425"/>
            <a:ext cx="1428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2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dp42-background / n32 / text 1">
            <a:extLst xmlns:a="http://schemas.openxmlformats.org/drawingml/2006/main">
              <a:ext uri="{FF2B5EF4-FFF2-40B4-BE49-F238E27FC236}">
                <a16:creationId xmlns:a16="http://schemas.microsoft.com/office/drawing/2014/main" id="{40B9E857-E53C-4A67-B111-C69C7DF12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600575"/>
            <a:ext cx="12382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보고서 작성</a:t>
            </a:r>
          </a:p>
        </p:txBody>
      </p:sp>
      <p:sp>
        <p:nvSpPr>
          <p:cNvPr id="39" name="dp42-background / n33">
            <a:extLst xmlns:a="http://schemas.openxmlformats.org/drawingml/2006/main">
              <a:ext uri="{FF2B5EF4-FFF2-40B4-BE49-F238E27FC236}">
                <a16:creationId xmlns:a16="http://schemas.microsoft.com/office/drawing/2014/main" id="{1E58AA82-EE6B-4F85-BFEF-2A09F0F1F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543425"/>
            <a:ext cx="14097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2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dp42-background / n34 / text 1">
            <a:extLst xmlns:a="http://schemas.openxmlformats.org/drawingml/2006/main">
              <a:ext uri="{FF2B5EF4-FFF2-40B4-BE49-F238E27FC236}">
                <a16:creationId xmlns:a16="http://schemas.microsoft.com/office/drawing/2014/main" id="{F1EE8AF2-53AA-4B2C-9119-DB7DAA4F5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600575"/>
            <a:ext cx="12192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메일 초안</a:t>
            </a:r>
          </a:p>
        </p:txBody>
      </p:sp>
      <p:sp>
        <p:nvSpPr>
          <p:cNvPr id="41" name="dp42-background / n35">
            <a:extLst xmlns:a="http://schemas.openxmlformats.org/drawingml/2006/main">
              <a:ext uri="{FF2B5EF4-FFF2-40B4-BE49-F238E27FC236}">
                <a16:creationId xmlns:a16="http://schemas.microsoft.com/office/drawing/2014/main" id="{7767FE0D-5411-4BCE-9351-59DBE5D4F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543425"/>
            <a:ext cx="2952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2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dp42-background / n36 / text 1">
            <a:extLst xmlns:a="http://schemas.openxmlformats.org/drawingml/2006/main">
              <a:ext uri="{FF2B5EF4-FFF2-40B4-BE49-F238E27FC236}">
                <a16:creationId xmlns:a16="http://schemas.microsoft.com/office/drawing/2014/main" id="{9CC32D2C-103F-4CD7-A136-F7AD999E5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600575"/>
            <a:ext cx="27622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보고서 진행 확인</a:t>
            </a:r>
          </a:p>
        </p:txBody>
      </p:sp>
      <p:sp>
        <p:nvSpPr>
          <p:cNvPr id="43" name="dp42-background / n37">
            <a:extLst xmlns:a="http://schemas.openxmlformats.org/drawingml/2006/main">
              <a:ext uri="{FF2B5EF4-FFF2-40B4-BE49-F238E27FC236}">
                <a16:creationId xmlns:a16="http://schemas.microsoft.com/office/drawing/2014/main" id="{C0A2E956-A96F-4302-9238-41652A7A3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543425"/>
            <a:ext cx="2952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2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dp42-background / n38 / text 1">
            <a:extLst xmlns:a="http://schemas.openxmlformats.org/drawingml/2006/main">
              <a:ext uri="{FF2B5EF4-FFF2-40B4-BE49-F238E27FC236}">
                <a16:creationId xmlns:a16="http://schemas.microsoft.com/office/drawing/2014/main" id="{F3C7ECFE-212E-4D58-8210-9A92E8DB4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600575"/>
            <a:ext cx="27622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보고서 결론 수정</a:t>
            </a:r>
          </a:p>
        </p:txBody>
      </p:sp>
      <p:sp>
        <p:nvSpPr>
          <p:cNvPr id="45" name="dp42-background / n39 / text 1">
            <a:extLst xmlns:a="http://schemas.openxmlformats.org/drawingml/2006/main">
              <a:ext uri="{FF2B5EF4-FFF2-40B4-BE49-F238E27FC236}">
                <a16:creationId xmlns:a16="http://schemas.microsoft.com/office/drawing/2014/main" id="{98A71701-8CFA-4E6C-9DCC-C8E79E177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67275"/>
            <a:ext cx="29527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Downstream Agent 접수 확인 후</a:t>
            </a:r>
          </a:p>
        </p:txBody>
      </p:sp>
      <p:sp>
        <p:nvSpPr>
          <p:cNvPr id="46" name="dp42-background / n39 / text 2">
            <a:extLst xmlns:a="http://schemas.openxmlformats.org/drawingml/2006/main">
              <a:ext uri="{FF2B5EF4-FFF2-40B4-BE49-F238E27FC236}">
                <a16:creationId xmlns:a16="http://schemas.microsoft.com/office/drawing/2014/main" id="{F6D0AF56-6B05-415B-8813-7AB4BEA94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76825"/>
            <a:ext cx="29527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Request 처리 완료</a:t>
            </a:r>
          </a:p>
        </p:txBody>
      </p:sp>
      <p:sp>
        <p:nvSpPr>
          <p:cNvPr id="47" name="dp42-background / n40 / text 1">
            <a:extLst xmlns:a="http://schemas.openxmlformats.org/drawingml/2006/main">
              <a:ext uri="{FF2B5EF4-FFF2-40B4-BE49-F238E27FC236}">
                <a16:creationId xmlns:a16="http://schemas.microsoft.com/office/drawing/2014/main" id="{6A35F45B-E039-4BC3-9CCC-9B86EED7D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867275"/>
            <a:ext cx="29527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상태 답변 후</a:t>
            </a:r>
          </a:p>
        </p:txBody>
      </p:sp>
      <p:sp>
        <p:nvSpPr>
          <p:cNvPr id="48" name="dp42-background / n40 / text 2">
            <a:extLst xmlns:a="http://schemas.openxmlformats.org/drawingml/2006/main">
              <a:ext uri="{FF2B5EF4-FFF2-40B4-BE49-F238E27FC236}">
                <a16:creationId xmlns:a16="http://schemas.microsoft.com/office/drawing/2014/main" id="{6D81E66E-B02F-4AAB-9B60-4A8F91AF8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5076825"/>
            <a:ext cx="29527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Request 처리 완료</a:t>
            </a:r>
          </a:p>
        </p:txBody>
      </p:sp>
      <p:sp>
        <p:nvSpPr>
          <p:cNvPr id="49" name="dp42-background / n41 / text 1">
            <a:extLst xmlns:a="http://schemas.openxmlformats.org/drawingml/2006/main">
              <a:ext uri="{FF2B5EF4-FFF2-40B4-BE49-F238E27FC236}">
                <a16:creationId xmlns:a16="http://schemas.microsoft.com/office/drawing/2014/main" id="{1DB17B71-2A48-45F1-937B-5A0C31B5F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867275"/>
            <a:ext cx="29527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Downstream Agent 수정 접수 후</a:t>
            </a:r>
          </a:p>
        </p:txBody>
      </p:sp>
      <p:sp>
        <p:nvSpPr>
          <p:cNvPr id="50" name="dp42-background / n41 / text 2">
            <a:extLst xmlns:a="http://schemas.openxmlformats.org/drawingml/2006/main">
              <a:ext uri="{FF2B5EF4-FFF2-40B4-BE49-F238E27FC236}">
                <a16:creationId xmlns:a16="http://schemas.microsoft.com/office/drawing/2014/main" id="{FA0B2BB4-3EF5-4DB5-9382-0A159C906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5076825"/>
            <a:ext cx="29527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Request 처리 완료</a:t>
            </a:r>
          </a:p>
        </p:txBody>
      </p:sp>
      <p:sp>
        <p:nvSpPr>
          <p:cNvPr id="51" name="dp42-background / n42">
            <a:extLst xmlns:a="http://schemas.openxmlformats.org/drawingml/2006/main">
              <a:ext uri="{FF2B5EF4-FFF2-40B4-BE49-F238E27FC236}">
                <a16:creationId xmlns:a16="http://schemas.microsoft.com/office/drawing/2014/main" id="{887AE0AF-B44A-476D-BCD2-F7762B96A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76875"/>
            <a:ext cx="10572750" cy="1400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8F7"/>
          </a:solidFill>
          <a:ln xmlns:a="http://schemas.openxmlformats.org/drawingml/2006/main" w="16193">
            <a:solidFill>
              <a:srgbClr val="087E8B"/>
            </a:solidFill>
            <a:prstDash val="solid"/>
          </a:ln>
        </p:spPr>
      </p:sp>
      <p:sp>
        <p:nvSpPr>
          <p:cNvPr id="52" name="dp42-background / n43">
            <a:extLst xmlns:a="http://schemas.openxmlformats.org/drawingml/2006/main">
              <a:ext uri="{FF2B5EF4-FFF2-40B4-BE49-F238E27FC236}">
                <a16:creationId xmlns:a16="http://schemas.microsoft.com/office/drawing/2014/main" id="{087222B3-F97E-4672-9056-AC3FB7B90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895975"/>
            <a:ext cx="32575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dp42-background / n44 / text 1">
            <a:extLst xmlns:a="http://schemas.openxmlformats.org/drawingml/2006/main">
              <a:ext uri="{FF2B5EF4-FFF2-40B4-BE49-F238E27FC236}">
                <a16:creationId xmlns:a16="http://schemas.microsoft.com/office/drawing/2014/main" id="{9916D488-2DBC-43C1-B590-5843CF2BA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553075"/>
            <a:ext cx="390525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보고서 Task</a:t>
            </a:r>
          </a:p>
        </p:txBody>
      </p:sp>
      <p:sp>
        <p:nvSpPr>
          <p:cNvPr id="54" name="dp42-background / n45 / text 1">
            <a:extLst xmlns:a="http://schemas.openxmlformats.org/drawingml/2006/main">
              <a:ext uri="{FF2B5EF4-FFF2-40B4-BE49-F238E27FC236}">
                <a16:creationId xmlns:a16="http://schemas.microsoft.com/office/drawing/2014/main" id="{8FA1E635-6ADF-4A0A-9A10-AFDDE04E1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5600700"/>
            <a:ext cx="5905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Task / 목표, 상태와 결과의 추적</a:t>
            </a:r>
          </a:p>
        </p:txBody>
      </p:sp>
      <p:sp>
        <p:nvSpPr>
          <p:cNvPr id="55" name="dp42-background / n46 / text 1">
            <a:extLst xmlns:a="http://schemas.openxmlformats.org/drawingml/2006/main">
              <a:ext uri="{FF2B5EF4-FFF2-40B4-BE49-F238E27FC236}">
                <a16:creationId xmlns:a16="http://schemas.microsoft.com/office/drawing/2014/main" id="{17AD0AD4-AFA7-4124-B129-04D3FD3E7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29527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Task 생성 후 Delegation</a:t>
            </a:r>
          </a:p>
        </p:txBody>
      </p:sp>
      <p:sp>
        <p:nvSpPr>
          <p:cNvPr id="56" name="dp42-background / n47 / text 1">
            <a:extLst xmlns:a="http://schemas.openxmlformats.org/drawingml/2006/main">
              <a:ext uri="{FF2B5EF4-FFF2-40B4-BE49-F238E27FC236}">
                <a16:creationId xmlns:a16="http://schemas.microsoft.com/office/drawing/2014/main" id="{9AAA33CC-B80F-42B9-A2A8-B7664E00E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24600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Agent Execution 1</a:t>
            </a:r>
          </a:p>
        </p:txBody>
      </p:sp>
      <p:sp>
        <p:nvSpPr>
          <p:cNvPr id="57" name="dp42-background / n48 / text 1">
            <a:extLst xmlns:a="http://schemas.openxmlformats.org/drawingml/2006/main">
              <a:ext uri="{FF2B5EF4-FFF2-40B4-BE49-F238E27FC236}">
                <a16:creationId xmlns:a16="http://schemas.microsoft.com/office/drawing/2014/main" id="{7A743D89-A722-484C-9743-3E33928F4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648450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보고서 작성 시작</a:t>
            </a:r>
          </a:p>
        </p:txBody>
      </p:sp>
      <p:sp>
        <p:nvSpPr>
          <p:cNvPr id="58" name="dp42-background / n49 / text 1">
            <a:extLst xmlns:a="http://schemas.openxmlformats.org/drawingml/2006/main">
              <a:ext uri="{FF2B5EF4-FFF2-40B4-BE49-F238E27FC236}">
                <a16:creationId xmlns:a16="http://schemas.microsoft.com/office/drawing/2014/main" id="{56D4DF9F-2160-42A7-B370-E3C21FF7D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6038850"/>
            <a:ext cx="2952750" cy="4005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Task와 실행 계속</a:t>
            </a:r>
          </a:p>
        </p:txBody>
      </p:sp>
      <p:sp>
        <p:nvSpPr>
          <p:cNvPr id="59" name="dp42-background / n50 / text 1">
            <a:extLst xmlns:a="http://schemas.openxmlformats.org/drawingml/2006/main">
              <a:ext uri="{FF2B5EF4-FFF2-40B4-BE49-F238E27FC236}">
                <a16:creationId xmlns:a16="http://schemas.microsoft.com/office/drawing/2014/main" id="{BE2A8A65-12EF-41E9-B5C3-052623C0D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6486525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상태 조회 / 새 실행 없음</a:t>
            </a:r>
          </a:p>
        </p:txBody>
      </p:sp>
      <p:sp>
        <p:nvSpPr>
          <p:cNvPr id="60" name="dp42-background / n51 / text 1">
            <a:extLst xmlns:a="http://schemas.openxmlformats.org/drawingml/2006/main">
              <a:ext uri="{FF2B5EF4-FFF2-40B4-BE49-F238E27FC236}">
                <a16:creationId xmlns:a16="http://schemas.microsoft.com/office/drawing/2014/main" id="{4A3DA27D-C308-4882-B51B-D40DB0B35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5972175"/>
            <a:ext cx="29527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작성 종료 후 수정 Delegation</a:t>
            </a:r>
          </a:p>
        </p:txBody>
      </p:sp>
      <p:sp>
        <p:nvSpPr>
          <p:cNvPr id="61" name="dp42-background / n52 / text 1">
            <a:extLst xmlns:a="http://schemas.openxmlformats.org/drawingml/2006/main">
              <a:ext uri="{FF2B5EF4-FFF2-40B4-BE49-F238E27FC236}">
                <a16:creationId xmlns:a16="http://schemas.microsoft.com/office/drawing/2014/main" id="{52C337E4-A612-42A9-B676-38BC4DD54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6324600"/>
            <a:ext cx="2952750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Agent Execution 2 시작</a:t>
            </a:r>
          </a:p>
        </p:txBody>
      </p:sp>
      <p:sp>
        <p:nvSpPr>
          <p:cNvPr id="62" name="dp42-background / n53 / text 1">
            <a:extLst xmlns:a="http://schemas.openxmlformats.org/drawingml/2006/main">
              <a:ext uri="{FF2B5EF4-FFF2-40B4-BE49-F238E27FC236}">
                <a16:creationId xmlns:a16="http://schemas.microsoft.com/office/drawing/2014/main" id="{E24F328D-7746-4F07-8CB1-39D88F41D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6648450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같은 Task의 결론 수정</a:t>
            </a:r>
          </a:p>
        </p:txBody>
      </p:sp>
      <p:sp>
        <p:nvSpPr>
          <p:cNvPr id="63" name="dp42-background / n54">
            <a:extLst xmlns:a="http://schemas.openxmlformats.org/drawingml/2006/main">
              <a:ext uri="{FF2B5EF4-FFF2-40B4-BE49-F238E27FC236}">
                <a16:creationId xmlns:a16="http://schemas.microsoft.com/office/drawing/2014/main" id="{AC669810-3D6F-4D7C-AB0B-DEF276511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5650"/>
            <a:ext cx="10572750" cy="1085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64" name="dp42-background / n55 / text 1">
            <a:extLst xmlns:a="http://schemas.openxmlformats.org/drawingml/2006/main">
              <a:ext uri="{FF2B5EF4-FFF2-40B4-BE49-F238E27FC236}">
                <a16:creationId xmlns:a16="http://schemas.microsoft.com/office/drawing/2014/main" id="{64E8A9A5-1867-460A-B938-8D053FF48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181850"/>
            <a:ext cx="101727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메일 초안 Task</a:t>
            </a:r>
          </a:p>
        </p:txBody>
      </p:sp>
      <p:sp>
        <p:nvSpPr>
          <p:cNvPr id="65" name="dp42-background / n56 / text 1">
            <a:extLst xmlns:a="http://schemas.openxmlformats.org/drawingml/2006/main">
              <a:ext uri="{FF2B5EF4-FFF2-40B4-BE49-F238E27FC236}">
                <a16:creationId xmlns:a16="http://schemas.microsoft.com/office/drawing/2014/main" id="{28121DF6-DA54-4909-8837-84DB4D0EC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581900"/>
            <a:ext cx="29527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Delegation / 초안 작성 시작</a:t>
            </a:r>
          </a:p>
        </p:txBody>
      </p:sp>
      <p:sp>
        <p:nvSpPr>
          <p:cNvPr id="66" name="dp42-background / n57 / text 1">
            <a:extLst xmlns:a="http://schemas.openxmlformats.org/drawingml/2006/main">
              <a:ext uri="{FF2B5EF4-FFF2-40B4-BE49-F238E27FC236}">
                <a16:creationId xmlns:a16="http://schemas.microsoft.com/office/drawing/2014/main" id="{FADA99B6-15A2-402D-B611-05B722101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96225"/>
            <a:ext cx="29527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Agent Execution</a:t>
            </a:r>
          </a:p>
        </p:txBody>
      </p:sp>
      <p:sp>
        <p:nvSpPr>
          <p:cNvPr id="67" name="dp42-background / n58 / text 1">
            <a:extLst xmlns:a="http://schemas.openxmlformats.org/drawingml/2006/main">
              <a:ext uri="{FF2B5EF4-FFF2-40B4-BE49-F238E27FC236}">
                <a16:creationId xmlns:a16="http://schemas.microsoft.com/office/drawing/2014/main" id="{854F4E72-ADD7-40C8-8601-66CE5EBA6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7696200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초안 완료 / 결과 보관</a:t>
            </a:r>
          </a:p>
        </p:txBody>
      </p:sp>
      <p:sp>
        <p:nvSpPr>
          <p:cNvPr id="68" name="dp42-background / n59 / text 1">
            <a:extLst xmlns:a="http://schemas.openxmlformats.org/drawingml/2006/main">
              <a:ext uri="{FF2B5EF4-FFF2-40B4-BE49-F238E27FC236}">
                <a16:creationId xmlns:a16="http://schemas.microsoft.com/office/drawing/2014/main" id="{F5DEEBC6-D9B4-4C1C-8FDD-1AF30FD53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7696200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완료 상태와 결과 유지</a:t>
            </a:r>
          </a:p>
        </p:txBody>
      </p:sp>
      <p:sp>
        <p:nvSpPr>
          <p:cNvPr id="69" name="dp42-background / n60 / path">
            <a:extLst xmlns:a="http://schemas.openxmlformats.org/drawingml/2006/main">
              <a:ext uri="{FF2B5EF4-FFF2-40B4-BE49-F238E27FC236}">
                <a16:creationId xmlns:a16="http://schemas.microsoft.com/office/drawing/2014/main" id="{2CF42601-2E01-4177-9CF7-0297158E7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076575"/>
            <a:ext cx="953" cy="2057400"/>
          </a:xfrm>
          <a:custGeom xmlns:a="http://schemas.openxmlformats.org/drawingml/2006/main">
            <a:pathLst>
              <a:path w="953" h="2057400">
                <a:moveTo>
                  <a:pt x="0" y="0"/>
                </a:moveTo>
                <a:lnTo>
                  <a:pt x="0" y="20574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dash"/>
          </a:ln>
        </p:spPr>
      </p:sp>
      <p:sp>
        <p:nvSpPr>
          <p:cNvPr id="70" name="dp42-background / n61 / path">
            <a:extLst xmlns:a="http://schemas.openxmlformats.org/drawingml/2006/main">
              <a:ext uri="{FF2B5EF4-FFF2-40B4-BE49-F238E27FC236}">
                <a16:creationId xmlns:a16="http://schemas.microsoft.com/office/drawing/2014/main" id="{111BC81B-FA5E-4739-BB7C-536EFEA7C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5934075"/>
            <a:ext cx="953" cy="847725"/>
          </a:xfrm>
          <a:custGeom xmlns:a="http://schemas.openxmlformats.org/drawingml/2006/main">
            <a:pathLst>
              <a:path w="953" h="847725">
                <a:moveTo>
                  <a:pt x="0" y="0"/>
                </a:moveTo>
                <a:lnTo>
                  <a:pt x="0" y="847725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dash"/>
          </a:ln>
        </p:spPr>
      </p:sp>
      <p:sp>
        <p:nvSpPr>
          <p:cNvPr id="71" name="dp42-background / n62 / path">
            <a:extLst xmlns:a="http://schemas.openxmlformats.org/drawingml/2006/main">
              <a:ext uri="{FF2B5EF4-FFF2-40B4-BE49-F238E27FC236}">
                <a16:creationId xmlns:a16="http://schemas.microsoft.com/office/drawing/2014/main" id="{C3960FB0-5A99-4743-BEA0-8C6175138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7524750"/>
            <a:ext cx="953" cy="571500"/>
          </a:xfrm>
          <a:custGeom xmlns:a="http://schemas.openxmlformats.org/drawingml/2006/main">
            <a:pathLst>
              <a:path w="953" h="571500">
                <a:moveTo>
                  <a:pt x="0" y="0"/>
                </a:moveTo>
                <a:lnTo>
                  <a:pt x="0" y="5715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dash"/>
          </a:ln>
        </p:spPr>
      </p:sp>
      <p:sp>
        <p:nvSpPr>
          <p:cNvPr id="72" name="dp42-background / n63 / path">
            <a:extLst xmlns:a="http://schemas.openxmlformats.org/drawingml/2006/main">
              <a:ext uri="{FF2B5EF4-FFF2-40B4-BE49-F238E27FC236}">
                <a16:creationId xmlns:a16="http://schemas.microsoft.com/office/drawing/2014/main" id="{A4BECC60-7202-490A-B1AE-E86C9D8E8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076575"/>
            <a:ext cx="953" cy="2057400"/>
          </a:xfrm>
          <a:custGeom xmlns:a="http://schemas.openxmlformats.org/drawingml/2006/main">
            <a:pathLst>
              <a:path w="953" h="2057400">
                <a:moveTo>
                  <a:pt x="0" y="0"/>
                </a:moveTo>
                <a:lnTo>
                  <a:pt x="0" y="20574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dash"/>
          </a:ln>
        </p:spPr>
      </p:sp>
      <p:sp>
        <p:nvSpPr>
          <p:cNvPr id="73" name="dp42-background / n64 / path">
            <a:extLst xmlns:a="http://schemas.openxmlformats.org/drawingml/2006/main">
              <a:ext uri="{FF2B5EF4-FFF2-40B4-BE49-F238E27FC236}">
                <a16:creationId xmlns:a16="http://schemas.microsoft.com/office/drawing/2014/main" id="{886F2E36-EC93-46EB-BE63-F5DDF1D65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5934075"/>
            <a:ext cx="953" cy="847725"/>
          </a:xfrm>
          <a:custGeom xmlns:a="http://schemas.openxmlformats.org/drawingml/2006/main">
            <a:pathLst>
              <a:path w="953" h="847725">
                <a:moveTo>
                  <a:pt x="0" y="0"/>
                </a:moveTo>
                <a:lnTo>
                  <a:pt x="0" y="847725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dash"/>
          </a:ln>
        </p:spPr>
      </p:sp>
      <p:sp>
        <p:nvSpPr>
          <p:cNvPr id="74" name="dp42-background / n65 / path">
            <a:extLst xmlns:a="http://schemas.openxmlformats.org/drawingml/2006/main">
              <a:ext uri="{FF2B5EF4-FFF2-40B4-BE49-F238E27FC236}">
                <a16:creationId xmlns:a16="http://schemas.microsoft.com/office/drawing/2014/main" id="{C213097E-8C62-46B4-984B-C8240AF5C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7524750"/>
            <a:ext cx="953" cy="571500"/>
          </a:xfrm>
          <a:custGeom xmlns:a="http://schemas.openxmlformats.org/drawingml/2006/main">
            <a:pathLst>
              <a:path w="953" h="571500">
                <a:moveTo>
                  <a:pt x="0" y="0"/>
                </a:moveTo>
                <a:lnTo>
                  <a:pt x="0" y="5715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dash"/>
          </a:ln>
        </p:spPr>
      </p:sp>
      <p:sp>
        <p:nvSpPr>
          <p:cNvPr id="75" name="dp42-background / n66 / text 1">
            <a:extLst xmlns:a="http://schemas.openxmlformats.org/drawingml/2006/main">
              <a:ext uri="{FF2B5EF4-FFF2-40B4-BE49-F238E27FC236}">
                <a16:creationId xmlns:a16="http://schemas.microsoft.com/office/drawing/2014/main" id="{F2A84DF7-5316-4239-9A5B-E3671DAF2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3381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서로 다른 완료 시점</a:t>
            </a:r>
          </a:p>
        </p:txBody>
      </p:sp>
      <p:sp>
        <p:nvSpPr>
          <p:cNvPr id="76" name="dp42-background / n67 / text 1">
            <a:extLst xmlns:a="http://schemas.openxmlformats.org/drawingml/2006/main">
              <a:ext uri="{FF2B5EF4-FFF2-40B4-BE49-F238E27FC236}">
                <a16:creationId xmlns:a16="http://schemas.microsoft.com/office/drawing/2014/main" id="{5D1F5E0C-EA00-4B61-844B-4D9BB6D68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3781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외부 접수와 답변 완료, Task 목표 완료의 구분</a:t>
            </a:r>
          </a:p>
        </p:txBody>
      </p:sp>
      <p:sp>
        <p:nvSpPr>
          <p:cNvPr id="77" name="dp42-background / n68 / text 1">
            <a:extLst xmlns:a="http://schemas.openxmlformats.org/drawingml/2006/main">
              <a:ext uri="{FF2B5EF4-FFF2-40B4-BE49-F238E27FC236}">
                <a16:creationId xmlns:a16="http://schemas.microsoft.com/office/drawing/2014/main" id="{6437F658-0ADE-486F-B35D-5C8CEE5FF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4905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후속 Request와 실행 연결</a:t>
            </a:r>
          </a:p>
        </p:txBody>
      </p:sp>
      <p:sp>
        <p:nvSpPr>
          <p:cNvPr id="78" name="dp42-background / n69 / text 1">
            <a:extLst xmlns:a="http://schemas.openxmlformats.org/drawingml/2006/main">
              <a:ext uri="{FF2B5EF4-FFF2-40B4-BE49-F238E27FC236}">
                <a16:creationId xmlns:a16="http://schemas.microsoft.com/office/drawing/2014/main" id="{9ADDFA20-A5A1-4D65-B2C3-0953BB3B4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5305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같은 Task의 상태 조회와 새 수정 실행 연결</a:t>
            </a:r>
          </a:p>
        </p:txBody>
      </p:sp>
      <p:sp>
        <p:nvSpPr>
          <p:cNvPr id="79" name="dp42-background / n70 / text 1">
            <a:extLst xmlns:a="http://schemas.openxmlformats.org/drawingml/2006/main">
              <a:ext uri="{FF2B5EF4-FFF2-40B4-BE49-F238E27FC236}">
                <a16:creationId xmlns:a16="http://schemas.microsoft.com/office/drawing/2014/main" id="{92F0F2AA-6D6E-412E-972F-49C467BC4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6429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관리 책임과 복구 범위</a:t>
            </a:r>
          </a:p>
        </p:txBody>
      </p:sp>
      <p:sp>
        <p:nvSpPr>
          <p:cNvPr id="80" name="dp42-background / n71 / text 1">
            <a:extLst xmlns:a="http://schemas.openxmlformats.org/drawingml/2006/main">
              <a:ext uri="{FF2B5EF4-FFF2-40B4-BE49-F238E27FC236}">
                <a16:creationId xmlns:a16="http://schemas.microsoft.com/office/drawing/2014/main" id="{14E69E27-5FAB-4362-A4F7-2D63CE70D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6829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기록과 상태의 관리 경계 및 중단 후 복구</a:t>
            </a:r>
          </a:p>
        </p:txBody>
      </p:sp>
    </p:spTree>
    <p:extLst>
      <p:ext uri="{BB962C8B-B14F-4D97-AF65-F5344CB8AC3E}">
        <p14:creationId xmlns:p14="http://schemas.microsoft.com/office/powerpoint/2010/main" val="139394166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2" name="dp42-comparison / n1">
            <a:extLst xmlns:a="http://schemas.openxmlformats.org/drawingml/2006/main">
              <a:ext uri="{FF2B5EF4-FFF2-40B4-BE49-F238E27FC236}">
                <a16:creationId xmlns:a16="http://schemas.microsoft.com/office/drawing/2014/main" id="{EF6AA7E7-CFA7-4302-B593-418FEE9CC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2-comparison / n2 / text 1">
            <a:extLst xmlns:a="http://schemas.openxmlformats.org/drawingml/2006/main">
              <a:ext uri="{FF2B5EF4-FFF2-40B4-BE49-F238E27FC236}">
                <a16:creationId xmlns:a16="http://schemas.microsoft.com/office/drawing/2014/main" id="{B8B12ACC-F360-4AEB-BAAC-8638E3A24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09550"/>
            <a:ext cx="1238250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설계 비교</a:t>
            </a:r>
          </a:p>
        </p:txBody>
      </p:sp>
      <p:sp>
        <p:nvSpPr>
          <p:cNvPr id="3" name="dp42-comparison / n3 / text 1">
            <a:extLst xmlns:a="http://schemas.openxmlformats.org/drawingml/2006/main">
              <a:ext uri="{FF2B5EF4-FFF2-40B4-BE49-F238E27FC236}">
                <a16:creationId xmlns:a16="http://schemas.microsoft.com/office/drawing/2014/main" id="{61E7D0F2-D832-4283-950F-F63E3D0DA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209550"/>
            <a:ext cx="4286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비교 / 장단점 / QA Trade-off</a:t>
            </a:r>
          </a:p>
        </p:txBody>
      </p:sp>
      <p:sp>
        <p:nvSpPr>
          <p:cNvPr id="4" name="dp42-comparison / n4 / text 1">
            <a:extLst xmlns:a="http://schemas.openxmlformats.org/drawingml/2006/main">
              <a:ext uri="{FF2B5EF4-FFF2-40B4-BE49-F238E27FC236}">
                <a16:creationId xmlns:a16="http://schemas.microsoft.com/office/drawing/2014/main" id="{DBA66D66-068E-401B-AD16-2FAB54749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19125"/>
            <a:ext cx="17526000" cy="5386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04-42. 변경 용이성을 위한 VIA Conversation과 Task 관리 설계</a:t>
            </a:r>
          </a:p>
        </p:txBody>
      </p:sp>
      <p:sp>
        <p:nvSpPr>
          <p:cNvPr id="5" name="dp42-comparison / n5 / path">
            <a:extLst xmlns:a="http://schemas.openxmlformats.org/drawingml/2006/main">
              <a:ext uri="{FF2B5EF4-FFF2-40B4-BE49-F238E27FC236}">
                <a16:creationId xmlns:a16="http://schemas.microsoft.com/office/drawing/2014/main" id="{2960F11E-3DED-411F-87E2-7C43F59BB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152525"/>
            <a:ext cx="17526000" cy="953"/>
          </a:xfrm>
          <a:custGeom xmlns:a="http://schemas.openxmlformats.org/drawingml/2006/main">
            <a:pathLst>
              <a:path w="17526000" h="953">
                <a:moveTo>
                  <a:pt x="0" y="0"/>
                </a:moveTo>
                <a:lnTo>
                  <a:pt x="17526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2-comparison / n6 / text 1">
            <a:extLst xmlns:a="http://schemas.openxmlformats.org/drawingml/2006/main">
              <a:ext uri="{FF2B5EF4-FFF2-40B4-BE49-F238E27FC236}">
                <a16:creationId xmlns:a16="http://schemas.microsoft.com/office/drawing/2014/main" id="{5F08E726-E598-4350-B58D-B3698824A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352550"/>
            <a:ext cx="145732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보고서 질문 Q1을 실제 제시(P1) → “상반기로” 답변(u2) → 접수와 실제 전달 확인</a:t>
            </a:r>
          </a:p>
        </p:txBody>
      </p:sp>
      <p:sp>
        <p:nvSpPr>
          <p:cNvPr id="7" name="dp42-comparison / n7 / text 1">
            <a:extLst xmlns:a="http://schemas.openxmlformats.org/drawingml/2006/main">
              <a:ext uri="{FF2B5EF4-FFF2-40B4-BE49-F238E27FC236}">
                <a16:creationId xmlns:a16="http://schemas.microsoft.com/office/drawing/2014/main" id="{5C0A0A1A-94A8-4F97-AFC7-5D9D7520A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0" y="1381125"/>
            <a:ext cx="2762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수치와 점수 / 예상 예시</a:t>
            </a:r>
          </a:p>
        </p:txBody>
      </p:sp>
      <p:sp>
        <p:nvSpPr>
          <p:cNvPr id="8" name="dp42-comparison / n8">
            <a:extLst xmlns:a="http://schemas.openxmlformats.org/drawingml/2006/main">
              <a:ext uri="{FF2B5EF4-FFF2-40B4-BE49-F238E27FC236}">
                <a16:creationId xmlns:a16="http://schemas.microsoft.com/office/drawing/2014/main" id="{DCBFC499-8E38-4754-98CB-9CDA5EFD4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790700"/>
            <a:ext cx="175260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7C7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9" name="dp42-comparison / n9 / text 1">
            <a:extLst xmlns:a="http://schemas.openxmlformats.org/drawingml/2006/main">
              <a:ext uri="{FF2B5EF4-FFF2-40B4-BE49-F238E27FC236}">
                <a16:creationId xmlns:a16="http://schemas.microsoft.com/office/drawing/2014/main" id="{737236E7-AD5C-46A8-86E7-38B64561A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52625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설계안</a:t>
            </a:r>
          </a:p>
        </p:txBody>
      </p:sp>
      <p:sp>
        <p:nvSpPr>
          <p:cNvPr id="10" name="dp42-comparison / n10">
            <a:extLst xmlns:a="http://schemas.openxmlformats.org/drawingml/2006/main">
              <a:ext uri="{FF2B5EF4-FFF2-40B4-BE49-F238E27FC236}">
                <a16:creationId xmlns:a16="http://schemas.microsoft.com/office/drawing/2014/main" id="{ED502BE9-197B-42A8-AB3D-C5654E0F9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314575"/>
            <a:ext cx="17526000" cy="525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1" name="dp42-comparison / n11 / text 1">
            <a:extLst xmlns:a="http://schemas.openxmlformats.org/drawingml/2006/main">
              <a:ext uri="{FF2B5EF4-FFF2-40B4-BE49-F238E27FC236}">
                <a16:creationId xmlns:a16="http://schemas.microsoft.com/office/drawing/2014/main" id="{427B76CD-7898-439A-9AF2-36F6E83FE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4765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구조</a:t>
            </a:r>
          </a:p>
        </p:txBody>
      </p:sp>
      <p:sp>
        <p:nvSpPr>
          <p:cNvPr id="12" name="dp42-comparison / n12">
            <a:extLst xmlns:a="http://schemas.openxmlformats.org/drawingml/2006/main">
              <a:ext uri="{FF2B5EF4-FFF2-40B4-BE49-F238E27FC236}">
                <a16:creationId xmlns:a16="http://schemas.microsoft.com/office/drawing/2014/main" id="{D8176251-ED29-4F6E-A7A8-CAC9DA8FB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7572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3" name="dp42-comparison / n13 / text 1">
            <a:extLst xmlns:a="http://schemas.openxmlformats.org/drawingml/2006/main">
              <a:ext uri="{FF2B5EF4-FFF2-40B4-BE49-F238E27FC236}">
                <a16:creationId xmlns:a16="http://schemas.microsoft.com/office/drawing/2014/main" id="{8323B8FF-085F-49C4-BE15-3FCBD00B6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7734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장점</a:t>
            </a:r>
          </a:p>
        </p:txBody>
      </p:sp>
      <p:sp>
        <p:nvSpPr>
          <p:cNvPr id="14" name="dp42-comparison / n14">
            <a:extLst xmlns:a="http://schemas.openxmlformats.org/drawingml/2006/main">
              <a:ext uri="{FF2B5EF4-FFF2-40B4-BE49-F238E27FC236}">
                <a16:creationId xmlns:a16="http://schemas.microsoft.com/office/drawing/2014/main" id="{B1812EE7-22B8-425E-B9DB-02306E7B1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8334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5" name="dp42-comparison / n15 / text 1">
            <a:extLst xmlns:a="http://schemas.openxmlformats.org/drawingml/2006/main">
              <a:ext uri="{FF2B5EF4-FFF2-40B4-BE49-F238E27FC236}">
                <a16:creationId xmlns:a16="http://schemas.microsoft.com/office/drawing/2014/main" id="{63759FF2-C535-4CF1-A1C6-0536DCB58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8496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단점</a:t>
            </a:r>
          </a:p>
        </p:txBody>
      </p:sp>
      <p:sp>
        <p:nvSpPr>
          <p:cNvPr id="16" name="dp42-comparison / n16">
            <a:extLst xmlns:a="http://schemas.openxmlformats.org/drawingml/2006/main">
              <a:ext uri="{FF2B5EF4-FFF2-40B4-BE49-F238E27FC236}">
                <a16:creationId xmlns:a16="http://schemas.microsoft.com/office/drawing/2014/main" id="{6159C1CE-5A2B-4919-BC8C-39FA40A98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9096375"/>
            <a:ext cx="175260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7" name="dp42-comparison / n17 / text 1">
            <a:extLst xmlns:a="http://schemas.openxmlformats.org/drawingml/2006/main">
              <a:ext uri="{FF2B5EF4-FFF2-40B4-BE49-F238E27FC236}">
                <a16:creationId xmlns:a16="http://schemas.microsoft.com/office/drawing/2014/main" id="{CD095981-A1CA-481D-AE95-31C6D8190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258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QA</a:t>
            </a:r>
          </a:p>
        </p:txBody>
      </p:sp>
      <p:sp>
        <p:nvSpPr>
          <p:cNvPr id="18" name="dp42-comparison / n17 / text 2">
            <a:extLst xmlns:a="http://schemas.openxmlformats.org/drawingml/2006/main">
              <a:ext uri="{FF2B5EF4-FFF2-40B4-BE49-F238E27FC236}">
                <a16:creationId xmlns:a16="http://schemas.microsoft.com/office/drawing/2014/main" id="{BEE5CC0C-BCF7-438F-88FE-7B873E4B9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50595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Trade-off</a:t>
            </a:r>
          </a:p>
        </p:txBody>
      </p:sp>
      <p:sp>
        <p:nvSpPr>
          <p:cNvPr id="19" name="dp42-comparison / n18 / path">
            <a:extLst xmlns:a="http://schemas.openxmlformats.org/drawingml/2006/main">
              <a:ext uri="{FF2B5EF4-FFF2-40B4-BE49-F238E27FC236}">
                <a16:creationId xmlns:a16="http://schemas.microsoft.com/office/drawing/2014/main" id="{F283620D-1F88-4735-B393-24FD58B2E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0" name="dp42-comparison / n19 / path">
            <a:extLst xmlns:a="http://schemas.openxmlformats.org/drawingml/2006/main">
              <a:ext uri="{FF2B5EF4-FFF2-40B4-BE49-F238E27FC236}">
                <a16:creationId xmlns:a16="http://schemas.microsoft.com/office/drawing/2014/main" id="{7642308A-6974-4981-A0CC-7778B9687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1" name="dp42-comparison / n20 / text 1">
            <a:extLst xmlns:a="http://schemas.openxmlformats.org/drawingml/2006/main">
              <a:ext uri="{FF2B5EF4-FFF2-40B4-BE49-F238E27FC236}">
                <a16:creationId xmlns:a16="http://schemas.microsoft.com/office/drawing/2014/main" id="{AF96719A-D08A-4E85-8A9A-5ABE7BFA0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A 모듈형 통합 VIA Core</a:t>
            </a:r>
          </a:p>
        </p:txBody>
      </p:sp>
      <p:sp>
        <p:nvSpPr>
          <p:cNvPr id="22" name="dp42-comparison / n21 / text 1">
            <a:extLst xmlns:a="http://schemas.openxmlformats.org/drawingml/2006/main">
              <a:ext uri="{FF2B5EF4-FFF2-40B4-BE49-F238E27FC236}">
                <a16:creationId xmlns:a16="http://schemas.microsoft.com/office/drawing/2014/main" id="{01AB3F13-7A36-4BF3-9FA2-EA0C652BB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관련 상태의 공동 확정으로 평균 VIA 처리시간 3.2 s (요청 완료 신속성 ↑)</a:t>
            </a:r>
          </a:p>
        </p:txBody>
      </p:sp>
      <p:sp>
        <p:nvSpPr>
          <p:cNvPr id="23" name="dp42-comparison / n22 / text 1">
            <a:extLst xmlns:a="http://schemas.openxmlformats.org/drawingml/2006/main">
              <a:ext uri="{FF2B5EF4-FFF2-40B4-BE49-F238E27FC236}">
                <a16:creationId xmlns:a16="http://schemas.microsoft.com/office/drawing/2014/main" id="{416B8ACE-B745-4E9D-BC49-C6AC562A4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972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추가 서비스 heap 축소로 전체 메모리 13.2 GB (메모리 효율성 ↑)</a:t>
            </a:r>
          </a:p>
        </p:txBody>
      </p:sp>
      <p:sp>
        <p:nvSpPr>
          <p:cNvPr id="24" name="dp42-comparison / n23 / text 1">
            <a:extLst xmlns:a="http://schemas.openxmlformats.org/drawingml/2006/main">
              <a:ext uri="{FF2B5EF4-FFF2-40B4-BE49-F238E27FC236}">
                <a16:creationId xmlns:a16="http://schemas.microsoft.com/office/drawing/2014/main" id="{FB8C81D7-8E5D-4D9F-ADDB-39EC214EC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공동 저장과 복구 경로의 변경 전파, 평균 4.0개 (변경 용이성 ↓)</a:t>
            </a:r>
          </a:p>
        </p:txBody>
      </p:sp>
      <p:sp>
        <p:nvSpPr>
          <p:cNvPr id="25" name="dp42-comparison / n24 / text 1">
            <a:extLst xmlns:a="http://schemas.openxmlformats.org/drawingml/2006/main">
              <a:ext uri="{FF2B5EF4-FFF2-40B4-BE49-F238E27FC236}">
                <a16:creationId xmlns:a16="http://schemas.microsoft.com/office/drawing/2014/main" id="{4167C123-BDB3-4CCD-9A43-8B98BC287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26" name="dp42-comparison / n25 / text 1">
            <a:extLst xmlns:a="http://schemas.openxmlformats.org/drawingml/2006/main">
              <a:ext uri="{FF2B5EF4-FFF2-40B4-BE49-F238E27FC236}">
                <a16:creationId xmlns:a16="http://schemas.microsoft.com/office/drawing/2014/main" id="{00FB5699-B56D-43FE-8D6B-A77BC88CC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27" name="dp42-comparison / n26 / text 1">
            <a:extLst xmlns:a="http://schemas.openxmlformats.org/drawingml/2006/main">
              <a:ext uri="{FF2B5EF4-FFF2-40B4-BE49-F238E27FC236}">
                <a16:creationId xmlns:a16="http://schemas.microsoft.com/office/drawing/2014/main" id="{4609CD2D-C65B-4298-9879-F60F80E63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3.2 s</a:t>
            </a:r>
          </a:p>
        </p:txBody>
      </p:sp>
      <p:sp>
        <p:nvSpPr>
          <p:cNvPr id="28" name="dp42-comparison / n27 / text 1">
            <a:extLst xmlns:a="http://schemas.openxmlformats.org/drawingml/2006/main">
              <a:ext uri="{FF2B5EF4-FFF2-40B4-BE49-F238E27FC236}">
                <a16:creationId xmlns:a16="http://schemas.microsoft.com/office/drawing/2014/main" id="{0EBCA6A1-7556-42C0-B367-CE86B2D22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VIA 처리시간 ↓</a:t>
            </a:r>
          </a:p>
        </p:txBody>
      </p:sp>
      <p:sp>
        <p:nvSpPr>
          <p:cNvPr id="29" name="dp42-comparison / n28 / text 1">
            <a:extLst xmlns:a="http://schemas.openxmlformats.org/drawingml/2006/main">
              <a:ext uri="{FF2B5EF4-FFF2-40B4-BE49-F238E27FC236}">
                <a16:creationId xmlns:a16="http://schemas.microsoft.com/office/drawing/2014/main" id="{5E366490-C7E5-4341-9BED-B29C04ABB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30" name="dp42-comparison / n29 / text 1">
            <a:extLst xmlns:a="http://schemas.openxmlformats.org/drawingml/2006/main">
              <a:ext uri="{FF2B5EF4-FFF2-40B4-BE49-F238E27FC236}">
                <a16:creationId xmlns:a16="http://schemas.microsoft.com/office/drawing/2014/main" id="{49942EFF-CEBC-499D-91A6-F78824DA4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31" name="dp42-comparison / n30 / text 1">
            <a:extLst xmlns:a="http://schemas.openxmlformats.org/drawingml/2006/main">
              <a:ext uri="{FF2B5EF4-FFF2-40B4-BE49-F238E27FC236}">
                <a16:creationId xmlns:a16="http://schemas.microsoft.com/office/drawing/2014/main" id="{678F514E-A160-4949-856C-9D0C8F526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4.0개</a:t>
            </a:r>
          </a:p>
        </p:txBody>
      </p:sp>
      <p:sp>
        <p:nvSpPr>
          <p:cNvPr id="32" name="dp42-comparison / n31 / text 1">
            <a:extLst xmlns:a="http://schemas.openxmlformats.org/drawingml/2006/main">
              <a:ext uri="{FF2B5EF4-FFF2-40B4-BE49-F238E27FC236}">
                <a16:creationId xmlns:a16="http://schemas.microsoft.com/office/drawing/2014/main" id="{683311B1-2870-439B-9CF2-4434D0C4B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33" name="dp42-comparison / n32 / text 1">
            <a:extLst xmlns:a="http://schemas.openxmlformats.org/drawingml/2006/main">
              <a:ext uri="{FF2B5EF4-FFF2-40B4-BE49-F238E27FC236}">
                <a16:creationId xmlns:a16="http://schemas.microsoft.com/office/drawing/2014/main" id="{489DCB5D-FFE2-457A-8697-5793883CF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V-06 메모리 효율성</a:t>
            </a:r>
          </a:p>
        </p:txBody>
      </p:sp>
      <p:sp>
        <p:nvSpPr>
          <p:cNvPr id="34" name="dp42-comparison / n33 / text 1">
            <a:extLst xmlns:a="http://schemas.openxmlformats.org/drawingml/2006/main">
              <a:ext uri="{FF2B5EF4-FFF2-40B4-BE49-F238E27FC236}">
                <a16:creationId xmlns:a16="http://schemas.microsoft.com/office/drawing/2014/main" id="{EB39D629-010D-4302-815A-3CDDB19BC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35" name="dp42-comparison / n34 / text 1">
            <a:extLst xmlns:a="http://schemas.openxmlformats.org/drawingml/2006/main">
              <a:ext uri="{FF2B5EF4-FFF2-40B4-BE49-F238E27FC236}">
                <a16:creationId xmlns:a16="http://schemas.microsoft.com/office/drawing/2014/main" id="{F8A3488D-A635-4820-938C-CBA09995E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13.2 GB</a:t>
            </a:r>
          </a:p>
        </p:txBody>
      </p:sp>
      <p:sp>
        <p:nvSpPr>
          <p:cNvPr id="36" name="dp42-comparison / n35 / text 1">
            <a:extLst xmlns:a="http://schemas.openxmlformats.org/drawingml/2006/main">
              <a:ext uri="{FF2B5EF4-FFF2-40B4-BE49-F238E27FC236}">
                <a16:creationId xmlns:a16="http://schemas.microsoft.com/office/drawing/2014/main" id="{52ABA272-59A5-4AAA-BC82-22F9B9359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최대 전체 메모리 ↓</a:t>
            </a:r>
          </a:p>
        </p:txBody>
      </p:sp>
      <p:sp>
        <p:nvSpPr>
          <p:cNvPr id="37" name="dp42-comparison / n36 / text 1">
            <a:extLst xmlns:a="http://schemas.openxmlformats.org/drawingml/2006/main">
              <a:ext uri="{FF2B5EF4-FFF2-40B4-BE49-F238E27FC236}">
                <a16:creationId xmlns:a16="http://schemas.microsoft.com/office/drawing/2014/main" id="{C094BA73-D0C3-46DC-A82D-D46F43924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B 독립 대화 서비스와 업무 서비스</a:t>
            </a:r>
          </a:p>
        </p:txBody>
      </p:sp>
      <p:sp>
        <p:nvSpPr>
          <p:cNvPr id="38" name="dp42-comparison / n37 / text 1">
            <a:extLst xmlns:a="http://schemas.openxmlformats.org/drawingml/2006/main">
              <a:ext uri="{FF2B5EF4-FFF2-40B4-BE49-F238E27FC236}">
                <a16:creationId xmlns:a16="http://schemas.microsoft.com/office/drawing/2014/main" id="{CDD79DD4-8006-4510-B7BD-377597F5E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업무 상태와 실행 경계의 독립 변경, 평균 2.5개 (변경 용이성 ↑)</a:t>
            </a:r>
          </a:p>
        </p:txBody>
      </p:sp>
      <p:sp>
        <p:nvSpPr>
          <p:cNvPr id="39" name="dp42-comparison / n38 / text 1">
            <a:extLst xmlns:a="http://schemas.openxmlformats.org/drawingml/2006/main">
              <a:ext uri="{FF2B5EF4-FFF2-40B4-BE49-F238E27FC236}">
                <a16:creationId xmlns:a16="http://schemas.microsoft.com/office/drawing/2014/main" id="{1B3D50F7-0462-4A65-B9D2-99F8696F0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명령 접수와 대화 반영의 왕복으로 평균 VIA 처리시간 3.8 s (요청 완료 신속성 ↓)</a:t>
            </a:r>
          </a:p>
        </p:txBody>
      </p:sp>
      <p:sp>
        <p:nvSpPr>
          <p:cNvPr id="40" name="dp42-comparison / n39 / text 1">
            <a:extLst xmlns:a="http://schemas.openxmlformats.org/drawingml/2006/main">
              <a:ext uri="{FF2B5EF4-FFF2-40B4-BE49-F238E27FC236}">
                <a16:creationId xmlns:a16="http://schemas.microsoft.com/office/drawing/2014/main" id="{9D31DDD6-C999-4DBA-8821-F437DE357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734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별도 heap과 대기열로 전체 메모리 13.6 GB (메모리 효율성 ↓)</a:t>
            </a:r>
          </a:p>
        </p:txBody>
      </p:sp>
      <p:sp>
        <p:nvSpPr>
          <p:cNvPr id="41" name="dp42-comparison / n40 / text 1">
            <a:extLst xmlns:a="http://schemas.openxmlformats.org/drawingml/2006/main">
              <a:ext uri="{FF2B5EF4-FFF2-40B4-BE49-F238E27FC236}">
                <a16:creationId xmlns:a16="http://schemas.microsoft.com/office/drawing/2014/main" id="{C04499B6-61E7-415A-89DC-20D2CB367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42" name="dp42-comparison / n41 / text 1">
            <a:extLst xmlns:a="http://schemas.openxmlformats.org/drawingml/2006/main">
              <a:ext uri="{FF2B5EF4-FFF2-40B4-BE49-F238E27FC236}">
                <a16:creationId xmlns:a16="http://schemas.microsoft.com/office/drawing/2014/main" id="{BCA0C3F7-49E3-4BE9-B026-4AF626DD0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43" name="dp42-comparison / n42 / text 1">
            <a:extLst xmlns:a="http://schemas.openxmlformats.org/drawingml/2006/main">
              <a:ext uri="{FF2B5EF4-FFF2-40B4-BE49-F238E27FC236}">
                <a16:creationId xmlns:a16="http://schemas.microsoft.com/office/drawing/2014/main" id="{4864E88E-2DE5-42B0-B4A3-AF8EEA30C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3.8 s</a:t>
            </a:r>
          </a:p>
        </p:txBody>
      </p:sp>
      <p:sp>
        <p:nvSpPr>
          <p:cNvPr id="44" name="dp42-comparison / n43 / text 1">
            <a:extLst xmlns:a="http://schemas.openxmlformats.org/drawingml/2006/main">
              <a:ext uri="{FF2B5EF4-FFF2-40B4-BE49-F238E27FC236}">
                <a16:creationId xmlns:a16="http://schemas.microsoft.com/office/drawing/2014/main" id="{0EDDDD92-0497-400C-85F5-1E2BC5A74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VIA 처리시간 ↓</a:t>
            </a:r>
          </a:p>
        </p:txBody>
      </p:sp>
      <p:sp>
        <p:nvSpPr>
          <p:cNvPr id="45" name="dp42-comparison / n44 / text 1">
            <a:extLst xmlns:a="http://schemas.openxmlformats.org/drawingml/2006/main">
              <a:ext uri="{FF2B5EF4-FFF2-40B4-BE49-F238E27FC236}">
                <a16:creationId xmlns:a16="http://schemas.microsoft.com/office/drawing/2014/main" id="{CCFD5A45-7BD7-4703-985C-B69F7CCAF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46" name="dp42-comparison / n45 / text 1">
            <a:extLst xmlns:a="http://schemas.openxmlformats.org/drawingml/2006/main">
              <a:ext uri="{FF2B5EF4-FFF2-40B4-BE49-F238E27FC236}">
                <a16:creationId xmlns:a16="http://schemas.microsoft.com/office/drawing/2014/main" id="{EB0BAF87-B47F-4390-A404-6D9484E5A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47" name="dp42-comparison / n46 / text 1">
            <a:extLst xmlns:a="http://schemas.openxmlformats.org/drawingml/2006/main">
              <a:ext uri="{FF2B5EF4-FFF2-40B4-BE49-F238E27FC236}">
                <a16:creationId xmlns:a16="http://schemas.microsoft.com/office/drawing/2014/main" id="{8FF95ED9-6242-412A-9BE7-CB5DD3053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2.5개</a:t>
            </a:r>
          </a:p>
        </p:txBody>
      </p:sp>
      <p:sp>
        <p:nvSpPr>
          <p:cNvPr id="48" name="dp42-comparison / n47 / text 1">
            <a:extLst xmlns:a="http://schemas.openxmlformats.org/drawingml/2006/main">
              <a:ext uri="{FF2B5EF4-FFF2-40B4-BE49-F238E27FC236}">
                <a16:creationId xmlns:a16="http://schemas.microsoft.com/office/drawing/2014/main" id="{3AB58FB3-2139-4F58-BD01-44E14B4E9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49" name="dp42-comparison / n48 / text 1">
            <a:extLst xmlns:a="http://schemas.openxmlformats.org/drawingml/2006/main">
              <a:ext uri="{FF2B5EF4-FFF2-40B4-BE49-F238E27FC236}">
                <a16:creationId xmlns:a16="http://schemas.microsoft.com/office/drawing/2014/main" id="{5CE1F282-8C5A-4139-A8E0-FE8B19CC0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V-06 메모리 효율성</a:t>
            </a:r>
          </a:p>
        </p:txBody>
      </p:sp>
      <p:sp>
        <p:nvSpPr>
          <p:cNvPr id="50" name="dp42-comparison / n49 / text 1">
            <a:extLst xmlns:a="http://schemas.openxmlformats.org/drawingml/2006/main">
              <a:ext uri="{FF2B5EF4-FFF2-40B4-BE49-F238E27FC236}">
                <a16:creationId xmlns:a16="http://schemas.microsoft.com/office/drawing/2014/main" id="{7827629A-1C1C-4CAC-8669-B72241C9B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51" name="dp42-comparison / n50 / text 1">
            <a:extLst xmlns:a="http://schemas.openxmlformats.org/drawingml/2006/main">
              <a:ext uri="{FF2B5EF4-FFF2-40B4-BE49-F238E27FC236}">
                <a16:creationId xmlns:a16="http://schemas.microsoft.com/office/drawing/2014/main" id="{B7AC4F73-CD74-4E43-B565-70A3066B5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13.6 GB</a:t>
            </a:r>
          </a:p>
        </p:txBody>
      </p:sp>
      <p:sp>
        <p:nvSpPr>
          <p:cNvPr id="52" name="dp42-comparison / n51 / text 1">
            <a:extLst xmlns:a="http://schemas.openxmlformats.org/drawingml/2006/main">
              <a:ext uri="{FF2B5EF4-FFF2-40B4-BE49-F238E27FC236}">
                <a16:creationId xmlns:a16="http://schemas.microsoft.com/office/drawing/2014/main" id="{25B7BE0E-791C-4E7A-AF22-FF45E400B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최대 전체 메모리 ↓</a:t>
            </a:r>
          </a:p>
        </p:txBody>
      </p:sp>
      <p:sp>
        <p:nvSpPr>
          <p:cNvPr id="53" name="dp42-comparison / n52 / text 1">
            <a:extLst xmlns:a="http://schemas.openxmlformats.org/drawingml/2006/main">
              <a:ext uri="{FF2B5EF4-FFF2-40B4-BE49-F238E27FC236}">
                <a16:creationId xmlns:a16="http://schemas.microsoft.com/office/drawing/2014/main" id="{FD638722-05CF-4D62-B6ED-D3B4DBEB7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0067925"/>
            <a:ext cx="14478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비교 예시 조건: 업무 저장과 실행 수명의 독립 변경 / 일반 Agent adapter 변경은 제외</a:t>
            </a:r>
          </a:p>
        </p:txBody>
      </p:sp>
      <p:sp>
        <p:nvSpPr>
          <p:cNvPr id="54" name="dp42-comparison / n53 / text 1">
            <a:extLst xmlns:a="http://schemas.openxmlformats.org/drawingml/2006/main">
              <a:ext uri="{FF2B5EF4-FFF2-40B4-BE49-F238E27FC236}">
                <a16:creationId xmlns:a16="http://schemas.microsoft.com/office/drawing/2014/main" id="{E3520F13-5837-45B9-A16C-439C2DD59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6625" y="10067925"/>
            <a:ext cx="30003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● 많을수록 우수 / 미측정</a:t>
            </a:r>
          </a:p>
        </p:txBody>
      </p:sp>
      <p:sp>
        <p:nvSpPr>
          <p:cNvPr id="55" name="dp42-comparison / n54">
            <a:extLst xmlns:a="http://schemas.openxmlformats.org/drawingml/2006/main">
              <a:ext uri="{FF2B5EF4-FFF2-40B4-BE49-F238E27FC236}">
                <a16:creationId xmlns:a16="http://schemas.microsoft.com/office/drawing/2014/main" id="{EF590290-0E10-4171-8F94-9C92491FE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" y="2638425"/>
            <a:ext cx="819150" cy="487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56" name="dp42-comparison / n55 / text 1">
            <a:extLst xmlns:a="http://schemas.openxmlformats.org/drawingml/2006/main">
              <a:ext uri="{FF2B5EF4-FFF2-40B4-BE49-F238E27FC236}">
                <a16:creationId xmlns:a16="http://schemas.microsoft.com/office/drawing/2014/main" id="{CD0180D7-0297-453A-8B40-8B626657C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2781300"/>
            <a:ext cx="781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Legend</a:t>
            </a:r>
          </a:p>
        </p:txBody>
      </p:sp>
      <p:sp>
        <p:nvSpPr>
          <p:cNvPr id="57" name="dp42-comparison / n56">
            <a:extLst xmlns:a="http://schemas.openxmlformats.org/drawingml/2006/main">
              <a:ext uri="{FF2B5EF4-FFF2-40B4-BE49-F238E27FC236}">
                <a16:creationId xmlns:a16="http://schemas.microsoft.com/office/drawing/2014/main" id="{9A3F0A06-C973-4DE1-97FB-60201A9A3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981325"/>
            <a:ext cx="7048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58" name="dp42-comparison / n57 / text 1">
            <a:extLst xmlns:a="http://schemas.openxmlformats.org/drawingml/2006/main">
              <a:ext uri="{FF2B5EF4-FFF2-40B4-BE49-F238E27FC236}">
                <a16:creationId xmlns:a16="http://schemas.microsoft.com/office/drawing/2014/main" id="{CCB60F9D-20C7-4489-921C-49FF025F9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48000"/>
            <a:ext cx="5334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Component</a:t>
            </a:r>
          </a:p>
        </p:txBody>
      </p:sp>
      <p:sp>
        <p:nvSpPr>
          <p:cNvPr id="59" name="dp42-comparison / n58 / text 1">
            <a:extLst xmlns:a="http://schemas.openxmlformats.org/drawingml/2006/main">
              <a:ext uri="{FF2B5EF4-FFF2-40B4-BE49-F238E27FC236}">
                <a16:creationId xmlns:a16="http://schemas.microsoft.com/office/drawing/2014/main" id="{7FB7641B-6652-46CC-AA72-E24AA8124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95650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논리 책임</a:t>
            </a:r>
          </a:p>
        </p:txBody>
      </p:sp>
      <p:sp>
        <p:nvSpPr>
          <p:cNvPr id="60" name="dp42-comparison / n59">
            <a:extLst xmlns:a="http://schemas.openxmlformats.org/drawingml/2006/main">
              <a:ext uri="{FF2B5EF4-FFF2-40B4-BE49-F238E27FC236}">
                <a16:creationId xmlns:a16="http://schemas.microsoft.com/office/drawing/2014/main" id="{59552D99-39C8-40CB-90B4-5F4862697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524250"/>
            <a:ext cx="704850" cy="257175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61" name="dp42-comparison / n60 / text 1">
            <a:extLst xmlns:a="http://schemas.openxmlformats.org/drawingml/2006/main">
              <a:ext uri="{FF2B5EF4-FFF2-40B4-BE49-F238E27FC236}">
                <a16:creationId xmlns:a16="http://schemas.microsoft.com/office/drawing/2014/main" id="{00556B82-9695-4BE9-96B2-4DAA00BCC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90925"/>
            <a:ext cx="5334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Module</a:t>
            </a:r>
          </a:p>
        </p:txBody>
      </p:sp>
      <p:sp>
        <p:nvSpPr>
          <p:cNvPr id="62" name="dp42-comparison / n61 / text 1">
            <a:extLst xmlns:a="http://schemas.openxmlformats.org/drawingml/2006/main">
              <a:ext uri="{FF2B5EF4-FFF2-40B4-BE49-F238E27FC236}">
                <a16:creationId xmlns:a16="http://schemas.microsoft.com/office/drawing/2014/main" id="{608F2127-BA9B-4566-A7CE-AEF8917D3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38575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내부 구현</a:t>
            </a:r>
          </a:p>
        </p:txBody>
      </p:sp>
      <p:sp>
        <p:nvSpPr>
          <p:cNvPr id="63" name="dp42-comparison / n62">
            <a:extLst xmlns:a="http://schemas.openxmlformats.org/drawingml/2006/main">
              <a:ext uri="{FF2B5EF4-FFF2-40B4-BE49-F238E27FC236}">
                <a16:creationId xmlns:a16="http://schemas.microsoft.com/office/drawing/2014/main" id="{7FD8BC42-14EE-4CEE-8B0E-5B5FA72B7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543425"/>
            <a:ext cx="704850" cy="2571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64" name="dp42-comparison / n63 / text 1">
            <a:extLst xmlns:a="http://schemas.openxmlformats.org/drawingml/2006/main">
              <a:ext uri="{FF2B5EF4-FFF2-40B4-BE49-F238E27FC236}">
                <a16:creationId xmlns:a16="http://schemas.microsoft.com/office/drawing/2014/main" id="{B5096D3E-31EC-4877-8B19-3435F32A0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629150"/>
            <a:ext cx="53340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State</a:t>
            </a:r>
          </a:p>
        </p:txBody>
      </p:sp>
      <p:sp>
        <p:nvSpPr>
          <p:cNvPr id="65" name="dp42-comparison / n64 / text 1">
            <a:extLst xmlns:a="http://schemas.openxmlformats.org/drawingml/2006/main">
              <a:ext uri="{FF2B5EF4-FFF2-40B4-BE49-F238E27FC236}">
                <a16:creationId xmlns:a16="http://schemas.microsoft.com/office/drawing/2014/main" id="{2563BF0A-BE71-4FD7-BC3E-97BF28A85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저장 상태</a:t>
            </a:r>
          </a:p>
        </p:txBody>
      </p:sp>
      <p:sp>
        <p:nvSpPr>
          <p:cNvPr id="66" name="dp42-comparison / n65">
            <a:extLst xmlns:a="http://schemas.openxmlformats.org/drawingml/2006/main">
              <a:ext uri="{FF2B5EF4-FFF2-40B4-BE49-F238E27FC236}">
                <a16:creationId xmlns:a16="http://schemas.microsoft.com/office/drawing/2014/main" id="{E6D85088-EE54-43A7-92B2-C8E2C09DE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6010275"/>
            <a:ext cx="7048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67" name="dp42-comparison / n66 / text 1">
            <a:extLst xmlns:a="http://schemas.openxmlformats.org/drawingml/2006/main">
              <a:ext uri="{FF2B5EF4-FFF2-40B4-BE49-F238E27FC236}">
                <a16:creationId xmlns:a16="http://schemas.microsoft.com/office/drawing/2014/main" id="{17DD7FAD-2CE3-40DA-9EFA-21221CE90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76950"/>
            <a:ext cx="5334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Component</a:t>
            </a:r>
          </a:p>
        </p:txBody>
      </p:sp>
      <p:sp>
        <p:nvSpPr>
          <p:cNvPr id="68" name="dp42-comparison / n67 / text 1">
            <a:extLst xmlns:a="http://schemas.openxmlformats.org/drawingml/2006/main">
              <a:ext uri="{FF2B5EF4-FFF2-40B4-BE49-F238E27FC236}">
                <a16:creationId xmlns:a16="http://schemas.microsoft.com/office/drawing/2014/main" id="{BB934A9D-41FA-4E52-BC2C-4BF67B83B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24600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흰색 / 검정</a:t>
            </a:r>
          </a:p>
        </p:txBody>
      </p:sp>
      <p:sp>
        <p:nvSpPr>
          <p:cNvPr id="69" name="dp42-comparison / n68">
            <a:extLst xmlns:a="http://schemas.openxmlformats.org/drawingml/2006/main">
              <a:ext uri="{FF2B5EF4-FFF2-40B4-BE49-F238E27FC236}">
                <a16:creationId xmlns:a16="http://schemas.microsoft.com/office/drawing/2014/main" id="{9A0F530B-207F-4034-B28D-84DB4A54F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6543675"/>
            <a:ext cx="704850" cy="257175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70" name="dp42-comparison / n69 / text 1">
            <a:extLst xmlns:a="http://schemas.openxmlformats.org/drawingml/2006/main">
              <a:ext uri="{FF2B5EF4-FFF2-40B4-BE49-F238E27FC236}">
                <a16:creationId xmlns:a16="http://schemas.microsoft.com/office/drawing/2014/main" id="{A95F61DC-DB07-4F8C-853D-738AB0840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610350"/>
            <a:ext cx="5334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Module</a:t>
            </a:r>
          </a:p>
        </p:txBody>
      </p:sp>
      <p:sp>
        <p:nvSpPr>
          <p:cNvPr id="71" name="dp42-comparison / n70 / text 1">
            <a:extLst xmlns:a="http://schemas.openxmlformats.org/drawingml/2006/main">
              <a:ext uri="{FF2B5EF4-FFF2-40B4-BE49-F238E27FC236}">
                <a16:creationId xmlns:a16="http://schemas.microsoft.com/office/drawing/2014/main" id="{5EBEF3E9-A336-40E3-8823-FCDE1FE8D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858000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차이: 살구색</a:t>
            </a:r>
          </a:p>
        </p:txBody>
      </p:sp>
      <p:sp>
        <p:nvSpPr>
          <p:cNvPr id="72" name="dp42-comparison / n71">
            <a:extLst xmlns:a="http://schemas.openxmlformats.org/drawingml/2006/main">
              <a:ext uri="{FF2B5EF4-FFF2-40B4-BE49-F238E27FC236}">
                <a16:creationId xmlns:a16="http://schemas.microsoft.com/office/drawing/2014/main" id="{602DE894-A128-4F98-894B-BDCEA3A9B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057650"/>
            <a:ext cx="3238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4765">
            <a:solidFill>
              <a:srgbClr val="B8753F"/>
            </a:solidFill>
            <a:prstDash val="solid"/>
          </a:ln>
        </p:spPr>
      </p:sp>
      <p:sp>
        <p:nvSpPr>
          <p:cNvPr id="73" name="dp42-comparison / n72 / text 1">
            <a:extLst xmlns:a="http://schemas.openxmlformats.org/drawingml/2006/main">
              <a:ext uri="{FF2B5EF4-FFF2-40B4-BE49-F238E27FC236}">
                <a16:creationId xmlns:a16="http://schemas.microsoft.com/office/drawing/2014/main" id="{4573F0C4-82FA-4EC8-A5AF-BC9A1F303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105275"/>
            <a:ext cx="2857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A</a:t>
            </a:r>
          </a:p>
        </p:txBody>
      </p:sp>
      <p:sp>
        <p:nvSpPr>
          <p:cNvPr id="74" name="dp42-comparison / n73">
            <a:extLst xmlns:a="http://schemas.openxmlformats.org/drawingml/2006/main">
              <a:ext uri="{FF2B5EF4-FFF2-40B4-BE49-F238E27FC236}">
                <a16:creationId xmlns:a16="http://schemas.microsoft.com/office/drawing/2014/main" id="{BE1C3794-BBB5-4108-9935-4B3F83FD8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4057650"/>
            <a:ext cx="3238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4765">
            <a:solidFill>
              <a:srgbClr val="B8753F"/>
            </a:solidFill>
            <a:prstDash val="dash"/>
          </a:ln>
        </p:spPr>
      </p:sp>
      <p:sp>
        <p:nvSpPr>
          <p:cNvPr id="75" name="dp42-comparison / n74 / text 1">
            <a:extLst xmlns:a="http://schemas.openxmlformats.org/drawingml/2006/main">
              <a:ext uri="{FF2B5EF4-FFF2-40B4-BE49-F238E27FC236}">
                <a16:creationId xmlns:a16="http://schemas.microsoft.com/office/drawing/2014/main" id="{8E821E39-11CE-45CD-B27B-24CF72DFC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05275"/>
            <a:ext cx="2857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B</a:t>
            </a:r>
          </a:p>
        </p:txBody>
      </p:sp>
      <p:sp>
        <p:nvSpPr>
          <p:cNvPr id="76" name="dp42-comparison / n75 / text 1">
            <a:extLst xmlns:a="http://schemas.openxmlformats.org/drawingml/2006/main">
              <a:ext uri="{FF2B5EF4-FFF2-40B4-BE49-F238E27FC236}">
                <a16:creationId xmlns:a16="http://schemas.microsoft.com/office/drawing/2014/main" id="{6B1AAD4B-72D1-461E-9966-A07C05A8B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71975"/>
            <a:ext cx="7239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실행 / 서비스</a:t>
            </a:r>
          </a:p>
        </p:txBody>
      </p:sp>
      <p:sp>
        <p:nvSpPr>
          <p:cNvPr id="77" name="dp42-comparison / n76 / path">
            <a:extLst xmlns:a="http://schemas.openxmlformats.org/drawingml/2006/main">
              <a:ext uri="{FF2B5EF4-FFF2-40B4-BE49-F238E27FC236}">
                <a16:creationId xmlns:a16="http://schemas.microsoft.com/office/drawing/2014/main" id="{32776343-40B1-4D8D-AC69-F8864BA5B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219700"/>
            <a:ext cx="657225" cy="953"/>
          </a:xfrm>
          <a:custGeom xmlns:a="http://schemas.openxmlformats.org/drawingml/2006/main">
            <a:pathLst>
              <a:path w="657225" h="953">
                <a:moveTo>
                  <a:pt x="0" y="0"/>
                </a:moveTo>
                <a:lnTo>
                  <a:pt x="657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78" name="dp42-comparison / n76 / arrow">
            <a:extLst xmlns:a="http://schemas.openxmlformats.org/drawingml/2006/main">
              <a:ext uri="{FF2B5EF4-FFF2-40B4-BE49-F238E27FC236}">
                <a16:creationId xmlns:a16="http://schemas.microsoft.com/office/drawing/2014/main" id="{A94267B2-CFF5-4A7A-A328-0937A5E17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519" y="5186172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79" name="dp42-comparison / n77 / text 1">
            <a:extLst xmlns:a="http://schemas.openxmlformats.org/drawingml/2006/main">
              <a:ext uri="{FF2B5EF4-FFF2-40B4-BE49-F238E27FC236}">
                <a16:creationId xmlns:a16="http://schemas.microsoft.com/office/drawing/2014/main" id="{FD69456C-65F1-4973-A2A1-0EC9B3669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305425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요청 / 전달</a:t>
            </a:r>
          </a:p>
        </p:txBody>
      </p:sp>
      <p:sp>
        <p:nvSpPr>
          <p:cNvPr id="80" name="dp42-comparison / n78 / path">
            <a:extLst xmlns:a="http://schemas.openxmlformats.org/drawingml/2006/main">
              <a:ext uri="{FF2B5EF4-FFF2-40B4-BE49-F238E27FC236}">
                <a16:creationId xmlns:a16="http://schemas.microsoft.com/office/drawing/2014/main" id="{B0786698-DE44-49EB-95A6-9F9A64F50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619750"/>
            <a:ext cx="657225" cy="953"/>
          </a:xfrm>
          <a:custGeom xmlns:a="http://schemas.openxmlformats.org/drawingml/2006/main">
            <a:pathLst>
              <a:path w="657225" h="953">
                <a:moveTo>
                  <a:pt x="0" y="0"/>
                </a:moveTo>
                <a:lnTo>
                  <a:pt x="657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81" name="dp42-comparison / n78 / arrow">
            <a:extLst xmlns:a="http://schemas.openxmlformats.org/drawingml/2006/main">
              <a:ext uri="{FF2B5EF4-FFF2-40B4-BE49-F238E27FC236}">
                <a16:creationId xmlns:a16="http://schemas.microsoft.com/office/drawing/2014/main" id="{3D5D63A7-002D-4A07-9E8B-02194FC63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519" y="5586222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82" name="dp42-comparison / n79 / text 1">
            <a:extLst xmlns:a="http://schemas.openxmlformats.org/drawingml/2006/main">
              <a:ext uri="{FF2B5EF4-FFF2-40B4-BE49-F238E27FC236}">
                <a16:creationId xmlns:a16="http://schemas.microsoft.com/office/drawing/2014/main" id="{E7A95F5F-6EDD-4345-AC0C-6D3AED93E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05475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응답 / 반환</a:t>
            </a:r>
          </a:p>
        </p:txBody>
      </p:sp>
      <p:sp>
        <p:nvSpPr>
          <p:cNvPr id="83" name="dp42-comparison / n80 / text 1">
            <a:extLst xmlns:a="http://schemas.openxmlformats.org/drawingml/2006/main">
              <a:ext uri="{FF2B5EF4-FFF2-40B4-BE49-F238E27FC236}">
                <a16:creationId xmlns:a16="http://schemas.microsoft.com/office/drawing/2014/main" id="{6F44BABE-EA64-40E6-A896-6D66D07D4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77075"/>
            <a:ext cx="7239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경계 A: 실선</a:t>
            </a:r>
          </a:p>
        </p:txBody>
      </p:sp>
      <p:sp>
        <p:nvSpPr>
          <p:cNvPr id="84" name="dp42-comparison / n80 / text 2">
            <a:extLst xmlns:a="http://schemas.openxmlformats.org/drawingml/2006/main">
              <a:ext uri="{FF2B5EF4-FFF2-40B4-BE49-F238E27FC236}">
                <a16:creationId xmlns:a16="http://schemas.microsoft.com/office/drawing/2014/main" id="{E3EACA7D-5854-49A3-8B5F-466BB06A6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02805"/>
            <a:ext cx="7239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경계 B: 점선</a:t>
            </a:r>
          </a:p>
        </p:txBody>
      </p:sp>
      <p:sp>
        <p:nvSpPr>
          <p:cNvPr id="85" name="dp42-comparison / n81 / text 1">
            <a:extLst xmlns:a="http://schemas.openxmlformats.org/drawingml/2006/main">
              <a:ext uri="{FF2B5EF4-FFF2-40B4-BE49-F238E27FC236}">
                <a16:creationId xmlns:a16="http://schemas.microsoft.com/office/drawing/2014/main" id="{6B247A0C-C526-4056-BC03-2ED891A1D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372350"/>
            <a:ext cx="7239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차이: 경계선</a:t>
            </a:r>
          </a:p>
        </p:txBody>
      </p:sp>
      <p:sp>
        <p:nvSpPr>
          <p:cNvPr id="86" name="dp42-comparison / n86 / path">
            <a:extLst xmlns:a="http://schemas.openxmlformats.org/drawingml/2006/main">
              <a:ext uri="{FF2B5EF4-FFF2-40B4-BE49-F238E27FC236}">
                <a16:creationId xmlns:a16="http://schemas.microsoft.com/office/drawing/2014/main" id="{16E85C67-ABDF-4E04-88E1-46D190445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800350"/>
            <a:ext cx="5381625" cy="953"/>
          </a:xfrm>
          <a:custGeom xmlns:a="http://schemas.openxmlformats.org/drawingml/2006/main">
            <a:pathLst>
              <a:path w="5381625" h="953">
                <a:moveTo>
                  <a:pt x="0" y="0"/>
                </a:moveTo>
                <a:lnTo>
                  <a:pt x="5381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87" name="dp42-comparison / n91 / path">
            <a:extLst xmlns:a="http://schemas.openxmlformats.org/drawingml/2006/main">
              <a:ext uri="{FF2B5EF4-FFF2-40B4-BE49-F238E27FC236}">
                <a16:creationId xmlns:a16="http://schemas.microsoft.com/office/drawing/2014/main" id="{347E04CF-99E8-4E17-81A9-72E65F7ED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981325"/>
            <a:ext cx="4495800" cy="953"/>
          </a:xfrm>
          <a:custGeom xmlns:a="http://schemas.openxmlformats.org/drawingml/2006/main">
            <a:pathLst>
              <a:path w="4495800" h="953">
                <a:moveTo>
                  <a:pt x="0" y="0"/>
                </a:moveTo>
                <a:lnTo>
                  <a:pt x="4495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88" name="dp42-comparison / n96 / path">
            <a:extLst xmlns:a="http://schemas.openxmlformats.org/drawingml/2006/main">
              <a:ext uri="{FF2B5EF4-FFF2-40B4-BE49-F238E27FC236}">
                <a16:creationId xmlns:a16="http://schemas.microsoft.com/office/drawing/2014/main" id="{076C245B-56BF-42CC-A9D0-565D2A4CE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162300"/>
            <a:ext cx="5381625" cy="953"/>
          </a:xfrm>
          <a:custGeom xmlns:a="http://schemas.openxmlformats.org/drawingml/2006/main">
            <a:pathLst>
              <a:path w="5381625" h="953">
                <a:moveTo>
                  <a:pt x="0" y="0"/>
                </a:moveTo>
                <a:lnTo>
                  <a:pt x="5381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89" name="dp42-comparison / n101 / path">
            <a:extLst xmlns:a="http://schemas.openxmlformats.org/drawingml/2006/main">
              <a:ext uri="{FF2B5EF4-FFF2-40B4-BE49-F238E27FC236}">
                <a16:creationId xmlns:a16="http://schemas.microsoft.com/office/drawing/2014/main" id="{EE19ED36-3866-48DC-B4E2-B6FACB04B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343275"/>
            <a:ext cx="5210175" cy="953"/>
          </a:xfrm>
          <a:custGeom xmlns:a="http://schemas.openxmlformats.org/drawingml/2006/main">
            <a:pathLst>
              <a:path w="5210175" h="953">
                <a:moveTo>
                  <a:pt x="0" y="0"/>
                </a:moveTo>
                <a:lnTo>
                  <a:pt x="52101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90" name="dp42-comparison / n106">
            <a:extLst xmlns:a="http://schemas.openxmlformats.org/drawingml/2006/main">
              <a:ext uri="{FF2B5EF4-FFF2-40B4-BE49-F238E27FC236}">
                <a16:creationId xmlns:a16="http://schemas.microsoft.com/office/drawing/2014/main" id="{47237FEE-998C-4024-9E38-961621C29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495675"/>
            <a:ext cx="7858125" cy="3295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4765">
            <a:solidFill>
              <a:srgbClr val="B8753F"/>
            </a:solidFill>
            <a:prstDash val="solid"/>
          </a:ln>
        </p:spPr>
      </p:sp>
      <p:sp>
        <p:nvSpPr>
          <p:cNvPr id="91" name="dp42-comparison / n107 / text 1">
            <a:extLst xmlns:a="http://schemas.openxmlformats.org/drawingml/2006/main">
              <a:ext uri="{FF2B5EF4-FFF2-40B4-BE49-F238E27FC236}">
                <a16:creationId xmlns:a16="http://schemas.microsoft.com/office/drawing/2014/main" id="{6E7D3F98-A1CA-460F-BEB4-20270FC11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825" y="3590925"/>
            <a:ext cx="761047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VIA Core</a:t>
            </a:r>
          </a:p>
        </p:txBody>
      </p:sp>
      <p:sp>
        <p:nvSpPr>
          <p:cNvPr id="92" name="dp42-comparison / n110">
            <a:extLst xmlns:a="http://schemas.openxmlformats.org/drawingml/2006/main">
              <a:ext uri="{FF2B5EF4-FFF2-40B4-BE49-F238E27FC236}">
                <a16:creationId xmlns:a16="http://schemas.microsoft.com/office/drawing/2014/main" id="{BAD5BC9F-782A-467A-94C9-F66438210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914775"/>
            <a:ext cx="22383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3" name="dp42-comparison / n111 / text 1">
            <a:extLst xmlns:a="http://schemas.openxmlformats.org/drawingml/2006/main">
              <a:ext uri="{FF2B5EF4-FFF2-40B4-BE49-F238E27FC236}">
                <a16:creationId xmlns:a16="http://schemas.microsoft.com/office/drawing/2014/main" id="{EB589AEC-1475-45C2-816D-2F9B16DBD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3974783"/>
            <a:ext cx="206692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94" name="dp42-comparison / n112">
            <a:extLst xmlns:a="http://schemas.openxmlformats.org/drawingml/2006/main">
              <a:ext uri="{FF2B5EF4-FFF2-40B4-BE49-F238E27FC236}">
                <a16:creationId xmlns:a16="http://schemas.microsoft.com/office/drawing/2014/main" id="{6D4A441B-2064-463D-B163-990C26CE3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914775"/>
            <a:ext cx="2571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5" name="dp42-comparison / n113 / text 1">
            <a:extLst xmlns:a="http://schemas.openxmlformats.org/drawingml/2006/main">
              <a:ext uri="{FF2B5EF4-FFF2-40B4-BE49-F238E27FC236}">
                <a16:creationId xmlns:a16="http://schemas.microsoft.com/office/drawing/2014/main" id="{D8CBADC0-1EEE-42C8-B020-747CE8AC8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974783"/>
            <a:ext cx="2400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96" name="dp42-comparison / n114">
            <a:extLst xmlns:a="http://schemas.openxmlformats.org/drawingml/2006/main">
              <a:ext uri="{FF2B5EF4-FFF2-40B4-BE49-F238E27FC236}">
                <a16:creationId xmlns:a16="http://schemas.microsoft.com/office/drawing/2014/main" id="{AAAE8D3B-C67B-48C9-A84C-385E2CE46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619625"/>
            <a:ext cx="2238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7" name="dp42-comparison / n115 / text 1">
            <a:extLst xmlns:a="http://schemas.openxmlformats.org/drawingml/2006/main">
              <a:ext uri="{FF2B5EF4-FFF2-40B4-BE49-F238E27FC236}">
                <a16:creationId xmlns:a16="http://schemas.microsoft.com/office/drawing/2014/main" id="{DDCC5521-CF26-4C6C-9367-787FDC441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4676299"/>
            <a:ext cx="2066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98" name="dp42-comparison / n116">
            <a:extLst xmlns:a="http://schemas.openxmlformats.org/drawingml/2006/main">
              <a:ext uri="{FF2B5EF4-FFF2-40B4-BE49-F238E27FC236}">
                <a16:creationId xmlns:a16="http://schemas.microsoft.com/office/drawing/2014/main" id="{26CFDC82-A40B-4B1F-9AF7-A3AC71D1C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324475"/>
            <a:ext cx="22383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9" name="dp42-comparison / n117 / text 1">
            <a:extLst xmlns:a="http://schemas.openxmlformats.org/drawingml/2006/main">
              <a:ext uri="{FF2B5EF4-FFF2-40B4-BE49-F238E27FC236}">
                <a16:creationId xmlns:a16="http://schemas.microsoft.com/office/drawing/2014/main" id="{0131C27B-A3E7-4370-B692-8680287C2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5384483"/>
            <a:ext cx="206692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Response Manager</a:t>
            </a:r>
          </a:p>
        </p:txBody>
      </p:sp>
      <p:sp>
        <p:nvSpPr>
          <p:cNvPr id="100" name="dp42-comparison / n118">
            <a:extLst xmlns:a="http://schemas.openxmlformats.org/drawingml/2006/main">
              <a:ext uri="{FF2B5EF4-FFF2-40B4-BE49-F238E27FC236}">
                <a16:creationId xmlns:a16="http://schemas.microsoft.com/office/drawing/2014/main" id="{DA052E61-DEF2-4942-A439-C09162335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5324475"/>
            <a:ext cx="2571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1" name="dp42-comparison / n119 / text 1">
            <a:extLst xmlns:a="http://schemas.openxmlformats.org/drawingml/2006/main">
              <a:ext uri="{FF2B5EF4-FFF2-40B4-BE49-F238E27FC236}">
                <a16:creationId xmlns:a16="http://schemas.microsoft.com/office/drawing/2014/main" id="{0D1E5355-2ECB-40B5-9ECD-6C815EBAA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384483"/>
            <a:ext cx="2400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Agent Gateway</a:t>
            </a:r>
          </a:p>
        </p:txBody>
      </p:sp>
      <p:sp>
        <p:nvSpPr>
          <p:cNvPr id="102" name="dp42-comparison / n124 / path">
            <a:extLst xmlns:a="http://schemas.openxmlformats.org/drawingml/2006/main">
              <a:ext uri="{FF2B5EF4-FFF2-40B4-BE49-F238E27FC236}">
                <a16:creationId xmlns:a16="http://schemas.microsoft.com/office/drawing/2014/main" id="{6D2D8F60-3EFB-4EBD-9A31-31F59AFDB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819525"/>
            <a:ext cx="3000375" cy="180975"/>
          </a:xfrm>
          <a:custGeom xmlns:a="http://schemas.openxmlformats.org/drawingml/2006/main">
            <a:pathLst>
              <a:path w="3000375" h="180975">
                <a:moveTo>
                  <a:pt x="0" y="180975"/>
                </a:moveTo>
                <a:lnTo>
                  <a:pt x="190500" y="180975"/>
                </a:lnTo>
                <a:lnTo>
                  <a:pt x="190500" y="0"/>
                </a:lnTo>
                <a:lnTo>
                  <a:pt x="3000375" y="0"/>
                </a:lnTo>
                <a:lnTo>
                  <a:pt x="3000375" y="952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03" name="dp42-comparison / n124 / arrow">
            <a:extLst xmlns:a="http://schemas.openxmlformats.org/drawingml/2006/main">
              <a:ext uri="{FF2B5EF4-FFF2-40B4-BE49-F238E27FC236}">
                <a16:creationId xmlns:a16="http://schemas.microsoft.com/office/drawing/2014/main" id="{CB42A2A4-2426-4DD3-9EDF-9D923CB6F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9722" y="384771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04" name="dp42-comparison / n125 / path">
            <a:extLst xmlns:a="http://schemas.openxmlformats.org/drawingml/2006/main">
              <a:ext uri="{FF2B5EF4-FFF2-40B4-BE49-F238E27FC236}">
                <a16:creationId xmlns:a16="http://schemas.microsoft.com/office/drawing/2014/main" id="{21590B57-FE12-421D-B9C3-320B12CEE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876675"/>
            <a:ext cx="3143250" cy="190500"/>
          </a:xfrm>
          <a:custGeom xmlns:a="http://schemas.openxmlformats.org/drawingml/2006/main">
            <a:pathLst>
              <a:path w="3143250" h="190500">
                <a:moveTo>
                  <a:pt x="3143250" y="38100"/>
                </a:moveTo>
                <a:lnTo>
                  <a:pt x="3143250" y="0"/>
                </a:lnTo>
                <a:lnTo>
                  <a:pt x="95250" y="0"/>
                </a:lnTo>
                <a:lnTo>
                  <a:pt x="95250" y="190500"/>
                </a:lnTo>
                <a:lnTo>
                  <a:pt x="0" y="1905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05" name="dp42-comparison / n125 / arrow">
            <a:extLst xmlns:a="http://schemas.openxmlformats.org/drawingml/2006/main">
              <a:ext uri="{FF2B5EF4-FFF2-40B4-BE49-F238E27FC236}">
                <a16:creationId xmlns:a16="http://schemas.microsoft.com/office/drawing/2014/main" id="{705E5B17-076C-4742-897D-8633CC901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0336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06" name="dp42-comparison / n128 / path">
            <a:extLst xmlns:a="http://schemas.openxmlformats.org/drawingml/2006/main">
              <a:ext uri="{FF2B5EF4-FFF2-40B4-BE49-F238E27FC236}">
                <a16:creationId xmlns:a16="http://schemas.microsoft.com/office/drawing/2014/main" id="{D7F6844E-280A-4170-BB0E-33FFB6B3E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181475"/>
            <a:ext cx="2667000" cy="953"/>
          </a:xfrm>
          <a:custGeom xmlns:a="http://schemas.openxmlformats.org/drawingml/2006/main">
            <a:pathLst>
              <a:path w="2667000" h="953">
                <a:moveTo>
                  <a:pt x="0" y="0"/>
                </a:moveTo>
                <a:lnTo>
                  <a:pt x="2667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07" name="dp42-comparison / n128 / arrow">
            <a:extLst xmlns:a="http://schemas.openxmlformats.org/drawingml/2006/main">
              <a:ext uri="{FF2B5EF4-FFF2-40B4-BE49-F238E27FC236}">
                <a16:creationId xmlns:a16="http://schemas.microsoft.com/office/drawing/2014/main" id="{DBD71563-AC80-4690-BDA5-C5E7A8FFE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2819" y="414794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08" name="dp42-comparison / n131 / path">
            <a:extLst xmlns:a="http://schemas.openxmlformats.org/drawingml/2006/main">
              <a:ext uri="{FF2B5EF4-FFF2-40B4-BE49-F238E27FC236}">
                <a16:creationId xmlns:a16="http://schemas.microsoft.com/office/drawing/2014/main" id="{BBDB1481-C6FA-41E8-BBF5-27EDE6399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000500"/>
            <a:ext cx="2667000" cy="495300"/>
          </a:xfrm>
          <a:custGeom xmlns:a="http://schemas.openxmlformats.org/drawingml/2006/main">
            <a:pathLst>
              <a:path w="2667000" h="495300">
                <a:moveTo>
                  <a:pt x="2667000" y="0"/>
                </a:moveTo>
                <a:lnTo>
                  <a:pt x="2457450" y="0"/>
                </a:lnTo>
                <a:lnTo>
                  <a:pt x="2457450" y="495300"/>
                </a:lnTo>
                <a:lnTo>
                  <a:pt x="161925" y="495300"/>
                </a:lnTo>
                <a:lnTo>
                  <a:pt x="16192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09" name="dp42-comparison / n131 / arrow">
            <a:extLst xmlns:a="http://schemas.openxmlformats.org/drawingml/2006/main">
              <a:ext uri="{FF2B5EF4-FFF2-40B4-BE49-F238E27FC236}">
                <a16:creationId xmlns:a16="http://schemas.microsoft.com/office/drawing/2014/main" id="{4ABF4FED-2DE0-4311-8A35-118EF65E9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966972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10" name="dp42-comparison / n134 / path">
            <a:extLst xmlns:a="http://schemas.openxmlformats.org/drawingml/2006/main">
              <a:ext uri="{FF2B5EF4-FFF2-40B4-BE49-F238E27FC236}">
                <a16:creationId xmlns:a16="http://schemas.microsoft.com/office/drawing/2014/main" id="{CF931000-66C3-4EA9-851B-7FBA20BCE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5063" y="4257675"/>
            <a:ext cx="953" cy="361950"/>
          </a:xfrm>
          <a:custGeom xmlns:a="http://schemas.openxmlformats.org/drawingml/2006/main">
            <a:pathLst>
              <a:path w="953" h="361950">
                <a:moveTo>
                  <a:pt x="0" y="0"/>
                </a:moveTo>
                <a:lnTo>
                  <a:pt x="0" y="3619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11" name="dp42-comparison / n134 / arrow">
            <a:extLst xmlns:a="http://schemas.openxmlformats.org/drawingml/2006/main">
              <a:ext uri="{FF2B5EF4-FFF2-40B4-BE49-F238E27FC236}">
                <a16:creationId xmlns:a16="http://schemas.microsoft.com/office/drawing/2014/main" id="{6EE65618-C90B-4BB6-972F-94416F176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535" y="45525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12" name="dp42-comparison / n135 / path">
            <a:extLst xmlns:a="http://schemas.openxmlformats.org/drawingml/2006/main">
              <a:ext uri="{FF2B5EF4-FFF2-40B4-BE49-F238E27FC236}">
                <a16:creationId xmlns:a16="http://schemas.microsoft.com/office/drawing/2014/main" id="{FB62232B-CEA1-4FDB-856A-DD1076BEB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2313" y="3914775"/>
            <a:ext cx="953" cy="1028700"/>
          </a:xfrm>
          <a:custGeom xmlns:a="http://schemas.openxmlformats.org/drawingml/2006/main">
            <a:pathLst>
              <a:path w="953" h="1028700">
                <a:moveTo>
                  <a:pt x="0" y="102870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13" name="dp42-comparison / n135 / arrow">
            <a:extLst xmlns:a="http://schemas.openxmlformats.org/drawingml/2006/main">
              <a:ext uri="{FF2B5EF4-FFF2-40B4-BE49-F238E27FC236}">
                <a16:creationId xmlns:a16="http://schemas.microsoft.com/office/drawing/2014/main" id="{6EEB0829-519F-46BB-9F44-507EC7BD8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785" y="3914775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67056"/>
                </a:moveTo>
                <a:lnTo>
                  <a:pt x="33528" y="0"/>
                </a:lnTo>
                <a:lnTo>
                  <a:pt x="0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14" name="dp42-comparison / n138 / path">
            <a:extLst xmlns:a="http://schemas.openxmlformats.org/drawingml/2006/main">
              <a:ext uri="{FF2B5EF4-FFF2-40B4-BE49-F238E27FC236}">
                <a16:creationId xmlns:a16="http://schemas.microsoft.com/office/drawing/2014/main" id="{BED03308-A3BD-4FBA-8CBA-AFE77FF5E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086225"/>
            <a:ext cx="642938" cy="1238250"/>
          </a:xfrm>
          <a:custGeom xmlns:a="http://schemas.openxmlformats.org/drawingml/2006/main">
            <a:pathLst>
              <a:path w="642938" h="1238250">
                <a:moveTo>
                  <a:pt x="95250" y="0"/>
                </a:moveTo>
                <a:lnTo>
                  <a:pt x="0" y="0"/>
                </a:lnTo>
                <a:lnTo>
                  <a:pt x="0" y="1152525"/>
                </a:lnTo>
                <a:lnTo>
                  <a:pt x="642938" y="1152525"/>
                </a:lnTo>
                <a:lnTo>
                  <a:pt x="642938" y="12382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15" name="dp42-comparison / n138 / arrow">
            <a:extLst xmlns:a="http://schemas.openxmlformats.org/drawingml/2006/main">
              <a:ext uri="{FF2B5EF4-FFF2-40B4-BE49-F238E27FC236}">
                <a16:creationId xmlns:a16="http://schemas.microsoft.com/office/drawing/2014/main" id="{D58FE16B-1EB5-40CC-97FE-61D0AC163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660" y="525741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16" name="dp42-comparison / n139 / path">
            <a:extLst xmlns:a="http://schemas.openxmlformats.org/drawingml/2006/main">
              <a:ext uri="{FF2B5EF4-FFF2-40B4-BE49-F238E27FC236}">
                <a16:creationId xmlns:a16="http://schemas.microsoft.com/office/drawing/2014/main" id="{1B08C725-054B-4DC0-903F-597A0AE11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105275"/>
            <a:ext cx="381000" cy="1295400"/>
          </a:xfrm>
          <a:custGeom xmlns:a="http://schemas.openxmlformats.org/drawingml/2006/main">
            <a:pathLst>
              <a:path w="381000" h="1295400">
                <a:moveTo>
                  <a:pt x="0" y="1295400"/>
                </a:moveTo>
                <a:lnTo>
                  <a:pt x="381000" y="1295400"/>
                </a:lnTo>
                <a:lnTo>
                  <a:pt x="381000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17" name="dp42-comparison / n139 / arrow">
            <a:extLst xmlns:a="http://schemas.openxmlformats.org/drawingml/2006/main">
              <a:ext uri="{FF2B5EF4-FFF2-40B4-BE49-F238E27FC236}">
                <a16:creationId xmlns:a16="http://schemas.microsoft.com/office/drawing/2014/main" id="{8680B55C-AF0A-41CA-95F3-C7672B945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0717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18" name="dp42-comparison / n144 / path">
            <a:extLst xmlns:a="http://schemas.openxmlformats.org/drawingml/2006/main">
              <a:ext uri="{FF2B5EF4-FFF2-40B4-BE49-F238E27FC236}">
                <a16:creationId xmlns:a16="http://schemas.microsoft.com/office/drawing/2014/main" id="{A97AEDEE-05D9-4D97-9E8A-CACD182DC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257675"/>
            <a:ext cx="953" cy="1066800"/>
          </a:xfrm>
          <a:custGeom xmlns:a="http://schemas.openxmlformats.org/drawingml/2006/main">
            <a:pathLst>
              <a:path w="953" h="1066800">
                <a:moveTo>
                  <a:pt x="0" y="0"/>
                </a:moveTo>
                <a:lnTo>
                  <a:pt x="0" y="10668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19" name="dp42-comparison / n144 / arrow">
            <a:extLst xmlns:a="http://schemas.openxmlformats.org/drawingml/2006/main">
              <a:ext uri="{FF2B5EF4-FFF2-40B4-BE49-F238E27FC236}">
                <a16:creationId xmlns:a16="http://schemas.microsoft.com/office/drawing/2014/main" id="{694D7372-E551-44C3-B713-5BC04A449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2222" y="525741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20" name="dp42-comparison / n145 / path">
            <a:extLst xmlns:a="http://schemas.openxmlformats.org/drawingml/2006/main">
              <a:ext uri="{FF2B5EF4-FFF2-40B4-BE49-F238E27FC236}">
                <a16:creationId xmlns:a16="http://schemas.microsoft.com/office/drawing/2014/main" id="{C7E1F0BA-DD34-4FE9-A7EC-A6BF0A78A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086225"/>
            <a:ext cx="123825" cy="1409700"/>
          </a:xfrm>
          <a:custGeom xmlns:a="http://schemas.openxmlformats.org/drawingml/2006/main">
            <a:pathLst>
              <a:path w="123825" h="1409700">
                <a:moveTo>
                  <a:pt x="123825" y="1409700"/>
                </a:moveTo>
                <a:lnTo>
                  <a:pt x="0" y="1409700"/>
                </a:lnTo>
                <a:lnTo>
                  <a:pt x="0" y="0"/>
                </a:lnTo>
                <a:lnTo>
                  <a:pt x="1238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21" name="dp42-comparison / n145 / arrow">
            <a:extLst xmlns:a="http://schemas.openxmlformats.org/drawingml/2006/main">
              <a:ext uri="{FF2B5EF4-FFF2-40B4-BE49-F238E27FC236}">
                <a16:creationId xmlns:a16="http://schemas.microsoft.com/office/drawing/2014/main" id="{41D64992-7AF0-41E7-AF19-030E3D046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2819" y="405269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22" name="dp42-comparison / n150">
            <a:extLst xmlns:a="http://schemas.openxmlformats.org/drawingml/2006/main">
              <a:ext uri="{FF2B5EF4-FFF2-40B4-BE49-F238E27FC236}">
                <a16:creationId xmlns:a16="http://schemas.microsoft.com/office/drawing/2014/main" id="{3E8E42F8-A8D3-442F-A26F-C7A35ED0E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5915025"/>
            <a:ext cx="2095500" cy="295275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123" name="dp42-comparison / n151 / text 1">
            <a:extLst xmlns:a="http://schemas.openxmlformats.org/drawingml/2006/main">
              <a:ext uri="{FF2B5EF4-FFF2-40B4-BE49-F238E27FC236}">
                <a16:creationId xmlns:a16="http://schemas.microsoft.com/office/drawing/2014/main" id="{9AAC7865-A76E-430B-86DB-C3EA3AB4A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957411"/>
            <a:ext cx="19240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트랜잭션 관리자</a:t>
            </a:r>
          </a:p>
        </p:txBody>
      </p:sp>
      <p:sp>
        <p:nvSpPr>
          <p:cNvPr id="124" name="dp42-comparison / n152">
            <a:extLst xmlns:a="http://schemas.openxmlformats.org/drawingml/2006/main">
              <a:ext uri="{FF2B5EF4-FFF2-40B4-BE49-F238E27FC236}">
                <a16:creationId xmlns:a16="http://schemas.microsoft.com/office/drawing/2014/main" id="{8E5691E9-0E9E-4077-96A9-606C2BC66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6400800"/>
            <a:ext cx="1905000" cy="285750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25" name="dp42-comparison / n153 / text 1">
            <a:extLst xmlns:a="http://schemas.openxmlformats.org/drawingml/2006/main">
              <a:ext uri="{FF2B5EF4-FFF2-40B4-BE49-F238E27FC236}">
                <a16:creationId xmlns:a16="http://schemas.microsoft.com/office/drawing/2014/main" id="{AE413BDA-D156-499F-B8F3-B143356C9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17335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State Store</a:t>
            </a:r>
          </a:p>
        </p:txBody>
      </p:sp>
      <p:sp>
        <p:nvSpPr>
          <p:cNvPr id="126" name="dp42-comparison / n154 / path">
            <a:extLst xmlns:a="http://schemas.openxmlformats.org/drawingml/2006/main">
              <a:ext uri="{FF2B5EF4-FFF2-40B4-BE49-F238E27FC236}">
                <a16:creationId xmlns:a16="http://schemas.microsoft.com/office/drawing/2014/main" id="{39A4A96B-2F51-40F2-BF99-8AEF2DF5D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238625"/>
            <a:ext cx="1000125" cy="1676400"/>
          </a:xfrm>
          <a:custGeom xmlns:a="http://schemas.openxmlformats.org/drawingml/2006/main">
            <a:pathLst>
              <a:path w="1000125" h="1676400">
                <a:moveTo>
                  <a:pt x="0" y="0"/>
                </a:moveTo>
                <a:lnTo>
                  <a:pt x="285750" y="0"/>
                </a:lnTo>
                <a:lnTo>
                  <a:pt x="285750" y="1600200"/>
                </a:lnTo>
                <a:lnTo>
                  <a:pt x="1000125" y="1600200"/>
                </a:lnTo>
                <a:lnTo>
                  <a:pt x="1000125" y="16764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27" name="dp42-comparison / n154 / arrow">
            <a:extLst xmlns:a="http://schemas.openxmlformats.org/drawingml/2006/main">
              <a:ext uri="{FF2B5EF4-FFF2-40B4-BE49-F238E27FC236}">
                <a16:creationId xmlns:a16="http://schemas.microsoft.com/office/drawing/2014/main" id="{6C8CA28D-60D5-4EB1-93C6-70B01668C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9472" y="58479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28" name="dp42-comparison / n155 / path">
            <a:extLst xmlns:a="http://schemas.openxmlformats.org/drawingml/2006/main">
              <a:ext uri="{FF2B5EF4-FFF2-40B4-BE49-F238E27FC236}">
                <a16:creationId xmlns:a16="http://schemas.microsoft.com/office/drawing/2014/main" id="{31993372-096B-4D90-9173-F7C5EA0ED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238625"/>
            <a:ext cx="619125" cy="1676400"/>
          </a:xfrm>
          <a:custGeom xmlns:a="http://schemas.openxmlformats.org/drawingml/2006/main">
            <a:pathLst>
              <a:path w="619125" h="1676400">
                <a:moveTo>
                  <a:pt x="619125" y="0"/>
                </a:moveTo>
                <a:lnTo>
                  <a:pt x="571500" y="0"/>
                </a:lnTo>
                <a:lnTo>
                  <a:pt x="571500" y="1600200"/>
                </a:lnTo>
                <a:lnTo>
                  <a:pt x="0" y="1600200"/>
                </a:lnTo>
                <a:lnTo>
                  <a:pt x="0" y="16764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29" name="dp42-comparison / n155 / arrow">
            <a:extLst xmlns:a="http://schemas.openxmlformats.org/drawingml/2006/main">
              <a:ext uri="{FF2B5EF4-FFF2-40B4-BE49-F238E27FC236}">
                <a16:creationId xmlns:a16="http://schemas.microsoft.com/office/drawing/2014/main" id="{49BB898E-A8D9-4238-A194-912677EFB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7222" y="58479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0" name="dp42-comparison / n156 / path">
            <a:extLst xmlns:a="http://schemas.openxmlformats.org/drawingml/2006/main">
              <a:ext uri="{FF2B5EF4-FFF2-40B4-BE49-F238E27FC236}">
                <a16:creationId xmlns:a16="http://schemas.microsoft.com/office/drawing/2014/main" id="{A25A9B6B-742C-416D-B972-A4AFA6589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6210300"/>
            <a:ext cx="95250" cy="190500"/>
          </a:xfrm>
          <a:custGeom xmlns:a="http://schemas.openxmlformats.org/drawingml/2006/main">
            <a:pathLst>
              <a:path w="95250" h="190500">
                <a:moveTo>
                  <a:pt x="0" y="0"/>
                </a:moveTo>
                <a:lnTo>
                  <a:pt x="0" y="85725"/>
                </a:lnTo>
                <a:lnTo>
                  <a:pt x="95250" y="85725"/>
                </a:lnTo>
                <a:lnTo>
                  <a:pt x="95250" y="1905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31" name="dp42-comparison / n156 / arrow">
            <a:extLst xmlns:a="http://schemas.openxmlformats.org/drawingml/2006/main">
              <a:ext uri="{FF2B5EF4-FFF2-40B4-BE49-F238E27FC236}">
                <a16:creationId xmlns:a16="http://schemas.microsoft.com/office/drawing/2014/main" id="{0E9DAE32-C969-41A1-9F06-23C9450EA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8597" y="6333744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2" name="dp42-comparison / n157 / path">
            <a:extLst xmlns:a="http://schemas.openxmlformats.org/drawingml/2006/main">
              <a:ext uri="{FF2B5EF4-FFF2-40B4-BE49-F238E27FC236}">
                <a16:creationId xmlns:a16="http://schemas.microsoft.com/office/drawing/2014/main" id="{1D979FE1-4F22-45E7-BC16-27C85045F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5915025"/>
            <a:ext cx="95250" cy="771525"/>
          </a:xfrm>
          <a:custGeom xmlns:a="http://schemas.openxmlformats.org/drawingml/2006/main">
            <a:pathLst>
              <a:path w="95250" h="771525">
                <a:moveTo>
                  <a:pt x="95250" y="771525"/>
                </a:moveTo>
                <a:lnTo>
                  <a:pt x="95250" y="400050"/>
                </a:lnTo>
                <a:lnTo>
                  <a:pt x="0" y="40005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33" name="dp42-comparison / n157 / arrow">
            <a:extLst xmlns:a="http://schemas.openxmlformats.org/drawingml/2006/main">
              <a:ext uri="{FF2B5EF4-FFF2-40B4-BE49-F238E27FC236}">
                <a16:creationId xmlns:a16="http://schemas.microsoft.com/office/drawing/2014/main" id="{B1E350C4-EA59-46B4-9CDC-0FA75A29C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7222" y="5915025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67056"/>
                </a:moveTo>
                <a:lnTo>
                  <a:pt x="33528" y="0"/>
                </a:lnTo>
                <a:lnTo>
                  <a:pt x="0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4" name="dp42-comparison / n162 / path">
            <a:extLst xmlns:a="http://schemas.openxmlformats.org/drawingml/2006/main">
              <a:ext uri="{FF2B5EF4-FFF2-40B4-BE49-F238E27FC236}">
                <a16:creationId xmlns:a16="http://schemas.microsoft.com/office/drawing/2014/main" id="{4CD1FCD1-3A67-4DC9-995B-B0263801C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229100"/>
            <a:ext cx="476250" cy="1833563"/>
          </a:xfrm>
          <a:custGeom xmlns:a="http://schemas.openxmlformats.org/drawingml/2006/main">
            <a:pathLst>
              <a:path w="476250" h="1833563">
                <a:moveTo>
                  <a:pt x="476250" y="1833563"/>
                </a:moveTo>
                <a:lnTo>
                  <a:pt x="228600" y="1833563"/>
                </a:lnTo>
                <a:lnTo>
                  <a:pt x="228600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35" name="dp42-comparison / n162 / arrow">
            <a:extLst xmlns:a="http://schemas.openxmlformats.org/drawingml/2006/main">
              <a:ext uri="{FF2B5EF4-FFF2-40B4-BE49-F238E27FC236}">
                <a16:creationId xmlns:a16="http://schemas.microsoft.com/office/drawing/2014/main" id="{607A2305-9A6B-45B9-8920-523918FDB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195572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6" name="dp42-comparison / n163 / path">
            <a:extLst xmlns:a="http://schemas.openxmlformats.org/drawingml/2006/main">
              <a:ext uri="{FF2B5EF4-FFF2-40B4-BE49-F238E27FC236}">
                <a16:creationId xmlns:a16="http://schemas.microsoft.com/office/drawing/2014/main" id="{5DC146B7-1452-4A44-9318-6740ABF25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229100"/>
            <a:ext cx="95250" cy="1833563"/>
          </a:xfrm>
          <a:custGeom xmlns:a="http://schemas.openxmlformats.org/drawingml/2006/main">
            <a:pathLst>
              <a:path w="95250" h="1833563">
                <a:moveTo>
                  <a:pt x="0" y="1833563"/>
                </a:moveTo>
                <a:lnTo>
                  <a:pt x="66675" y="1833563"/>
                </a:lnTo>
                <a:lnTo>
                  <a:pt x="66675" y="0"/>
                </a:lnTo>
                <a:lnTo>
                  <a:pt x="95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37" name="dp42-comparison / n163 / arrow">
            <a:extLst xmlns:a="http://schemas.openxmlformats.org/drawingml/2006/main">
              <a:ext uri="{FF2B5EF4-FFF2-40B4-BE49-F238E27FC236}">
                <a16:creationId xmlns:a16="http://schemas.microsoft.com/office/drawing/2014/main" id="{C9FE2C12-8703-47F4-95D4-5173F14D3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2819" y="4195572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8" name="dp42-comparison / n164 / path">
            <a:extLst xmlns:a="http://schemas.openxmlformats.org/drawingml/2006/main">
              <a:ext uri="{FF2B5EF4-FFF2-40B4-BE49-F238E27FC236}">
                <a16:creationId xmlns:a16="http://schemas.microsoft.com/office/drawing/2014/main" id="{BB4562C2-DB6A-4AC2-A424-00E4E1116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5495925"/>
            <a:ext cx="2962275" cy="904875"/>
          </a:xfrm>
          <a:custGeom xmlns:a="http://schemas.openxmlformats.org/drawingml/2006/main">
            <a:pathLst>
              <a:path w="2962275" h="904875">
                <a:moveTo>
                  <a:pt x="57150" y="0"/>
                </a:moveTo>
                <a:lnTo>
                  <a:pt x="0" y="0"/>
                </a:lnTo>
                <a:lnTo>
                  <a:pt x="0" y="762000"/>
                </a:lnTo>
                <a:lnTo>
                  <a:pt x="2962275" y="762000"/>
                </a:lnTo>
                <a:lnTo>
                  <a:pt x="2962275" y="9048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39" name="dp42-comparison / n164 / arrow">
            <a:extLst xmlns:a="http://schemas.openxmlformats.org/drawingml/2006/main">
              <a:ext uri="{FF2B5EF4-FFF2-40B4-BE49-F238E27FC236}">
                <a16:creationId xmlns:a16="http://schemas.microsoft.com/office/drawing/2014/main" id="{5E11F91C-BFCA-47A4-B5AC-A87EF97DD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6097" y="6333744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40" name="dp42-comparison / n165">
            <a:extLst xmlns:a="http://schemas.openxmlformats.org/drawingml/2006/main">
              <a:ext uri="{FF2B5EF4-FFF2-40B4-BE49-F238E27FC236}">
                <a16:creationId xmlns:a16="http://schemas.microsoft.com/office/drawing/2014/main" id="{3FE1C58A-952A-4B11-BF8B-F5EE7F593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7019925"/>
            <a:ext cx="22383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41" name="dp42-comparison / n166 / text 1">
            <a:extLst xmlns:a="http://schemas.openxmlformats.org/drawingml/2006/main">
              <a:ext uri="{FF2B5EF4-FFF2-40B4-BE49-F238E27FC236}">
                <a16:creationId xmlns:a16="http://schemas.microsoft.com/office/drawing/2014/main" id="{0DE7FD83-3725-4574-A682-46E6CA812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7067074"/>
            <a:ext cx="2066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142" name="dp42-comparison / n167">
            <a:extLst xmlns:a="http://schemas.openxmlformats.org/drawingml/2006/main">
              <a:ext uri="{FF2B5EF4-FFF2-40B4-BE49-F238E27FC236}">
                <a16:creationId xmlns:a16="http://schemas.microsoft.com/office/drawing/2014/main" id="{7D240767-E354-45C3-8F38-D1DF77C40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7019925"/>
            <a:ext cx="2190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43" name="dp42-comparison / n168 / text 1">
            <a:extLst xmlns:a="http://schemas.openxmlformats.org/drawingml/2006/main">
              <a:ext uri="{FF2B5EF4-FFF2-40B4-BE49-F238E27FC236}">
                <a16:creationId xmlns:a16="http://schemas.microsoft.com/office/drawing/2014/main" id="{86A77CFB-2B3D-469E-B443-199F83D53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7067074"/>
            <a:ext cx="20193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144" name="dp42-comparison / n169">
            <a:extLst xmlns:a="http://schemas.openxmlformats.org/drawingml/2006/main">
              <a:ext uri="{FF2B5EF4-FFF2-40B4-BE49-F238E27FC236}">
                <a16:creationId xmlns:a16="http://schemas.microsoft.com/office/drawing/2014/main" id="{7728013B-58F4-4F0F-A65F-456C26DCC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7019925"/>
            <a:ext cx="233362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45" name="dp42-comparison / n170 / text 1">
            <a:extLst xmlns:a="http://schemas.openxmlformats.org/drawingml/2006/main">
              <a:ext uri="{FF2B5EF4-FFF2-40B4-BE49-F238E27FC236}">
                <a16:creationId xmlns:a16="http://schemas.microsoft.com/office/drawing/2014/main" id="{C0F954B2-6D66-4109-9227-AF428B239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4225" y="7067074"/>
            <a:ext cx="21621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Downstream Agent</a:t>
            </a:r>
          </a:p>
        </p:txBody>
      </p:sp>
      <p:sp>
        <p:nvSpPr>
          <p:cNvPr id="146" name="dp42-comparison / n171 / path">
            <a:extLst xmlns:a="http://schemas.openxmlformats.org/drawingml/2006/main">
              <a:ext uri="{FF2B5EF4-FFF2-40B4-BE49-F238E27FC236}">
                <a16:creationId xmlns:a16="http://schemas.microsoft.com/office/drawing/2014/main" id="{568AD41F-AA68-41A4-9179-D18B59281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86225"/>
            <a:ext cx="285750" cy="3086100"/>
          </a:xfrm>
          <a:custGeom xmlns:a="http://schemas.openxmlformats.org/drawingml/2006/main">
            <a:pathLst>
              <a:path w="285750" h="3086100">
                <a:moveTo>
                  <a:pt x="285750" y="3086100"/>
                </a:moveTo>
                <a:lnTo>
                  <a:pt x="0" y="3086100"/>
                </a:lnTo>
                <a:lnTo>
                  <a:pt x="0" y="0"/>
                </a:lnTo>
                <a:lnTo>
                  <a:pt x="285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47" name="dp42-comparison / n171 / arrow">
            <a:extLst xmlns:a="http://schemas.openxmlformats.org/drawingml/2006/main">
              <a:ext uri="{FF2B5EF4-FFF2-40B4-BE49-F238E27FC236}">
                <a16:creationId xmlns:a16="http://schemas.microsoft.com/office/drawing/2014/main" id="{BA2DF226-3D9E-4956-94E7-D838CE816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444" y="405269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48" name="dp42-comparison / n172 / path">
            <a:extLst xmlns:a="http://schemas.openxmlformats.org/drawingml/2006/main">
              <a:ext uri="{FF2B5EF4-FFF2-40B4-BE49-F238E27FC236}">
                <a16:creationId xmlns:a16="http://schemas.microsoft.com/office/drawing/2014/main" id="{EBEBC101-0879-411C-A7C5-95BA4F7F6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5591175"/>
            <a:ext cx="985838" cy="1428750"/>
          </a:xfrm>
          <a:custGeom xmlns:a="http://schemas.openxmlformats.org/drawingml/2006/main">
            <a:pathLst>
              <a:path w="985838" h="1428750">
                <a:moveTo>
                  <a:pt x="152400" y="0"/>
                </a:moveTo>
                <a:lnTo>
                  <a:pt x="0" y="0"/>
                </a:lnTo>
                <a:lnTo>
                  <a:pt x="0" y="1304925"/>
                </a:lnTo>
                <a:lnTo>
                  <a:pt x="985838" y="1304925"/>
                </a:lnTo>
                <a:lnTo>
                  <a:pt x="985838" y="14287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49" name="dp42-comparison / n172 / arrow">
            <a:extLst xmlns:a="http://schemas.openxmlformats.org/drawingml/2006/main">
              <a:ext uri="{FF2B5EF4-FFF2-40B4-BE49-F238E27FC236}">
                <a16:creationId xmlns:a16="http://schemas.microsoft.com/office/drawing/2014/main" id="{C72DB567-3601-45DB-88BE-79BEF6257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410" y="69528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0" name="dp42-comparison / n173 / path">
            <a:extLst xmlns:a="http://schemas.openxmlformats.org/drawingml/2006/main">
              <a:ext uri="{FF2B5EF4-FFF2-40B4-BE49-F238E27FC236}">
                <a16:creationId xmlns:a16="http://schemas.microsoft.com/office/drawing/2014/main" id="{2E2FD07D-FC83-4444-9533-FF30120FC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5591175"/>
            <a:ext cx="85725" cy="1647825"/>
          </a:xfrm>
          <a:custGeom xmlns:a="http://schemas.openxmlformats.org/drawingml/2006/main">
            <a:pathLst>
              <a:path w="85725" h="1647825">
                <a:moveTo>
                  <a:pt x="0" y="1647825"/>
                </a:moveTo>
                <a:lnTo>
                  <a:pt x="85725" y="1647825"/>
                </a:lnTo>
                <a:lnTo>
                  <a:pt x="8572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51" name="dp42-comparison / n173 / arrow">
            <a:extLst xmlns:a="http://schemas.openxmlformats.org/drawingml/2006/main">
              <a:ext uri="{FF2B5EF4-FFF2-40B4-BE49-F238E27FC236}">
                <a16:creationId xmlns:a16="http://schemas.microsoft.com/office/drawing/2014/main" id="{369E2C07-FAE1-4DCF-BEF7-C87E8C796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55576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2" name="dp42-comparison / n176 / path">
            <a:extLst xmlns:a="http://schemas.openxmlformats.org/drawingml/2006/main">
              <a:ext uri="{FF2B5EF4-FFF2-40B4-BE49-F238E27FC236}">
                <a16:creationId xmlns:a16="http://schemas.microsoft.com/office/drawing/2014/main" id="{A02132FF-5B00-4591-8A3F-7D88FFB5A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781550"/>
            <a:ext cx="1095375" cy="2238375"/>
          </a:xfrm>
          <a:custGeom xmlns:a="http://schemas.openxmlformats.org/drawingml/2006/main">
            <a:pathLst>
              <a:path w="1095375" h="2238375">
                <a:moveTo>
                  <a:pt x="0" y="0"/>
                </a:moveTo>
                <a:lnTo>
                  <a:pt x="409575" y="0"/>
                </a:lnTo>
                <a:lnTo>
                  <a:pt x="409575" y="2124075"/>
                </a:lnTo>
                <a:lnTo>
                  <a:pt x="1095375" y="2124075"/>
                </a:lnTo>
                <a:lnTo>
                  <a:pt x="1095375" y="22383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53" name="dp42-comparison / n176 / arrow">
            <a:extLst xmlns:a="http://schemas.openxmlformats.org/drawingml/2006/main">
              <a:ext uri="{FF2B5EF4-FFF2-40B4-BE49-F238E27FC236}">
                <a16:creationId xmlns:a16="http://schemas.microsoft.com/office/drawing/2014/main" id="{3F887969-5A8F-4704-B3D2-D1BABDDB6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4722" y="69528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4" name="dp42-comparison / n177 / path">
            <a:extLst xmlns:a="http://schemas.openxmlformats.org/drawingml/2006/main">
              <a:ext uri="{FF2B5EF4-FFF2-40B4-BE49-F238E27FC236}">
                <a16:creationId xmlns:a16="http://schemas.microsoft.com/office/drawing/2014/main" id="{AEDFDD4A-2778-44C3-815E-E7F442ECC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876800"/>
            <a:ext cx="1285875" cy="2143125"/>
          </a:xfrm>
          <a:custGeom xmlns:a="http://schemas.openxmlformats.org/drawingml/2006/main">
            <a:pathLst>
              <a:path w="1285875" h="2143125">
                <a:moveTo>
                  <a:pt x="1285875" y="2143125"/>
                </a:moveTo>
                <a:lnTo>
                  <a:pt x="1285875" y="2066925"/>
                </a:lnTo>
                <a:lnTo>
                  <a:pt x="457200" y="2066925"/>
                </a:lnTo>
                <a:lnTo>
                  <a:pt x="457200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55" name="dp42-comparison / n177 / arrow">
            <a:extLst xmlns:a="http://schemas.openxmlformats.org/drawingml/2006/main">
              <a:ext uri="{FF2B5EF4-FFF2-40B4-BE49-F238E27FC236}">
                <a16:creationId xmlns:a16="http://schemas.microsoft.com/office/drawing/2014/main" id="{3A7C272E-3489-4625-B5B4-536932E41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843272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6" name="dp42-comparison / n178 / path">
            <a:extLst xmlns:a="http://schemas.openxmlformats.org/drawingml/2006/main">
              <a:ext uri="{FF2B5EF4-FFF2-40B4-BE49-F238E27FC236}">
                <a16:creationId xmlns:a16="http://schemas.microsoft.com/office/drawing/2014/main" id="{460F42F2-B7C4-4B4A-A136-5372BB635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5534025"/>
            <a:ext cx="2047875" cy="1485900"/>
          </a:xfrm>
          <a:custGeom xmlns:a="http://schemas.openxmlformats.org/drawingml/2006/main">
            <a:pathLst>
              <a:path w="2047875" h="1485900">
                <a:moveTo>
                  <a:pt x="0" y="0"/>
                </a:moveTo>
                <a:lnTo>
                  <a:pt x="333375" y="0"/>
                </a:lnTo>
                <a:lnTo>
                  <a:pt x="333375" y="1314450"/>
                </a:lnTo>
                <a:lnTo>
                  <a:pt x="2047875" y="1314450"/>
                </a:lnTo>
                <a:lnTo>
                  <a:pt x="2047875" y="14859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57" name="dp42-comparison / n178 / arrow">
            <a:extLst xmlns:a="http://schemas.openxmlformats.org/drawingml/2006/main">
              <a:ext uri="{FF2B5EF4-FFF2-40B4-BE49-F238E27FC236}">
                <a16:creationId xmlns:a16="http://schemas.microsoft.com/office/drawing/2014/main" id="{5947D5A4-2283-41B0-92BA-11C46C8F5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7222" y="69528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8" name="dp42-comparison / n179 / path">
            <a:extLst xmlns:a="http://schemas.openxmlformats.org/drawingml/2006/main">
              <a:ext uri="{FF2B5EF4-FFF2-40B4-BE49-F238E27FC236}">
                <a16:creationId xmlns:a16="http://schemas.microsoft.com/office/drawing/2014/main" id="{1F45D2BA-BAC5-4623-A497-89B12BCB4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5591175"/>
            <a:ext cx="2238375" cy="1428750"/>
          </a:xfrm>
          <a:custGeom xmlns:a="http://schemas.openxmlformats.org/drawingml/2006/main">
            <a:pathLst>
              <a:path w="2238375" h="1428750">
                <a:moveTo>
                  <a:pt x="2238375" y="1428750"/>
                </a:moveTo>
                <a:lnTo>
                  <a:pt x="2238375" y="1295400"/>
                </a:lnTo>
                <a:lnTo>
                  <a:pt x="352425" y="1295400"/>
                </a:lnTo>
                <a:lnTo>
                  <a:pt x="35242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59" name="dp42-comparison / n179 / arrow">
            <a:extLst xmlns:a="http://schemas.openxmlformats.org/drawingml/2006/main">
              <a:ext uri="{FF2B5EF4-FFF2-40B4-BE49-F238E27FC236}">
                <a16:creationId xmlns:a16="http://schemas.microsoft.com/office/drawing/2014/main" id="{39349F24-1BED-4EAF-8152-FA8B946B8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55576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60" name="dp42-comparison / n180 / path">
            <a:extLst xmlns:a="http://schemas.openxmlformats.org/drawingml/2006/main">
              <a:ext uri="{FF2B5EF4-FFF2-40B4-BE49-F238E27FC236}">
                <a16:creationId xmlns:a16="http://schemas.microsoft.com/office/drawing/2014/main" id="{14B7A37A-05D9-4532-9CEA-8F1038035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7188" y="5495925"/>
            <a:ext cx="1462088" cy="1524000"/>
          </a:xfrm>
          <a:custGeom xmlns:a="http://schemas.openxmlformats.org/drawingml/2006/main">
            <a:pathLst>
              <a:path w="1462088" h="1524000">
                <a:moveTo>
                  <a:pt x="1214438" y="0"/>
                </a:moveTo>
                <a:lnTo>
                  <a:pt x="1462088" y="0"/>
                </a:lnTo>
                <a:lnTo>
                  <a:pt x="1462088" y="1352550"/>
                </a:lnTo>
                <a:lnTo>
                  <a:pt x="0" y="1352550"/>
                </a:lnTo>
                <a:lnTo>
                  <a:pt x="0" y="15240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61" name="dp42-comparison / n180 / arrow">
            <a:extLst xmlns:a="http://schemas.openxmlformats.org/drawingml/2006/main">
              <a:ext uri="{FF2B5EF4-FFF2-40B4-BE49-F238E27FC236}">
                <a16:creationId xmlns:a16="http://schemas.microsoft.com/office/drawing/2014/main" id="{AAF2A876-A73F-4E24-81A2-2690A4A51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660" y="69528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62" name="dp42-comparison / n181 / path">
            <a:extLst xmlns:a="http://schemas.openxmlformats.org/drawingml/2006/main">
              <a:ext uri="{FF2B5EF4-FFF2-40B4-BE49-F238E27FC236}">
                <a16:creationId xmlns:a16="http://schemas.microsoft.com/office/drawing/2014/main" id="{283989AB-A519-4811-96D3-0274C600A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3438" y="5591175"/>
            <a:ext cx="1052513" cy="1428750"/>
          </a:xfrm>
          <a:custGeom xmlns:a="http://schemas.openxmlformats.org/drawingml/2006/main">
            <a:pathLst>
              <a:path w="1052513" h="1428750">
                <a:moveTo>
                  <a:pt x="0" y="1428750"/>
                </a:moveTo>
                <a:lnTo>
                  <a:pt x="0" y="1323975"/>
                </a:lnTo>
                <a:lnTo>
                  <a:pt x="1052513" y="1323975"/>
                </a:lnTo>
                <a:lnTo>
                  <a:pt x="1052513" y="0"/>
                </a:lnTo>
                <a:lnTo>
                  <a:pt x="738188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63" name="dp42-comparison / n181 / arrow">
            <a:extLst xmlns:a="http://schemas.openxmlformats.org/drawingml/2006/main">
              <a:ext uri="{FF2B5EF4-FFF2-40B4-BE49-F238E27FC236}">
                <a16:creationId xmlns:a16="http://schemas.microsoft.com/office/drawing/2014/main" id="{5FB4083F-3395-49A2-9E7E-C2FD20BB4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55576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64" name="dp42-comparison / n82">
            <a:extLst xmlns:a="http://schemas.openxmlformats.org/drawingml/2006/main">
              <a:ext uri="{FF2B5EF4-FFF2-40B4-BE49-F238E27FC236}">
                <a16:creationId xmlns:a16="http://schemas.microsoft.com/office/drawing/2014/main" id="{A20B0437-33BE-41F5-A4EF-617EF37EA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381250"/>
            <a:ext cx="4370832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" name="dp42-comparison / n83 / text 1">
            <a:extLst xmlns:a="http://schemas.openxmlformats.org/drawingml/2006/main">
              <a:ext uri="{FF2B5EF4-FFF2-40B4-BE49-F238E27FC236}">
                <a16:creationId xmlns:a16="http://schemas.microsoft.com/office/drawing/2014/main" id="{C9708617-8229-4EAE-BC8B-DF701123D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390775"/>
            <a:ext cx="78105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Q1 “상반기로 할까요?”를 P1로 제시 → u2 “응, 상반기로”</a:t>
            </a:r>
          </a:p>
        </p:txBody>
      </p:sp>
      <p:sp>
        <p:nvSpPr>
          <p:cNvPr id="166" name="dp42-comparison / n84">
            <a:extLst xmlns:a="http://schemas.openxmlformats.org/drawingml/2006/main">
              <a:ext uri="{FF2B5EF4-FFF2-40B4-BE49-F238E27FC236}">
                <a16:creationId xmlns:a16="http://schemas.microsoft.com/office/drawing/2014/main" id="{18047F02-CFAE-421F-9B93-22FFD0930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638425"/>
            <a:ext cx="131921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" name="dp42-comparison / n85 / text 1">
            <a:extLst xmlns:a="http://schemas.openxmlformats.org/drawingml/2006/main">
              <a:ext uri="{FF2B5EF4-FFF2-40B4-BE49-F238E27FC236}">
                <a16:creationId xmlns:a16="http://schemas.microsoft.com/office/drawing/2014/main" id="{21851994-7AC5-44B8-9B73-A66525F8F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647950"/>
            <a:ext cx="21907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Conversation C1</a:t>
            </a:r>
          </a:p>
        </p:txBody>
      </p:sp>
      <p:sp>
        <p:nvSpPr>
          <p:cNvPr id="168" name="dp42-comparison / n87">
            <a:extLst xmlns:a="http://schemas.openxmlformats.org/drawingml/2006/main">
              <a:ext uri="{FF2B5EF4-FFF2-40B4-BE49-F238E27FC236}">
                <a16:creationId xmlns:a16="http://schemas.microsoft.com/office/drawing/2014/main" id="{8982A855-5BC2-46FE-9C7C-8146EE4A0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2628900"/>
            <a:ext cx="1985772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" name="dp42-comparison / n88 / text 1">
            <a:extLst xmlns:a="http://schemas.openxmlformats.org/drawingml/2006/main">
              <a:ext uri="{FF2B5EF4-FFF2-40B4-BE49-F238E27FC236}">
                <a16:creationId xmlns:a16="http://schemas.microsoft.com/office/drawing/2014/main" id="{B4C6D162-8E5C-4BAA-BE5A-B53991150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2638425"/>
            <a:ext cx="5286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입력과 실제 응답의 연결 유지</a:t>
            </a:r>
          </a:p>
        </p:txBody>
      </p:sp>
      <p:sp>
        <p:nvSpPr>
          <p:cNvPr id="170" name="dp42-comparison / n89">
            <a:extLst xmlns:a="http://schemas.openxmlformats.org/drawingml/2006/main">
              <a:ext uri="{FF2B5EF4-FFF2-40B4-BE49-F238E27FC236}">
                <a16:creationId xmlns:a16="http://schemas.microsoft.com/office/drawing/2014/main" id="{31E1E58F-DD07-4F3A-9716-13DB37610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819400"/>
            <a:ext cx="1733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" name="dp42-comparison / n90 / text 1">
            <a:extLst xmlns:a="http://schemas.openxmlformats.org/drawingml/2006/main">
              <a:ext uri="{FF2B5EF4-FFF2-40B4-BE49-F238E27FC236}">
                <a16:creationId xmlns:a16="http://schemas.microsoft.com/office/drawing/2014/main" id="{BCF89135-F6D6-4E78-BB99-05E4CBBF7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828925"/>
            <a:ext cx="21907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R1 / R2 / R3</a:t>
            </a:r>
          </a:p>
        </p:txBody>
      </p:sp>
      <p:sp>
        <p:nvSpPr>
          <p:cNvPr id="172" name="dp42-comparison / n92">
            <a:extLst xmlns:a="http://schemas.openxmlformats.org/drawingml/2006/main">
              <a:ext uri="{FF2B5EF4-FFF2-40B4-BE49-F238E27FC236}">
                <a16:creationId xmlns:a16="http://schemas.microsoft.com/office/drawing/2014/main" id="{87B4DC90-8637-473B-8123-7468116CC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2809875"/>
            <a:ext cx="22604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3" name="dp42-comparison / n93 / text 1">
            <a:extLst xmlns:a="http://schemas.openxmlformats.org/drawingml/2006/main">
              <a:ext uri="{FF2B5EF4-FFF2-40B4-BE49-F238E27FC236}">
                <a16:creationId xmlns:a16="http://schemas.microsoft.com/office/drawing/2014/main" id="{2CC3A3F5-3CAA-4061-AAFC-DC801F4B2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2819400"/>
            <a:ext cx="5286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최초 위임 / Q1 답변 / 결과 수정</a:t>
            </a:r>
          </a:p>
        </p:txBody>
      </p:sp>
      <p:sp>
        <p:nvSpPr>
          <p:cNvPr id="174" name="dp42-comparison / n94">
            <a:extLst xmlns:a="http://schemas.openxmlformats.org/drawingml/2006/main">
              <a:ext uri="{FF2B5EF4-FFF2-40B4-BE49-F238E27FC236}">
                <a16:creationId xmlns:a16="http://schemas.microsoft.com/office/drawing/2014/main" id="{F2156609-ACB5-498B-8B96-BC7C0A434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000375"/>
            <a:ext cx="656272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" name="dp42-comparison / n95 / text 1">
            <a:extLst xmlns:a="http://schemas.openxmlformats.org/drawingml/2006/main">
              <a:ext uri="{FF2B5EF4-FFF2-40B4-BE49-F238E27FC236}">
                <a16:creationId xmlns:a16="http://schemas.microsoft.com/office/drawing/2014/main" id="{B9755A8E-470F-425A-9E3F-AAE8E288B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009900"/>
            <a:ext cx="21907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T1</a:t>
            </a:r>
          </a:p>
        </p:txBody>
      </p:sp>
      <p:sp>
        <p:nvSpPr>
          <p:cNvPr id="176" name="dp42-comparison / n97">
            <a:extLst xmlns:a="http://schemas.openxmlformats.org/drawingml/2006/main">
              <a:ext uri="{FF2B5EF4-FFF2-40B4-BE49-F238E27FC236}">
                <a16:creationId xmlns:a16="http://schemas.microsoft.com/office/drawing/2014/main" id="{F13030EB-E182-4C5E-B325-7C7450459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2990850"/>
            <a:ext cx="1641729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7" name="dp42-comparison / n98 / text 1">
            <a:extLst xmlns:a="http://schemas.openxmlformats.org/drawingml/2006/main">
              <a:ext uri="{FF2B5EF4-FFF2-40B4-BE49-F238E27FC236}">
                <a16:creationId xmlns:a16="http://schemas.microsoft.com/office/drawing/2014/main" id="{6696796E-0993-4241-9B86-79E12A190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3000375"/>
            <a:ext cx="5286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보고서 업무와 결과 유지</a:t>
            </a:r>
          </a:p>
        </p:txBody>
      </p:sp>
      <p:sp>
        <p:nvSpPr>
          <p:cNvPr id="178" name="dp42-comparison / n99">
            <a:extLst xmlns:a="http://schemas.openxmlformats.org/drawingml/2006/main">
              <a:ext uri="{FF2B5EF4-FFF2-40B4-BE49-F238E27FC236}">
                <a16:creationId xmlns:a16="http://schemas.microsoft.com/office/drawing/2014/main" id="{D74F244B-5A25-4001-AE1E-8AE57F40D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181350"/>
            <a:ext cx="1733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9" name="dp42-comparison / n100 / text 1">
            <a:extLst xmlns:a="http://schemas.openxmlformats.org/drawingml/2006/main">
              <a:ext uri="{FF2B5EF4-FFF2-40B4-BE49-F238E27FC236}">
                <a16:creationId xmlns:a16="http://schemas.microsoft.com/office/drawing/2014/main" id="{44B0C4B8-4F00-447C-867B-0ADCA9ED5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190875"/>
            <a:ext cx="21907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Execution / Question</a:t>
            </a:r>
          </a:p>
        </p:txBody>
      </p:sp>
      <p:sp>
        <p:nvSpPr>
          <p:cNvPr id="180" name="dp42-comparison / n102">
            <a:extLst xmlns:a="http://schemas.openxmlformats.org/drawingml/2006/main">
              <a:ext uri="{FF2B5EF4-FFF2-40B4-BE49-F238E27FC236}">
                <a16:creationId xmlns:a16="http://schemas.microsoft.com/office/drawing/2014/main" id="{E26A026C-7CF7-4B5A-A366-799FD05C6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3171825"/>
            <a:ext cx="2191131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1" name="dp42-comparison / n103 / text 1">
            <a:extLst xmlns:a="http://schemas.openxmlformats.org/drawingml/2006/main">
              <a:ext uri="{FF2B5EF4-FFF2-40B4-BE49-F238E27FC236}">
                <a16:creationId xmlns:a16="http://schemas.microsoft.com/office/drawing/2014/main" id="{22C79BD8-FBA3-471D-926E-45F4DE779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3181350"/>
            <a:ext cx="5286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X1 완료 → X2 / Q1 제시 → 답변</a:t>
            </a:r>
          </a:p>
        </p:txBody>
      </p:sp>
      <p:sp>
        <p:nvSpPr>
          <p:cNvPr id="182" name="dp42-comparison / n104">
            <a:extLst xmlns:a="http://schemas.openxmlformats.org/drawingml/2006/main">
              <a:ext uri="{FF2B5EF4-FFF2-40B4-BE49-F238E27FC236}">
                <a16:creationId xmlns:a16="http://schemas.microsoft.com/office/drawing/2014/main" id="{753C05BC-AB14-4376-8ABB-0AA8264AD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3352800"/>
            <a:ext cx="3448050" cy="1562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3" name="dp42-comparison / n105 / text 1">
            <a:extLst xmlns:a="http://schemas.openxmlformats.org/drawingml/2006/main">
              <a:ext uri="{FF2B5EF4-FFF2-40B4-BE49-F238E27FC236}">
                <a16:creationId xmlns:a16="http://schemas.microsoft.com/office/drawing/2014/main" id="{7BA29C23-B2B0-46B1-B5DC-8CB9AC366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3362325"/>
            <a:ext cx="5286375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강조 경계: Core/서비스 실행 영역 / 박스: 논리 Component</a:t>
            </a:r>
          </a:p>
        </p:txBody>
      </p:sp>
      <p:sp>
        <p:nvSpPr>
          <p:cNvPr id="184" name="dp42-comparison / n108">
            <a:extLst xmlns:a="http://schemas.openxmlformats.org/drawingml/2006/main">
              <a:ext uri="{FF2B5EF4-FFF2-40B4-BE49-F238E27FC236}">
                <a16:creationId xmlns:a16="http://schemas.microsoft.com/office/drawing/2014/main" id="{EA3B5BC5-02EB-47E8-86D0-584B4897B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571875"/>
            <a:ext cx="288226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5" name="dp42-comparison / n109 / text 1">
            <a:extLst xmlns:a="http://schemas.openxmlformats.org/drawingml/2006/main">
              <a:ext uri="{FF2B5EF4-FFF2-40B4-BE49-F238E27FC236}">
                <a16:creationId xmlns:a16="http://schemas.microsoft.com/office/drawing/2014/main" id="{62964174-8E36-4BC1-8E77-C319A5960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581400"/>
            <a:ext cx="514350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같은 실행 경계 / 관련 변경의 공동 확정</a:t>
            </a:r>
          </a:p>
        </p:txBody>
      </p:sp>
      <p:sp>
        <p:nvSpPr>
          <p:cNvPr id="186" name="dp42-comparison / n120">
            <a:extLst xmlns:a="http://schemas.openxmlformats.org/drawingml/2006/main">
              <a:ext uri="{FF2B5EF4-FFF2-40B4-BE49-F238E27FC236}">
                <a16:creationId xmlns:a16="http://schemas.microsoft.com/office/drawing/2014/main" id="{CEAD7F72-FB65-4DD2-A426-A33745681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4276725"/>
            <a:ext cx="2508504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7" name="dp42-comparison / n121 / text 1">
            <a:extLst xmlns:a="http://schemas.openxmlformats.org/drawingml/2006/main">
              <a:ext uri="{FF2B5EF4-FFF2-40B4-BE49-F238E27FC236}">
                <a16:creationId xmlns:a16="http://schemas.microsoft.com/office/drawing/2014/main" id="{7B75F542-8AB5-4A72-823A-76121CAAF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4286250"/>
            <a:ext cx="28575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C1 / R2 / u2 → Q1 → T1 / P1 참조</a:t>
            </a:r>
          </a:p>
        </p:txBody>
      </p:sp>
      <p:sp>
        <p:nvSpPr>
          <p:cNvPr id="188" name="dp42-comparison / n122">
            <a:extLst xmlns:a="http://schemas.openxmlformats.org/drawingml/2006/main">
              <a:ext uri="{FF2B5EF4-FFF2-40B4-BE49-F238E27FC236}">
                <a16:creationId xmlns:a16="http://schemas.microsoft.com/office/drawing/2014/main" id="{7CFB82B6-A712-4972-83C4-15B9827E3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295775"/>
            <a:ext cx="2044446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9" name="dp42-comparison / n123 / text 1">
            <a:extLst xmlns:a="http://schemas.openxmlformats.org/drawingml/2006/main">
              <a:ext uri="{FF2B5EF4-FFF2-40B4-BE49-F238E27FC236}">
                <a16:creationId xmlns:a16="http://schemas.microsoft.com/office/drawing/2014/main" id="{DD632CF0-3E18-4694-BF3A-B6A0B9CD6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305300"/>
            <a:ext cx="25241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조회: T1 / X1 / Q1=OPEN,v7</a:t>
            </a:r>
          </a:p>
        </p:txBody>
      </p:sp>
      <p:sp>
        <p:nvSpPr>
          <p:cNvPr id="190" name="dp42-comparison / n126">
            <a:extLst xmlns:a="http://schemas.openxmlformats.org/drawingml/2006/main">
              <a:ext uri="{FF2B5EF4-FFF2-40B4-BE49-F238E27FC236}">
                <a16:creationId xmlns:a16="http://schemas.microsoft.com/office/drawing/2014/main" id="{EE6E88EB-F115-4F49-9251-A273C7A1D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1475" y="3800475"/>
            <a:ext cx="1505140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1" name="dp42-comparison / n127 / text 1">
            <a:extLst xmlns:a="http://schemas.openxmlformats.org/drawingml/2006/main">
              <a:ext uri="{FF2B5EF4-FFF2-40B4-BE49-F238E27FC236}">
                <a16:creationId xmlns:a16="http://schemas.microsoft.com/office/drawing/2014/main" id="{9E32802C-F627-48D5-B669-72A347AF1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3810000"/>
            <a:ext cx="226695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질문 조회 → / ← Q1,v7</a:t>
            </a:r>
          </a:p>
        </p:txBody>
      </p:sp>
      <p:sp>
        <p:nvSpPr>
          <p:cNvPr id="192" name="dp42-comparison / n129">
            <a:extLst xmlns:a="http://schemas.openxmlformats.org/drawingml/2006/main">
              <a:ext uri="{FF2B5EF4-FFF2-40B4-BE49-F238E27FC236}">
                <a16:creationId xmlns:a16="http://schemas.microsoft.com/office/drawing/2014/main" id="{55FC9D74-12A1-4399-B548-6613986F6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067175"/>
            <a:ext cx="1628965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3" name="dp42-comparison / n130 / text 1">
            <a:extLst xmlns:a="http://schemas.openxmlformats.org/drawingml/2006/main">
              <a:ext uri="{FF2B5EF4-FFF2-40B4-BE49-F238E27FC236}">
                <a16:creationId xmlns:a16="http://schemas.microsoft.com/office/drawing/2014/main" id="{8BE2F843-5C7F-4279-9924-727B6EF9B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076700"/>
            <a:ext cx="228600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K1: Q1 답변=상반기 / v7</a:t>
            </a:r>
          </a:p>
        </p:txBody>
      </p:sp>
      <p:sp>
        <p:nvSpPr>
          <p:cNvPr id="194" name="dp42-comparison / n132">
            <a:extLst xmlns:a="http://schemas.openxmlformats.org/drawingml/2006/main">
              <a:ext uri="{FF2B5EF4-FFF2-40B4-BE49-F238E27FC236}">
                <a16:creationId xmlns:a16="http://schemas.microsoft.com/office/drawing/2014/main" id="{E976F0F7-4135-472B-B9B2-E2FD13A77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314825"/>
            <a:ext cx="1684401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5" name="dp42-comparison / n133 / text 1">
            <a:extLst xmlns:a="http://schemas.openxmlformats.org/drawingml/2006/main">
              <a:ext uri="{FF2B5EF4-FFF2-40B4-BE49-F238E27FC236}">
                <a16:creationId xmlns:a16="http://schemas.microsoft.com/office/drawing/2014/main" id="{46989650-B816-466F-83E9-101E50989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324350"/>
            <a:ext cx="22860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외부 접수 / 질문 / 결과</a:t>
            </a:r>
          </a:p>
        </p:txBody>
      </p:sp>
      <p:sp>
        <p:nvSpPr>
          <p:cNvPr id="196" name="dp42-comparison / n136">
            <a:extLst xmlns:a="http://schemas.openxmlformats.org/drawingml/2006/main">
              <a:ext uri="{FF2B5EF4-FFF2-40B4-BE49-F238E27FC236}">
                <a16:creationId xmlns:a16="http://schemas.microsoft.com/office/drawing/2014/main" id="{2B2F88DF-A683-4F98-BFFF-FD3A82969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4962525"/>
            <a:ext cx="2319909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7" name="dp42-comparison / n137 / text 1">
            <a:extLst xmlns:a="http://schemas.openxmlformats.org/drawingml/2006/main">
              <a:ext uri="{FF2B5EF4-FFF2-40B4-BE49-F238E27FC236}">
                <a16:creationId xmlns:a16="http://schemas.microsoft.com/office/drawing/2014/main" id="{3DD94820-FA66-488A-ABD8-CBD1A9FB9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4972050"/>
            <a:ext cx="257175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u2 + 실제 제시 P1 → 답변 의미 제안</a:t>
            </a:r>
          </a:p>
        </p:txBody>
      </p:sp>
      <p:sp>
        <p:nvSpPr>
          <p:cNvPr id="198" name="dp42-comparison / n140">
            <a:extLst xmlns:a="http://schemas.openxmlformats.org/drawingml/2006/main">
              <a:ext uri="{FF2B5EF4-FFF2-40B4-BE49-F238E27FC236}">
                <a16:creationId xmlns:a16="http://schemas.microsoft.com/office/drawing/2014/main" id="{431B3385-6FD2-4883-8D03-0D3661DE8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4810125"/>
            <a:ext cx="1616964" cy="2933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9" name="dp42-comparison / n141 / text 1">
            <a:extLst xmlns:a="http://schemas.openxmlformats.org/drawingml/2006/main">
              <a:ext uri="{FF2B5EF4-FFF2-40B4-BE49-F238E27FC236}">
                <a16:creationId xmlns:a16="http://schemas.microsoft.com/office/drawing/2014/main" id="{9C414FB3-DDF0-43A8-952C-831869364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819650"/>
            <a:ext cx="20764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P2: 상반기 전달 확인</a:t>
            </a:r>
          </a:p>
        </p:txBody>
      </p:sp>
      <p:sp>
        <p:nvSpPr>
          <p:cNvPr id="200" name="dp42-comparison / n141 / text 2">
            <a:extLst xmlns:a="http://schemas.openxmlformats.org/drawingml/2006/main">
              <a:ext uri="{FF2B5EF4-FFF2-40B4-BE49-F238E27FC236}">
                <a16:creationId xmlns:a16="http://schemas.microsoft.com/office/drawing/2014/main" id="{5C0CF358-1D8E-49E7-8257-5F8FB9F35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956810"/>
            <a:ext cx="20764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게시 허용 / 실제 제시 반환</a:t>
            </a:r>
          </a:p>
        </p:txBody>
      </p:sp>
      <p:sp>
        <p:nvSpPr>
          <p:cNvPr id="201" name="dp42-comparison / n142">
            <a:extLst xmlns:a="http://schemas.openxmlformats.org/drawingml/2006/main">
              <a:ext uri="{FF2B5EF4-FFF2-40B4-BE49-F238E27FC236}">
                <a16:creationId xmlns:a16="http://schemas.microsoft.com/office/drawing/2014/main" id="{11134420-441D-426B-880A-FBA35D994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5705475"/>
            <a:ext cx="2225802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" name="dp42-comparison / n143 / text 1">
            <a:extLst xmlns:a="http://schemas.openxmlformats.org/drawingml/2006/main">
              <a:ext uri="{FF2B5EF4-FFF2-40B4-BE49-F238E27FC236}">
                <a16:creationId xmlns:a16="http://schemas.microsoft.com/office/drawing/2014/main" id="{26467BC0-CF69-4CDD-8C30-FB501AD9A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715000"/>
            <a:ext cx="27622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P1→Q1 실제 제시 / P2 전달 원장</a:t>
            </a:r>
          </a:p>
        </p:txBody>
      </p:sp>
      <p:sp>
        <p:nvSpPr>
          <p:cNvPr id="203" name="dp42-comparison / n146">
            <a:extLst xmlns:a="http://schemas.openxmlformats.org/drawingml/2006/main">
              <a:ext uri="{FF2B5EF4-FFF2-40B4-BE49-F238E27FC236}">
                <a16:creationId xmlns:a16="http://schemas.microsoft.com/office/drawing/2014/main" id="{C8F1CAA5-AD7C-40FF-B699-CC06E7409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57725"/>
            <a:ext cx="1580388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4" name="dp42-comparison / n147 / text 1">
            <a:extLst xmlns:a="http://schemas.openxmlformats.org/drawingml/2006/main">
              <a:ext uri="{FF2B5EF4-FFF2-40B4-BE49-F238E27FC236}">
                <a16:creationId xmlns:a16="http://schemas.microsoft.com/office/drawing/2014/main" id="{7139D498-59B9-48E4-9D66-F747F7737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667250"/>
            <a:ext cx="25241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접수: Q1=ANSWERED,v8</a:t>
            </a:r>
          </a:p>
        </p:txBody>
      </p:sp>
      <p:sp>
        <p:nvSpPr>
          <p:cNvPr id="205" name="dp42-comparison / n147 / text 2">
            <a:extLst xmlns:a="http://schemas.openxmlformats.org/drawingml/2006/main">
              <a:ext uri="{FF2B5EF4-FFF2-40B4-BE49-F238E27FC236}">
                <a16:creationId xmlns:a16="http://schemas.microsoft.com/office/drawing/2014/main" id="{4C36E59C-2AF6-48B8-9886-6F925154B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827270"/>
            <a:ext cx="25241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K1=전송 대기</a:t>
            </a:r>
          </a:p>
        </p:txBody>
      </p:sp>
      <p:sp>
        <p:nvSpPr>
          <p:cNvPr id="206" name="dp42-comparison / n148">
            <a:extLst xmlns:a="http://schemas.openxmlformats.org/drawingml/2006/main">
              <a:ext uri="{FF2B5EF4-FFF2-40B4-BE49-F238E27FC236}">
                <a16:creationId xmlns:a16="http://schemas.microsoft.com/office/drawing/2014/main" id="{07E9617C-4E08-48EC-9509-882FBA5AF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5705475"/>
            <a:ext cx="19937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7" name="dp42-comparison / n149 / text 1">
            <a:extLst xmlns:a="http://schemas.openxmlformats.org/drawingml/2006/main">
              <a:ext uri="{FF2B5EF4-FFF2-40B4-BE49-F238E27FC236}">
                <a16:creationId xmlns:a16="http://schemas.microsoft.com/office/drawing/2014/main" id="{CA6BDC1D-1A3E-448E-BB1D-5F33397B1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715000"/>
            <a:ext cx="25812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K1 외부 접수 / X1 관측 상태</a:t>
            </a:r>
          </a:p>
        </p:txBody>
      </p:sp>
      <p:sp>
        <p:nvSpPr>
          <p:cNvPr id="208" name="dp42-comparison / n158">
            <a:extLst xmlns:a="http://schemas.openxmlformats.org/drawingml/2006/main">
              <a:ext uri="{FF2B5EF4-FFF2-40B4-BE49-F238E27FC236}">
                <a16:creationId xmlns:a16="http://schemas.microsoft.com/office/drawing/2014/main" id="{455494F7-2790-40D3-8D0C-7E7898326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6000750"/>
            <a:ext cx="2105787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9" name="dp42-comparison / n159 / text 1">
            <a:extLst xmlns:a="http://schemas.openxmlformats.org/drawingml/2006/main">
              <a:ext uri="{FF2B5EF4-FFF2-40B4-BE49-F238E27FC236}">
                <a16:creationId xmlns:a16="http://schemas.microsoft.com/office/drawing/2014/main" id="{34189CE9-5169-4A0D-AAAC-3C41222C0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6010275"/>
            <a:ext cx="2619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R2↔Q1↔T1 연결과 K1을</a:t>
            </a:r>
          </a:p>
        </p:txBody>
      </p:sp>
      <p:sp>
        <p:nvSpPr>
          <p:cNvPr id="210" name="dp42-comparison / n159 / text 2">
            <a:extLst xmlns:a="http://schemas.openxmlformats.org/drawingml/2006/main">
              <a:ext uri="{FF2B5EF4-FFF2-40B4-BE49-F238E27FC236}">
                <a16:creationId xmlns:a16="http://schemas.microsoft.com/office/drawing/2014/main" id="{0E5241FA-08BE-45FF-8146-C26940154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6170295"/>
            <a:ext cx="2619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관련 owner 변경으로 함께 확정</a:t>
            </a:r>
          </a:p>
        </p:txBody>
      </p:sp>
      <p:sp>
        <p:nvSpPr>
          <p:cNvPr id="211" name="dp42-comparison / n160">
            <a:extLst xmlns:a="http://schemas.openxmlformats.org/drawingml/2006/main">
              <a:ext uri="{FF2B5EF4-FFF2-40B4-BE49-F238E27FC236}">
                <a16:creationId xmlns:a16="http://schemas.microsoft.com/office/drawing/2014/main" id="{B35150B1-A317-435C-8EDD-BA67B51AD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6000750"/>
            <a:ext cx="1817751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2" name="dp42-comparison / n161 / text 1">
            <a:extLst xmlns:a="http://schemas.openxmlformats.org/drawingml/2006/main">
              <a:ext uri="{FF2B5EF4-FFF2-40B4-BE49-F238E27FC236}">
                <a16:creationId xmlns:a16="http://schemas.microsoft.com/office/drawing/2014/main" id="{708C2A9A-5702-4922-90F9-F919D8757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6010275"/>
            <a:ext cx="25241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성공: 둘 다 반영</a:t>
            </a:r>
          </a:p>
        </p:txBody>
      </p:sp>
      <p:sp>
        <p:nvSpPr>
          <p:cNvPr id="213" name="dp42-comparison / n161 / text 2">
            <a:extLst xmlns:a="http://schemas.openxmlformats.org/drawingml/2006/main">
              <a:ext uri="{FF2B5EF4-FFF2-40B4-BE49-F238E27FC236}">
                <a16:creationId xmlns:a16="http://schemas.microsoft.com/office/drawing/2014/main" id="{3404E319-7E6F-4C49-9CC8-62F1FE47D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6170295"/>
            <a:ext cx="25241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충돌 / 실패: 둘 다 미반영</a:t>
            </a:r>
          </a:p>
        </p:txBody>
      </p:sp>
      <p:sp>
        <p:nvSpPr>
          <p:cNvPr id="214" name="dp42-comparison / n174">
            <a:extLst xmlns:a="http://schemas.openxmlformats.org/drawingml/2006/main">
              <a:ext uri="{FF2B5EF4-FFF2-40B4-BE49-F238E27FC236}">
                <a16:creationId xmlns:a16="http://schemas.microsoft.com/office/drawing/2014/main" id="{A5536A9D-CE3A-407C-A1DD-68651E22B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6705600"/>
            <a:ext cx="3260979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5" name="dp42-comparison / n175 / text 1">
            <a:extLst xmlns:a="http://schemas.openxmlformats.org/drawingml/2006/main">
              <a:ext uri="{FF2B5EF4-FFF2-40B4-BE49-F238E27FC236}">
                <a16:creationId xmlns:a16="http://schemas.microsoft.com/office/drawing/2014/main" id="{13B3F9D8-6993-4390-93D7-D28A695E0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6715125"/>
            <a:ext cx="508635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release(P2,epoch) / receipt(P2,실제 전달 범위)</a:t>
            </a:r>
          </a:p>
        </p:txBody>
      </p:sp>
      <p:sp>
        <p:nvSpPr>
          <p:cNvPr id="216" name="dp42-comparison / n182">
            <a:extLst xmlns:a="http://schemas.openxmlformats.org/drawingml/2006/main">
              <a:ext uri="{FF2B5EF4-FFF2-40B4-BE49-F238E27FC236}">
                <a16:creationId xmlns:a16="http://schemas.microsoft.com/office/drawing/2014/main" id="{C521F387-1232-45DC-9328-1BA2D3E4B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6810375"/>
            <a:ext cx="2238375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7" name="dp42-comparison / n183 / text 1">
            <a:extLst xmlns:a="http://schemas.openxmlformats.org/drawingml/2006/main">
              <a:ext uri="{FF2B5EF4-FFF2-40B4-BE49-F238E27FC236}">
                <a16:creationId xmlns:a16="http://schemas.microsoft.com/office/drawing/2014/main" id="{34B34719-CA29-4232-9B1D-0036C0CF4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6819900"/>
            <a:ext cx="2200275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u2 입력 / Text / Voice 실제 전달</a:t>
            </a:r>
          </a:p>
        </p:txBody>
      </p:sp>
      <p:sp>
        <p:nvSpPr>
          <p:cNvPr id="218" name="dp42-comparison / n184">
            <a:extLst xmlns:a="http://schemas.openxmlformats.org/drawingml/2006/main">
              <a:ext uri="{FF2B5EF4-FFF2-40B4-BE49-F238E27FC236}">
                <a16:creationId xmlns:a16="http://schemas.microsoft.com/office/drawing/2014/main" id="{22C1A177-229A-45D1-BC7B-0BBBC6E33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7343775"/>
            <a:ext cx="1732979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9" name="dp42-comparison / n185 / text 1">
            <a:extLst xmlns:a="http://schemas.openxmlformats.org/drawingml/2006/main">
              <a:ext uri="{FF2B5EF4-FFF2-40B4-BE49-F238E27FC236}">
                <a16:creationId xmlns:a16="http://schemas.microsoft.com/office/drawing/2014/main" id="{C697EFD5-8C1A-406E-AB48-5244B420A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7353300"/>
            <a:ext cx="219075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공유 Omni 1벌 / 같은 해석</a:t>
            </a:r>
          </a:p>
        </p:txBody>
      </p:sp>
      <p:sp>
        <p:nvSpPr>
          <p:cNvPr id="220" name="dp42-comparison / n186">
            <a:extLst xmlns:a="http://schemas.openxmlformats.org/drawingml/2006/main">
              <a:ext uri="{FF2B5EF4-FFF2-40B4-BE49-F238E27FC236}">
                <a16:creationId xmlns:a16="http://schemas.microsoft.com/office/drawing/2014/main" id="{D4D7FE4E-74D8-431C-8054-45C3C976D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7343775"/>
            <a:ext cx="1641348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1" name="dp42-comparison / n187 / text 1">
            <a:extLst xmlns:a="http://schemas.openxmlformats.org/drawingml/2006/main">
              <a:ext uri="{FF2B5EF4-FFF2-40B4-BE49-F238E27FC236}">
                <a16:creationId xmlns:a16="http://schemas.microsoft.com/office/drawing/2014/main" id="{C1AB4083-8098-45C6-A913-53465D263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7353300"/>
            <a:ext cx="2333625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K1 전송 / 외부 접수 확인</a:t>
            </a:r>
          </a:p>
        </p:txBody>
      </p:sp>
      <p:sp>
        <p:nvSpPr>
          <p:cNvPr id="222" name="dp42-comparison / n188">
            <a:extLst xmlns:a="http://schemas.openxmlformats.org/drawingml/2006/main">
              <a:ext uri="{FF2B5EF4-FFF2-40B4-BE49-F238E27FC236}">
                <a16:creationId xmlns:a16="http://schemas.microsoft.com/office/drawing/2014/main" id="{AC28239D-ED7E-4AE9-84EE-B43BA6E57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7343775"/>
            <a:ext cx="1859280" cy="1562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3" name="dp42-comparison / n189 / text 1">
            <a:extLst xmlns:a="http://schemas.openxmlformats.org/drawingml/2006/main">
              <a:ext uri="{FF2B5EF4-FFF2-40B4-BE49-F238E27FC236}">
                <a16:creationId xmlns:a16="http://schemas.microsoft.com/office/drawing/2014/main" id="{9D45F6D7-A9D3-4A6C-AD2E-216E60419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7353300"/>
            <a:ext cx="2238375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Voice Runtime: 음성 I/O 구현</a:t>
            </a:r>
          </a:p>
        </p:txBody>
      </p:sp>
      <p:sp>
        <p:nvSpPr>
          <p:cNvPr id="224" name="dp42-comparison / n194 / path">
            <a:extLst xmlns:a="http://schemas.openxmlformats.org/drawingml/2006/main">
              <a:ext uri="{FF2B5EF4-FFF2-40B4-BE49-F238E27FC236}">
                <a16:creationId xmlns:a16="http://schemas.microsoft.com/office/drawing/2014/main" id="{A919421D-B1B8-46A4-9F73-EC9760CCB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2950" y="2800350"/>
            <a:ext cx="5381625" cy="953"/>
          </a:xfrm>
          <a:custGeom xmlns:a="http://schemas.openxmlformats.org/drawingml/2006/main">
            <a:pathLst>
              <a:path w="5381625" h="953">
                <a:moveTo>
                  <a:pt x="0" y="0"/>
                </a:moveTo>
                <a:lnTo>
                  <a:pt x="5381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25" name="dp42-comparison / n199 / path">
            <a:extLst xmlns:a="http://schemas.openxmlformats.org/drawingml/2006/main">
              <a:ext uri="{FF2B5EF4-FFF2-40B4-BE49-F238E27FC236}">
                <a16:creationId xmlns:a16="http://schemas.microsoft.com/office/drawing/2014/main" id="{EFE3BD0E-8A08-4259-89A4-BF88D1A42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2950" y="2981325"/>
            <a:ext cx="4495800" cy="953"/>
          </a:xfrm>
          <a:custGeom xmlns:a="http://schemas.openxmlformats.org/drawingml/2006/main">
            <a:pathLst>
              <a:path w="4495800" h="953">
                <a:moveTo>
                  <a:pt x="0" y="0"/>
                </a:moveTo>
                <a:lnTo>
                  <a:pt x="4495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26" name="dp42-comparison / n204 / path">
            <a:extLst xmlns:a="http://schemas.openxmlformats.org/drawingml/2006/main">
              <a:ext uri="{FF2B5EF4-FFF2-40B4-BE49-F238E27FC236}">
                <a16:creationId xmlns:a16="http://schemas.microsoft.com/office/drawing/2014/main" id="{49659515-EB55-4D3D-AF33-5BA84CEF3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2950" y="3162300"/>
            <a:ext cx="5381625" cy="953"/>
          </a:xfrm>
          <a:custGeom xmlns:a="http://schemas.openxmlformats.org/drawingml/2006/main">
            <a:pathLst>
              <a:path w="5381625" h="953">
                <a:moveTo>
                  <a:pt x="0" y="0"/>
                </a:moveTo>
                <a:lnTo>
                  <a:pt x="5381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27" name="dp42-comparison / n209 / path">
            <a:extLst xmlns:a="http://schemas.openxmlformats.org/drawingml/2006/main">
              <a:ext uri="{FF2B5EF4-FFF2-40B4-BE49-F238E27FC236}">
                <a16:creationId xmlns:a16="http://schemas.microsoft.com/office/drawing/2014/main" id="{3E272796-F5F2-4DEB-9E09-0F85213D5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2950" y="3343275"/>
            <a:ext cx="5210175" cy="953"/>
          </a:xfrm>
          <a:custGeom xmlns:a="http://schemas.openxmlformats.org/drawingml/2006/main">
            <a:pathLst>
              <a:path w="5210175" h="953">
                <a:moveTo>
                  <a:pt x="0" y="0"/>
                </a:moveTo>
                <a:lnTo>
                  <a:pt x="52101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28" name="dp42-comparison / n214">
            <a:extLst xmlns:a="http://schemas.openxmlformats.org/drawingml/2006/main">
              <a:ext uri="{FF2B5EF4-FFF2-40B4-BE49-F238E27FC236}">
                <a16:creationId xmlns:a16="http://schemas.microsoft.com/office/drawing/2014/main" id="{E7374F36-5772-4EED-9986-51D62B33E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495675"/>
            <a:ext cx="4000500" cy="3295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4765">
            <a:solidFill>
              <a:srgbClr val="B8753F"/>
            </a:solidFill>
            <a:prstDash val="dash"/>
          </a:ln>
        </p:spPr>
      </p:sp>
      <p:sp>
        <p:nvSpPr>
          <p:cNvPr id="229" name="dp42-comparison / n215 / text 1">
            <a:extLst xmlns:a="http://schemas.openxmlformats.org/drawingml/2006/main">
              <a:ext uri="{FF2B5EF4-FFF2-40B4-BE49-F238E27FC236}">
                <a16:creationId xmlns:a16="http://schemas.microsoft.com/office/drawing/2014/main" id="{EEED22FB-2B77-401D-9906-FBC351E4D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3590925"/>
            <a:ext cx="37528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대화 서비스</a:t>
            </a:r>
          </a:p>
        </p:txBody>
      </p:sp>
      <p:sp>
        <p:nvSpPr>
          <p:cNvPr id="230" name="dp42-comparison / n216">
            <a:extLst xmlns:a="http://schemas.openxmlformats.org/drawingml/2006/main">
              <a:ext uri="{FF2B5EF4-FFF2-40B4-BE49-F238E27FC236}">
                <a16:creationId xmlns:a16="http://schemas.microsoft.com/office/drawing/2014/main" id="{0A8AEC83-E4A7-447C-8D13-9F088E061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3495675"/>
            <a:ext cx="3381375" cy="3295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4765">
            <a:solidFill>
              <a:srgbClr val="B8753F"/>
            </a:solidFill>
            <a:prstDash val="dash"/>
          </a:ln>
        </p:spPr>
      </p:sp>
      <p:sp>
        <p:nvSpPr>
          <p:cNvPr id="231" name="dp42-comparison / n217 / text 1">
            <a:extLst xmlns:a="http://schemas.openxmlformats.org/drawingml/2006/main">
              <a:ext uri="{FF2B5EF4-FFF2-40B4-BE49-F238E27FC236}">
                <a16:creationId xmlns:a16="http://schemas.microsoft.com/office/drawing/2014/main" id="{79D0E7DA-BE77-4EEE-AC54-2A5FA0F57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3590925"/>
            <a:ext cx="313372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업무 서비스</a:t>
            </a:r>
          </a:p>
        </p:txBody>
      </p:sp>
      <p:sp>
        <p:nvSpPr>
          <p:cNvPr id="232" name="dp42-comparison / n222">
            <a:extLst xmlns:a="http://schemas.openxmlformats.org/drawingml/2006/main">
              <a:ext uri="{FF2B5EF4-FFF2-40B4-BE49-F238E27FC236}">
                <a16:creationId xmlns:a16="http://schemas.microsoft.com/office/drawing/2014/main" id="{3FA68D3C-C0F8-4A9B-A0EF-81EE43716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3914775"/>
            <a:ext cx="22383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33" name="dp42-comparison / n223 / text 1">
            <a:extLst xmlns:a="http://schemas.openxmlformats.org/drawingml/2006/main">
              <a:ext uri="{FF2B5EF4-FFF2-40B4-BE49-F238E27FC236}">
                <a16:creationId xmlns:a16="http://schemas.microsoft.com/office/drawing/2014/main" id="{4DCF902C-EA78-46A5-BD01-A6279CAB9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3974783"/>
            <a:ext cx="206692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234" name="dp42-comparison / n224">
            <a:extLst xmlns:a="http://schemas.openxmlformats.org/drawingml/2006/main">
              <a:ext uri="{FF2B5EF4-FFF2-40B4-BE49-F238E27FC236}">
                <a16:creationId xmlns:a16="http://schemas.microsoft.com/office/drawing/2014/main" id="{B09EE3F8-16B0-45CA-89E3-B7A73ADC4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6625" y="3914775"/>
            <a:ext cx="2571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35" name="dp42-comparison / n225 / text 1">
            <a:extLst xmlns:a="http://schemas.openxmlformats.org/drawingml/2006/main">
              <a:ext uri="{FF2B5EF4-FFF2-40B4-BE49-F238E27FC236}">
                <a16:creationId xmlns:a16="http://schemas.microsoft.com/office/drawing/2014/main" id="{106D9430-9011-4DD0-A080-9448B8A56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2350" y="3974783"/>
            <a:ext cx="2400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236" name="dp42-comparison / n226">
            <a:extLst xmlns:a="http://schemas.openxmlformats.org/drawingml/2006/main">
              <a:ext uri="{FF2B5EF4-FFF2-40B4-BE49-F238E27FC236}">
                <a16:creationId xmlns:a16="http://schemas.microsoft.com/office/drawing/2014/main" id="{48363BB2-AC2B-4783-9528-F000402A7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4619625"/>
            <a:ext cx="2238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37" name="dp42-comparison / n227 / text 1">
            <a:extLst xmlns:a="http://schemas.openxmlformats.org/drawingml/2006/main">
              <a:ext uri="{FF2B5EF4-FFF2-40B4-BE49-F238E27FC236}">
                <a16:creationId xmlns:a16="http://schemas.microsoft.com/office/drawing/2014/main" id="{DBD802FF-03FB-4D2A-A7C8-419A150BA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4676299"/>
            <a:ext cx="2066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238" name="dp42-comparison / n228">
            <a:extLst xmlns:a="http://schemas.openxmlformats.org/drawingml/2006/main">
              <a:ext uri="{FF2B5EF4-FFF2-40B4-BE49-F238E27FC236}">
                <a16:creationId xmlns:a16="http://schemas.microsoft.com/office/drawing/2014/main" id="{FEC3A8D6-1DCD-490B-AAD9-163DA7902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5324475"/>
            <a:ext cx="22383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39" name="dp42-comparison / n229 / text 1">
            <a:extLst xmlns:a="http://schemas.openxmlformats.org/drawingml/2006/main">
              <a:ext uri="{FF2B5EF4-FFF2-40B4-BE49-F238E27FC236}">
                <a16:creationId xmlns:a16="http://schemas.microsoft.com/office/drawing/2014/main" id="{3E0B4D48-7439-4F37-A35F-F1D71304D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5384483"/>
            <a:ext cx="206692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Response Manager</a:t>
            </a:r>
          </a:p>
        </p:txBody>
      </p:sp>
      <p:sp>
        <p:nvSpPr>
          <p:cNvPr id="240" name="dp42-comparison / n230">
            <a:extLst xmlns:a="http://schemas.openxmlformats.org/drawingml/2006/main">
              <a:ext uri="{FF2B5EF4-FFF2-40B4-BE49-F238E27FC236}">
                <a16:creationId xmlns:a16="http://schemas.microsoft.com/office/drawing/2014/main" id="{DF097DB0-98F0-4FFE-B5FE-0CD59A67A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6625" y="5324475"/>
            <a:ext cx="2571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41" name="dp42-comparison / n231 / text 1">
            <a:extLst xmlns:a="http://schemas.openxmlformats.org/drawingml/2006/main">
              <a:ext uri="{FF2B5EF4-FFF2-40B4-BE49-F238E27FC236}">
                <a16:creationId xmlns:a16="http://schemas.microsoft.com/office/drawing/2014/main" id="{546E4476-D754-4CAD-AA2A-C27ABA0B3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2350" y="5384483"/>
            <a:ext cx="2400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Agent Gateway</a:t>
            </a:r>
          </a:p>
        </p:txBody>
      </p:sp>
      <p:sp>
        <p:nvSpPr>
          <p:cNvPr id="242" name="dp42-comparison / n236 / path">
            <a:extLst xmlns:a="http://schemas.openxmlformats.org/drawingml/2006/main">
              <a:ext uri="{FF2B5EF4-FFF2-40B4-BE49-F238E27FC236}">
                <a16:creationId xmlns:a16="http://schemas.microsoft.com/office/drawing/2014/main" id="{5F294762-D378-43C9-A669-5E7E5D197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3819525"/>
            <a:ext cx="3000375" cy="180975"/>
          </a:xfrm>
          <a:custGeom xmlns:a="http://schemas.openxmlformats.org/drawingml/2006/main">
            <a:pathLst>
              <a:path w="3000375" h="180975">
                <a:moveTo>
                  <a:pt x="0" y="180975"/>
                </a:moveTo>
                <a:lnTo>
                  <a:pt x="190500" y="180975"/>
                </a:lnTo>
                <a:lnTo>
                  <a:pt x="190500" y="0"/>
                </a:lnTo>
                <a:lnTo>
                  <a:pt x="3000375" y="0"/>
                </a:lnTo>
                <a:lnTo>
                  <a:pt x="3000375" y="952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43" name="dp42-comparison / n236 / arrow">
            <a:extLst xmlns:a="http://schemas.openxmlformats.org/drawingml/2006/main">
              <a:ext uri="{FF2B5EF4-FFF2-40B4-BE49-F238E27FC236}">
                <a16:creationId xmlns:a16="http://schemas.microsoft.com/office/drawing/2014/main" id="{5BFD428A-45C8-4A28-9668-9AA0D80F2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06472" y="384771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44" name="dp42-comparison / n237 / path">
            <a:extLst xmlns:a="http://schemas.openxmlformats.org/drawingml/2006/main">
              <a:ext uri="{FF2B5EF4-FFF2-40B4-BE49-F238E27FC236}">
                <a16:creationId xmlns:a16="http://schemas.microsoft.com/office/drawing/2014/main" id="{E542AE28-1E84-4852-9FE6-5AB884A3B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3876675"/>
            <a:ext cx="3143250" cy="190500"/>
          </a:xfrm>
          <a:custGeom xmlns:a="http://schemas.openxmlformats.org/drawingml/2006/main">
            <a:pathLst>
              <a:path w="3143250" h="190500">
                <a:moveTo>
                  <a:pt x="3143250" y="38100"/>
                </a:moveTo>
                <a:lnTo>
                  <a:pt x="3143250" y="0"/>
                </a:lnTo>
                <a:lnTo>
                  <a:pt x="95250" y="0"/>
                </a:lnTo>
                <a:lnTo>
                  <a:pt x="95250" y="190500"/>
                </a:lnTo>
                <a:lnTo>
                  <a:pt x="0" y="1905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45" name="dp42-comparison / n237 / arrow">
            <a:extLst xmlns:a="http://schemas.openxmlformats.org/drawingml/2006/main">
              <a:ext uri="{FF2B5EF4-FFF2-40B4-BE49-F238E27FC236}">
                <a16:creationId xmlns:a16="http://schemas.microsoft.com/office/drawing/2014/main" id="{A324BC67-75CA-442D-B38C-0B057518C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40336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46" name="dp42-comparison / n240 / path">
            <a:extLst xmlns:a="http://schemas.openxmlformats.org/drawingml/2006/main">
              <a:ext uri="{FF2B5EF4-FFF2-40B4-BE49-F238E27FC236}">
                <a16:creationId xmlns:a16="http://schemas.microsoft.com/office/drawing/2014/main" id="{231E6E56-2F0F-4DD3-9572-3EF320FE1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4181475"/>
            <a:ext cx="2667000" cy="953"/>
          </a:xfrm>
          <a:custGeom xmlns:a="http://schemas.openxmlformats.org/drawingml/2006/main">
            <a:pathLst>
              <a:path w="2667000" h="953">
                <a:moveTo>
                  <a:pt x="0" y="0"/>
                </a:moveTo>
                <a:lnTo>
                  <a:pt x="2667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47" name="dp42-comparison / n240 / arrow">
            <a:extLst xmlns:a="http://schemas.openxmlformats.org/drawingml/2006/main">
              <a:ext uri="{FF2B5EF4-FFF2-40B4-BE49-F238E27FC236}">
                <a16:creationId xmlns:a16="http://schemas.microsoft.com/office/drawing/2014/main" id="{D855FF90-82EE-42C0-8656-6F89A892B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39569" y="414794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48" name="dp42-comparison / n243 / path">
            <a:extLst xmlns:a="http://schemas.openxmlformats.org/drawingml/2006/main">
              <a:ext uri="{FF2B5EF4-FFF2-40B4-BE49-F238E27FC236}">
                <a16:creationId xmlns:a16="http://schemas.microsoft.com/office/drawing/2014/main" id="{A66DC805-85FF-436A-9A83-5DD510AA1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4000500"/>
            <a:ext cx="2667000" cy="495300"/>
          </a:xfrm>
          <a:custGeom xmlns:a="http://schemas.openxmlformats.org/drawingml/2006/main">
            <a:pathLst>
              <a:path w="2667000" h="495300">
                <a:moveTo>
                  <a:pt x="2667000" y="0"/>
                </a:moveTo>
                <a:lnTo>
                  <a:pt x="2457450" y="0"/>
                </a:lnTo>
                <a:lnTo>
                  <a:pt x="2457450" y="495300"/>
                </a:lnTo>
                <a:lnTo>
                  <a:pt x="161925" y="495300"/>
                </a:lnTo>
                <a:lnTo>
                  <a:pt x="16192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49" name="dp42-comparison / n243 / arrow">
            <a:extLst xmlns:a="http://schemas.openxmlformats.org/drawingml/2006/main">
              <a:ext uri="{FF2B5EF4-FFF2-40B4-BE49-F238E27FC236}">
                <a16:creationId xmlns:a16="http://schemas.microsoft.com/office/drawing/2014/main" id="{F9C8F40B-FAC3-4D4F-86A8-BC48AE4B3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3966972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0" name="dp42-comparison / n246 / path">
            <a:extLst xmlns:a="http://schemas.openxmlformats.org/drawingml/2006/main">
              <a:ext uri="{FF2B5EF4-FFF2-40B4-BE49-F238E27FC236}">
                <a16:creationId xmlns:a16="http://schemas.microsoft.com/office/drawing/2014/main" id="{41A4BA7C-AA2C-4C5D-89D5-F05520FAA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1813" y="4257675"/>
            <a:ext cx="953" cy="361950"/>
          </a:xfrm>
          <a:custGeom xmlns:a="http://schemas.openxmlformats.org/drawingml/2006/main">
            <a:pathLst>
              <a:path w="953" h="361950">
                <a:moveTo>
                  <a:pt x="0" y="0"/>
                </a:moveTo>
                <a:lnTo>
                  <a:pt x="0" y="3619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51" name="dp42-comparison / n246 / arrow">
            <a:extLst xmlns:a="http://schemas.openxmlformats.org/drawingml/2006/main">
              <a:ext uri="{FF2B5EF4-FFF2-40B4-BE49-F238E27FC236}">
                <a16:creationId xmlns:a16="http://schemas.microsoft.com/office/drawing/2014/main" id="{71F0195D-E709-4E7E-9127-BB25A13A8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285" y="45525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2" name="dp42-comparison / n247 / path">
            <a:extLst xmlns:a="http://schemas.openxmlformats.org/drawingml/2006/main">
              <a:ext uri="{FF2B5EF4-FFF2-40B4-BE49-F238E27FC236}">
                <a16:creationId xmlns:a16="http://schemas.microsoft.com/office/drawing/2014/main" id="{2F873692-F33B-4029-BFD2-3AF0D4966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9063" y="3914775"/>
            <a:ext cx="953" cy="1028700"/>
          </a:xfrm>
          <a:custGeom xmlns:a="http://schemas.openxmlformats.org/drawingml/2006/main">
            <a:pathLst>
              <a:path w="953" h="1028700">
                <a:moveTo>
                  <a:pt x="0" y="102870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53" name="dp42-comparison / n247 / arrow">
            <a:extLst xmlns:a="http://schemas.openxmlformats.org/drawingml/2006/main">
              <a:ext uri="{FF2B5EF4-FFF2-40B4-BE49-F238E27FC236}">
                <a16:creationId xmlns:a16="http://schemas.microsoft.com/office/drawing/2014/main" id="{7CD6E4BF-52FA-456F-B601-BC927952C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15535" y="3914775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67056"/>
                </a:moveTo>
                <a:lnTo>
                  <a:pt x="33528" y="0"/>
                </a:lnTo>
                <a:lnTo>
                  <a:pt x="0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4" name="dp42-comparison / n250 / path">
            <a:extLst xmlns:a="http://schemas.openxmlformats.org/drawingml/2006/main">
              <a:ext uri="{FF2B5EF4-FFF2-40B4-BE49-F238E27FC236}">
                <a16:creationId xmlns:a16="http://schemas.microsoft.com/office/drawing/2014/main" id="{4F8537F6-772B-4044-B07C-57590D414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86225"/>
            <a:ext cx="642938" cy="1238250"/>
          </a:xfrm>
          <a:custGeom xmlns:a="http://schemas.openxmlformats.org/drawingml/2006/main">
            <a:pathLst>
              <a:path w="642938" h="1238250">
                <a:moveTo>
                  <a:pt x="95250" y="0"/>
                </a:moveTo>
                <a:lnTo>
                  <a:pt x="0" y="0"/>
                </a:lnTo>
                <a:lnTo>
                  <a:pt x="0" y="1152525"/>
                </a:lnTo>
                <a:lnTo>
                  <a:pt x="642938" y="1152525"/>
                </a:lnTo>
                <a:lnTo>
                  <a:pt x="642938" y="12382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55" name="dp42-comparison / n250 / arrow">
            <a:extLst xmlns:a="http://schemas.openxmlformats.org/drawingml/2006/main">
              <a:ext uri="{FF2B5EF4-FFF2-40B4-BE49-F238E27FC236}">
                <a16:creationId xmlns:a16="http://schemas.microsoft.com/office/drawing/2014/main" id="{D0F0BD6B-8F58-4039-93BB-EE1B84DE4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410" y="525741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6" name="dp42-comparison / n251 / path">
            <a:extLst xmlns:a="http://schemas.openxmlformats.org/drawingml/2006/main">
              <a:ext uri="{FF2B5EF4-FFF2-40B4-BE49-F238E27FC236}">
                <a16:creationId xmlns:a16="http://schemas.microsoft.com/office/drawing/2014/main" id="{57109AE0-B13A-49FF-9510-AB095A79F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4105275"/>
            <a:ext cx="381000" cy="1295400"/>
          </a:xfrm>
          <a:custGeom xmlns:a="http://schemas.openxmlformats.org/drawingml/2006/main">
            <a:pathLst>
              <a:path w="381000" h="1295400">
                <a:moveTo>
                  <a:pt x="0" y="1295400"/>
                </a:moveTo>
                <a:lnTo>
                  <a:pt x="381000" y="1295400"/>
                </a:lnTo>
                <a:lnTo>
                  <a:pt x="381000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57" name="dp42-comparison / n251 / arrow">
            <a:extLst xmlns:a="http://schemas.openxmlformats.org/drawingml/2006/main">
              <a:ext uri="{FF2B5EF4-FFF2-40B4-BE49-F238E27FC236}">
                <a16:creationId xmlns:a16="http://schemas.microsoft.com/office/drawing/2014/main" id="{DD8570D9-7933-4B23-89DF-83130EABA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40717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8" name="dp42-comparison / n256 / path">
            <a:extLst xmlns:a="http://schemas.openxmlformats.org/drawingml/2006/main">
              <a:ext uri="{FF2B5EF4-FFF2-40B4-BE49-F238E27FC236}">
                <a16:creationId xmlns:a16="http://schemas.microsoft.com/office/drawing/2014/main" id="{105FD260-1526-4A1C-9F61-E73506DFB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0" y="4257675"/>
            <a:ext cx="953" cy="1066800"/>
          </a:xfrm>
          <a:custGeom xmlns:a="http://schemas.openxmlformats.org/drawingml/2006/main">
            <a:pathLst>
              <a:path w="953" h="1066800">
                <a:moveTo>
                  <a:pt x="0" y="0"/>
                </a:moveTo>
                <a:lnTo>
                  <a:pt x="0" y="10668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59" name="dp42-comparison / n256 / arrow">
            <a:extLst xmlns:a="http://schemas.openxmlformats.org/drawingml/2006/main">
              <a:ext uri="{FF2B5EF4-FFF2-40B4-BE49-F238E27FC236}">
                <a16:creationId xmlns:a16="http://schemas.microsoft.com/office/drawing/2014/main" id="{824417E2-9758-432A-881D-0039D16AC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58972" y="525741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60" name="dp42-comparison / n257 / path">
            <a:extLst xmlns:a="http://schemas.openxmlformats.org/drawingml/2006/main">
              <a:ext uri="{FF2B5EF4-FFF2-40B4-BE49-F238E27FC236}">
                <a16:creationId xmlns:a16="http://schemas.microsoft.com/office/drawing/2014/main" id="{5E916C6B-4E9E-4D3F-9125-684445922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82800" y="4086225"/>
            <a:ext cx="123825" cy="1409700"/>
          </a:xfrm>
          <a:custGeom xmlns:a="http://schemas.openxmlformats.org/drawingml/2006/main">
            <a:pathLst>
              <a:path w="123825" h="1409700">
                <a:moveTo>
                  <a:pt x="123825" y="1409700"/>
                </a:moveTo>
                <a:lnTo>
                  <a:pt x="0" y="1409700"/>
                </a:lnTo>
                <a:lnTo>
                  <a:pt x="0" y="0"/>
                </a:lnTo>
                <a:lnTo>
                  <a:pt x="1238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61" name="dp42-comparison / n257 / arrow">
            <a:extLst xmlns:a="http://schemas.openxmlformats.org/drawingml/2006/main">
              <a:ext uri="{FF2B5EF4-FFF2-40B4-BE49-F238E27FC236}">
                <a16:creationId xmlns:a16="http://schemas.microsoft.com/office/drawing/2014/main" id="{6230FA88-5473-402B-8483-6A539565B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39569" y="405269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62" name="dp42-comparison / n262">
            <a:extLst xmlns:a="http://schemas.openxmlformats.org/drawingml/2006/main">
              <a:ext uri="{FF2B5EF4-FFF2-40B4-BE49-F238E27FC236}">
                <a16:creationId xmlns:a16="http://schemas.microsoft.com/office/drawing/2014/main" id="{5803ACA7-5994-40AF-945E-EA03E70B4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3619500" cy="285750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63" name="dp42-comparison / n263 / text 1">
            <a:extLst xmlns:a="http://schemas.openxmlformats.org/drawingml/2006/main">
              <a:ext uri="{FF2B5EF4-FFF2-40B4-BE49-F238E27FC236}">
                <a16:creationId xmlns:a16="http://schemas.microsoft.com/office/drawing/2014/main" id="{2906B3A0-EDE6-4462-B674-45AA26B17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6515100"/>
            <a:ext cx="34480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대화 상태 저장소</a:t>
            </a:r>
          </a:p>
        </p:txBody>
      </p:sp>
      <p:sp>
        <p:nvSpPr>
          <p:cNvPr id="264" name="dp42-comparison / n264">
            <a:extLst xmlns:a="http://schemas.openxmlformats.org/drawingml/2006/main">
              <a:ext uri="{FF2B5EF4-FFF2-40B4-BE49-F238E27FC236}">
                <a16:creationId xmlns:a16="http://schemas.microsoft.com/office/drawing/2014/main" id="{C9656219-A41F-428C-A55A-5E2472C00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0" y="6400800"/>
            <a:ext cx="3000375" cy="285750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65" name="dp42-comparison / n265 / text 1">
            <a:extLst xmlns:a="http://schemas.openxmlformats.org/drawingml/2006/main">
              <a:ext uri="{FF2B5EF4-FFF2-40B4-BE49-F238E27FC236}">
                <a16:creationId xmlns:a16="http://schemas.microsoft.com/office/drawing/2014/main" id="{D66525D3-1E12-44EC-992C-ECAEE99FC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63725" y="6515100"/>
            <a:ext cx="28289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업무 상태 저장소</a:t>
            </a:r>
          </a:p>
        </p:txBody>
      </p:sp>
      <p:sp>
        <p:nvSpPr>
          <p:cNvPr id="266" name="dp42-comparison / n266 / path">
            <a:extLst xmlns:a="http://schemas.openxmlformats.org/drawingml/2006/main">
              <a:ext uri="{FF2B5EF4-FFF2-40B4-BE49-F238E27FC236}">
                <a16:creationId xmlns:a16="http://schemas.microsoft.com/office/drawing/2014/main" id="{3B16F963-0945-4784-97CF-73C1087B2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4238625"/>
            <a:ext cx="266700" cy="2162175"/>
          </a:xfrm>
          <a:custGeom xmlns:a="http://schemas.openxmlformats.org/drawingml/2006/main">
            <a:pathLst>
              <a:path w="266700" h="2162175">
                <a:moveTo>
                  <a:pt x="0" y="0"/>
                </a:moveTo>
                <a:lnTo>
                  <a:pt x="266700" y="0"/>
                </a:lnTo>
                <a:lnTo>
                  <a:pt x="266700" y="2057400"/>
                </a:lnTo>
                <a:lnTo>
                  <a:pt x="47625" y="2057400"/>
                </a:lnTo>
                <a:lnTo>
                  <a:pt x="47625" y="21621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67" name="dp42-comparison / n266 / arrow">
            <a:extLst xmlns:a="http://schemas.openxmlformats.org/drawingml/2006/main">
              <a:ext uri="{FF2B5EF4-FFF2-40B4-BE49-F238E27FC236}">
                <a16:creationId xmlns:a16="http://schemas.microsoft.com/office/drawing/2014/main" id="{A6CCD14B-5E5A-40E2-B76E-5A57C136E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53722" y="6333744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68" name="dp42-comparison / n267 / path">
            <a:extLst xmlns:a="http://schemas.openxmlformats.org/drawingml/2006/main">
              <a:ext uri="{FF2B5EF4-FFF2-40B4-BE49-F238E27FC236}">
                <a16:creationId xmlns:a16="http://schemas.microsoft.com/office/drawing/2014/main" id="{113BDB7C-C6A2-40E5-BE02-39A97B492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92275" y="4238625"/>
            <a:ext cx="585788" cy="2162175"/>
          </a:xfrm>
          <a:custGeom xmlns:a="http://schemas.openxmlformats.org/drawingml/2006/main">
            <a:pathLst>
              <a:path w="585788" h="2162175">
                <a:moveTo>
                  <a:pt x="514350" y="0"/>
                </a:moveTo>
                <a:lnTo>
                  <a:pt x="0" y="0"/>
                </a:lnTo>
                <a:lnTo>
                  <a:pt x="0" y="2057400"/>
                </a:lnTo>
                <a:lnTo>
                  <a:pt x="585788" y="2057400"/>
                </a:lnTo>
                <a:lnTo>
                  <a:pt x="585788" y="21621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69" name="dp42-comparison / n267 / arrow">
            <a:extLst xmlns:a="http://schemas.openxmlformats.org/drawingml/2006/main">
              <a:ext uri="{FF2B5EF4-FFF2-40B4-BE49-F238E27FC236}">
                <a16:creationId xmlns:a16="http://schemas.microsoft.com/office/drawing/2014/main" id="{821D7300-9020-497D-A27E-C000E13CD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44535" y="6333744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70" name="dp42-comparison / n268 / path">
            <a:extLst xmlns:a="http://schemas.openxmlformats.org/drawingml/2006/main">
              <a:ext uri="{FF2B5EF4-FFF2-40B4-BE49-F238E27FC236}">
                <a16:creationId xmlns:a16="http://schemas.microsoft.com/office/drawing/2014/main" id="{08C72CA6-2014-47FF-A57F-6D9D05055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1938" y="4257675"/>
            <a:ext cx="3929063" cy="285750"/>
          </a:xfrm>
          <a:custGeom xmlns:a="http://schemas.openxmlformats.org/drawingml/2006/main">
            <a:pathLst>
              <a:path w="3929063" h="285750">
                <a:moveTo>
                  <a:pt x="3929063" y="0"/>
                </a:moveTo>
                <a:lnTo>
                  <a:pt x="3929063" y="228600"/>
                </a:lnTo>
                <a:lnTo>
                  <a:pt x="2309813" y="228600"/>
                </a:lnTo>
                <a:lnTo>
                  <a:pt x="2309813" y="285750"/>
                </a:lnTo>
                <a:lnTo>
                  <a:pt x="0" y="28575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71" name="dp42-comparison / n268 / arrow">
            <a:extLst xmlns:a="http://schemas.openxmlformats.org/drawingml/2006/main">
              <a:ext uri="{FF2B5EF4-FFF2-40B4-BE49-F238E27FC236}">
                <a16:creationId xmlns:a16="http://schemas.microsoft.com/office/drawing/2014/main" id="{132C9274-79BF-445A-9C5A-7554AFEF5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58410" y="4257675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67056"/>
                </a:moveTo>
                <a:lnTo>
                  <a:pt x="33528" y="0"/>
                </a:lnTo>
                <a:lnTo>
                  <a:pt x="0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72" name="dp42-comparison / n275 / path">
            <a:extLst xmlns:a="http://schemas.openxmlformats.org/drawingml/2006/main">
              <a:ext uri="{FF2B5EF4-FFF2-40B4-BE49-F238E27FC236}">
                <a16:creationId xmlns:a16="http://schemas.microsoft.com/office/drawing/2014/main" id="{114D8D84-1371-44A2-B3CA-9DC7304BB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5495925"/>
            <a:ext cx="914400" cy="904875"/>
          </a:xfrm>
          <a:custGeom xmlns:a="http://schemas.openxmlformats.org/drawingml/2006/main">
            <a:pathLst>
              <a:path w="914400" h="904875">
                <a:moveTo>
                  <a:pt x="57150" y="0"/>
                </a:moveTo>
                <a:lnTo>
                  <a:pt x="0" y="0"/>
                </a:lnTo>
                <a:lnTo>
                  <a:pt x="0" y="762000"/>
                </a:lnTo>
                <a:lnTo>
                  <a:pt x="914400" y="762000"/>
                </a:lnTo>
                <a:lnTo>
                  <a:pt x="914400" y="9048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73" name="dp42-comparison / n275 / arrow">
            <a:extLst xmlns:a="http://schemas.openxmlformats.org/drawingml/2006/main">
              <a:ext uri="{FF2B5EF4-FFF2-40B4-BE49-F238E27FC236}">
                <a16:creationId xmlns:a16="http://schemas.microsoft.com/office/drawing/2014/main" id="{116E0515-2524-4088-8C97-1568AD460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4972" y="6333744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74" name="dp42-comparison / n276">
            <a:extLst xmlns:a="http://schemas.openxmlformats.org/drawingml/2006/main">
              <a:ext uri="{FF2B5EF4-FFF2-40B4-BE49-F238E27FC236}">
                <a16:creationId xmlns:a16="http://schemas.microsoft.com/office/drawing/2014/main" id="{71E1CFF1-8476-4D57-A65F-4D23E66AD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7019925"/>
            <a:ext cx="22383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75" name="dp42-comparison / n277 / text 1">
            <a:extLst xmlns:a="http://schemas.openxmlformats.org/drawingml/2006/main">
              <a:ext uri="{FF2B5EF4-FFF2-40B4-BE49-F238E27FC236}">
                <a16:creationId xmlns:a16="http://schemas.microsoft.com/office/drawing/2014/main" id="{BA135505-B45B-4EBC-B72F-3B438BD96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7067074"/>
            <a:ext cx="2066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276" name="dp42-comparison / n278">
            <a:extLst xmlns:a="http://schemas.openxmlformats.org/drawingml/2006/main">
              <a:ext uri="{FF2B5EF4-FFF2-40B4-BE49-F238E27FC236}">
                <a16:creationId xmlns:a16="http://schemas.microsoft.com/office/drawing/2014/main" id="{596ED37A-D013-4085-856A-9F229C2F8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06375" y="7019925"/>
            <a:ext cx="2190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77" name="dp42-comparison / n279 / text 1">
            <a:extLst xmlns:a="http://schemas.openxmlformats.org/drawingml/2006/main">
              <a:ext uri="{FF2B5EF4-FFF2-40B4-BE49-F238E27FC236}">
                <a16:creationId xmlns:a16="http://schemas.microsoft.com/office/drawing/2014/main" id="{43619D77-A3C4-4583-8FB7-88257CE46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92100" y="7067074"/>
            <a:ext cx="20193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278" name="dp42-comparison / n280">
            <a:extLst xmlns:a="http://schemas.openxmlformats.org/drawingml/2006/main">
              <a:ext uri="{FF2B5EF4-FFF2-40B4-BE49-F238E27FC236}">
                <a16:creationId xmlns:a16="http://schemas.microsoft.com/office/drawing/2014/main" id="{486AD4C7-9E58-456B-9F47-010998584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35250" y="7019925"/>
            <a:ext cx="233362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79" name="dp42-comparison / n281 / text 1">
            <a:extLst xmlns:a="http://schemas.openxmlformats.org/drawingml/2006/main">
              <a:ext uri="{FF2B5EF4-FFF2-40B4-BE49-F238E27FC236}">
                <a16:creationId xmlns:a16="http://schemas.microsoft.com/office/drawing/2014/main" id="{6F3C0B7C-1EC2-4F1F-9E87-A3A05D953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20975" y="7067074"/>
            <a:ext cx="21621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Downstream Agent</a:t>
            </a:r>
          </a:p>
        </p:txBody>
      </p:sp>
      <p:sp>
        <p:nvSpPr>
          <p:cNvPr id="280" name="dp42-comparison / n282 / path">
            <a:extLst xmlns:a="http://schemas.openxmlformats.org/drawingml/2006/main">
              <a:ext uri="{FF2B5EF4-FFF2-40B4-BE49-F238E27FC236}">
                <a16:creationId xmlns:a16="http://schemas.microsoft.com/office/drawing/2014/main" id="{CAD1C2D8-83ED-4C87-AEC9-3D8151175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086225"/>
            <a:ext cx="285750" cy="3086100"/>
          </a:xfrm>
          <a:custGeom xmlns:a="http://schemas.openxmlformats.org/drawingml/2006/main">
            <a:pathLst>
              <a:path w="285750" h="3086100">
                <a:moveTo>
                  <a:pt x="285750" y="3086100"/>
                </a:moveTo>
                <a:lnTo>
                  <a:pt x="0" y="3086100"/>
                </a:lnTo>
                <a:lnTo>
                  <a:pt x="0" y="0"/>
                </a:lnTo>
                <a:lnTo>
                  <a:pt x="285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81" name="dp42-comparison / n282 / arrow">
            <a:extLst xmlns:a="http://schemas.openxmlformats.org/drawingml/2006/main">
              <a:ext uri="{FF2B5EF4-FFF2-40B4-BE49-F238E27FC236}">
                <a16:creationId xmlns:a16="http://schemas.microsoft.com/office/drawing/2014/main" id="{426F2160-0CB0-4119-AE9B-48A4375C1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194" y="405269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82" name="dp42-comparison / n283 / path">
            <a:extLst xmlns:a="http://schemas.openxmlformats.org/drawingml/2006/main">
              <a:ext uri="{FF2B5EF4-FFF2-40B4-BE49-F238E27FC236}">
                <a16:creationId xmlns:a16="http://schemas.microsoft.com/office/drawing/2014/main" id="{8DA573AF-F7D9-4706-96CB-F1095FCA3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5591175"/>
            <a:ext cx="985838" cy="1428750"/>
          </a:xfrm>
          <a:custGeom xmlns:a="http://schemas.openxmlformats.org/drawingml/2006/main">
            <a:pathLst>
              <a:path w="985838" h="1428750">
                <a:moveTo>
                  <a:pt x="152400" y="0"/>
                </a:moveTo>
                <a:lnTo>
                  <a:pt x="0" y="0"/>
                </a:lnTo>
                <a:lnTo>
                  <a:pt x="0" y="1304925"/>
                </a:lnTo>
                <a:lnTo>
                  <a:pt x="985838" y="1304925"/>
                </a:lnTo>
                <a:lnTo>
                  <a:pt x="985838" y="14287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83" name="dp42-comparison / n283 / arrow">
            <a:extLst xmlns:a="http://schemas.openxmlformats.org/drawingml/2006/main">
              <a:ext uri="{FF2B5EF4-FFF2-40B4-BE49-F238E27FC236}">
                <a16:creationId xmlns:a16="http://schemas.microsoft.com/office/drawing/2014/main" id="{A94FD590-C9B6-4D89-96A3-69436D811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160" y="69528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84" name="dp42-comparison / n284 / path">
            <a:extLst xmlns:a="http://schemas.openxmlformats.org/drawingml/2006/main">
              <a:ext uri="{FF2B5EF4-FFF2-40B4-BE49-F238E27FC236}">
                <a16:creationId xmlns:a16="http://schemas.microsoft.com/office/drawing/2014/main" id="{06250986-CC8E-4C63-A0C8-B2C36BB67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5400675"/>
            <a:ext cx="2457450" cy="1838325"/>
          </a:xfrm>
          <a:custGeom xmlns:a="http://schemas.openxmlformats.org/drawingml/2006/main">
            <a:pathLst>
              <a:path w="2457450" h="1838325">
                <a:moveTo>
                  <a:pt x="2352675" y="1838325"/>
                </a:moveTo>
                <a:lnTo>
                  <a:pt x="2457450" y="1838325"/>
                </a:lnTo>
                <a:lnTo>
                  <a:pt x="2457450" y="1552575"/>
                </a:lnTo>
                <a:lnTo>
                  <a:pt x="0" y="1552575"/>
                </a:lnTo>
                <a:lnTo>
                  <a:pt x="0" y="0"/>
                </a:lnTo>
                <a:lnTo>
                  <a:pt x="114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85" name="dp42-comparison / n284 / arrow">
            <a:extLst xmlns:a="http://schemas.openxmlformats.org/drawingml/2006/main">
              <a:ext uri="{FF2B5EF4-FFF2-40B4-BE49-F238E27FC236}">
                <a16:creationId xmlns:a16="http://schemas.microsoft.com/office/drawing/2014/main" id="{5688BA66-1DE4-4F78-B1AD-07C62BAD7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194" y="536714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86" name="dp42-comparison / n287 / path">
            <a:extLst xmlns:a="http://schemas.openxmlformats.org/drawingml/2006/main">
              <a:ext uri="{FF2B5EF4-FFF2-40B4-BE49-F238E27FC236}">
                <a16:creationId xmlns:a16="http://schemas.microsoft.com/office/drawing/2014/main" id="{5E19A266-A203-4F11-94EE-3FE0DCCCD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4781550"/>
            <a:ext cx="1666875" cy="2238375"/>
          </a:xfrm>
          <a:custGeom xmlns:a="http://schemas.openxmlformats.org/drawingml/2006/main">
            <a:pathLst>
              <a:path w="1666875" h="2238375">
                <a:moveTo>
                  <a:pt x="0" y="0"/>
                </a:moveTo>
                <a:lnTo>
                  <a:pt x="1666875" y="0"/>
                </a:lnTo>
                <a:lnTo>
                  <a:pt x="1666875" y="2124075"/>
                </a:lnTo>
                <a:lnTo>
                  <a:pt x="1095375" y="2124075"/>
                </a:lnTo>
                <a:lnTo>
                  <a:pt x="1095375" y="22383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87" name="dp42-comparison / n287 / arrow">
            <a:extLst xmlns:a="http://schemas.openxmlformats.org/drawingml/2006/main">
              <a:ext uri="{FF2B5EF4-FFF2-40B4-BE49-F238E27FC236}">
                <a16:creationId xmlns:a16="http://schemas.microsoft.com/office/drawing/2014/main" id="{4C09AE8A-7592-421F-8112-8E17F71F3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01472" y="69528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88" name="dp42-comparison / n288 / path">
            <a:extLst xmlns:a="http://schemas.openxmlformats.org/drawingml/2006/main">
              <a:ext uri="{FF2B5EF4-FFF2-40B4-BE49-F238E27FC236}">
                <a16:creationId xmlns:a16="http://schemas.microsoft.com/office/drawing/2014/main" id="{2564EF95-C743-44B0-86E5-82F20B6F0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4876800"/>
            <a:ext cx="1724025" cy="2143125"/>
          </a:xfrm>
          <a:custGeom xmlns:a="http://schemas.openxmlformats.org/drawingml/2006/main">
            <a:pathLst>
              <a:path w="1724025" h="2143125">
                <a:moveTo>
                  <a:pt x="1285875" y="2143125"/>
                </a:moveTo>
                <a:lnTo>
                  <a:pt x="1285875" y="2066925"/>
                </a:lnTo>
                <a:lnTo>
                  <a:pt x="1724025" y="2066925"/>
                </a:lnTo>
                <a:lnTo>
                  <a:pt x="172402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89" name="dp42-comparison / n288 / arrow">
            <a:extLst xmlns:a="http://schemas.openxmlformats.org/drawingml/2006/main">
              <a:ext uri="{FF2B5EF4-FFF2-40B4-BE49-F238E27FC236}">
                <a16:creationId xmlns:a16="http://schemas.microsoft.com/office/drawing/2014/main" id="{72E173EC-BCF9-4A6F-BE6B-F6CAEF516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4843272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90" name="dp42-comparison / n289 / path">
            <a:extLst xmlns:a="http://schemas.openxmlformats.org/drawingml/2006/main">
              <a:ext uri="{FF2B5EF4-FFF2-40B4-BE49-F238E27FC236}">
                <a16:creationId xmlns:a16="http://schemas.microsoft.com/office/drawing/2014/main" id="{5E4E3724-6884-4419-96A3-E73A54D4D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5534025"/>
            <a:ext cx="2047875" cy="1485900"/>
          </a:xfrm>
          <a:custGeom xmlns:a="http://schemas.openxmlformats.org/drawingml/2006/main">
            <a:pathLst>
              <a:path w="2047875" h="1485900">
                <a:moveTo>
                  <a:pt x="0" y="0"/>
                </a:moveTo>
                <a:lnTo>
                  <a:pt x="1781175" y="0"/>
                </a:lnTo>
                <a:lnTo>
                  <a:pt x="1781175" y="1314450"/>
                </a:lnTo>
                <a:lnTo>
                  <a:pt x="2047875" y="1314450"/>
                </a:lnTo>
                <a:lnTo>
                  <a:pt x="2047875" y="14859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91" name="dp42-comparison / n289 / arrow">
            <a:extLst xmlns:a="http://schemas.openxmlformats.org/drawingml/2006/main">
              <a:ext uri="{FF2B5EF4-FFF2-40B4-BE49-F238E27FC236}">
                <a16:creationId xmlns:a16="http://schemas.microsoft.com/office/drawing/2014/main" id="{32FC3034-1F3C-4BCD-ACC2-24C55239F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53972" y="69528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92" name="dp42-comparison / n290 / path">
            <a:extLst xmlns:a="http://schemas.openxmlformats.org/drawingml/2006/main">
              <a:ext uri="{FF2B5EF4-FFF2-40B4-BE49-F238E27FC236}">
                <a16:creationId xmlns:a16="http://schemas.microsoft.com/office/drawing/2014/main" id="{31D7E240-9183-48F9-A592-DED5403D7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5591175"/>
            <a:ext cx="2238375" cy="1428750"/>
          </a:xfrm>
          <a:custGeom xmlns:a="http://schemas.openxmlformats.org/drawingml/2006/main">
            <a:pathLst>
              <a:path w="2238375" h="1428750">
                <a:moveTo>
                  <a:pt x="2238375" y="1428750"/>
                </a:moveTo>
                <a:lnTo>
                  <a:pt x="2238375" y="1295400"/>
                </a:lnTo>
                <a:lnTo>
                  <a:pt x="1838325" y="1295400"/>
                </a:lnTo>
                <a:lnTo>
                  <a:pt x="183832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93" name="dp42-comparison / n290 / arrow">
            <a:extLst xmlns:a="http://schemas.openxmlformats.org/drawingml/2006/main">
              <a:ext uri="{FF2B5EF4-FFF2-40B4-BE49-F238E27FC236}">
                <a16:creationId xmlns:a16="http://schemas.microsoft.com/office/drawing/2014/main" id="{CB457F5A-399F-4BDE-A5BF-263F825EF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55576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94" name="dp42-comparison / n291 / path">
            <a:extLst xmlns:a="http://schemas.openxmlformats.org/drawingml/2006/main">
              <a:ext uri="{FF2B5EF4-FFF2-40B4-BE49-F238E27FC236}">
                <a16:creationId xmlns:a16="http://schemas.microsoft.com/office/drawing/2014/main" id="{1ABFCD6D-6933-47A6-B37D-78CDF0215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63938" y="5495925"/>
            <a:ext cx="1462088" cy="1524000"/>
          </a:xfrm>
          <a:custGeom xmlns:a="http://schemas.openxmlformats.org/drawingml/2006/main">
            <a:pathLst>
              <a:path w="1462088" h="1524000">
                <a:moveTo>
                  <a:pt x="1214438" y="0"/>
                </a:moveTo>
                <a:lnTo>
                  <a:pt x="1462088" y="0"/>
                </a:lnTo>
                <a:lnTo>
                  <a:pt x="1462088" y="1352550"/>
                </a:lnTo>
                <a:lnTo>
                  <a:pt x="0" y="1352550"/>
                </a:lnTo>
                <a:lnTo>
                  <a:pt x="0" y="15240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95" name="dp42-comparison / n291 / arrow">
            <a:extLst xmlns:a="http://schemas.openxmlformats.org/drawingml/2006/main">
              <a:ext uri="{FF2B5EF4-FFF2-40B4-BE49-F238E27FC236}">
                <a16:creationId xmlns:a16="http://schemas.microsoft.com/office/drawing/2014/main" id="{6228B74A-60EB-411B-A433-B6350329E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30410" y="69528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96" name="dp42-comparison / n292 / path">
            <a:extLst xmlns:a="http://schemas.openxmlformats.org/drawingml/2006/main">
              <a:ext uri="{FF2B5EF4-FFF2-40B4-BE49-F238E27FC236}">
                <a16:creationId xmlns:a16="http://schemas.microsoft.com/office/drawing/2014/main" id="{32C2A880-2CD3-45C1-8279-22E3EAED0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40188" y="5591175"/>
            <a:ext cx="1052513" cy="1428750"/>
          </a:xfrm>
          <a:custGeom xmlns:a="http://schemas.openxmlformats.org/drawingml/2006/main">
            <a:pathLst>
              <a:path w="1052513" h="1428750">
                <a:moveTo>
                  <a:pt x="0" y="1428750"/>
                </a:moveTo>
                <a:lnTo>
                  <a:pt x="0" y="1323975"/>
                </a:lnTo>
                <a:lnTo>
                  <a:pt x="1052513" y="1323975"/>
                </a:lnTo>
                <a:lnTo>
                  <a:pt x="1052513" y="0"/>
                </a:lnTo>
                <a:lnTo>
                  <a:pt x="738188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97" name="dp42-comparison / n292 / arrow">
            <a:extLst xmlns:a="http://schemas.openxmlformats.org/drawingml/2006/main">
              <a:ext uri="{FF2B5EF4-FFF2-40B4-BE49-F238E27FC236}">
                <a16:creationId xmlns:a16="http://schemas.microsoft.com/office/drawing/2014/main" id="{16E819B7-3263-4911-B6B7-A9F8A21AA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78375" y="55576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98" name="dp42-comparison / n190">
            <a:extLst xmlns:a="http://schemas.openxmlformats.org/drawingml/2006/main">
              <a:ext uri="{FF2B5EF4-FFF2-40B4-BE49-F238E27FC236}">
                <a16:creationId xmlns:a16="http://schemas.microsoft.com/office/drawing/2014/main" id="{D82C77F6-F880-4AF3-BD58-2061A9CB6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381250"/>
            <a:ext cx="4370832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9" name="dp42-comparison / n191 / text 1">
            <a:extLst xmlns:a="http://schemas.openxmlformats.org/drawingml/2006/main">
              <a:ext uri="{FF2B5EF4-FFF2-40B4-BE49-F238E27FC236}">
                <a16:creationId xmlns:a16="http://schemas.microsoft.com/office/drawing/2014/main" id="{132C218A-162E-48BC-A4C9-514FE234D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390775"/>
            <a:ext cx="78105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Q1 “상반기로 할까요?”를 P1로 제시 → u2 “응, 상반기로”</a:t>
            </a:r>
          </a:p>
        </p:txBody>
      </p:sp>
      <p:sp>
        <p:nvSpPr>
          <p:cNvPr id="300" name="dp42-comparison / n192">
            <a:extLst xmlns:a="http://schemas.openxmlformats.org/drawingml/2006/main">
              <a:ext uri="{FF2B5EF4-FFF2-40B4-BE49-F238E27FC236}">
                <a16:creationId xmlns:a16="http://schemas.microsoft.com/office/drawing/2014/main" id="{4395187E-930F-4E48-A19C-9E73B1A36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638425"/>
            <a:ext cx="131921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1" name="dp42-comparison / n193 / text 1">
            <a:extLst xmlns:a="http://schemas.openxmlformats.org/drawingml/2006/main">
              <a:ext uri="{FF2B5EF4-FFF2-40B4-BE49-F238E27FC236}">
                <a16:creationId xmlns:a16="http://schemas.microsoft.com/office/drawing/2014/main" id="{3C24D727-713B-44F5-A3B0-15D3C94A0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647950"/>
            <a:ext cx="21907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Conversation C1</a:t>
            </a:r>
          </a:p>
        </p:txBody>
      </p:sp>
      <p:sp>
        <p:nvSpPr>
          <p:cNvPr id="302" name="dp42-comparison / n195">
            <a:extLst xmlns:a="http://schemas.openxmlformats.org/drawingml/2006/main">
              <a:ext uri="{FF2B5EF4-FFF2-40B4-BE49-F238E27FC236}">
                <a16:creationId xmlns:a16="http://schemas.microsoft.com/office/drawing/2014/main" id="{83046212-4081-428F-B4CC-35C516C20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77725" y="2628900"/>
            <a:ext cx="1985772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3" name="dp42-comparison / n196 / text 1">
            <a:extLst xmlns:a="http://schemas.openxmlformats.org/drawingml/2006/main">
              <a:ext uri="{FF2B5EF4-FFF2-40B4-BE49-F238E27FC236}">
                <a16:creationId xmlns:a16="http://schemas.microsoft.com/office/drawing/2014/main" id="{F8FA5015-7F5C-44F5-B7E9-95E0A5823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96775" y="2638425"/>
            <a:ext cx="5286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입력과 실제 응답의 연결 유지</a:t>
            </a:r>
          </a:p>
        </p:txBody>
      </p:sp>
      <p:sp>
        <p:nvSpPr>
          <p:cNvPr id="304" name="dp42-comparison / n197">
            <a:extLst xmlns:a="http://schemas.openxmlformats.org/drawingml/2006/main">
              <a:ext uri="{FF2B5EF4-FFF2-40B4-BE49-F238E27FC236}">
                <a16:creationId xmlns:a16="http://schemas.microsoft.com/office/drawing/2014/main" id="{13780312-9A77-4AA6-9787-3638810A6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819400"/>
            <a:ext cx="1733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5" name="dp42-comparison / n198 / text 1">
            <a:extLst xmlns:a="http://schemas.openxmlformats.org/drawingml/2006/main">
              <a:ext uri="{FF2B5EF4-FFF2-40B4-BE49-F238E27FC236}">
                <a16:creationId xmlns:a16="http://schemas.microsoft.com/office/drawing/2014/main" id="{CBD5DA3B-77B6-40D5-8298-7D764BA14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828925"/>
            <a:ext cx="21907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R1 / R2 / R3</a:t>
            </a:r>
          </a:p>
        </p:txBody>
      </p:sp>
      <p:sp>
        <p:nvSpPr>
          <p:cNvPr id="306" name="dp42-comparison / n200">
            <a:extLst xmlns:a="http://schemas.openxmlformats.org/drawingml/2006/main">
              <a:ext uri="{FF2B5EF4-FFF2-40B4-BE49-F238E27FC236}">
                <a16:creationId xmlns:a16="http://schemas.microsoft.com/office/drawing/2014/main" id="{153D74B1-0AAD-4D78-BDFE-F1417F673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77725" y="2809875"/>
            <a:ext cx="22604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7" name="dp42-comparison / n201 / text 1">
            <a:extLst xmlns:a="http://schemas.openxmlformats.org/drawingml/2006/main">
              <a:ext uri="{FF2B5EF4-FFF2-40B4-BE49-F238E27FC236}">
                <a16:creationId xmlns:a16="http://schemas.microsoft.com/office/drawing/2014/main" id="{25ED1600-D64D-410B-B948-E178A1D57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96775" y="2819400"/>
            <a:ext cx="5286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최초 위임 / Q1 답변 / 결과 수정</a:t>
            </a:r>
          </a:p>
        </p:txBody>
      </p:sp>
      <p:sp>
        <p:nvSpPr>
          <p:cNvPr id="308" name="dp42-comparison / n202">
            <a:extLst xmlns:a="http://schemas.openxmlformats.org/drawingml/2006/main">
              <a:ext uri="{FF2B5EF4-FFF2-40B4-BE49-F238E27FC236}">
                <a16:creationId xmlns:a16="http://schemas.microsoft.com/office/drawing/2014/main" id="{A40CCDC3-F9D6-4971-898C-3E5DD27FF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000375"/>
            <a:ext cx="656272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9" name="dp42-comparison / n203 / text 1">
            <a:extLst xmlns:a="http://schemas.openxmlformats.org/drawingml/2006/main">
              <a:ext uri="{FF2B5EF4-FFF2-40B4-BE49-F238E27FC236}">
                <a16:creationId xmlns:a16="http://schemas.microsoft.com/office/drawing/2014/main" id="{C81EA946-BF7B-4FC4-B93A-7C736827E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009900"/>
            <a:ext cx="21907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T1</a:t>
            </a:r>
          </a:p>
        </p:txBody>
      </p:sp>
      <p:sp>
        <p:nvSpPr>
          <p:cNvPr id="310" name="dp42-comparison / n205">
            <a:extLst xmlns:a="http://schemas.openxmlformats.org/drawingml/2006/main">
              <a:ext uri="{FF2B5EF4-FFF2-40B4-BE49-F238E27FC236}">
                <a16:creationId xmlns:a16="http://schemas.microsoft.com/office/drawing/2014/main" id="{8C92AB20-E3BF-4A1F-8A38-5D214BB56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77725" y="2990850"/>
            <a:ext cx="1641729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1" name="dp42-comparison / n206 / text 1">
            <a:extLst xmlns:a="http://schemas.openxmlformats.org/drawingml/2006/main">
              <a:ext uri="{FF2B5EF4-FFF2-40B4-BE49-F238E27FC236}">
                <a16:creationId xmlns:a16="http://schemas.microsoft.com/office/drawing/2014/main" id="{BC771A4A-46FC-4F08-9CB6-C0AAB8A93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96775" y="3000375"/>
            <a:ext cx="5286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보고서 업무와 결과 유지</a:t>
            </a:r>
          </a:p>
        </p:txBody>
      </p:sp>
      <p:sp>
        <p:nvSpPr>
          <p:cNvPr id="312" name="dp42-comparison / n207">
            <a:extLst xmlns:a="http://schemas.openxmlformats.org/drawingml/2006/main">
              <a:ext uri="{FF2B5EF4-FFF2-40B4-BE49-F238E27FC236}">
                <a16:creationId xmlns:a16="http://schemas.microsoft.com/office/drawing/2014/main" id="{6506FAD0-21AC-4268-8422-1D0E2D489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181350"/>
            <a:ext cx="1733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3" name="dp42-comparison / n208 / text 1">
            <a:extLst xmlns:a="http://schemas.openxmlformats.org/drawingml/2006/main">
              <a:ext uri="{FF2B5EF4-FFF2-40B4-BE49-F238E27FC236}">
                <a16:creationId xmlns:a16="http://schemas.microsoft.com/office/drawing/2014/main" id="{A2A51953-F072-4354-8FD7-2A9F0D069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190875"/>
            <a:ext cx="21907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Execution / Question</a:t>
            </a:r>
          </a:p>
        </p:txBody>
      </p:sp>
      <p:sp>
        <p:nvSpPr>
          <p:cNvPr id="314" name="dp42-comparison / n210">
            <a:extLst xmlns:a="http://schemas.openxmlformats.org/drawingml/2006/main">
              <a:ext uri="{FF2B5EF4-FFF2-40B4-BE49-F238E27FC236}">
                <a16:creationId xmlns:a16="http://schemas.microsoft.com/office/drawing/2014/main" id="{F017ADD6-09FC-4910-82D7-E109E5ACC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77725" y="3171825"/>
            <a:ext cx="2191131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5" name="dp42-comparison / n211 / text 1">
            <a:extLst xmlns:a="http://schemas.openxmlformats.org/drawingml/2006/main">
              <a:ext uri="{FF2B5EF4-FFF2-40B4-BE49-F238E27FC236}">
                <a16:creationId xmlns:a16="http://schemas.microsoft.com/office/drawing/2014/main" id="{FF19D94E-0045-44E8-A0C2-087BB17AB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96775" y="3181350"/>
            <a:ext cx="5286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X1 완료 → X2 / Q1 제시 → 답변</a:t>
            </a:r>
          </a:p>
        </p:txBody>
      </p:sp>
      <p:sp>
        <p:nvSpPr>
          <p:cNvPr id="316" name="dp42-comparison / n212">
            <a:extLst xmlns:a="http://schemas.openxmlformats.org/drawingml/2006/main">
              <a:ext uri="{FF2B5EF4-FFF2-40B4-BE49-F238E27FC236}">
                <a16:creationId xmlns:a16="http://schemas.microsoft.com/office/drawing/2014/main" id="{38B2D526-05F5-483F-AF0A-4DCE365FF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77725" y="3352800"/>
            <a:ext cx="3448050" cy="1562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7" name="dp42-comparison / n213 / text 1">
            <a:extLst xmlns:a="http://schemas.openxmlformats.org/drawingml/2006/main">
              <a:ext uri="{FF2B5EF4-FFF2-40B4-BE49-F238E27FC236}">
                <a16:creationId xmlns:a16="http://schemas.microsoft.com/office/drawing/2014/main" id="{578B8394-0A66-408A-9F7C-2AE9E43B8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96775" y="3362325"/>
            <a:ext cx="5286375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강조 경계: Core/서비스 실행 영역 / 박스: 논리 Component</a:t>
            </a:r>
          </a:p>
        </p:txBody>
      </p:sp>
      <p:sp>
        <p:nvSpPr>
          <p:cNvPr id="318" name="dp42-comparison / n218">
            <a:extLst xmlns:a="http://schemas.openxmlformats.org/drawingml/2006/main">
              <a:ext uri="{FF2B5EF4-FFF2-40B4-BE49-F238E27FC236}">
                <a16:creationId xmlns:a16="http://schemas.microsoft.com/office/drawing/2014/main" id="{EDD48BEB-8631-4E32-AA0C-0BBC4967B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0950" y="3581400"/>
            <a:ext cx="1529715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9" name="dp42-comparison / n219 / text 1">
            <a:extLst xmlns:a="http://schemas.openxmlformats.org/drawingml/2006/main">
              <a:ext uri="{FF2B5EF4-FFF2-40B4-BE49-F238E27FC236}">
                <a16:creationId xmlns:a16="http://schemas.microsoft.com/office/drawing/2014/main" id="{D9A0CEAE-2EFE-44D5-8B0E-F683FC723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3590925"/>
            <a:ext cx="21907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독립 상태 / 실행 수명</a:t>
            </a:r>
          </a:p>
        </p:txBody>
      </p:sp>
      <p:sp>
        <p:nvSpPr>
          <p:cNvPr id="320" name="dp42-comparison / n220">
            <a:extLst xmlns:a="http://schemas.openxmlformats.org/drawingml/2006/main">
              <a:ext uri="{FF2B5EF4-FFF2-40B4-BE49-F238E27FC236}">
                <a16:creationId xmlns:a16="http://schemas.microsoft.com/office/drawing/2014/main" id="{4F50A152-1877-4D15-89ED-995FACAB9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92450" y="3581400"/>
            <a:ext cx="1529715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1" name="dp42-comparison / n221 / text 1">
            <a:extLst xmlns:a="http://schemas.openxmlformats.org/drawingml/2006/main">
              <a:ext uri="{FF2B5EF4-FFF2-40B4-BE49-F238E27FC236}">
                <a16:creationId xmlns:a16="http://schemas.microsoft.com/office/drawing/2014/main" id="{5B9BF026-B987-48FC-BA4E-79375172E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0" y="3590925"/>
            <a:ext cx="18097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독립 상태 / 실행 수명</a:t>
            </a:r>
          </a:p>
        </p:txBody>
      </p:sp>
      <p:sp>
        <p:nvSpPr>
          <p:cNvPr id="322" name="dp42-comparison / n232">
            <a:extLst xmlns:a="http://schemas.openxmlformats.org/drawingml/2006/main">
              <a:ext uri="{FF2B5EF4-FFF2-40B4-BE49-F238E27FC236}">
                <a16:creationId xmlns:a16="http://schemas.microsoft.com/office/drawing/2014/main" id="{900879BD-D2E3-4634-A882-543AE27FA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4276725"/>
            <a:ext cx="2508504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3" name="dp42-comparison / n233 / text 1">
            <a:extLst xmlns:a="http://schemas.openxmlformats.org/drawingml/2006/main">
              <a:ext uri="{FF2B5EF4-FFF2-40B4-BE49-F238E27FC236}">
                <a16:creationId xmlns:a16="http://schemas.microsoft.com/office/drawing/2014/main" id="{5BF211DD-D392-4603-A0FB-241BFA2D1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4286250"/>
            <a:ext cx="28575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C1 / R2 / u2 → Q1 → T1 / P1 참조</a:t>
            </a:r>
          </a:p>
        </p:txBody>
      </p:sp>
      <p:sp>
        <p:nvSpPr>
          <p:cNvPr id="324" name="dp42-comparison / n234">
            <a:extLst xmlns:a="http://schemas.openxmlformats.org/drawingml/2006/main">
              <a:ext uri="{FF2B5EF4-FFF2-40B4-BE49-F238E27FC236}">
                <a16:creationId xmlns:a16="http://schemas.microsoft.com/office/drawing/2014/main" id="{47A04EB9-DF97-47ED-936E-D50E7F6E4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295775"/>
            <a:ext cx="2044446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5" name="dp42-comparison / n235 / text 1">
            <a:extLst xmlns:a="http://schemas.openxmlformats.org/drawingml/2006/main">
              <a:ext uri="{FF2B5EF4-FFF2-40B4-BE49-F238E27FC236}">
                <a16:creationId xmlns:a16="http://schemas.microsoft.com/office/drawing/2014/main" id="{B1186D0F-AC6C-403E-8CF0-00905E6ED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5200" y="4305300"/>
            <a:ext cx="25241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조회: T1 / X1 / Q1=OPEN,v7</a:t>
            </a:r>
          </a:p>
        </p:txBody>
      </p:sp>
      <p:sp>
        <p:nvSpPr>
          <p:cNvPr id="326" name="dp42-comparison / n238">
            <a:extLst xmlns:a="http://schemas.openxmlformats.org/drawingml/2006/main">
              <a:ext uri="{FF2B5EF4-FFF2-40B4-BE49-F238E27FC236}">
                <a16:creationId xmlns:a16="http://schemas.microsoft.com/office/drawing/2014/main" id="{E978BD6F-EB60-4C0B-A3FD-DDDC97945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68225" y="3800475"/>
            <a:ext cx="1505140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7" name="dp42-comparison / n239 / text 1">
            <a:extLst xmlns:a="http://schemas.openxmlformats.org/drawingml/2006/main">
              <a:ext uri="{FF2B5EF4-FFF2-40B4-BE49-F238E27FC236}">
                <a16:creationId xmlns:a16="http://schemas.microsoft.com/office/drawing/2014/main" id="{D6855DD0-D8EE-40E3-8A77-4BCA311FB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87275" y="3810000"/>
            <a:ext cx="226695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질문 조회 → / ← Q1,v7</a:t>
            </a:r>
          </a:p>
        </p:txBody>
      </p:sp>
      <p:sp>
        <p:nvSpPr>
          <p:cNvPr id="328" name="dp42-comparison / n241">
            <a:extLst xmlns:a="http://schemas.openxmlformats.org/drawingml/2006/main">
              <a:ext uri="{FF2B5EF4-FFF2-40B4-BE49-F238E27FC236}">
                <a16:creationId xmlns:a16="http://schemas.microsoft.com/office/drawing/2014/main" id="{DCC8B25A-ACE9-43C8-AA23-9E813585A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4067175"/>
            <a:ext cx="1628965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9" name="dp42-comparison / n242 / text 1">
            <a:extLst xmlns:a="http://schemas.openxmlformats.org/drawingml/2006/main">
              <a:ext uri="{FF2B5EF4-FFF2-40B4-BE49-F238E27FC236}">
                <a16:creationId xmlns:a16="http://schemas.microsoft.com/office/drawing/2014/main" id="{054C61DF-22A1-4C86-9A4B-D98B2A1FC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96800" y="4076700"/>
            <a:ext cx="228600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K1: Q1 답변=상반기 / v7</a:t>
            </a:r>
          </a:p>
        </p:txBody>
      </p:sp>
      <p:sp>
        <p:nvSpPr>
          <p:cNvPr id="330" name="dp42-comparison / n244">
            <a:extLst xmlns:a="http://schemas.openxmlformats.org/drawingml/2006/main">
              <a:ext uri="{FF2B5EF4-FFF2-40B4-BE49-F238E27FC236}">
                <a16:creationId xmlns:a16="http://schemas.microsoft.com/office/drawing/2014/main" id="{64262CB7-B946-41BB-B50B-63BD97834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4314825"/>
            <a:ext cx="1684401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1" name="dp42-comparison / n245 / text 1">
            <a:extLst xmlns:a="http://schemas.openxmlformats.org/drawingml/2006/main">
              <a:ext uri="{FF2B5EF4-FFF2-40B4-BE49-F238E27FC236}">
                <a16:creationId xmlns:a16="http://schemas.microsoft.com/office/drawing/2014/main" id="{94658E88-9B4C-42BA-8E3E-E0F5E6EA2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96800" y="4324350"/>
            <a:ext cx="22860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외부 접수 / 질문 / 결과</a:t>
            </a:r>
          </a:p>
        </p:txBody>
      </p:sp>
      <p:sp>
        <p:nvSpPr>
          <p:cNvPr id="332" name="dp42-comparison / n248">
            <a:extLst xmlns:a="http://schemas.openxmlformats.org/drawingml/2006/main">
              <a:ext uri="{FF2B5EF4-FFF2-40B4-BE49-F238E27FC236}">
                <a16:creationId xmlns:a16="http://schemas.microsoft.com/office/drawing/2014/main" id="{2A7E9688-7061-4F16-A888-68C8819AE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4962525"/>
            <a:ext cx="2319909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3" name="dp42-comparison / n249 / text 1">
            <a:extLst xmlns:a="http://schemas.openxmlformats.org/drawingml/2006/main">
              <a:ext uri="{FF2B5EF4-FFF2-40B4-BE49-F238E27FC236}">
                <a16:creationId xmlns:a16="http://schemas.microsoft.com/office/drawing/2014/main" id="{C766FD1F-5FCB-4464-B8AF-1CC3D2E1B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4972050"/>
            <a:ext cx="257175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u2 + 실제 제시 P1 → 답변 의미 제안</a:t>
            </a:r>
          </a:p>
        </p:txBody>
      </p:sp>
      <p:sp>
        <p:nvSpPr>
          <p:cNvPr id="334" name="dp42-comparison / n252">
            <a:extLst xmlns:a="http://schemas.openxmlformats.org/drawingml/2006/main">
              <a:ext uri="{FF2B5EF4-FFF2-40B4-BE49-F238E27FC236}">
                <a16:creationId xmlns:a16="http://schemas.microsoft.com/office/drawing/2014/main" id="{F515162A-DA9B-47BC-BDCC-9FF526401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58725" y="4810125"/>
            <a:ext cx="1616964" cy="2933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5" name="dp42-comparison / n253 / text 1">
            <a:extLst xmlns:a="http://schemas.openxmlformats.org/drawingml/2006/main">
              <a:ext uri="{FF2B5EF4-FFF2-40B4-BE49-F238E27FC236}">
                <a16:creationId xmlns:a16="http://schemas.microsoft.com/office/drawing/2014/main" id="{51FBE5E5-9EA1-4F50-8066-1F79F8072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77775" y="4819650"/>
            <a:ext cx="20764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P2: 상반기 전달 확인</a:t>
            </a:r>
          </a:p>
        </p:txBody>
      </p:sp>
      <p:sp>
        <p:nvSpPr>
          <p:cNvPr id="336" name="dp42-comparison / n253 / text 2">
            <a:extLst xmlns:a="http://schemas.openxmlformats.org/drawingml/2006/main">
              <a:ext uri="{FF2B5EF4-FFF2-40B4-BE49-F238E27FC236}">
                <a16:creationId xmlns:a16="http://schemas.microsoft.com/office/drawing/2014/main" id="{784D831B-8B4D-4DFC-BD50-5EDEE8AF1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77775" y="4956810"/>
            <a:ext cx="20764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게시 허용 / 실제 제시 반환</a:t>
            </a:r>
          </a:p>
        </p:txBody>
      </p:sp>
      <p:sp>
        <p:nvSpPr>
          <p:cNvPr id="337" name="dp42-comparison / n254">
            <a:extLst xmlns:a="http://schemas.openxmlformats.org/drawingml/2006/main">
              <a:ext uri="{FF2B5EF4-FFF2-40B4-BE49-F238E27FC236}">
                <a16:creationId xmlns:a16="http://schemas.microsoft.com/office/drawing/2014/main" id="{F5461CA6-8BED-4895-939C-08AC1D67E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705475"/>
            <a:ext cx="2225802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8" name="dp42-comparison / n255 / text 1">
            <a:extLst xmlns:a="http://schemas.openxmlformats.org/drawingml/2006/main">
              <a:ext uri="{FF2B5EF4-FFF2-40B4-BE49-F238E27FC236}">
                <a16:creationId xmlns:a16="http://schemas.microsoft.com/office/drawing/2014/main" id="{FEBA51CE-7B3A-41F7-BA9E-67A8E074F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5715000"/>
            <a:ext cx="27622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P1→Q1 실제 제시 / P2 전달 원장</a:t>
            </a:r>
          </a:p>
        </p:txBody>
      </p:sp>
      <p:sp>
        <p:nvSpPr>
          <p:cNvPr id="339" name="dp42-comparison / n258">
            <a:extLst xmlns:a="http://schemas.openxmlformats.org/drawingml/2006/main">
              <a:ext uri="{FF2B5EF4-FFF2-40B4-BE49-F238E27FC236}">
                <a16:creationId xmlns:a16="http://schemas.microsoft.com/office/drawing/2014/main" id="{BDED7B6B-ED67-4D16-B7D1-C13FA2AE4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657725"/>
            <a:ext cx="1580388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0" name="dp42-comparison / n259 / text 1">
            <a:extLst xmlns:a="http://schemas.openxmlformats.org/drawingml/2006/main">
              <a:ext uri="{FF2B5EF4-FFF2-40B4-BE49-F238E27FC236}">
                <a16:creationId xmlns:a16="http://schemas.microsoft.com/office/drawing/2014/main" id="{0FE81EBF-4AB3-4DE5-B143-9846FDC71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5200" y="4667250"/>
            <a:ext cx="25241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접수: Q1=ANSWERED,v8</a:t>
            </a:r>
          </a:p>
        </p:txBody>
      </p:sp>
      <p:sp>
        <p:nvSpPr>
          <p:cNvPr id="341" name="dp42-comparison / n259 / text 2">
            <a:extLst xmlns:a="http://schemas.openxmlformats.org/drawingml/2006/main">
              <a:ext uri="{FF2B5EF4-FFF2-40B4-BE49-F238E27FC236}">
                <a16:creationId xmlns:a16="http://schemas.microsoft.com/office/drawing/2014/main" id="{45E88B7A-92E6-45AA-88AE-61388D5E4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5200" y="4827270"/>
            <a:ext cx="25241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K1=전송 대기</a:t>
            </a:r>
          </a:p>
        </p:txBody>
      </p:sp>
      <p:sp>
        <p:nvSpPr>
          <p:cNvPr id="342" name="dp42-comparison / n260">
            <a:extLst xmlns:a="http://schemas.openxmlformats.org/drawingml/2006/main">
              <a:ext uri="{FF2B5EF4-FFF2-40B4-BE49-F238E27FC236}">
                <a16:creationId xmlns:a16="http://schemas.microsoft.com/office/drawing/2014/main" id="{C7D08C8B-F7CA-4DD3-8A28-B41928124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5705475"/>
            <a:ext cx="19937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3" name="dp42-comparison / n261 / text 1">
            <a:extLst xmlns:a="http://schemas.openxmlformats.org/drawingml/2006/main">
              <a:ext uri="{FF2B5EF4-FFF2-40B4-BE49-F238E27FC236}">
                <a16:creationId xmlns:a16="http://schemas.microsoft.com/office/drawing/2014/main" id="{5AE5F802-6615-46D2-A12E-4C7CDC5CA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5200" y="5715000"/>
            <a:ext cx="25812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K1 외부 접수 / X1 관측 상태</a:t>
            </a:r>
          </a:p>
        </p:txBody>
      </p:sp>
      <p:sp>
        <p:nvSpPr>
          <p:cNvPr id="344" name="dp42-comparison / n269">
            <a:extLst xmlns:a="http://schemas.openxmlformats.org/drawingml/2006/main">
              <a:ext uri="{FF2B5EF4-FFF2-40B4-BE49-F238E27FC236}">
                <a16:creationId xmlns:a16="http://schemas.microsoft.com/office/drawing/2014/main" id="{A4E04F43-412A-45AB-B630-0FE084E43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6000750"/>
            <a:ext cx="1860423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5" name="dp42-comparison / n270 / text 1">
            <a:extLst xmlns:a="http://schemas.openxmlformats.org/drawingml/2006/main">
              <a:ext uri="{FF2B5EF4-FFF2-40B4-BE49-F238E27FC236}">
                <a16:creationId xmlns:a16="http://schemas.microsoft.com/office/drawing/2014/main" id="{F9ACC11A-490E-4C1E-9DC4-40DE89DEE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6010275"/>
            <a:ext cx="35337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선저장: R2=접수 대기 / K1</a:t>
            </a:r>
          </a:p>
        </p:txBody>
      </p:sp>
      <p:sp>
        <p:nvSpPr>
          <p:cNvPr id="346" name="dp42-comparison / n270 / text 2">
            <a:extLst xmlns:a="http://schemas.openxmlformats.org/drawingml/2006/main">
              <a:ext uri="{FF2B5EF4-FFF2-40B4-BE49-F238E27FC236}">
                <a16:creationId xmlns:a16="http://schemas.microsoft.com/office/drawing/2014/main" id="{84098215-DEB0-486C-9FD2-2EFAD84E0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6170295"/>
            <a:ext cx="35337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후반영: K1 내부 접수 확인</a:t>
            </a:r>
          </a:p>
        </p:txBody>
      </p:sp>
      <p:sp>
        <p:nvSpPr>
          <p:cNvPr id="347" name="dp42-comparison / n271">
            <a:extLst xmlns:a="http://schemas.openxmlformats.org/drawingml/2006/main">
              <a:ext uri="{FF2B5EF4-FFF2-40B4-BE49-F238E27FC236}">
                <a16:creationId xmlns:a16="http://schemas.microsoft.com/office/drawing/2014/main" id="{D86C1012-1640-47A0-AAE4-70D4C5535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06575" y="6000750"/>
            <a:ext cx="2148459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8" name="dp42-comparison / n272 / text 1">
            <a:extLst xmlns:a="http://schemas.openxmlformats.org/drawingml/2006/main">
              <a:ext uri="{FF2B5EF4-FFF2-40B4-BE49-F238E27FC236}">
                <a16:creationId xmlns:a16="http://schemas.microsoft.com/office/drawing/2014/main" id="{A071E68D-388D-41B7-A0DF-A5BC0E5D8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25625" y="6010275"/>
            <a:ext cx="29718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Q1 변경 + K1 + 내부 접수 결과</a:t>
            </a:r>
          </a:p>
        </p:txBody>
      </p:sp>
      <p:sp>
        <p:nvSpPr>
          <p:cNvPr id="349" name="dp42-comparison / n272 / text 2">
            <a:extLst xmlns:a="http://schemas.openxmlformats.org/drawingml/2006/main">
              <a:ext uri="{FF2B5EF4-FFF2-40B4-BE49-F238E27FC236}">
                <a16:creationId xmlns:a16="http://schemas.microsoft.com/office/drawing/2014/main" id="{9B706FB3-06D5-4397-99B4-6A7E88149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25625" y="6170295"/>
            <a:ext cx="29718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업무의 로컬 transaction</a:t>
            </a:r>
          </a:p>
        </p:txBody>
      </p:sp>
      <p:sp>
        <p:nvSpPr>
          <p:cNvPr id="350" name="dp42-comparison / n273">
            <a:extLst xmlns:a="http://schemas.openxmlformats.org/drawingml/2006/main">
              <a:ext uri="{FF2B5EF4-FFF2-40B4-BE49-F238E27FC236}">
                <a16:creationId xmlns:a16="http://schemas.microsoft.com/office/drawing/2014/main" id="{69DA83C3-DE33-48D6-9D90-AA63CBC88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0" y="4619625"/>
            <a:ext cx="1497711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1" name="dp42-comparison / n274 / text 1">
            <a:extLst xmlns:a="http://schemas.openxmlformats.org/drawingml/2006/main">
              <a:ext uri="{FF2B5EF4-FFF2-40B4-BE49-F238E27FC236}">
                <a16:creationId xmlns:a16="http://schemas.microsoft.com/office/drawing/2014/main" id="{243BA4FF-CC29-4FB9-A027-CA7937A1A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87300" y="4629150"/>
            <a:ext cx="2047875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K1 내부 접수 결과 반환</a:t>
            </a:r>
          </a:p>
        </p:txBody>
      </p:sp>
      <p:sp>
        <p:nvSpPr>
          <p:cNvPr id="352" name="dp42-comparison / n285">
            <a:extLst xmlns:a="http://schemas.openxmlformats.org/drawingml/2006/main">
              <a:ext uri="{FF2B5EF4-FFF2-40B4-BE49-F238E27FC236}">
                <a16:creationId xmlns:a16="http://schemas.microsoft.com/office/drawing/2014/main" id="{76306547-B986-472B-89FD-93088CED2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6705600"/>
            <a:ext cx="3260979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3" name="dp42-comparison / n286 / text 1">
            <a:extLst xmlns:a="http://schemas.openxmlformats.org/drawingml/2006/main">
              <a:ext uri="{FF2B5EF4-FFF2-40B4-BE49-F238E27FC236}">
                <a16:creationId xmlns:a16="http://schemas.microsoft.com/office/drawing/2014/main" id="{D71B68CD-15A2-451E-ABEA-B5B594187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96800" y="6715125"/>
            <a:ext cx="508635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release(P2,epoch) / receipt(P2,실제 전달 범위)</a:t>
            </a:r>
          </a:p>
        </p:txBody>
      </p:sp>
      <p:sp>
        <p:nvSpPr>
          <p:cNvPr id="354" name="dp42-comparison / n293">
            <a:extLst xmlns:a="http://schemas.openxmlformats.org/drawingml/2006/main">
              <a:ext uri="{FF2B5EF4-FFF2-40B4-BE49-F238E27FC236}">
                <a16:creationId xmlns:a16="http://schemas.microsoft.com/office/drawing/2014/main" id="{18857D36-D71B-477E-9C09-0D819E603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6810375"/>
            <a:ext cx="2238375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5" name="dp42-comparison / n294 / text 1">
            <a:extLst xmlns:a="http://schemas.openxmlformats.org/drawingml/2006/main">
              <a:ext uri="{FF2B5EF4-FFF2-40B4-BE49-F238E27FC236}">
                <a16:creationId xmlns:a16="http://schemas.microsoft.com/office/drawing/2014/main" id="{77C87000-E925-41A2-B026-ED495CEC4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6819900"/>
            <a:ext cx="2200275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u2 입력 / Text / Voice 실제 전달</a:t>
            </a:r>
          </a:p>
        </p:txBody>
      </p:sp>
      <p:sp>
        <p:nvSpPr>
          <p:cNvPr id="356" name="dp42-comparison / n295">
            <a:extLst xmlns:a="http://schemas.openxmlformats.org/drawingml/2006/main">
              <a:ext uri="{FF2B5EF4-FFF2-40B4-BE49-F238E27FC236}">
                <a16:creationId xmlns:a16="http://schemas.microsoft.com/office/drawing/2014/main" id="{6EE4738F-E614-4FFE-8105-EE1AFF0CC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06375" y="7343775"/>
            <a:ext cx="1732979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7" name="dp42-comparison / n296 / text 1">
            <a:extLst xmlns:a="http://schemas.openxmlformats.org/drawingml/2006/main">
              <a:ext uri="{FF2B5EF4-FFF2-40B4-BE49-F238E27FC236}">
                <a16:creationId xmlns:a16="http://schemas.microsoft.com/office/drawing/2014/main" id="{1DEC06BE-CF01-44B1-95C2-F13EBAAD1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25425" y="7353300"/>
            <a:ext cx="219075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공유 Omni 1벌 / 같은 해석</a:t>
            </a:r>
          </a:p>
        </p:txBody>
      </p:sp>
      <p:sp>
        <p:nvSpPr>
          <p:cNvPr id="358" name="dp42-comparison / n297">
            <a:extLst xmlns:a="http://schemas.openxmlformats.org/drawingml/2006/main">
              <a:ext uri="{FF2B5EF4-FFF2-40B4-BE49-F238E27FC236}">
                <a16:creationId xmlns:a16="http://schemas.microsoft.com/office/drawing/2014/main" id="{C6CA61F5-C879-43D8-8C27-953C29B16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44775" y="7343775"/>
            <a:ext cx="1641348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9" name="dp42-comparison / n298 / text 1">
            <a:extLst xmlns:a="http://schemas.openxmlformats.org/drawingml/2006/main">
              <a:ext uri="{FF2B5EF4-FFF2-40B4-BE49-F238E27FC236}">
                <a16:creationId xmlns:a16="http://schemas.microsoft.com/office/drawing/2014/main" id="{8114E392-2C29-42A3-A8C1-C0ED182EE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63825" y="7353300"/>
            <a:ext cx="2333625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K1 전송 / 외부 접수 확인</a:t>
            </a:r>
          </a:p>
        </p:txBody>
      </p:sp>
      <p:sp>
        <p:nvSpPr>
          <p:cNvPr id="360" name="dp42-comparison / n299">
            <a:extLst xmlns:a="http://schemas.openxmlformats.org/drawingml/2006/main">
              <a:ext uri="{FF2B5EF4-FFF2-40B4-BE49-F238E27FC236}">
                <a16:creationId xmlns:a16="http://schemas.microsoft.com/office/drawing/2014/main" id="{59BBF83D-8A7E-488F-9F24-BFAC8360A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7343775"/>
            <a:ext cx="1859280" cy="1562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1" name="dp42-comparison / n300 / text 1">
            <a:extLst xmlns:a="http://schemas.openxmlformats.org/drawingml/2006/main">
              <a:ext uri="{FF2B5EF4-FFF2-40B4-BE49-F238E27FC236}">
                <a16:creationId xmlns:a16="http://schemas.microsoft.com/office/drawing/2014/main" id="{12A6CCDD-9E8B-4DC8-9A7E-A412CB4E4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7353300"/>
            <a:ext cx="2238375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Voice Runtime: 음성 I/O 구현</a:t>
            </a:r>
          </a:p>
        </p:txBody>
      </p:sp>
    </p:spTree>
    <p:extLst>
      <p:ext uri="{BB962C8B-B14F-4D97-AF65-F5344CB8AC3E}">
        <p14:creationId xmlns:p14="http://schemas.microsoft.com/office/powerpoint/2010/main" val="7048765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7" name="dp43-background / n1">
            <a:extLst xmlns:a="http://schemas.openxmlformats.org/drawingml/2006/main">
              <a:ext uri="{FF2B5EF4-FFF2-40B4-BE49-F238E27FC236}">
                <a16:creationId xmlns:a16="http://schemas.microsoft.com/office/drawing/2014/main" id="{51732F8F-9DE4-4E3E-85B0-E9E954A7C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3-background / n2 / text 1">
            <a:extLst xmlns:a="http://schemas.openxmlformats.org/drawingml/2006/main">
              <a:ext uri="{FF2B5EF4-FFF2-40B4-BE49-F238E27FC236}">
                <a16:creationId xmlns:a16="http://schemas.microsoft.com/office/drawing/2014/main" id="{43B7752C-BA32-40A0-8038-25CC91A8C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11906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배경</a:t>
            </a:r>
          </a:p>
        </p:txBody>
      </p:sp>
      <p:sp>
        <p:nvSpPr>
          <p:cNvPr id="3" name="dp43-background / n3 / text 1">
            <a:extLst xmlns:a="http://schemas.openxmlformats.org/drawingml/2006/main">
              <a:ext uri="{FF2B5EF4-FFF2-40B4-BE49-F238E27FC236}">
                <a16:creationId xmlns:a16="http://schemas.microsoft.com/office/drawing/2014/main" id="{52E6EB53-4ACA-4C0C-AB8D-6366B80C9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11400" y="238125"/>
            <a:ext cx="2667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04-43</a:t>
            </a:r>
          </a:p>
        </p:txBody>
      </p:sp>
      <p:sp>
        <p:nvSpPr>
          <p:cNvPr id="4" name="dp43-background / n4 / text 1">
            <a:extLst xmlns:a="http://schemas.openxmlformats.org/drawingml/2006/main">
              <a:ext uri="{FF2B5EF4-FFF2-40B4-BE49-F238E27FC236}">
                <a16:creationId xmlns:a16="http://schemas.microsoft.com/office/drawing/2014/main" id="{59C55532-D64C-4183-8C0D-3ACC06F82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695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04-43. 기능 정확성을 위한 VIA Request 의미 판단 설계</a:t>
            </a:r>
          </a:p>
        </p:txBody>
      </p:sp>
      <p:sp>
        <p:nvSpPr>
          <p:cNvPr id="5" name="dp43-background / n5 / path">
            <a:extLst xmlns:a="http://schemas.openxmlformats.org/drawingml/2006/main">
              <a:ext uri="{FF2B5EF4-FFF2-40B4-BE49-F238E27FC236}">
                <a16:creationId xmlns:a16="http://schemas.microsoft.com/office/drawing/2014/main" id="{55E14FC1-6ABE-40E4-A16F-624BDD952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17068800" cy="953"/>
          </a:xfrm>
          <a:custGeom xmlns:a="http://schemas.openxmlformats.org/drawingml/2006/main">
            <a:pathLst>
              <a:path w="17068800" h="953">
                <a:moveTo>
                  <a:pt x="0" y="0"/>
                </a:moveTo>
                <a:lnTo>
                  <a:pt x="17068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3-background / n6">
            <a:extLst xmlns:a="http://schemas.openxmlformats.org/drawingml/2006/main">
              <a:ext uri="{FF2B5EF4-FFF2-40B4-BE49-F238E27FC236}">
                <a16:creationId xmlns:a16="http://schemas.microsoft.com/office/drawing/2014/main" id="{1416CE0B-5ED0-43D0-9899-AAAFF8E27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7068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dp43-background / n7 / text 1">
            <a:extLst xmlns:a="http://schemas.openxmlformats.org/drawingml/2006/main">
              <a:ext uri="{FF2B5EF4-FFF2-40B4-BE49-F238E27FC236}">
                <a16:creationId xmlns:a16="http://schemas.microsoft.com/office/drawing/2014/main" id="{8288F0E6-DD71-4F01-B4C0-A178EF421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71625"/>
            <a:ext cx="16725900" cy="4972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메일 정정에 따른 관련 참조 오류와 기존 조건 누락 위험</a:t>
            </a:r>
          </a:p>
        </p:txBody>
      </p:sp>
      <p:sp>
        <p:nvSpPr>
          <p:cNvPr id="8" name="dp43-background / n8 / path">
            <a:extLst xmlns:a="http://schemas.openxmlformats.org/drawingml/2006/main">
              <a:ext uri="{FF2B5EF4-FFF2-40B4-BE49-F238E27FC236}">
                <a16:creationId xmlns:a16="http://schemas.microsoft.com/office/drawing/2014/main" id="{FD4BF337-781E-4C48-8226-7DF2D28B4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3825" y="2686050"/>
            <a:ext cx="953" cy="5495925"/>
          </a:xfrm>
          <a:custGeom xmlns:a="http://schemas.openxmlformats.org/drawingml/2006/main">
            <a:pathLst>
              <a:path w="953" h="5495925">
                <a:moveTo>
                  <a:pt x="0" y="0"/>
                </a:moveTo>
                <a:lnTo>
                  <a:pt x="0" y="54959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9" name="dp43-background / n9 / text 1">
            <a:extLst xmlns:a="http://schemas.openxmlformats.org/drawingml/2006/main">
              <a:ext uri="{FF2B5EF4-FFF2-40B4-BE49-F238E27FC236}">
                <a16:creationId xmlns:a16="http://schemas.microsoft.com/office/drawing/2014/main" id="{E76C0721-7B8B-4A3B-A00D-6AB2BF12F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695575"/>
            <a:ext cx="567690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설계 고려 사항</a:t>
            </a:r>
          </a:p>
        </p:txBody>
      </p:sp>
      <p:sp>
        <p:nvSpPr>
          <p:cNvPr id="10" name="dp43-background / n10 / path">
            <a:extLst xmlns:a="http://schemas.openxmlformats.org/drawingml/2006/main">
              <a:ext uri="{FF2B5EF4-FFF2-40B4-BE49-F238E27FC236}">
                <a16:creationId xmlns:a16="http://schemas.microsoft.com/office/drawing/2014/main" id="{648A9FB7-D942-4664-A5EB-89886A4BC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458200"/>
            <a:ext cx="17068800" cy="953"/>
          </a:xfrm>
          <a:custGeom xmlns:a="http://schemas.openxmlformats.org/drawingml/2006/main">
            <a:pathLst>
              <a:path w="17068800" h="953">
                <a:moveTo>
                  <a:pt x="0" y="0"/>
                </a:moveTo>
                <a:lnTo>
                  <a:pt x="17068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11" name="dp43-background / n11 / text 1">
            <a:extLst xmlns:a="http://schemas.openxmlformats.org/drawingml/2006/main">
              <a:ext uri="{FF2B5EF4-FFF2-40B4-BE49-F238E27FC236}">
                <a16:creationId xmlns:a16="http://schemas.microsoft.com/office/drawing/2014/main" id="{C51688B1-4822-4F79-8BE3-AE247AEFC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810625"/>
            <a:ext cx="1571625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설계 과제</a:t>
            </a:r>
          </a:p>
        </p:txBody>
      </p:sp>
      <p:sp>
        <p:nvSpPr>
          <p:cNvPr id="12" name="dp43-background / n12 / text 1">
            <a:extLst xmlns:a="http://schemas.openxmlformats.org/drawingml/2006/main">
              <a:ext uri="{FF2B5EF4-FFF2-40B4-BE49-F238E27FC236}">
                <a16:creationId xmlns:a16="http://schemas.microsoft.com/office/drawing/2014/main" id="{73625086-68E7-46B9-8940-D613A41F6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8763000"/>
            <a:ext cx="15392400" cy="4281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연관된 의미 판단의 생산 책임과 조정 방식 설계</a:t>
            </a:r>
          </a:p>
        </p:txBody>
      </p:sp>
      <p:sp>
        <p:nvSpPr>
          <p:cNvPr id="13" name="dp43-background / n13 / text 1">
            <a:extLst xmlns:a="http://schemas.openxmlformats.org/drawingml/2006/main">
              <a:ext uri="{FF2B5EF4-FFF2-40B4-BE49-F238E27FC236}">
                <a16:creationId xmlns:a16="http://schemas.microsoft.com/office/drawing/2014/main" id="{FF501319-EB63-4E6C-A727-EF5CE9C32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858375"/>
            <a:ext cx="120015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품질 관점: 기능 정확성 / 기능 지원 범위 / 변경 용이성</a:t>
            </a:r>
          </a:p>
        </p:txBody>
      </p:sp>
      <p:sp>
        <p:nvSpPr>
          <p:cNvPr id="14" name="dp43-background / n14 / text 1">
            <a:extLst xmlns:a="http://schemas.openxmlformats.org/drawingml/2006/main">
              <a:ext uri="{FF2B5EF4-FFF2-40B4-BE49-F238E27FC236}">
                <a16:creationId xmlns:a16="http://schemas.microsoft.com/office/drawing/2014/main" id="{B8A63EAB-2992-4E71-AC49-505F5C69E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9858375"/>
            <a:ext cx="45720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후보 / 미선정 / 미측정</a:t>
            </a:r>
          </a:p>
        </p:txBody>
      </p:sp>
      <p:sp>
        <p:nvSpPr>
          <p:cNvPr id="15" name="dp43-background / n15">
            <a:extLst xmlns:a="http://schemas.openxmlformats.org/drawingml/2006/main">
              <a:ext uri="{FF2B5EF4-FFF2-40B4-BE49-F238E27FC236}">
                <a16:creationId xmlns:a16="http://schemas.microsoft.com/office/drawing/2014/main" id="{ACC1A435-EC33-4E1F-8858-1EE461347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5143500" cy="1400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3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dp43-background / n16">
            <a:extLst xmlns:a="http://schemas.openxmlformats.org/drawingml/2006/main">
              <a:ext uri="{FF2B5EF4-FFF2-40B4-BE49-F238E27FC236}">
                <a16:creationId xmlns:a16="http://schemas.microsoft.com/office/drawing/2014/main" id="{1773C2CA-6593-48FB-BD9C-B5BB437BF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619375"/>
            <a:ext cx="4972050" cy="1400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dp43-background / n17 / text 1">
            <a:extLst xmlns:a="http://schemas.openxmlformats.org/drawingml/2006/main">
              <a:ext uri="{FF2B5EF4-FFF2-40B4-BE49-F238E27FC236}">
                <a16:creationId xmlns:a16="http://schemas.microsoft.com/office/drawing/2014/main" id="{6D760CF0-AB9E-4E2D-89F0-AEEE2D900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33675"/>
            <a:ext cx="4762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진행 중인 두 Task의 조건 지정</a:t>
            </a:r>
          </a:p>
        </p:txBody>
      </p:sp>
      <p:sp>
        <p:nvSpPr>
          <p:cNvPr id="18" name="dp43-background / n18 / text 1">
            <a:extLst xmlns:a="http://schemas.openxmlformats.org/drawingml/2006/main">
              <a:ext uri="{FF2B5EF4-FFF2-40B4-BE49-F238E27FC236}">
                <a16:creationId xmlns:a16="http://schemas.microsoft.com/office/drawing/2014/main" id="{81C7B011-1166-428A-A00F-17570DD08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86100"/>
            <a:ext cx="4762500" cy="3729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“보고서는 PDF로, 메일에는</a:t>
            </a:r>
          </a:p>
        </p:txBody>
      </p:sp>
      <p:sp>
        <p:nvSpPr>
          <p:cNvPr id="19" name="dp43-background / n18 / text 2">
            <a:extLst xmlns:a="http://schemas.openxmlformats.org/drawingml/2006/main">
              <a:ext uri="{FF2B5EF4-FFF2-40B4-BE49-F238E27FC236}">
                <a16:creationId xmlns:a16="http://schemas.microsoft.com/office/drawing/2014/main" id="{53A370C0-992C-4DFD-ABC5-D780565AC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90900"/>
            <a:ext cx="4762500" cy="3729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그 보고서의 결론을 넣어줘.”</a:t>
            </a:r>
          </a:p>
        </p:txBody>
      </p:sp>
      <p:sp>
        <p:nvSpPr>
          <p:cNvPr id="20" name="dp43-background / n19 / text 1">
            <a:extLst xmlns:a="http://schemas.openxmlformats.org/drawingml/2006/main">
              <a:ext uri="{FF2B5EF4-FFF2-40B4-BE49-F238E27FC236}">
                <a16:creationId xmlns:a16="http://schemas.microsoft.com/office/drawing/2014/main" id="{C683A2C6-C095-438D-8211-B54DBC6FF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24275"/>
            <a:ext cx="476250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Request / PDF 조건과 메일 내용</a:t>
            </a:r>
          </a:p>
        </p:txBody>
      </p:sp>
      <p:sp>
        <p:nvSpPr>
          <p:cNvPr id="21" name="dp43-background / n20 / text 1">
            <a:extLst xmlns:a="http://schemas.openxmlformats.org/drawingml/2006/main">
              <a:ext uri="{FF2B5EF4-FFF2-40B4-BE49-F238E27FC236}">
                <a16:creationId xmlns:a16="http://schemas.microsoft.com/office/drawing/2014/main" id="{3F3FA63A-B132-4AAA-8E02-8E04D3081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33675"/>
            <a:ext cx="45910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잠시 뒤 / 메일 내용 정정</a:t>
            </a:r>
          </a:p>
        </p:txBody>
      </p:sp>
      <p:sp>
        <p:nvSpPr>
          <p:cNvPr id="22" name="dp43-background / n21 / text 1">
            <a:extLst xmlns:a="http://schemas.openxmlformats.org/drawingml/2006/main">
              <a:ext uri="{FF2B5EF4-FFF2-40B4-BE49-F238E27FC236}">
                <a16:creationId xmlns:a16="http://schemas.microsoft.com/office/drawing/2014/main" id="{B5DA42F3-CE0C-43C2-9B81-BE5841922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086100"/>
            <a:ext cx="4591050" cy="3729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“메일에는 결론 대신</a:t>
            </a:r>
          </a:p>
        </p:txBody>
      </p:sp>
      <p:sp>
        <p:nvSpPr>
          <p:cNvPr id="23" name="dp43-background / n21 / text 2">
            <a:extLst xmlns:a="http://schemas.openxmlformats.org/drawingml/2006/main">
              <a:ext uri="{FF2B5EF4-FFF2-40B4-BE49-F238E27FC236}">
                <a16:creationId xmlns:a16="http://schemas.microsoft.com/office/drawing/2014/main" id="{C338F965-EDB7-483C-BD68-06118B92B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390900"/>
            <a:ext cx="4591050" cy="3729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표만 넣어줘.”</a:t>
            </a:r>
          </a:p>
        </p:txBody>
      </p:sp>
      <p:sp>
        <p:nvSpPr>
          <p:cNvPr id="24" name="dp43-background / n22 / text 1">
            <a:extLst xmlns:a="http://schemas.openxmlformats.org/drawingml/2006/main">
              <a:ext uri="{FF2B5EF4-FFF2-40B4-BE49-F238E27FC236}">
                <a16:creationId xmlns:a16="http://schemas.microsoft.com/office/drawing/2014/main" id="{014C26B2-F6FB-4278-9678-D2ABE0522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724275"/>
            <a:ext cx="45910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Request / 메일 내용 교체</a:t>
            </a:r>
          </a:p>
        </p:txBody>
      </p:sp>
      <p:sp>
        <p:nvSpPr>
          <p:cNvPr id="25" name="dp43-background / n23 / path">
            <a:extLst xmlns:a="http://schemas.openxmlformats.org/drawingml/2006/main">
              <a:ext uri="{FF2B5EF4-FFF2-40B4-BE49-F238E27FC236}">
                <a16:creationId xmlns:a16="http://schemas.microsoft.com/office/drawing/2014/main" id="{289221A3-61D4-4AB9-9605-0912746B1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295650"/>
            <a:ext cx="228600" cy="953"/>
          </a:xfrm>
          <a:custGeom xmlns:a="http://schemas.openxmlformats.org/drawingml/2006/main">
            <a:pathLst>
              <a:path w="228600" h="953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solid"/>
          </a:ln>
        </p:spPr>
      </p:sp>
      <p:sp>
        <p:nvSpPr>
          <p:cNvPr id="26" name="dp43-background / n23 / arrow">
            <a:extLst xmlns:a="http://schemas.openxmlformats.org/drawingml/2006/main">
              <a:ext uri="{FF2B5EF4-FFF2-40B4-BE49-F238E27FC236}">
                <a16:creationId xmlns:a16="http://schemas.microsoft.com/office/drawing/2014/main" id="{539B802B-D53E-4EA2-8AA2-7D73DB8E7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4080" y="323469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27" name="dp43-background / n24">
            <a:extLst xmlns:a="http://schemas.openxmlformats.org/drawingml/2006/main">
              <a:ext uri="{FF2B5EF4-FFF2-40B4-BE49-F238E27FC236}">
                <a16:creationId xmlns:a16="http://schemas.microsoft.com/office/drawing/2014/main" id="{FFB6FA70-F806-488A-98C9-1E2C3638D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33900"/>
            <a:ext cx="2857500" cy="1943100"/>
          </a:xfrm>
          <a:custGeom xmlns:a="http://schemas.openxmlformats.org/drawingml/2006/main">
            <a:pathLst>
              <a:path w="2857500" h="1943100">
                <a:moveTo>
                  <a:pt x="0" y="0"/>
                </a:moveTo>
                <a:lnTo>
                  <a:pt x="2686050" y="0"/>
                </a:lnTo>
                <a:lnTo>
                  <a:pt x="2857500" y="171450"/>
                </a:lnTo>
                <a:lnTo>
                  <a:pt x="2857500" y="1943100"/>
                </a:lnTo>
                <a:lnTo>
                  <a:pt x="0" y="1943100"/>
                </a:lnTo>
                <a:close/>
              </a:path>
            </a:pathLst>
          </a:custGeom>
          <a:solidFill xmlns:a="http://schemas.openxmlformats.org/drawingml/2006/main">
            <a:srgbClr val="F3F7F7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28" name="dp43-background / n24 / fold">
            <a:extLst xmlns:a="http://schemas.openxmlformats.org/drawingml/2006/main">
              <a:ext uri="{FF2B5EF4-FFF2-40B4-BE49-F238E27FC236}">
                <a16:creationId xmlns:a16="http://schemas.microsoft.com/office/drawing/2014/main" id="{CB957DAD-9E8F-4592-99A4-EEC180531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533900"/>
            <a:ext cx="171450" cy="171450"/>
          </a:xfrm>
          <a:custGeom xmlns:a="http://schemas.openxmlformats.org/drawingml/2006/main">
            <a:pathLst>
              <a:path w="171450" h="171450">
                <a:moveTo>
                  <a:pt x="0" y="0"/>
                </a:moveTo>
                <a:lnTo>
                  <a:pt x="0" y="171450"/>
                </a:lnTo>
                <a:lnTo>
                  <a:pt x="171450" y="17145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29" name="dp43-background / n25 / text 1">
            <a:extLst xmlns:a="http://schemas.openxmlformats.org/drawingml/2006/main">
              <a:ext uri="{FF2B5EF4-FFF2-40B4-BE49-F238E27FC236}">
                <a16:creationId xmlns:a16="http://schemas.microsoft.com/office/drawing/2014/main" id="{932638EA-2722-47B5-B7B5-CAA65A4A7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57725"/>
            <a:ext cx="247650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보고서 Task</a:t>
            </a:r>
          </a:p>
        </p:txBody>
      </p:sp>
      <p:sp>
        <p:nvSpPr>
          <p:cNvPr id="30" name="dp43-background / n26 / text 1">
            <a:extLst xmlns:a="http://schemas.openxmlformats.org/drawingml/2006/main">
              <a:ext uri="{FF2B5EF4-FFF2-40B4-BE49-F238E27FC236}">
                <a16:creationId xmlns:a16="http://schemas.microsoft.com/office/drawing/2014/main" id="{5327D118-9809-4A63-9A09-698F6D086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14925"/>
            <a:ext cx="2476500" cy="4005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PDF 조건 유지</a:t>
            </a:r>
          </a:p>
        </p:txBody>
      </p:sp>
      <p:sp>
        <p:nvSpPr>
          <p:cNvPr id="31" name="dp43-background / n27 / text 1">
            <a:extLst xmlns:a="http://schemas.openxmlformats.org/drawingml/2006/main">
              <a:ext uri="{FF2B5EF4-FFF2-40B4-BE49-F238E27FC236}">
                <a16:creationId xmlns:a16="http://schemas.microsoft.com/office/drawing/2014/main" id="{B4EAED37-18E2-47F7-8A11-42BAD024C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2476500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결과 / 결론과 표</a:t>
            </a:r>
          </a:p>
        </p:txBody>
      </p:sp>
      <p:sp>
        <p:nvSpPr>
          <p:cNvPr id="32" name="dp43-background / n28">
            <a:extLst xmlns:a="http://schemas.openxmlformats.org/drawingml/2006/main">
              <a:ext uri="{FF2B5EF4-FFF2-40B4-BE49-F238E27FC236}">
                <a16:creationId xmlns:a16="http://schemas.microsoft.com/office/drawing/2014/main" id="{D3F59ECD-E251-4934-BFA3-764A10B74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533900"/>
            <a:ext cx="4019550" cy="1943100"/>
          </a:xfrm>
          <a:custGeom xmlns:a="http://schemas.openxmlformats.org/drawingml/2006/main">
            <a:pathLst>
              <a:path w="4019550" h="1943100">
                <a:moveTo>
                  <a:pt x="0" y="0"/>
                </a:moveTo>
                <a:lnTo>
                  <a:pt x="3848100" y="0"/>
                </a:lnTo>
                <a:lnTo>
                  <a:pt x="4019550" y="171450"/>
                </a:lnTo>
                <a:lnTo>
                  <a:pt x="4019550" y="1943100"/>
                </a:lnTo>
                <a:lnTo>
                  <a:pt x="0" y="1943100"/>
                </a:lnTo>
                <a:close/>
              </a:path>
            </a:pathLst>
          </a:custGeom>
          <a:solidFill xmlns:a="http://schemas.openxmlformats.org/drawingml/2006/main">
            <a:srgbClr val="F3F6FA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33" name="dp43-background / n28 / fold">
            <a:extLst xmlns:a="http://schemas.openxmlformats.org/drawingml/2006/main">
              <a:ext uri="{FF2B5EF4-FFF2-40B4-BE49-F238E27FC236}">
                <a16:creationId xmlns:a16="http://schemas.microsoft.com/office/drawing/2014/main" id="{1D625921-1A78-49A2-BAAC-317F21216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4533900"/>
            <a:ext cx="171450" cy="171450"/>
          </a:xfrm>
          <a:custGeom xmlns:a="http://schemas.openxmlformats.org/drawingml/2006/main">
            <a:pathLst>
              <a:path w="171450" h="171450">
                <a:moveTo>
                  <a:pt x="0" y="0"/>
                </a:moveTo>
                <a:lnTo>
                  <a:pt x="0" y="171450"/>
                </a:lnTo>
                <a:lnTo>
                  <a:pt x="171450" y="17145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34" name="dp43-background / n29 / text 1">
            <a:extLst xmlns:a="http://schemas.openxmlformats.org/drawingml/2006/main">
              <a:ext uri="{FF2B5EF4-FFF2-40B4-BE49-F238E27FC236}">
                <a16:creationId xmlns:a16="http://schemas.microsoft.com/office/drawing/2014/main" id="{54115012-186D-425B-A2DD-E1CE6EF38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657725"/>
            <a:ext cx="363855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메일 초안 Task</a:t>
            </a:r>
          </a:p>
        </p:txBody>
      </p:sp>
      <p:sp>
        <p:nvSpPr>
          <p:cNvPr id="35" name="dp43-background / n30 / text 1">
            <a:extLst xmlns:a="http://schemas.openxmlformats.org/drawingml/2006/main">
              <a:ext uri="{FF2B5EF4-FFF2-40B4-BE49-F238E27FC236}">
                <a16:creationId xmlns:a16="http://schemas.microsoft.com/office/drawing/2014/main" id="{524ECCFD-09D6-4FBE-9D42-55F686479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5114925"/>
            <a:ext cx="36385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기존 / 보고서 결론</a:t>
            </a:r>
          </a:p>
        </p:txBody>
      </p:sp>
      <p:sp>
        <p:nvSpPr>
          <p:cNvPr id="36" name="dp43-background / n31 / path">
            <a:extLst xmlns:a="http://schemas.openxmlformats.org/drawingml/2006/main">
              <a:ext uri="{FF2B5EF4-FFF2-40B4-BE49-F238E27FC236}">
                <a16:creationId xmlns:a16="http://schemas.microsoft.com/office/drawing/2014/main" id="{67969977-D7C2-424C-AB73-B0C747529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5267325"/>
            <a:ext cx="1666875" cy="953"/>
          </a:xfrm>
          <a:custGeom xmlns:a="http://schemas.openxmlformats.org/drawingml/2006/main">
            <a:pathLst>
              <a:path w="1666875" h="953">
                <a:moveTo>
                  <a:pt x="0" y="0"/>
                </a:moveTo>
                <a:lnTo>
                  <a:pt x="16668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B63732"/>
            </a:solidFill>
            <a:prstDash val="solid"/>
          </a:ln>
        </p:spPr>
      </p:sp>
      <p:sp>
        <p:nvSpPr>
          <p:cNvPr id="37" name="dp43-background / n32 / text 1">
            <a:extLst xmlns:a="http://schemas.openxmlformats.org/drawingml/2006/main">
              <a:ext uri="{FF2B5EF4-FFF2-40B4-BE49-F238E27FC236}">
                <a16:creationId xmlns:a16="http://schemas.microsoft.com/office/drawing/2014/main" id="{16731498-9CE8-4E6A-8ED3-4B949137F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5762625"/>
            <a:ext cx="36385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같은 보고서의 표만 사용</a:t>
            </a:r>
          </a:p>
        </p:txBody>
      </p:sp>
      <p:sp>
        <p:nvSpPr>
          <p:cNvPr id="38" name="dp43-background / n33 / path">
            <a:extLst xmlns:a="http://schemas.openxmlformats.org/drawingml/2006/main">
              <a:ext uri="{FF2B5EF4-FFF2-40B4-BE49-F238E27FC236}">
                <a16:creationId xmlns:a16="http://schemas.microsoft.com/office/drawing/2014/main" id="{49614C8F-3B3F-43E0-8F23-4B7F41983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5505450"/>
            <a:ext cx="3333750" cy="953"/>
          </a:xfrm>
          <a:custGeom xmlns:a="http://schemas.openxmlformats.org/drawingml/2006/main">
            <a:pathLst>
              <a:path w="3333750" h="953">
                <a:moveTo>
                  <a:pt x="0" y="0"/>
                </a:moveTo>
                <a:lnTo>
                  <a:pt x="3333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087E8B"/>
            </a:solidFill>
            <a:prstDash val="solid"/>
          </a:ln>
        </p:spPr>
      </p:sp>
      <p:sp>
        <p:nvSpPr>
          <p:cNvPr id="39" name="dp43-background / n33 / arrow">
            <a:extLst xmlns:a="http://schemas.openxmlformats.org/drawingml/2006/main">
              <a:ext uri="{FF2B5EF4-FFF2-40B4-BE49-F238E27FC236}">
                <a16:creationId xmlns:a16="http://schemas.microsoft.com/office/drawing/2014/main" id="{F7C8D706-7038-464B-9232-6E422F84C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0370" y="5414010"/>
            <a:ext cx="182880" cy="182880"/>
          </a:xfrm>
          <a:custGeom xmlns:a="http://schemas.openxmlformats.org/drawingml/2006/main">
            <a:pathLst>
              <a:path w="182880" h="182880">
                <a:moveTo>
                  <a:pt x="0" y="182880"/>
                </a:moveTo>
                <a:lnTo>
                  <a:pt x="182880" y="9144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6576">
            <a:solidFill>
              <a:srgbClr val="087E8B"/>
            </a:solidFill>
            <a:prstDash val="solid"/>
          </a:ln>
        </p:spPr>
      </p:sp>
      <p:sp>
        <p:nvSpPr>
          <p:cNvPr id="40" name="dp43-background / n34 / text 1">
            <a:extLst xmlns:a="http://schemas.openxmlformats.org/drawingml/2006/main">
              <a:ext uri="{FF2B5EF4-FFF2-40B4-BE49-F238E27FC236}">
                <a16:creationId xmlns:a16="http://schemas.microsoft.com/office/drawing/2014/main" id="{16074B11-AD86-4E4E-913D-96CF42FA0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4714875"/>
            <a:ext cx="30670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메일의 보고서 참조 변경</a:t>
            </a:r>
          </a:p>
        </p:txBody>
      </p:sp>
      <p:sp>
        <p:nvSpPr>
          <p:cNvPr id="41" name="dp43-background / n35 / text 1">
            <a:extLst xmlns:a="http://schemas.openxmlformats.org/drawingml/2006/main">
              <a:ext uri="{FF2B5EF4-FFF2-40B4-BE49-F238E27FC236}">
                <a16:creationId xmlns:a16="http://schemas.microsoft.com/office/drawing/2014/main" id="{13DB03C1-1EEB-42BE-AF15-CAB9D6C06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5962650"/>
            <a:ext cx="30670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보고서 결과 준비 후 사용</a:t>
            </a:r>
          </a:p>
        </p:txBody>
      </p:sp>
      <p:sp>
        <p:nvSpPr>
          <p:cNvPr id="42" name="dp43-background / n36 / text 1">
            <a:extLst xmlns:a="http://schemas.openxmlformats.org/drawingml/2006/main">
              <a:ext uri="{FF2B5EF4-FFF2-40B4-BE49-F238E27FC236}">
                <a16:creationId xmlns:a16="http://schemas.microsoft.com/office/drawing/2014/main" id="{11C34C11-98B0-4F8E-BCFB-CDBE5EFC1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0"/>
            <a:ext cx="1057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정정 시 함께 맞춰야 할 판단</a:t>
            </a:r>
          </a:p>
        </p:txBody>
      </p:sp>
      <p:sp>
        <p:nvSpPr>
          <p:cNvPr id="43" name="dp43-background / n37 / text 1">
            <a:extLst xmlns:a="http://schemas.openxmlformats.org/drawingml/2006/main">
              <a:ext uri="{FF2B5EF4-FFF2-40B4-BE49-F238E27FC236}">
                <a16:creationId xmlns:a16="http://schemas.microsoft.com/office/drawing/2014/main" id="{723C7412-9D92-45CD-9839-0CF685AEF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67575"/>
            <a:ext cx="29527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Referent</a:t>
            </a:r>
          </a:p>
        </p:txBody>
      </p:sp>
      <p:sp>
        <p:nvSpPr>
          <p:cNvPr id="44" name="dp43-background / n38 / text 1">
            <a:extLst xmlns:a="http://schemas.openxmlformats.org/drawingml/2006/main">
              <a:ext uri="{FF2B5EF4-FFF2-40B4-BE49-F238E27FC236}">
                <a16:creationId xmlns:a16="http://schemas.microsoft.com/office/drawing/2014/main" id="{4E3F62EB-6C51-4CFC-8281-748ACB3D2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658100"/>
            <a:ext cx="295275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같은 보고서의 표</a:t>
            </a:r>
          </a:p>
        </p:txBody>
      </p:sp>
      <p:sp>
        <p:nvSpPr>
          <p:cNvPr id="45" name="dp43-background / n39 / text 1">
            <a:extLst xmlns:a="http://schemas.openxmlformats.org/drawingml/2006/main">
              <a:ext uri="{FF2B5EF4-FFF2-40B4-BE49-F238E27FC236}">
                <a16:creationId xmlns:a16="http://schemas.microsoft.com/office/drawing/2014/main" id="{3F445319-03DD-4638-A65A-D9A6D9DA1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7267575"/>
            <a:ext cx="29527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Task Association</a:t>
            </a:r>
          </a:p>
        </p:txBody>
      </p:sp>
      <p:sp>
        <p:nvSpPr>
          <p:cNvPr id="46" name="dp43-background / n40 / text 1">
            <a:extLst xmlns:a="http://schemas.openxmlformats.org/drawingml/2006/main">
              <a:ext uri="{FF2B5EF4-FFF2-40B4-BE49-F238E27FC236}">
                <a16:creationId xmlns:a16="http://schemas.microsoft.com/office/drawing/2014/main" id="{E292942B-9150-49BD-AE66-C73845266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7658100"/>
            <a:ext cx="295275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메일 초안 Task</a:t>
            </a:r>
          </a:p>
        </p:txBody>
      </p:sp>
      <p:sp>
        <p:nvSpPr>
          <p:cNvPr id="47" name="dp43-background / n41 / text 1">
            <a:extLst xmlns:a="http://schemas.openxmlformats.org/drawingml/2006/main">
              <a:ext uri="{FF2B5EF4-FFF2-40B4-BE49-F238E27FC236}">
                <a16:creationId xmlns:a16="http://schemas.microsoft.com/office/drawing/2014/main" id="{8E951E91-4B68-4570-B0D2-8DC2A4CE1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7267575"/>
            <a:ext cx="29527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정정 범위</a:t>
            </a:r>
          </a:p>
        </p:txBody>
      </p:sp>
      <p:sp>
        <p:nvSpPr>
          <p:cNvPr id="48" name="dp43-background / n42 / text 1">
            <a:extLst xmlns:a="http://schemas.openxmlformats.org/drawingml/2006/main">
              <a:ext uri="{FF2B5EF4-FFF2-40B4-BE49-F238E27FC236}">
                <a16:creationId xmlns:a16="http://schemas.microsoft.com/office/drawing/2014/main" id="{74CEB6B7-FA85-4E97-AD67-EE59E3666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7658100"/>
            <a:ext cx="295275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메일 내용만 교체</a:t>
            </a:r>
          </a:p>
        </p:txBody>
      </p:sp>
      <p:sp>
        <p:nvSpPr>
          <p:cNvPr id="49" name="dp43-background / n43 / path">
            <a:extLst xmlns:a="http://schemas.openxmlformats.org/drawingml/2006/main">
              <a:ext uri="{FF2B5EF4-FFF2-40B4-BE49-F238E27FC236}">
                <a16:creationId xmlns:a16="http://schemas.microsoft.com/office/drawing/2014/main" id="{3D2DC769-2EDA-4633-92E5-D3B5BA66C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7800975"/>
            <a:ext cx="419100" cy="953"/>
          </a:xfrm>
          <a:custGeom xmlns:a="http://schemas.openxmlformats.org/drawingml/2006/main">
            <a:pathLst>
              <a:path w="419100" h="953">
                <a:moveTo>
                  <a:pt x="0" y="0"/>
                </a:moveTo>
                <a:lnTo>
                  <a:pt x="4191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50" name="dp43-background / n44 / path">
            <a:extLst xmlns:a="http://schemas.openxmlformats.org/drawingml/2006/main">
              <a:ext uri="{FF2B5EF4-FFF2-40B4-BE49-F238E27FC236}">
                <a16:creationId xmlns:a16="http://schemas.microsoft.com/office/drawing/2014/main" id="{7A23F118-AF3F-42D2-BEB6-3F87C984C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7800975"/>
            <a:ext cx="438150" cy="953"/>
          </a:xfrm>
          <a:custGeom xmlns:a="http://schemas.openxmlformats.org/drawingml/2006/main">
            <a:pathLst>
              <a:path w="438150" h="953">
                <a:moveTo>
                  <a:pt x="0" y="0"/>
                </a:moveTo>
                <a:lnTo>
                  <a:pt x="4381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51" name="dp43-background / n45 / text 1">
            <a:extLst xmlns:a="http://schemas.openxmlformats.org/drawingml/2006/main">
              <a:ext uri="{FF2B5EF4-FFF2-40B4-BE49-F238E27FC236}">
                <a16:creationId xmlns:a16="http://schemas.microsoft.com/office/drawing/2014/main" id="{837753B5-08B2-4E26-9229-BA35E30C3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3381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의도와 처리 방향</a:t>
            </a:r>
          </a:p>
        </p:txBody>
      </p:sp>
      <p:sp>
        <p:nvSpPr>
          <p:cNvPr id="52" name="dp43-background / n46 / text 1">
            <a:extLst xmlns:a="http://schemas.openxmlformats.org/drawingml/2006/main">
              <a:ext uri="{FF2B5EF4-FFF2-40B4-BE49-F238E27FC236}">
                <a16:creationId xmlns:a16="http://schemas.microsoft.com/office/drawing/2014/main" id="{ED5AF4B3-29B0-4CB5-9498-7B7853084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3781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요청 목표와 Delegation 및 자료 대기의 판단</a:t>
            </a:r>
          </a:p>
        </p:txBody>
      </p:sp>
      <p:sp>
        <p:nvSpPr>
          <p:cNvPr id="53" name="dp43-background / n47 / text 1">
            <a:extLst xmlns:a="http://schemas.openxmlformats.org/drawingml/2006/main">
              <a:ext uri="{FF2B5EF4-FFF2-40B4-BE49-F238E27FC236}">
                <a16:creationId xmlns:a16="http://schemas.microsoft.com/office/drawing/2014/main" id="{E9BB46D0-8869-4CA5-8D50-DCB833CD4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4905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Referent와 Task Association</a:t>
            </a:r>
          </a:p>
        </p:txBody>
      </p:sp>
      <p:sp>
        <p:nvSpPr>
          <p:cNvPr id="54" name="dp43-background / n48 / text 1">
            <a:extLst xmlns:a="http://schemas.openxmlformats.org/drawingml/2006/main">
              <a:ext uri="{FF2B5EF4-FFF2-40B4-BE49-F238E27FC236}">
                <a16:creationId xmlns:a16="http://schemas.microsoft.com/office/drawing/2014/main" id="{53AECD46-1C02-46BC-8821-DB796A558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5305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자료와 관련 Task 및 결과 사용 관계의 일치</a:t>
            </a:r>
          </a:p>
        </p:txBody>
      </p:sp>
      <p:sp>
        <p:nvSpPr>
          <p:cNvPr id="55" name="dp43-background / n49 / text 1">
            <a:extLst xmlns:a="http://schemas.openxmlformats.org/drawingml/2006/main">
              <a:ext uri="{FF2B5EF4-FFF2-40B4-BE49-F238E27FC236}">
                <a16:creationId xmlns:a16="http://schemas.microsoft.com/office/drawing/2014/main" id="{EA9B4516-4CA8-458F-BE0C-F55A6DDCD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6429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정정 범위와 기존 조건</a:t>
            </a:r>
          </a:p>
        </p:txBody>
      </p:sp>
      <p:sp>
        <p:nvSpPr>
          <p:cNvPr id="56" name="dp43-background / n50 / text 1">
            <a:extLst xmlns:a="http://schemas.openxmlformats.org/drawingml/2006/main">
              <a:ext uri="{FF2B5EF4-FFF2-40B4-BE49-F238E27FC236}">
                <a16:creationId xmlns:a16="http://schemas.microsoft.com/office/drawing/2014/main" id="{3262DD9C-3443-4040-9B93-F7FBA5CF4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6829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메일 내용만 교체하고 PDF 조건 유지</a:t>
            </a:r>
          </a:p>
        </p:txBody>
      </p:sp>
    </p:spTree>
    <p:extLst>
      <p:ext uri="{BB962C8B-B14F-4D97-AF65-F5344CB8AC3E}">
        <p14:creationId xmlns:p14="http://schemas.microsoft.com/office/powerpoint/2010/main" val="58855087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7" name="dp43-comparison / n1">
            <a:extLst xmlns:a="http://schemas.openxmlformats.org/drawingml/2006/main">
              <a:ext uri="{FF2B5EF4-FFF2-40B4-BE49-F238E27FC236}">
                <a16:creationId xmlns:a16="http://schemas.microsoft.com/office/drawing/2014/main" id="{539C452D-04D3-44D7-A9E4-1FC19FA70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3-comparison / n2 / text 1">
            <a:extLst xmlns:a="http://schemas.openxmlformats.org/drawingml/2006/main">
              <a:ext uri="{FF2B5EF4-FFF2-40B4-BE49-F238E27FC236}">
                <a16:creationId xmlns:a16="http://schemas.microsoft.com/office/drawing/2014/main" id="{1AF511D2-734C-4FF3-95FF-37DE60BCD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09550"/>
            <a:ext cx="1238250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설계 비교</a:t>
            </a:r>
          </a:p>
        </p:txBody>
      </p:sp>
      <p:sp>
        <p:nvSpPr>
          <p:cNvPr id="3" name="dp43-comparison / n3 / text 1">
            <a:extLst xmlns:a="http://schemas.openxmlformats.org/drawingml/2006/main">
              <a:ext uri="{FF2B5EF4-FFF2-40B4-BE49-F238E27FC236}">
                <a16:creationId xmlns:a16="http://schemas.microsoft.com/office/drawing/2014/main" id="{18041859-E2D9-438C-95BF-A4AE043DF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209550"/>
            <a:ext cx="4286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비교 / 장단점 / QA Trade-off</a:t>
            </a:r>
          </a:p>
        </p:txBody>
      </p:sp>
      <p:sp>
        <p:nvSpPr>
          <p:cNvPr id="4" name="dp43-comparison / n4 / text 1">
            <a:extLst xmlns:a="http://schemas.openxmlformats.org/drawingml/2006/main">
              <a:ext uri="{FF2B5EF4-FFF2-40B4-BE49-F238E27FC236}">
                <a16:creationId xmlns:a16="http://schemas.microsoft.com/office/drawing/2014/main" id="{8541CF34-7C33-45EA-BE8B-E2C8E3E82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19125"/>
            <a:ext cx="17526000" cy="5386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04-43. 기능 정확성을 위한 VIA Request 의미 판단 설계</a:t>
            </a:r>
          </a:p>
        </p:txBody>
      </p:sp>
      <p:sp>
        <p:nvSpPr>
          <p:cNvPr id="5" name="dp43-comparison / n5 / path">
            <a:extLst xmlns:a="http://schemas.openxmlformats.org/drawingml/2006/main">
              <a:ext uri="{FF2B5EF4-FFF2-40B4-BE49-F238E27FC236}">
                <a16:creationId xmlns:a16="http://schemas.microsoft.com/office/drawing/2014/main" id="{BA783C28-D448-44F6-9777-7D4817CA8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152525"/>
            <a:ext cx="17526000" cy="953"/>
          </a:xfrm>
          <a:custGeom xmlns:a="http://schemas.openxmlformats.org/drawingml/2006/main">
            <a:pathLst>
              <a:path w="17526000" h="953">
                <a:moveTo>
                  <a:pt x="0" y="0"/>
                </a:moveTo>
                <a:lnTo>
                  <a:pt x="17526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3-comparison / n6 / text 1">
            <a:extLst xmlns:a="http://schemas.openxmlformats.org/drawingml/2006/main">
              <a:ext uri="{FF2B5EF4-FFF2-40B4-BE49-F238E27FC236}">
                <a16:creationId xmlns:a16="http://schemas.microsoft.com/office/drawing/2014/main" id="{EAB8D128-1AA1-470E-B640-7B6EBB1C7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352550"/>
            <a:ext cx="145732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“보고서는 PDF로, 메일에는 결론을 넣어줘.” → “메일에는 결론 대신 표만 넣어줘.”</a:t>
            </a:r>
          </a:p>
        </p:txBody>
      </p:sp>
      <p:sp>
        <p:nvSpPr>
          <p:cNvPr id="7" name="dp43-comparison / n7 / text 1">
            <a:extLst xmlns:a="http://schemas.openxmlformats.org/drawingml/2006/main">
              <a:ext uri="{FF2B5EF4-FFF2-40B4-BE49-F238E27FC236}">
                <a16:creationId xmlns:a16="http://schemas.microsoft.com/office/drawing/2014/main" id="{B3E36739-3DB8-4FD8-936F-5CA3990A0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0" y="1381125"/>
            <a:ext cx="2762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수치와 점수 / 예상 예시</a:t>
            </a:r>
          </a:p>
        </p:txBody>
      </p:sp>
      <p:sp>
        <p:nvSpPr>
          <p:cNvPr id="8" name="dp43-comparison / n8">
            <a:extLst xmlns:a="http://schemas.openxmlformats.org/drawingml/2006/main">
              <a:ext uri="{FF2B5EF4-FFF2-40B4-BE49-F238E27FC236}">
                <a16:creationId xmlns:a16="http://schemas.microsoft.com/office/drawing/2014/main" id="{D98578CF-C4D0-4F38-8A31-6CEC4136E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790700"/>
            <a:ext cx="175260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7C7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9" name="dp43-comparison / n9 / text 1">
            <a:extLst xmlns:a="http://schemas.openxmlformats.org/drawingml/2006/main">
              <a:ext uri="{FF2B5EF4-FFF2-40B4-BE49-F238E27FC236}">
                <a16:creationId xmlns:a16="http://schemas.microsoft.com/office/drawing/2014/main" id="{9E6C049F-3B59-4A83-BD17-797CA59E9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52625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설계안</a:t>
            </a:r>
          </a:p>
        </p:txBody>
      </p:sp>
      <p:sp>
        <p:nvSpPr>
          <p:cNvPr id="10" name="dp43-comparison / n10">
            <a:extLst xmlns:a="http://schemas.openxmlformats.org/drawingml/2006/main">
              <a:ext uri="{FF2B5EF4-FFF2-40B4-BE49-F238E27FC236}">
                <a16:creationId xmlns:a16="http://schemas.microsoft.com/office/drawing/2014/main" id="{1B074960-1C0C-434F-A19F-1C392B9C8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314575"/>
            <a:ext cx="17526000" cy="525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1" name="dp43-comparison / n11 / text 1">
            <a:extLst xmlns:a="http://schemas.openxmlformats.org/drawingml/2006/main">
              <a:ext uri="{FF2B5EF4-FFF2-40B4-BE49-F238E27FC236}">
                <a16:creationId xmlns:a16="http://schemas.microsoft.com/office/drawing/2014/main" id="{6AA04085-07F1-445B-B048-8D577D6A4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4765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구조</a:t>
            </a:r>
          </a:p>
        </p:txBody>
      </p:sp>
      <p:sp>
        <p:nvSpPr>
          <p:cNvPr id="12" name="dp43-comparison / n12">
            <a:extLst xmlns:a="http://schemas.openxmlformats.org/drawingml/2006/main">
              <a:ext uri="{FF2B5EF4-FFF2-40B4-BE49-F238E27FC236}">
                <a16:creationId xmlns:a16="http://schemas.microsoft.com/office/drawing/2014/main" id="{24E71620-0EC8-415A-BD46-16A76DE26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7572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3" name="dp43-comparison / n13 / text 1">
            <a:extLst xmlns:a="http://schemas.openxmlformats.org/drawingml/2006/main">
              <a:ext uri="{FF2B5EF4-FFF2-40B4-BE49-F238E27FC236}">
                <a16:creationId xmlns:a16="http://schemas.microsoft.com/office/drawing/2014/main" id="{2A39EEC0-B53B-4097-8AD9-CF701A715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7734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장점</a:t>
            </a:r>
          </a:p>
        </p:txBody>
      </p:sp>
      <p:sp>
        <p:nvSpPr>
          <p:cNvPr id="14" name="dp43-comparison / n14">
            <a:extLst xmlns:a="http://schemas.openxmlformats.org/drawingml/2006/main">
              <a:ext uri="{FF2B5EF4-FFF2-40B4-BE49-F238E27FC236}">
                <a16:creationId xmlns:a16="http://schemas.microsoft.com/office/drawing/2014/main" id="{3B8BFC31-C9FE-4DDB-A521-367A69E94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8334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5" name="dp43-comparison / n15 / text 1">
            <a:extLst xmlns:a="http://schemas.openxmlformats.org/drawingml/2006/main">
              <a:ext uri="{FF2B5EF4-FFF2-40B4-BE49-F238E27FC236}">
                <a16:creationId xmlns:a16="http://schemas.microsoft.com/office/drawing/2014/main" id="{CE16D8CD-E39A-4A9C-8269-1D62F9AF6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8496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단점</a:t>
            </a:r>
          </a:p>
        </p:txBody>
      </p:sp>
      <p:sp>
        <p:nvSpPr>
          <p:cNvPr id="16" name="dp43-comparison / n16">
            <a:extLst xmlns:a="http://schemas.openxmlformats.org/drawingml/2006/main">
              <a:ext uri="{FF2B5EF4-FFF2-40B4-BE49-F238E27FC236}">
                <a16:creationId xmlns:a16="http://schemas.microsoft.com/office/drawing/2014/main" id="{0A555600-8B57-45E0-9216-06A5B5E8F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9096375"/>
            <a:ext cx="175260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7" name="dp43-comparison / n17 / text 1">
            <a:extLst xmlns:a="http://schemas.openxmlformats.org/drawingml/2006/main">
              <a:ext uri="{FF2B5EF4-FFF2-40B4-BE49-F238E27FC236}">
                <a16:creationId xmlns:a16="http://schemas.microsoft.com/office/drawing/2014/main" id="{437A61E9-F475-42E4-9BAC-787AA36DE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258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QA</a:t>
            </a:r>
          </a:p>
        </p:txBody>
      </p:sp>
      <p:sp>
        <p:nvSpPr>
          <p:cNvPr id="18" name="dp43-comparison / n17 / text 2">
            <a:extLst xmlns:a="http://schemas.openxmlformats.org/drawingml/2006/main">
              <a:ext uri="{FF2B5EF4-FFF2-40B4-BE49-F238E27FC236}">
                <a16:creationId xmlns:a16="http://schemas.microsoft.com/office/drawing/2014/main" id="{3569D43A-9857-4AA2-96B6-8AB0F7A60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50595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Trade-off</a:t>
            </a:r>
          </a:p>
        </p:txBody>
      </p:sp>
      <p:sp>
        <p:nvSpPr>
          <p:cNvPr id="19" name="dp43-comparison / n18 / path">
            <a:extLst xmlns:a="http://schemas.openxmlformats.org/drawingml/2006/main">
              <a:ext uri="{FF2B5EF4-FFF2-40B4-BE49-F238E27FC236}">
                <a16:creationId xmlns:a16="http://schemas.microsoft.com/office/drawing/2014/main" id="{618D0942-1015-4946-98FF-E1C6B1686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0" name="dp43-comparison / n19 / path">
            <a:extLst xmlns:a="http://schemas.openxmlformats.org/drawingml/2006/main">
              <a:ext uri="{FF2B5EF4-FFF2-40B4-BE49-F238E27FC236}">
                <a16:creationId xmlns:a16="http://schemas.microsoft.com/office/drawing/2014/main" id="{0DE7B190-2392-49C7-9027-4C2E0FDB1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1" name="dp43-comparison / n20 / text 1">
            <a:extLst xmlns:a="http://schemas.openxmlformats.org/drawingml/2006/main">
              <a:ext uri="{FF2B5EF4-FFF2-40B4-BE49-F238E27FC236}">
                <a16:creationId xmlns:a16="http://schemas.microsoft.com/office/drawing/2014/main" id="{72E10A3A-800A-4114-B406-24C3533A1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A 통합 의미 생산</a:t>
            </a:r>
          </a:p>
        </p:txBody>
      </p:sp>
      <p:sp>
        <p:nvSpPr>
          <p:cNvPr id="22" name="dp43-comparison / n21 / text 1">
            <a:extLst xmlns:a="http://schemas.openxmlformats.org/drawingml/2006/main">
              <a:ext uri="{FF2B5EF4-FFF2-40B4-BE49-F238E27FC236}">
                <a16:creationId xmlns:a16="http://schemas.microsoft.com/office/drawing/2014/main" id="{3C7CB60D-8659-4930-B4E4-91B4257AE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관련 의미의 공동 판단으로 정확 처리율 94% (기능 정확성 ↑)</a:t>
            </a:r>
          </a:p>
        </p:txBody>
      </p:sp>
      <p:sp>
        <p:nvSpPr>
          <p:cNvPr id="23" name="dp43-comparison / n22 / text 1">
            <a:extLst xmlns:a="http://schemas.openxmlformats.org/drawingml/2006/main">
              <a:ext uri="{FF2B5EF4-FFF2-40B4-BE49-F238E27FC236}">
                <a16:creationId xmlns:a16="http://schemas.microsoft.com/office/drawing/2014/main" id="{C4924AE7-F39F-485F-AF73-4CCC0208E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972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부분 제안 간 교환 축소로 평균 VIA 처리시간 5.5 s (요청 완료 신속성 ↑)</a:t>
            </a:r>
          </a:p>
        </p:txBody>
      </p:sp>
      <p:sp>
        <p:nvSpPr>
          <p:cNvPr id="24" name="dp43-comparison / n23 / text 1">
            <a:extLst xmlns:a="http://schemas.openxmlformats.org/drawingml/2006/main">
              <a:ext uri="{FF2B5EF4-FFF2-40B4-BE49-F238E27FC236}">
                <a16:creationId xmlns:a16="http://schemas.microsoft.com/office/drawing/2014/main" id="{8C87F833-8327-4A09-9B32-04CB385E6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통합 의미 생산 계약의 변경 전파, 평균 4.0개 (변경 용이성 ↓)</a:t>
            </a:r>
          </a:p>
        </p:txBody>
      </p:sp>
      <p:sp>
        <p:nvSpPr>
          <p:cNvPr id="25" name="dp43-comparison / n24 / text 1">
            <a:extLst xmlns:a="http://schemas.openxmlformats.org/drawingml/2006/main">
              <a:ext uri="{FF2B5EF4-FFF2-40B4-BE49-F238E27FC236}">
                <a16:creationId xmlns:a16="http://schemas.microsoft.com/office/drawing/2014/main" id="{ABCCB5C1-C3C3-4EF5-971A-FE21EEF7A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V-01 기능 정확성</a:t>
            </a:r>
          </a:p>
        </p:txBody>
      </p:sp>
      <p:sp>
        <p:nvSpPr>
          <p:cNvPr id="26" name="dp43-comparison / n25 / text 1">
            <a:extLst xmlns:a="http://schemas.openxmlformats.org/drawingml/2006/main">
              <a:ext uri="{FF2B5EF4-FFF2-40B4-BE49-F238E27FC236}">
                <a16:creationId xmlns:a16="http://schemas.microsoft.com/office/drawing/2014/main" id="{4482D985-A034-41E9-AAC0-C94F236F5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27" name="dp43-comparison / n26 / text 1">
            <a:extLst xmlns:a="http://schemas.openxmlformats.org/drawingml/2006/main">
              <a:ext uri="{FF2B5EF4-FFF2-40B4-BE49-F238E27FC236}">
                <a16:creationId xmlns:a16="http://schemas.microsoft.com/office/drawing/2014/main" id="{4B0D876F-6220-43B9-9B1B-70758487E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94%</a:t>
            </a:r>
          </a:p>
        </p:txBody>
      </p:sp>
      <p:sp>
        <p:nvSpPr>
          <p:cNvPr id="28" name="dp43-comparison / n27 / text 1">
            <a:extLst xmlns:a="http://schemas.openxmlformats.org/drawingml/2006/main">
              <a:ext uri="{FF2B5EF4-FFF2-40B4-BE49-F238E27FC236}">
                <a16:creationId xmlns:a16="http://schemas.microsoft.com/office/drawing/2014/main" id="{F627ACF7-FCB7-45F0-BB7F-F1923D5C4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정확 처리율 ↑</a:t>
            </a:r>
          </a:p>
        </p:txBody>
      </p:sp>
      <p:sp>
        <p:nvSpPr>
          <p:cNvPr id="29" name="dp43-comparison / n28 / text 1">
            <a:extLst xmlns:a="http://schemas.openxmlformats.org/drawingml/2006/main">
              <a:ext uri="{FF2B5EF4-FFF2-40B4-BE49-F238E27FC236}">
                <a16:creationId xmlns:a16="http://schemas.microsoft.com/office/drawing/2014/main" id="{3E7ABA87-B396-4182-930A-9EC07AD15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30" name="dp43-comparison / n29 / text 1">
            <a:extLst xmlns:a="http://schemas.openxmlformats.org/drawingml/2006/main">
              <a:ext uri="{FF2B5EF4-FFF2-40B4-BE49-F238E27FC236}">
                <a16:creationId xmlns:a16="http://schemas.microsoft.com/office/drawing/2014/main" id="{8DBE83C3-68E7-456B-B58F-AFF33E2C7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31" name="dp43-comparison / n30 / text 1">
            <a:extLst xmlns:a="http://schemas.openxmlformats.org/drawingml/2006/main">
              <a:ext uri="{FF2B5EF4-FFF2-40B4-BE49-F238E27FC236}">
                <a16:creationId xmlns:a16="http://schemas.microsoft.com/office/drawing/2014/main" id="{D90E4027-DBC7-4E92-9B48-FFA1E7D29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5.5 s</a:t>
            </a:r>
          </a:p>
        </p:txBody>
      </p:sp>
      <p:sp>
        <p:nvSpPr>
          <p:cNvPr id="32" name="dp43-comparison / n31 / text 1">
            <a:extLst xmlns:a="http://schemas.openxmlformats.org/drawingml/2006/main">
              <a:ext uri="{FF2B5EF4-FFF2-40B4-BE49-F238E27FC236}">
                <a16:creationId xmlns:a16="http://schemas.microsoft.com/office/drawing/2014/main" id="{73B4F518-4BD4-48BC-89AB-F429F9E68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VIA 처리시간 ↓</a:t>
            </a:r>
          </a:p>
        </p:txBody>
      </p:sp>
      <p:sp>
        <p:nvSpPr>
          <p:cNvPr id="33" name="dp43-comparison / n32 / text 1">
            <a:extLst xmlns:a="http://schemas.openxmlformats.org/drawingml/2006/main">
              <a:ext uri="{FF2B5EF4-FFF2-40B4-BE49-F238E27FC236}">
                <a16:creationId xmlns:a16="http://schemas.microsoft.com/office/drawing/2014/main" id="{F335998E-1FFA-4BBE-9763-C0B307D57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34" name="dp43-comparison / n33 / text 1">
            <a:extLst xmlns:a="http://schemas.openxmlformats.org/drawingml/2006/main">
              <a:ext uri="{FF2B5EF4-FFF2-40B4-BE49-F238E27FC236}">
                <a16:creationId xmlns:a16="http://schemas.microsoft.com/office/drawing/2014/main" id="{5643F7D8-9B5B-4D45-8E65-0CAE1A8C4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●○○</a:t>
            </a:r>
          </a:p>
        </p:txBody>
      </p:sp>
      <p:sp>
        <p:nvSpPr>
          <p:cNvPr id="35" name="dp43-comparison / n34 / text 1">
            <a:extLst xmlns:a="http://schemas.openxmlformats.org/drawingml/2006/main">
              <a:ext uri="{FF2B5EF4-FFF2-40B4-BE49-F238E27FC236}">
                <a16:creationId xmlns:a16="http://schemas.microsoft.com/office/drawing/2014/main" id="{4BE5EBE4-E3A5-47AE-A573-89096B8F9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4.0개</a:t>
            </a:r>
          </a:p>
        </p:txBody>
      </p:sp>
      <p:sp>
        <p:nvSpPr>
          <p:cNvPr id="36" name="dp43-comparison / n35 / text 1">
            <a:extLst xmlns:a="http://schemas.openxmlformats.org/drawingml/2006/main">
              <a:ext uri="{FF2B5EF4-FFF2-40B4-BE49-F238E27FC236}">
                <a16:creationId xmlns:a16="http://schemas.microsoft.com/office/drawing/2014/main" id="{4CC890DA-792F-40FC-A40C-5F0FC4C5B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37" name="dp43-comparison / n36 / text 1">
            <a:extLst xmlns:a="http://schemas.openxmlformats.org/drawingml/2006/main">
              <a:ext uri="{FF2B5EF4-FFF2-40B4-BE49-F238E27FC236}">
                <a16:creationId xmlns:a16="http://schemas.microsoft.com/office/drawing/2014/main" id="{F626A3EC-17AB-430F-A688-A0152E4A4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C 기능별 의미 생산과 코드 조정</a:t>
            </a:r>
          </a:p>
        </p:txBody>
      </p:sp>
      <p:sp>
        <p:nvSpPr>
          <p:cNvPr id="38" name="dp43-comparison / n37 / text 1">
            <a:extLst xmlns:a="http://schemas.openxmlformats.org/drawingml/2006/main">
              <a:ext uri="{FF2B5EF4-FFF2-40B4-BE49-F238E27FC236}">
                <a16:creationId xmlns:a16="http://schemas.microsoft.com/office/drawing/2014/main" id="{BEAE2B34-1652-49A6-9AC1-01E2C7125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특정 기능의 생산 책임 분리로 변경 평균 2.0개 (변경 용이성 ↑)</a:t>
            </a:r>
          </a:p>
        </p:txBody>
      </p:sp>
      <p:sp>
        <p:nvSpPr>
          <p:cNvPr id="39" name="dp43-comparison / n38 / text 1">
            <a:extLst xmlns:a="http://schemas.openxmlformats.org/drawingml/2006/main">
              <a:ext uri="{FF2B5EF4-FFF2-40B4-BE49-F238E27FC236}">
                <a16:creationId xmlns:a16="http://schemas.microsoft.com/office/drawing/2014/main" id="{43E9D56D-11AB-4D63-9BDB-85159A2E3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부분 의미 불일치와 오류 전파로 정확 처리율 91% (기능 정확성 ↓)</a:t>
            </a:r>
          </a:p>
        </p:txBody>
      </p:sp>
      <p:sp>
        <p:nvSpPr>
          <p:cNvPr id="40" name="dp43-comparison / n39 / text 1">
            <a:extLst xmlns:a="http://schemas.openxmlformats.org/drawingml/2006/main">
              <a:ext uri="{FF2B5EF4-FFF2-40B4-BE49-F238E27FC236}">
                <a16:creationId xmlns:a16="http://schemas.microsoft.com/office/drawing/2014/main" id="{8FA81610-BF6D-40E3-9333-D39D1E88B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734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제안 교환과 재판단으로 평균 VIA 처리시간 7.2 s (요청 완료 신속성 ↓)</a:t>
            </a:r>
          </a:p>
        </p:txBody>
      </p:sp>
      <p:sp>
        <p:nvSpPr>
          <p:cNvPr id="41" name="dp43-comparison / n40 / text 1">
            <a:extLst xmlns:a="http://schemas.openxmlformats.org/drawingml/2006/main">
              <a:ext uri="{FF2B5EF4-FFF2-40B4-BE49-F238E27FC236}">
                <a16:creationId xmlns:a16="http://schemas.microsoft.com/office/drawing/2014/main" id="{5D291DC6-94F8-4DE6-BD3E-90302E836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V-01 기능 정확성</a:t>
            </a:r>
          </a:p>
        </p:txBody>
      </p:sp>
      <p:sp>
        <p:nvSpPr>
          <p:cNvPr id="42" name="dp43-comparison / n41 / text 1">
            <a:extLst xmlns:a="http://schemas.openxmlformats.org/drawingml/2006/main">
              <a:ext uri="{FF2B5EF4-FFF2-40B4-BE49-F238E27FC236}">
                <a16:creationId xmlns:a16="http://schemas.microsoft.com/office/drawing/2014/main" id="{1DF387DD-4DF1-42DD-B5CA-AC5F27AF3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43" name="dp43-comparison / n42 / text 1">
            <a:extLst xmlns:a="http://schemas.openxmlformats.org/drawingml/2006/main">
              <a:ext uri="{FF2B5EF4-FFF2-40B4-BE49-F238E27FC236}">
                <a16:creationId xmlns:a16="http://schemas.microsoft.com/office/drawing/2014/main" id="{A966638B-4EA2-40DB-9B19-27B995B9D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91%</a:t>
            </a:r>
          </a:p>
        </p:txBody>
      </p:sp>
      <p:sp>
        <p:nvSpPr>
          <p:cNvPr id="44" name="dp43-comparison / n43 / text 1">
            <a:extLst xmlns:a="http://schemas.openxmlformats.org/drawingml/2006/main">
              <a:ext uri="{FF2B5EF4-FFF2-40B4-BE49-F238E27FC236}">
                <a16:creationId xmlns:a16="http://schemas.microsoft.com/office/drawing/2014/main" id="{9FFE1D00-2F6A-4FE8-A2BB-0E2FCC6E3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정확 처리율 ↑</a:t>
            </a:r>
          </a:p>
        </p:txBody>
      </p:sp>
      <p:sp>
        <p:nvSpPr>
          <p:cNvPr id="45" name="dp43-comparison / n44 / text 1">
            <a:extLst xmlns:a="http://schemas.openxmlformats.org/drawingml/2006/main">
              <a:ext uri="{FF2B5EF4-FFF2-40B4-BE49-F238E27FC236}">
                <a16:creationId xmlns:a16="http://schemas.microsoft.com/office/drawing/2014/main" id="{5E1959AE-BE3A-4BBA-81F4-BD55185B7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46" name="dp43-comparison / n45 / text 1">
            <a:extLst xmlns:a="http://schemas.openxmlformats.org/drawingml/2006/main">
              <a:ext uri="{FF2B5EF4-FFF2-40B4-BE49-F238E27FC236}">
                <a16:creationId xmlns:a16="http://schemas.microsoft.com/office/drawing/2014/main" id="{BFFB8B84-F29A-434C-BB33-6C5BA65DD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47" name="dp43-comparison / n46 / text 1">
            <a:extLst xmlns:a="http://schemas.openxmlformats.org/drawingml/2006/main">
              <a:ext uri="{FF2B5EF4-FFF2-40B4-BE49-F238E27FC236}">
                <a16:creationId xmlns:a16="http://schemas.microsoft.com/office/drawing/2014/main" id="{FC2AA897-7E0F-4F9B-8A15-950A9A2D3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7.2 s</a:t>
            </a:r>
          </a:p>
        </p:txBody>
      </p:sp>
      <p:sp>
        <p:nvSpPr>
          <p:cNvPr id="48" name="dp43-comparison / n47 / text 1">
            <a:extLst xmlns:a="http://schemas.openxmlformats.org/drawingml/2006/main">
              <a:ext uri="{FF2B5EF4-FFF2-40B4-BE49-F238E27FC236}">
                <a16:creationId xmlns:a16="http://schemas.microsoft.com/office/drawing/2014/main" id="{2128D152-A142-439B-9A07-721C1CB55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VIA 처리시간 ↓</a:t>
            </a:r>
          </a:p>
        </p:txBody>
      </p:sp>
      <p:sp>
        <p:nvSpPr>
          <p:cNvPr id="49" name="dp43-comparison / n48 / text 1">
            <a:extLst xmlns:a="http://schemas.openxmlformats.org/drawingml/2006/main">
              <a:ext uri="{FF2B5EF4-FFF2-40B4-BE49-F238E27FC236}">
                <a16:creationId xmlns:a16="http://schemas.microsoft.com/office/drawing/2014/main" id="{465C21C3-3CC0-48B0-981A-02EE58844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50" name="dp43-comparison / n49 / text 1">
            <a:extLst xmlns:a="http://schemas.openxmlformats.org/drawingml/2006/main">
              <a:ext uri="{FF2B5EF4-FFF2-40B4-BE49-F238E27FC236}">
                <a16:creationId xmlns:a16="http://schemas.microsoft.com/office/drawing/2014/main" id="{AC73B9C0-1C29-4138-AC5F-3F05941BF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51" name="dp43-comparison / n50 / text 1">
            <a:extLst xmlns:a="http://schemas.openxmlformats.org/drawingml/2006/main">
              <a:ext uri="{FF2B5EF4-FFF2-40B4-BE49-F238E27FC236}">
                <a16:creationId xmlns:a16="http://schemas.microsoft.com/office/drawing/2014/main" id="{55AD4F62-19E0-4047-A358-AD5787817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2.0개</a:t>
            </a:r>
          </a:p>
        </p:txBody>
      </p:sp>
      <p:sp>
        <p:nvSpPr>
          <p:cNvPr id="52" name="dp43-comparison / n51 / text 1">
            <a:extLst xmlns:a="http://schemas.openxmlformats.org/drawingml/2006/main">
              <a:ext uri="{FF2B5EF4-FFF2-40B4-BE49-F238E27FC236}">
                <a16:creationId xmlns:a16="http://schemas.microsoft.com/office/drawing/2014/main" id="{DAD9C242-C87A-4DE6-8EDC-956B40C2E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53" name="dp43-comparison / n52 / text 1">
            <a:extLst xmlns:a="http://schemas.openxmlformats.org/drawingml/2006/main">
              <a:ext uri="{FF2B5EF4-FFF2-40B4-BE49-F238E27FC236}">
                <a16:creationId xmlns:a16="http://schemas.microsoft.com/office/drawing/2014/main" id="{C1E1B04D-5EAF-455C-B326-D9F4D76AF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0067925"/>
            <a:ext cx="14478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비교 예시 조건: 교차 의미 정정 / 특정 지칭 기능의 독립 변경 / 동일한 공유 Omni</a:t>
            </a:r>
          </a:p>
        </p:txBody>
      </p:sp>
      <p:sp>
        <p:nvSpPr>
          <p:cNvPr id="54" name="dp43-comparison / n53 / text 1">
            <a:extLst xmlns:a="http://schemas.openxmlformats.org/drawingml/2006/main">
              <a:ext uri="{FF2B5EF4-FFF2-40B4-BE49-F238E27FC236}">
                <a16:creationId xmlns:a16="http://schemas.microsoft.com/office/drawing/2014/main" id="{94FFAE1F-5A13-43C6-8D8C-9ABF78E16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6625" y="10067925"/>
            <a:ext cx="30003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● 많을수록 우수 / 미측정</a:t>
            </a:r>
          </a:p>
        </p:txBody>
      </p:sp>
      <p:sp>
        <p:nvSpPr>
          <p:cNvPr id="55" name="dp43-comparison / n54">
            <a:extLst xmlns:a="http://schemas.openxmlformats.org/drawingml/2006/main">
              <a:ext uri="{FF2B5EF4-FFF2-40B4-BE49-F238E27FC236}">
                <a16:creationId xmlns:a16="http://schemas.microsoft.com/office/drawing/2014/main" id="{5688087B-97B8-425C-BBC8-035FC3920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676525"/>
            <a:ext cx="23336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56" name="dp43-comparison / n55 / text 1">
            <a:extLst xmlns:a="http://schemas.openxmlformats.org/drawingml/2006/main">
              <a:ext uri="{FF2B5EF4-FFF2-40B4-BE49-F238E27FC236}">
                <a16:creationId xmlns:a16="http://schemas.microsoft.com/office/drawing/2014/main" id="{51F407B3-4F26-4C1A-A329-7AA2EC07B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746058"/>
            <a:ext cx="21621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57" name="dp43-comparison / n56">
            <a:extLst xmlns:a="http://schemas.openxmlformats.org/drawingml/2006/main">
              <a:ext uri="{FF2B5EF4-FFF2-40B4-BE49-F238E27FC236}">
                <a16:creationId xmlns:a16="http://schemas.microsoft.com/office/drawing/2014/main" id="{32549CE1-57EC-4256-91D1-985861AE7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2676525"/>
            <a:ext cx="2190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58" name="dp43-comparison / n57 / text 1">
            <a:extLst xmlns:a="http://schemas.openxmlformats.org/drawingml/2006/main">
              <a:ext uri="{FF2B5EF4-FFF2-40B4-BE49-F238E27FC236}">
                <a16:creationId xmlns:a16="http://schemas.microsoft.com/office/drawing/2014/main" id="{42F4BFFF-47AD-4BB3-A53F-4534E0B31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746058"/>
            <a:ext cx="2019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59" name="dp43-comparison / n58">
            <a:extLst xmlns:a="http://schemas.openxmlformats.org/drawingml/2006/main">
              <a:ext uri="{FF2B5EF4-FFF2-40B4-BE49-F238E27FC236}">
                <a16:creationId xmlns:a16="http://schemas.microsoft.com/office/drawing/2014/main" id="{F143FCE3-B8B2-438A-809C-0725171DD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2676525"/>
            <a:ext cx="1962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60" name="dp43-comparison / n59 / text 1">
            <a:extLst xmlns:a="http://schemas.openxmlformats.org/drawingml/2006/main">
              <a:ext uri="{FF2B5EF4-FFF2-40B4-BE49-F238E27FC236}">
                <a16:creationId xmlns:a16="http://schemas.microsoft.com/office/drawing/2014/main" id="{967CA26D-16EA-4499-88D5-556AD057B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746058"/>
            <a:ext cx="17907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61" name="dp43-comparison / n64 / path">
            <a:extLst xmlns:a="http://schemas.openxmlformats.org/drawingml/2006/main">
              <a:ext uri="{FF2B5EF4-FFF2-40B4-BE49-F238E27FC236}">
                <a16:creationId xmlns:a16="http://schemas.microsoft.com/office/drawing/2014/main" id="{84C52DA1-2B62-44D7-9A6F-8999A06F8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0"/>
            <a:ext cx="638175" cy="953"/>
          </a:xfrm>
          <a:custGeom xmlns:a="http://schemas.openxmlformats.org/drawingml/2006/main">
            <a:pathLst>
              <a:path w="638175" h="953">
                <a:moveTo>
                  <a:pt x="0" y="0"/>
                </a:moveTo>
                <a:lnTo>
                  <a:pt x="6381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62" name="dp43-comparison / n64 / arrow">
            <a:extLst xmlns:a="http://schemas.openxmlformats.org/drawingml/2006/main">
              <a:ext uri="{FF2B5EF4-FFF2-40B4-BE49-F238E27FC236}">
                <a16:creationId xmlns:a16="http://schemas.microsoft.com/office/drawing/2014/main" id="{1F7FBB5F-9348-49E4-AE38-3FDDD87F5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1505" y="279654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63" name="dp43-comparison / n69">
            <a:extLst xmlns:a="http://schemas.openxmlformats.org/drawingml/2006/main">
              <a:ext uri="{FF2B5EF4-FFF2-40B4-BE49-F238E27FC236}">
                <a16:creationId xmlns:a16="http://schemas.microsoft.com/office/drawing/2014/main" id="{7B58EFA8-DAD1-49FF-ACDE-37CCB183E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409950"/>
            <a:ext cx="7820025" cy="2533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C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64" name="dp43-comparison / n70 / text 1">
            <a:extLst xmlns:a="http://schemas.openxmlformats.org/drawingml/2006/main">
              <a:ext uri="{FF2B5EF4-FFF2-40B4-BE49-F238E27FC236}">
                <a16:creationId xmlns:a16="http://schemas.microsoft.com/office/drawing/2014/main" id="{A588F682-0AB5-42AF-9020-8EA359062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5925" y="3505200"/>
            <a:ext cx="757237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65" name="dp43-comparison / n71">
            <a:extLst xmlns:a="http://schemas.openxmlformats.org/drawingml/2006/main">
              <a:ext uri="{FF2B5EF4-FFF2-40B4-BE49-F238E27FC236}">
                <a16:creationId xmlns:a16="http://schemas.microsoft.com/office/drawing/2014/main" id="{DC9F725E-6BA5-463B-AB3F-36A9138B1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914775"/>
            <a:ext cx="5276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66" name="dp43-comparison / n72 / text 1">
            <a:extLst xmlns:a="http://schemas.openxmlformats.org/drawingml/2006/main">
              <a:ext uri="{FF2B5EF4-FFF2-40B4-BE49-F238E27FC236}">
                <a16:creationId xmlns:a16="http://schemas.microsoft.com/office/drawing/2014/main" id="{0DAF9F56-0CC6-4F49-B7BD-7EDBF53C9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4013359"/>
            <a:ext cx="51054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Integrated Semantic Interpreter</a:t>
            </a:r>
          </a:p>
        </p:txBody>
      </p:sp>
      <p:sp>
        <p:nvSpPr>
          <p:cNvPr id="67" name="dp43-comparison / n73">
            <a:extLst xmlns:a="http://schemas.openxmlformats.org/drawingml/2006/main">
              <a:ext uri="{FF2B5EF4-FFF2-40B4-BE49-F238E27FC236}">
                <a16:creationId xmlns:a16="http://schemas.microsoft.com/office/drawing/2014/main" id="{B94D9ECF-FA1E-4C33-9F52-A09FA6243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095875"/>
            <a:ext cx="3124200" cy="50482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68" name="dp43-comparison / n74 / text 1">
            <a:extLst xmlns:a="http://schemas.openxmlformats.org/drawingml/2006/main">
              <a:ext uri="{FF2B5EF4-FFF2-40B4-BE49-F238E27FC236}">
                <a16:creationId xmlns:a16="http://schemas.microsoft.com/office/drawing/2014/main" id="{7C181668-739E-4EED-A68D-9B9A12C65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1925" y="5257800"/>
            <a:ext cx="29527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Interpretation Attempt State</a:t>
            </a:r>
          </a:p>
        </p:txBody>
      </p:sp>
      <p:sp>
        <p:nvSpPr>
          <p:cNvPr id="69" name="dp43-comparison / n75 / path">
            <a:extLst xmlns:a="http://schemas.openxmlformats.org/drawingml/2006/main">
              <a:ext uri="{FF2B5EF4-FFF2-40B4-BE49-F238E27FC236}">
                <a16:creationId xmlns:a16="http://schemas.microsoft.com/office/drawing/2014/main" id="{5EF9B40D-C619-4D7B-A3FB-B630B4431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7825" y="3038475"/>
            <a:ext cx="1133475" cy="876300"/>
          </a:xfrm>
          <a:custGeom xmlns:a="http://schemas.openxmlformats.org/drawingml/2006/main">
            <a:pathLst>
              <a:path w="1133475" h="876300">
                <a:moveTo>
                  <a:pt x="1133475" y="0"/>
                </a:moveTo>
                <a:lnTo>
                  <a:pt x="1133475" y="266700"/>
                </a:lnTo>
                <a:lnTo>
                  <a:pt x="0" y="266700"/>
                </a:lnTo>
                <a:lnTo>
                  <a:pt x="0" y="8763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70" name="dp43-comparison / n75 / arrow">
            <a:extLst xmlns:a="http://schemas.openxmlformats.org/drawingml/2006/main">
              <a:ext uri="{FF2B5EF4-FFF2-40B4-BE49-F238E27FC236}">
                <a16:creationId xmlns:a16="http://schemas.microsoft.com/office/drawing/2014/main" id="{0D7203BD-175F-4499-A897-2E925EF3D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6865" y="37928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1" name="dp43-comparison / n80 / path">
            <a:extLst xmlns:a="http://schemas.openxmlformats.org/drawingml/2006/main">
              <a:ext uri="{FF2B5EF4-FFF2-40B4-BE49-F238E27FC236}">
                <a16:creationId xmlns:a16="http://schemas.microsoft.com/office/drawing/2014/main" id="{C1A749B3-C100-472B-AB08-51B841D0C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4371975"/>
            <a:ext cx="9525" cy="723900"/>
          </a:xfrm>
          <a:custGeom xmlns:a="http://schemas.openxmlformats.org/drawingml/2006/main">
            <a:pathLst>
              <a:path w="9525" h="723900">
                <a:moveTo>
                  <a:pt x="9525" y="0"/>
                </a:moveTo>
                <a:lnTo>
                  <a:pt x="0" y="7239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72" name="dp43-comparison / n80 / arrow">
            <a:extLst xmlns:a="http://schemas.openxmlformats.org/drawingml/2006/main">
              <a:ext uri="{FF2B5EF4-FFF2-40B4-BE49-F238E27FC236}">
                <a16:creationId xmlns:a16="http://schemas.microsoft.com/office/drawing/2014/main" id="{622F17F0-C5E2-474C-9B47-85DB6BE15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8949" y="4973164"/>
            <a:ext cx="121909" cy="122711"/>
          </a:xfrm>
          <a:custGeom xmlns:a="http://schemas.openxmlformats.org/drawingml/2006/main">
            <a:pathLst>
              <a:path w="121909" h="122711">
                <a:moveTo>
                  <a:pt x="0" y="0"/>
                </a:moveTo>
                <a:lnTo>
                  <a:pt x="59351" y="122711"/>
                </a:lnTo>
                <a:lnTo>
                  <a:pt x="121909" y="1604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3" name="dp43-comparison / n81 / path">
            <a:extLst xmlns:a="http://schemas.openxmlformats.org/drawingml/2006/main">
              <a:ext uri="{FF2B5EF4-FFF2-40B4-BE49-F238E27FC236}">
                <a16:creationId xmlns:a16="http://schemas.microsoft.com/office/drawing/2014/main" id="{BF64A209-217F-4631-8613-FBB4F4B34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4143375"/>
            <a:ext cx="1266825" cy="1209675"/>
          </a:xfrm>
          <a:custGeom xmlns:a="http://schemas.openxmlformats.org/drawingml/2006/main">
            <a:pathLst>
              <a:path w="1266825" h="1209675">
                <a:moveTo>
                  <a:pt x="1266825" y="1204913"/>
                </a:moveTo>
                <a:lnTo>
                  <a:pt x="0" y="1209675"/>
                </a:lnTo>
                <a:lnTo>
                  <a:pt x="0" y="0"/>
                </a:lnTo>
                <a:lnTo>
                  <a:pt x="2000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74" name="dp43-comparison / n81 / arrow">
            <a:extLst xmlns:a="http://schemas.openxmlformats.org/drawingml/2006/main">
              <a:ext uri="{FF2B5EF4-FFF2-40B4-BE49-F238E27FC236}">
                <a16:creationId xmlns:a16="http://schemas.microsoft.com/office/drawing/2014/main" id="{6DD28D1D-0224-4411-946F-5F1B647B8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7480" y="408241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5" name="dp43-comparison / n84 / path">
            <a:extLst xmlns:a="http://schemas.openxmlformats.org/drawingml/2006/main">
              <a:ext uri="{FF2B5EF4-FFF2-40B4-BE49-F238E27FC236}">
                <a16:creationId xmlns:a16="http://schemas.microsoft.com/office/drawing/2014/main" id="{747D1825-368E-4818-8C8C-48C9C702C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38475"/>
            <a:ext cx="1114425" cy="1104900"/>
          </a:xfrm>
          <a:custGeom xmlns:a="http://schemas.openxmlformats.org/drawingml/2006/main">
            <a:pathLst>
              <a:path w="1114425" h="1104900">
                <a:moveTo>
                  <a:pt x="0" y="1104900"/>
                </a:moveTo>
                <a:lnTo>
                  <a:pt x="1114425" y="1104900"/>
                </a:lnTo>
                <a:lnTo>
                  <a:pt x="1114425" y="266700"/>
                </a:lnTo>
                <a:lnTo>
                  <a:pt x="304800" y="266700"/>
                </a:lnTo>
                <a:lnTo>
                  <a:pt x="304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76" name="dp43-comparison / n84 / arrow">
            <a:extLst xmlns:a="http://schemas.openxmlformats.org/drawingml/2006/main">
              <a:ext uri="{FF2B5EF4-FFF2-40B4-BE49-F238E27FC236}">
                <a16:creationId xmlns:a16="http://schemas.microsoft.com/office/drawing/2014/main" id="{906F6B28-ED4D-4879-84B7-BA72B6F78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0090" y="303847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77" name="dp43-comparison / n87">
            <a:extLst xmlns:a="http://schemas.openxmlformats.org/drawingml/2006/main">
              <a:ext uri="{FF2B5EF4-FFF2-40B4-BE49-F238E27FC236}">
                <a16:creationId xmlns:a16="http://schemas.microsoft.com/office/drawing/2014/main" id="{BA295497-A19C-4E37-A676-E8CD44D3D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6524625"/>
            <a:ext cx="2381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78" name="dp43-comparison / n88 / text 1">
            <a:extLst xmlns:a="http://schemas.openxmlformats.org/drawingml/2006/main">
              <a:ext uri="{FF2B5EF4-FFF2-40B4-BE49-F238E27FC236}">
                <a16:creationId xmlns:a16="http://schemas.microsoft.com/office/drawing/2014/main" id="{0361C634-3C2A-40F9-8E68-8288E6D27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6598920"/>
            <a:ext cx="2209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79" name="dp43-comparison / n89">
            <a:extLst xmlns:a="http://schemas.openxmlformats.org/drawingml/2006/main">
              <a:ext uri="{FF2B5EF4-FFF2-40B4-BE49-F238E27FC236}">
                <a16:creationId xmlns:a16="http://schemas.microsoft.com/office/drawing/2014/main" id="{BA7E949E-1BF8-4CC5-BD4C-A4DE5BD2B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6505575"/>
            <a:ext cx="2190750" cy="4095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80" name="dp43-comparison / n90 / text 1">
            <a:extLst xmlns:a="http://schemas.openxmlformats.org/drawingml/2006/main">
              <a:ext uri="{FF2B5EF4-FFF2-40B4-BE49-F238E27FC236}">
                <a16:creationId xmlns:a16="http://schemas.microsoft.com/office/drawing/2014/main" id="{FC66E178-C469-438D-8AFC-2F26EDE20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667500"/>
            <a:ext cx="20193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State Store</a:t>
            </a:r>
          </a:p>
        </p:txBody>
      </p:sp>
      <p:sp>
        <p:nvSpPr>
          <p:cNvPr id="81" name="dp43-comparison / n91">
            <a:extLst xmlns:a="http://schemas.openxmlformats.org/drawingml/2006/main">
              <a:ext uri="{FF2B5EF4-FFF2-40B4-BE49-F238E27FC236}">
                <a16:creationId xmlns:a16="http://schemas.microsoft.com/office/drawing/2014/main" id="{53E8D436-1DEB-4C7D-B575-45CD0FBE5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6524625"/>
            <a:ext cx="19812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82" name="dp43-comparison / n92 / text 1">
            <a:extLst xmlns:a="http://schemas.openxmlformats.org/drawingml/2006/main">
              <a:ext uri="{FF2B5EF4-FFF2-40B4-BE49-F238E27FC236}">
                <a16:creationId xmlns:a16="http://schemas.microsoft.com/office/drawing/2014/main" id="{6D28A8D6-69D8-4C55-8018-BD3E67EFB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6598920"/>
            <a:ext cx="18097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Policy Manager</a:t>
            </a:r>
          </a:p>
        </p:txBody>
      </p:sp>
      <p:sp>
        <p:nvSpPr>
          <p:cNvPr id="83" name="dp43-comparison / n93 / path">
            <a:extLst xmlns:a="http://schemas.openxmlformats.org/drawingml/2006/main">
              <a:ext uri="{FF2B5EF4-FFF2-40B4-BE49-F238E27FC236}">
                <a16:creationId xmlns:a16="http://schemas.microsoft.com/office/drawing/2014/main" id="{AA713E6C-1E8E-419E-9F0A-305448B09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5600700"/>
            <a:ext cx="2638425" cy="923925"/>
          </a:xfrm>
          <a:custGeom xmlns:a="http://schemas.openxmlformats.org/drawingml/2006/main">
            <a:pathLst>
              <a:path w="2638425" h="923925">
                <a:moveTo>
                  <a:pt x="2638425" y="0"/>
                </a:moveTo>
                <a:lnTo>
                  <a:pt x="2638425" y="857250"/>
                </a:lnTo>
                <a:lnTo>
                  <a:pt x="0" y="857250"/>
                </a:lnTo>
                <a:lnTo>
                  <a:pt x="0" y="9239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84" name="dp43-comparison / n93 / arrow">
            <a:extLst xmlns:a="http://schemas.openxmlformats.org/drawingml/2006/main">
              <a:ext uri="{FF2B5EF4-FFF2-40B4-BE49-F238E27FC236}">
                <a16:creationId xmlns:a16="http://schemas.microsoft.com/office/drawing/2014/main" id="{0E2123E8-2C07-4E22-9815-8E01340FC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8915" y="640270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85" name="dp43-comparison / n94 / path">
            <a:extLst xmlns:a="http://schemas.openxmlformats.org/drawingml/2006/main">
              <a:ext uri="{FF2B5EF4-FFF2-40B4-BE49-F238E27FC236}">
                <a16:creationId xmlns:a16="http://schemas.microsoft.com/office/drawing/2014/main" id="{16D009AB-D524-4CF9-AE23-C2F9F44FF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448425"/>
            <a:ext cx="3381375" cy="261938"/>
          </a:xfrm>
          <a:custGeom xmlns:a="http://schemas.openxmlformats.org/drawingml/2006/main">
            <a:pathLst>
              <a:path w="3381375" h="261938">
                <a:moveTo>
                  <a:pt x="3381375" y="261938"/>
                </a:moveTo>
                <a:lnTo>
                  <a:pt x="3181350" y="257175"/>
                </a:lnTo>
                <a:lnTo>
                  <a:pt x="3181350" y="0"/>
                </a:lnTo>
                <a:lnTo>
                  <a:pt x="180975" y="0"/>
                </a:lnTo>
                <a:lnTo>
                  <a:pt x="180975" y="257175"/>
                </a:lnTo>
                <a:lnTo>
                  <a:pt x="0" y="26193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86" name="dp43-comparison / n94 / arrow">
            <a:extLst xmlns:a="http://schemas.openxmlformats.org/drawingml/2006/main">
              <a:ext uri="{FF2B5EF4-FFF2-40B4-BE49-F238E27FC236}">
                <a16:creationId xmlns:a16="http://schemas.microsoft.com/office/drawing/2014/main" id="{F56BA3FA-863D-4E4F-8EA9-4712405A8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646216"/>
            <a:ext cx="123481" cy="121878"/>
          </a:xfrm>
          <a:custGeom xmlns:a="http://schemas.openxmlformats.org/drawingml/2006/main">
            <a:pathLst>
              <a:path w="123481" h="121878">
                <a:moveTo>
                  <a:pt x="120274" y="0"/>
                </a:moveTo>
                <a:lnTo>
                  <a:pt x="0" y="64146"/>
                </a:lnTo>
                <a:lnTo>
                  <a:pt x="123481" y="121878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87" name="dp43-comparison / n95 / path">
            <a:extLst xmlns:a="http://schemas.openxmlformats.org/drawingml/2006/main">
              <a:ext uri="{FF2B5EF4-FFF2-40B4-BE49-F238E27FC236}">
                <a16:creationId xmlns:a16="http://schemas.microsoft.com/office/drawing/2014/main" id="{6D4D73E9-3EE2-4C5F-9E27-4B0D41F2B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710363"/>
            <a:ext cx="619125" cy="953"/>
          </a:xfrm>
          <a:custGeom xmlns:a="http://schemas.openxmlformats.org/drawingml/2006/main">
            <a:pathLst>
              <a:path w="619125" h="953">
                <a:moveTo>
                  <a:pt x="0" y="0"/>
                </a:moveTo>
                <a:lnTo>
                  <a:pt x="619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88" name="dp43-comparison / n95 / arrow">
            <a:extLst xmlns:a="http://schemas.openxmlformats.org/drawingml/2006/main">
              <a:ext uri="{FF2B5EF4-FFF2-40B4-BE49-F238E27FC236}">
                <a16:creationId xmlns:a16="http://schemas.microsoft.com/office/drawing/2014/main" id="{5B032A44-F1E2-4ECF-89A1-913D99241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7705" y="6649403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89" name="dp43-comparison / n60">
            <a:extLst xmlns:a="http://schemas.openxmlformats.org/drawingml/2006/main">
              <a:ext uri="{FF2B5EF4-FFF2-40B4-BE49-F238E27FC236}">
                <a16:creationId xmlns:a16="http://schemas.microsoft.com/office/drawing/2014/main" id="{6E10ED2B-713C-4A1B-8440-D07F7C6FE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400300"/>
            <a:ext cx="2534222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dp43-comparison / n61 / text 1">
            <a:extLst xmlns:a="http://schemas.openxmlformats.org/drawingml/2006/main">
              <a:ext uri="{FF2B5EF4-FFF2-40B4-BE49-F238E27FC236}">
                <a16:creationId xmlns:a16="http://schemas.microsoft.com/office/drawing/2014/main" id="{E59AB8CF-6311-4FC5-BE18-DD7292EB4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409825"/>
            <a:ext cx="26670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확정 User Turn / 새 Request</a:t>
            </a:r>
          </a:p>
        </p:txBody>
      </p:sp>
      <p:sp>
        <p:nvSpPr>
          <p:cNvPr id="91" name="dp43-comparison / n62">
            <a:extLst xmlns:a="http://schemas.openxmlformats.org/drawingml/2006/main">
              <a:ext uri="{FF2B5EF4-FFF2-40B4-BE49-F238E27FC236}">
                <a16:creationId xmlns:a16="http://schemas.microsoft.com/office/drawing/2014/main" id="{12747DD7-69C9-4DD6-8A6A-7B01A1ABD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076575"/>
            <a:ext cx="203835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dp43-comparison / n63 / text 1">
            <a:extLst xmlns:a="http://schemas.openxmlformats.org/drawingml/2006/main">
              <a:ext uri="{FF2B5EF4-FFF2-40B4-BE49-F238E27FC236}">
                <a16:creationId xmlns:a16="http://schemas.microsoft.com/office/drawing/2014/main" id="{E66E1991-1B9B-402E-9DE6-053C5BEE4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086100"/>
            <a:ext cx="2000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공유 Omni 1벌 / 역할별 KV</a:t>
            </a:r>
          </a:p>
        </p:txBody>
      </p:sp>
      <p:sp>
        <p:nvSpPr>
          <p:cNvPr id="93" name="dp43-comparison / n65">
            <a:extLst xmlns:a="http://schemas.openxmlformats.org/drawingml/2006/main">
              <a:ext uri="{FF2B5EF4-FFF2-40B4-BE49-F238E27FC236}">
                <a16:creationId xmlns:a16="http://schemas.microsoft.com/office/drawing/2014/main" id="{375A72A0-F4B7-4A8A-AA8E-5D82EE536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438400"/>
            <a:ext cx="38100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" name="dp43-comparison / n66 / text 1">
            <a:extLst xmlns:a="http://schemas.openxmlformats.org/drawingml/2006/main">
              <a:ext uri="{FF2B5EF4-FFF2-40B4-BE49-F238E27FC236}">
                <a16:creationId xmlns:a16="http://schemas.microsoft.com/office/drawing/2014/main" id="{62C492AD-90E4-4630-87BF-D131E0C7D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1925" y="2447925"/>
            <a:ext cx="1238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원문</a:t>
            </a:r>
          </a:p>
        </p:txBody>
      </p:sp>
      <p:sp>
        <p:nvSpPr>
          <p:cNvPr id="95" name="dp43-comparison / n67">
            <a:extLst xmlns:a="http://schemas.openxmlformats.org/drawingml/2006/main">
              <a:ext uri="{FF2B5EF4-FFF2-40B4-BE49-F238E27FC236}">
                <a16:creationId xmlns:a16="http://schemas.microsoft.com/office/drawing/2014/main" id="{7CCB18E2-C0B2-44E2-900D-28C46D9D1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3095625"/>
            <a:ext cx="498348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" name="dp43-comparison / n68 / text 1">
            <a:extLst xmlns:a="http://schemas.openxmlformats.org/drawingml/2006/main">
              <a:ext uri="{FF2B5EF4-FFF2-40B4-BE49-F238E27FC236}">
                <a16:creationId xmlns:a16="http://schemas.microsoft.com/office/drawing/2014/main" id="{D4347CD6-A305-4752-A65F-3137AE4FB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3105150"/>
            <a:ext cx="5334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공통 읽기: Context Manager 정보 / Task Manager의 Task 후보</a:t>
            </a:r>
          </a:p>
        </p:txBody>
      </p:sp>
      <p:sp>
        <p:nvSpPr>
          <p:cNvPr id="97" name="dp43-comparison / n76">
            <a:extLst xmlns:a="http://schemas.openxmlformats.org/drawingml/2006/main">
              <a:ext uri="{FF2B5EF4-FFF2-40B4-BE49-F238E27FC236}">
                <a16:creationId xmlns:a16="http://schemas.microsoft.com/office/drawing/2014/main" id="{C53D9399-6E45-4A38-B9FC-7675B1E75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1175" y="4467225"/>
            <a:ext cx="4531805" cy="2362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dp43-comparison / n77 / text 1">
            <a:extLst xmlns:a="http://schemas.openxmlformats.org/drawingml/2006/main">
              <a:ext uri="{FF2B5EF4-FFF2-40B4-BE49-F238E27FC236}">
                <a16:creationId xmlns:a16="http://schemas.microsoft.com/office/drawing/2014/main" id="{51448E2F-5DA0-43DA-8997-34973CB9C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4476750"/>
            <a:ext cx="7153275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F1 의도 / F2 Referent / F3 Task Association</a:t>
            </a:r>
          </a:p>
        </p:txBody>
      </p:sp>
      <p:sp>
        <p:nvSpPr>
          <p:cNvPr id="99" name="dp43-comparison / n78">
            <a:extLst xmlns:a="http://schemas.openxmlformats.org/drawingml/2006/main">
              <a:ext uri="{FF2B5EF4-FFF2-40B4-BE49-F238E27FC236}">
                <a16:creationId xmlns:a16="http://schemas.microsoft.com/office/drawing/2014/main" id="{ADCA5E2E-C132-47C4-AC96-3251D6178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1175" y="4724400"/>
            <a:ext cx="4510088" cy="2362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" name="dp43-comparison / n79 / text 1">
            <a:extLst xmlns:a="http://schemas.openxmlformats.org/drawingml/2006/main">
              <a:ext uri="{FF2B5EF4-FFF2-40B4-BE49-F238E27FC236}">
                <a16:creationId xmlns:a16="http://schemas.microsoft.com/office/drawing/2014/main" id="{F96F4D17-E887-4B41-B7CF-4CC586CCF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4733925"/>
            <a:ext cx="7153275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F4 Request 관계 / F5 정정 범위 / F6 처리 방향</a:t>
            </a:r>
          </a:p>
        </p:txBody>
      </p:sp>
      <p:sp>
        <p:nvSpPr>
          <p:cNvPr id="101" name="dp43-comparison / n82">
            <a:extLst xmlns:a="http://schemas.openxmlformats.org/drawingml/2006/main">
              <a:ext uri="{FF2B5EF4-FFF2-40B4-BE49-F238E27FC236}">
                <a16:creationId xmlns:a16="http://schemas.microsoft.com/office/drawing/2014/main" id="{3C2CC1F4-7988-4CB1-B057-ABCF8D24E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5676900"/>
            <a:ext cx="4253865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dp43-comparison / n83 / text 1">
            <a:extLst xmlns:a="http://schemas.openxmlformats.org/drawingml/2006/main">
              <a:ext uri="{FF2B5EF4-FFF2-40B4-BE49-F238E27FC236}">
                <a16:creationId xmlns:a16="http://schemas.microsoft.com/office/drawing/2014/main" id="{F5D64343-752D-4F70-AD5B-76CEAE79D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5686425"/>
            <a:ext cx="7410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이전 조건 유지와 부분 갱신 / 검색과 전문 보조 허용</a:t>
            </a:r>
          </a:p>
        </p:txBody>
      </p:sp>
      <p:sp>
        <p:nvSpPr>
          <p:cNvPr id="103" name="dp43-comparison / n85">
            <a:extLst xmlns:a="http://schemas.openxmlformats.org/drawingml/2006/main">
              <a:ext uri="{FF2B5EF4-FFF2-40B4-BE49-F238E27FC236}">
                <a16:creationId xmlns:a16="http://schemas.microsoft.com/office/drawing/2014/main" id="{77C8035F-808F-476A-86D8-AA6EFF3D1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6000750"/>
            <a:ext cx="6465760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" name="dp43-comparison / n86 / text 1">
            <a:extLst xmlns:a="http://schemas.openxmlformats.org/drawingml/2006/main">
              <a:ext uri="{FF2B5EF4-FFF2-40B4-BE49-F238E27FC236}">
                <a16:creationId xmlns:a16="http://schemas.microsoft.com/office/drawing/2014/main" id="{7A73ACAA-A1A8-4795-9560-866D2F84A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6010275"/>
            <a:ext cx="77152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정정: F2와 F5 재판단 → F4 갱신 / Task Association은 입력 전제가 아닌 결과</a:t>
            </a:r>
          </a:p>
        </p:txBody>
      </p:sp>
      <p:sp>
        <p:nvSpPr>
          <p:cNvPr id="105" name="dp43-comparison / n96">
            <a:extLst xmlns:a="http://schemas.openxmlformats.org/drawingml/2006/main">
              <a:ext uri="{FF2B5EF4-FFF2-40B4-BE49-F238E27FC236}">
                <a16:creationId xmlns:a16="http://schemas.microsoft.com/office/drawing/2014/main" id="{47716AE6-3CB2-448D-B99E-226B9C1D1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6200775"/>
            <a:ext cx="3584448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" name="dp43-comparison / n97 / text 1">
            <a:extLst xmlns:a="http://schemas.openxmlformats.org/drawingml/2006/main">
              <a:ext uri="{FF2B5EF4-FFF2-40B4-BE49-F238E27FC236}">
                <a16:creationId xmlns:a16="http://schemas.microsoft.com/office/drawing/2014/main" id="{2F291518-7AA9-42AA-A1BE-F9CDAD46F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6210300"/>
            <a:ext cx="50292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현재 검사: 입력 / 정보 / Task / 질문 / 권한</a:t>
            </a:r>
          </a:p>
        </p:txBody>
      </p:sp>
      <p:sp>
        <p:nvSpPr>
          <p:cNvPr id="107" name="dp43-comparison / n98">
            <a:extLst xmlns:a="http://schemas.openxmlformats.org/drawingml/2006/main">
              <a:ext uri="{FF2B5EF4-FFF2-40B4-BE49-F238E27FC236}">
                <a16:creationId xmlns:a16="http://schemas.microsoft.com/office/drawing/2014/main" id="{21B23380-A54F-412C-938C-2093BD70E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6981825"/>
            <a:ext cx="3221736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dp43-comparison / n99 / text 1">
            <a:extLst xmlns:a="http://schemas.openxmlformats.org/drawingml/2006/main">
              <a:ext uri="{FF2B5EF4-FFF2-40B4-BE49-F238E27FC236}">
                <a16:creationId xmlns:a16="http://schemas.microsoft.com/office/drawing/2014/main" id="{F7667E42-2585-40B7-8079-0238E5001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6991350"/>
            <a:ext cx="44005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채택 의미와 질문 / 임시 해석 상태와 별도</a:t>
            </a:r>
          </a:p>
        </p:txBody>
      </p:sp>
      <p:sp>
        <p:nvSpPr>
          <p:cNvPr id="109" name="dp43-comparison / n100">
            <a:extLst xmlns:a="http://schemas.openxmlformats.org/drawingml/2006/main">
              <a:ext uri="{FF2B5EF4-FFF2-40B4-BE49-F238E27FC236}">
                <a16:creationId xmlns:a16="http://schemas.microsoft.com/office/drawing/2014/main" id="{A70D7046-3003-4914-9839-FC32016F5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7200900"/>
            <a:ext cx="7323963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dp43-comparison / n101 / text 1">
            <a:extLst xmlns:a="http://schemas.openxmlformats.org/drawingml/2006/main">
              <a:ext uri="{FF2B5EF4-FFF2-40B4-BE49-F238E27FC236}">
                <a16:creationId xmlns:a16="http://schemas.microsoft.com/office/drawing/2014/main" id="{CC998A12-D534-4DAD-A7B7-EDA8DFDFC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7210425"/>
            <a:ext cx="7696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채택 후: Response Manager → Interaction Manager / Task Manager → Agent Gateway</a:t>
            </a:r>
          </a:p>
        </p:txBody>
      </p:sp>
      <p:sp>
        <p:nvSpPr>
          <p:cNvPr id="111" name="dp43-comparison / n102">
            <a:extLst xmlns:a="http://schemas.openxmlformats.org/drawingml/2006/main">
              <a:ext uri="{FF2B5EF4-FFF2-40B4-BE49-F238E27FC236}">
                <a16:creationId xmlns:a16="http://schemas.microsoft.com/office/drawing/2014/main" id="{769CE3B4-EAEE-4B86-84B6-E71314A8E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7391400"/>
            <a:ext cx="6056376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" name="dp43-comparison / n103 / text 1">
            <a:extLst xmlns:a="http://schemas.openxmlformats.org/drawingml/2006/main">
              <a:ext uri="{FF2B5EF4-FFF2-40B4-BE49-F238E27FC236}">
                <a16:creationId xmlns:a16="http://schemas.microsoft.com/office/drawing/2014/main" id="{BFA1D431-3BD1-4762-BBC1-68EAFE983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7400925"/>
            <a:ext cx="76962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확인 질문의 실제 전달과 새 답변 / Downstream Agent 접수와 결과의 별도 확인</a:t>
            </a:r>
          </a:p>
        </p:txBody>
      </p:sp>
      <p:sp>
        <p:nvSpPr>
          <p:cNvPr id="113" name="dp43-comparison / n104">
            <a:extLst xmlns:a="http://schemas.openxmlformats.org/drawingml/2006/main">
              <a:ext uri="{FF2B5EF4-FFF2-40B4-BE49-F238E27FC236}">
                <a16:creationId xmlns:a16="http://schemas.microsoft.com/office/drawing/2014/main" id="{9C9D2335-9DCF-46C6-80EA-23B2405BF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676525"/>
            <a:ext cx="23336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14" name="dp43-comparison / n105 / text 1">
            <a:extLst xmlns:a="http://schemas.openxmlformats.org/drawingml/2006/main">
              <a:ext uri="{FF2B5EF4-FFF2-40B4-BE49-F238E27FC236}">
                <a16:creationId xmlns:a16="http://schemas.microsoft.com/office/drawing/2014/main" id="{0A1D2E1E-35F0-4A9F-A413-A2EBB893B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746058"/>
            <a:ext cx="21621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115" name="dp43-comparison / n106">
            <a:extLst xmlns:a="http://schemas.openxmlformats.org/drawingml/2006/main">
              <a:ext uri="{FF2B5EF4-FFF2-40B4-BE49-F238E27FC236}">
                <a16:creationId xmlns:a16="http://schemas.microsoft.com/office/drawing/2014/main" id="{600F5067-FD89-498D-825B-31FBA8606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30175" y="2676525"/>
            <a:ext cx="2190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16" name="dp43-comparison / n107 / text 1">
            <a:extLst xmlns:a="http://schemas.openxmlformats.org/drawingml/2006/main">
              <a:ext uri="{FF2B5EF4-FFF2-40B4-BE49-F238E27FC236}">
                <a16:creationId xmlns:a16="http://schemas.microsoft.com/office/drawing/2014/main" id="{7DFDAC06-D9CC-4613-8037-C969721AD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15900" y="2746058"/>
            <a:ext cx="2019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117" name="dp43-comparison / n108">
            <a:extLst xmlns:a="http://schemas.openxmlformats.org/drawingml/2006/main">
              <a:ext uri="{FF2B5EF4-FFF2-40B4-BE49-F238E27FC236}">
                <a16:creationId xmlns:a16="http://schemas.microsoft.com/office/drawing/2014/main" id="{1FF22B66-F179-4C13-8360-81ED116E5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2676525"/>
            <a:ext cx="1962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18" name="dp43-comparison / n109 / text 1">
            <a:extLst xmlns:a="http://schemas.openxmlformats.org/drawingml/2006/main">
              <a:ext uri="{FF2B5EF4-FFF2-40B4-BE49-F238E27FC236}">
                <a16:creationId xmlns:a16="http://schemas.microsoft.com/office/drawing/2014/main" id="{94613178-2B12-48D1-AA92-A6E9C6577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92450" y="2746058"/>
            <a:ext cx="17907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119" name="dp43-comparison / n114 / path">
            <a:extLst xmlns:a="http://schemas.openxmlformats.org/drawingml/2006/main">
              <a:ext uri="{FF2B5EF4-FFF2-40B4-BE49-F238E27FC236}">
                <a16:creationId xmlns:a16="http://schemas.microsoft.com/office/drawing/2014/main" id="{83934ECB-7D77-440A-848C-40F6A66EC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2857500"/>
            <a:ext cx="638175" cy="953"/>
          </a:xfrm>
          <a:custGeom xmlns:a="http://schemas.openxmlformats.org/drawingml/2006/main">
            <a:pathLst>
              <a:path w="638175" h="953">
                <a:moveTo>
                  <a:pt x="0" y="0"/>
                </a:moveTo>
                <a:lnTo>
                  <a:pt x="6381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20" name="dp43-comparison / n114 / arrow">
            <a:extLst xmlns:a="http://schemas.openxmlformats.org/drawingml/2006/main">
              <a:ext uri="{FF2B5EF4-FFF2-40B4-BE49-F238E27FC236}">
                <a16:creationId xmlns:a16="http://schemas.microsoft.com/office/drawing/2014/main" id="{60B8A4A2-6091-4EEE-A1E3-DD5ABACB9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08255" y="279654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21" name="dp43-comparison / n119">
            <a:extLst xmlns:a="http://schemas.openxmlformats.org/drawingml/2006/main">
              <a:ext uri="{FF2B5EF4-FFF2-40B4-BE49-F238E27FC236}">
                <a16:creationId xmlns:a16="http://schemas.microsoft.com/office/drawing/2014/main" id="{B0E8E0EE-5A4F-4FDF-BA14-8D124AEC6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409950"/>
            <a:ext cx="7820025" cy="2533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C"/>
          </a:solidFill>
          <a:ln xmlns:a="http://schemas.openxmlformats.org/drawingml/2006/main" w="16193">
            <a:solidFill>
              <a:srgbClr val="7155A4"/>
            </a:solidFill>
            <a:prstDash val="solid"/>
          </a:ln>
        </p:spPr>
      </p:sp>
      <p:sp>
        <p:nvSpPr>
          <p:cNvPr id="122" name="dp43-comparison / n120 / text 1">
            <a:extLst xmlns:a="http://schemas.openxmlformats.org/drawingml/2006/main">
              <a:ext uri="{FF2B5EF4-FFF2-40B4-BE49-F238E27FC236}">
                <a16:creationId xmlns:a16="http://schemas.microsoft.com/office/drawing/2014/main" id="{B138BBE4-B747-44E3-AD19-79265BAB1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2675" y="3505200"/>
            <a:ext cx="757237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123" name="dp43-comparison / n121">
            <a:extLst xmlns:a="http://schemas.openxmlformats.org/drawingml/2006/main">
              <a:ext uri="{FF2B5EF4-FFF2-40B4-BE49-F238E27FC236}">
                <a16:creationId xmlns:a16="http://schemas.microsoft.com/office/drawing/2014/main" id="{FF075346-A894-4BC3-833B-8FC70A197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30150" y="3867150"/>
            <a:ext cx="2286000" cy="1419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24" name="dp43-comparison / n122 / text 1">
            <a:extLst xmlns:a="http://schemas.openxmlformats.org/drawingml/2006/main">
              <a:ext uri="{FF2B5EF4-FFF2-40B4-BE49-F238E27FC236}">
                <a16:creationId xmlns:a16="http://schemas.microsoft.com/office/drawing/2014/main" id="{11C730C5-3EFB-4B89-9933-1D023335E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5875" y="4329113"/>
            <a:ext cx="21145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Interpretation</a:t>
            </a:r>
          </a:p>
        </p:txBody>
      </p:sp>
      <p:sp>
        <p:nvSpPr>
          <p:cNvPr id="125" name="dp43-comparison / n122 / text 2">
            <a:extLst xmlns:a="http://schemas.openxmlformats.org/drawingml/2006/main">
              <a:ext uri="{FF2B5EF4-FFF2-40B4-BE49-F238E27FC236}">
                <a16:creationId xmlns:a16="http://schemas.microsoft.com/office/drawing/2014/main" id="{CA0A428B-4326-4E98-A6A5-394561EEC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5875" y="4576763"/>
            <a:ext cx="21145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Coordinator</a:t>
            </a:r>
          </a:p>
        </p:txBody>
      </p:sp>
      <p:sp>
        <p:nvSpPr>
          <p:cNvPr id="126" name="dp43-comparison / n123">
            <a:extLst xmlns:a="http://schemas.openxmlformats.org/drawingml/2006/main">
              <a:ext uri="{FF2B5EF4-FFF2-40B4-BE49-F238E27FC236}">
                <a16:creationId xmlns:a16="http://schemas.microsoft.com/office/drawing/2014/main" id="{B96EE867-99B9-4DF0-AA7E-8E58AEAC7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30150" y="5400675"/>
            <a:ext cx="2286000" cy="4095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27" name="dp43-comparison / n124 / text 1">
            <a:extLst xmlns:a="http://schemas.openxmlformats.org/drawingml/2006/main">
              <a:ext uri="{FF2B5EF4-FFF2-40B4-BE49-F238E27FC236}">
                <a16:creationId xmlns:a16="http://schemas.microsoft.com/office/drawing/2014/main" id="{136E5748-A19A-4A40-BF51-7D8832CE3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5875" y="5562600"/>
            <a:ext cx="21145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Partial Interpretation Ledger</a:t>
            </a:r>
          </a:p>
        </p:txBody>
      </p:sp>
      <p:sp>
        <p:nvSpPr>
          <p:cNvPr id="128" name="dp43-comparison / n125">
            <a:extLst xmlns:a="http://schemas.openxmlformats.org/drawingml/2006/main">
              <a:ext uri="{FF2B5EF4-FFF2-40B4-BE49-F238E27FC236}">
                <a16:creationId xmlns:a16="http://schemas.microsoft.com/office/drawing/2014/main" id="{1883D8C2-9A30-41A1-B391-69A3E7C5D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3867150"/>
            <a:ext cx="22479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7155A4"/>
            </a:solidFill>
            <a:prstDash val="solid"/>
          </a:ln>
        </p:spPr>
      </p:sp>
      <p:sp>
        <p:nvSpPr>
          <p:cNvPr id="129" name="dp43-comparison / n126 / text 1">
            <a:extLst xmlns:a="http://schemas.openxmlformats.org/drawingml/2006/main">
              <a:ext uri="{FF2B5EF4-FFF2-40B4-BE49-F238E27FC236}">
                <a16:creationId xmlns:a16="http://schemas.microsoft.com/office/drawing/2014/main" id="{627AE03D-261B-45D3-813E-D5F2DBBFB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3861435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Request Intent</a:t>
            </a:r>
          </a:p>
        </p:txBody>
      </p:sp>
      <p:sp>
        <p:nvSpPr>
          <p:cNvPr id="130" name="dp43-comparison / n126 / text 2">
            <a:extLst xmlns:a="http://schemas.openxmlformats.org/drawingml/2006/main">
              <a:ext uri="{FF2B5EF4-FFF2-40B4-BE49-F238E27FC236}">
                <a16:creationId xmlns:a16="http://schemas.microsoft.com/office/drawing/2014/main" id="{EABE7F2A-D08D-4BF0-AF77-B7ABB498A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4071938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Interpreter</a:t>
            </a:r>
          </a:p>
        </p:txBody>
      </p:sp>
      <p:sp>
        <p:nvSpPr>
          <p:cNvPr id="131" name="dp43-comparison / n129 / path">
            <a:extLst xmlns:a="http://schemas.openxmlformats.org/drawingml/2006/main">
              <a:ext uri="{FF2B5EF4-FFF2-40B4-BE49-F238E27FC236}">
                <a16:creationId xmlns:a16="http://schemas.microsoft.com/office/drawing/2014/main" id="{B34A68BD-B2EE-4ECC-9D3F-C06BFCBD3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3986213"/>
            <a:ext cx="342900" cy="19050"/>
          </a:xfrm>
          <a:custGeom xmlns:a="http://schemas.openxmlformats.org/drawingml/2006/main">
            <a:pathLst>
              <a:path w="342900" h="19050">
                <a:moveTo>
                  <a:pt x="0" y="0"/>
                </a:moveTo>
                <a:lnTo>
                  <a:pt x="342900" y="190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32" name="dp43-comparison / n129 / arrow">
            <a:extLst xmlns:a="http://schemas.openxmlformats.org/drawingml/2006/main">
              <a:ext uri="{FF2B5EF4-FFF2-40B4-BE49-F238E27FC236}">
                <a16:creationId xmlns:a16="http://schemas.microsoft.com/office/drawing/2014/main" id="{69884A12-213A-4011-8689-8D4C48BEB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05036" y="3937633"/>
            <a:ext cx="125114" cy="121732"/>
          </a:xfrm>
          <a:custGeom xmlns:a="http://schemas.openxmlformats.org/drawingml/2006/main">
            <a:pathLst>
              <a:path w="125114" h="121732">
                <a:moveTo>
                  <a:pt x="0" y="121732"/>
                </a:moveTo>
                <a:lnTo>
                  <a:pt x="125114" y="67629"/>
                </a:lnTo>
                <a:lnTo>
                  <a:pt x="676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33" name="dp43-comparison / n130 / path">
            <a:extLst xmlns:a="http://schemas.openxmlformats.org/drawingml/2006/main">
              <a:ext uri="{FF2B5EF4-FFF2-40B4-BE49-F238E27FC236}">
                <a16:creationId xmlns:a16="http://schemas.microsoft.com/office/drawing/2014/main" id="{813D8099-8D57-4E54-B523-0A8277075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4157663"/>
            <a:ext cx="342900" cy="19050"/>
          </a:xfrm>
          <a:custGeom xmlns:a="http://schemas.openxmlformats.org/drawingml/2006/main">
            <a:pathLst>
              <a:path w="342900" h="19050">
                <a:moveTo>
                  <a:pt x="342900" y="190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dash"/>
          </a:ln>
        </p:spPr>
      </p:sp>
      <p:sp>
        <p:nvSpPr>
          <p:cNvPr id="134" name="dp43-comparison / n130 / arrow">
            <a:extLst xmlns:a="http://schemas.openxmlformats.org/drawingml/2006/main">
              <a:ext uri="{FF2B5EF4-FFF2-40B4-BE49-F238E27FC236}">
                <a16:creationId xmlns:a16="http://schemas.microsoft.com/office/drawing/2014/main" id="{0E41E04C-D987-4A7C-A09C-9156A76A2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4103559"/>
            <a:ext cx="125114" cy="121732"/>
          </a:xfrm>
          <a:custGeom xmlns:a="http://schemas.openxmlformats.org/drawingml/2006/main">
            <a:pathLst>
              <a:path w="125114" h="121732">
                <a:moveTo>
                  <a:pt x="125114" y="0"/>
                </a:moveTo>
                <a:lnTo>
                  <a:pt x="0" y="54103"/>
                </a:lnTo>
                <a:lnTo>
                  <a:pt x="118351" y="121732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35" name="dp43-comparison / n131">
            <a:extLst xmlns:a="http://schemas.openxmlformats.org/drawingml/2006/main">
              <a:ext uri="{FF2B5EF4-FFF2-40B4-BE49-F238E27FC236}">
                <a16:creationId xmlns:a16="http://schemas.microsoft.com/office/drawing/2014/main" id="{3CF00CB7-ED8E-4FC5-955C-CDA134B60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4524375"/>
            <a:ext cx="22479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7155A4"/>
            </a:solidFill>
            <a:prstDash val="solid"/>
          </a:ln>
        </p:spPr>
      </p:sp>
      <p:sp>
        <p:nvSpPr>
          <p:cNvPr id="136" name="dp43-comparison / n132 / text 1">
            <a:extLst xmlns:a="http://schemas.openxmlformats.org/drawingml/2006/main">
              <a:ext uri="{FF2B5EF4-FFF2-40B4-BE49-F238E27FC236}">
                <a16:creationId xmlns:a16="http://schemas.microsoft.com/office/drawing/2014/main" id="{1AA6F1D5-4611-403E-8B47-BF4255577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4623911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Referent Resolver</a:t>
            </a:r>
          </a:p>
        </p:txBody>
      </p:sp>
      <p:sp>
        <p:nvSpPr>
          <p:cNvPr id="137" name="dp43-comparison / n135 / path">
            <a:extLst xmlns:a="http://schemas.openxmlformats.org/drawingml/2006/main">
              <a:ext uri="{FF2B5EF4-FFF2-40B4-BE49-F238E27FC236}">
                <a16:creationId xmlns:a16="http://schemas.microsoft.com/office/drawing/2014/main" id="{7727D3AE-16FA-4889-A1CA-31772CECE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4491038"/>
            <a:ext cx="342900" cy="152400"/>
          </a:xfrm>
          <a:custGeom xmlns:a="http://schemas.openxmlformats.org/drawingml/2006/main">
            <a:pathLst>
              <a:path w="342900" h="152400">
                <a:moveTo>
                  <a:pt x="0" y="152400"/>
                </a:moveTo>
                <a:lnTo>
                  <a:pt x="3429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38" name="dp43-comparison / n135 / arrow">
            <a:extLst xmlns:a="http://schemas.openxmlformats.org/drawingml/2006/main">
              <a:ext uri="{FF2B5EF4-FFF2-40B4-BE49-F238E27FC236}">
                <a16:creationId xmlns:a16="http://schemas.microsoft.com/office/drawing/2014/main" id="{66BAFDDA-806C-4E51-BFF5-C77660FF5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93980" y="4484848"/>
            <a:ext cx="136170" cy="111412"/>
          </a:xfrm>
          <a:custGeom xmlns:a="http://schemas.openxmlformats.org/drawingml/2006/main">
            <a:pathLst>
              <a:path w="136170" h="111412">
                <a:moveTo>
                  <a:pt x="49516" y="111412"/>
                </a:moveTo>
                <a:lnTo>
                  <a:pt x="136170" y="619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39" name="dp43-comparison / n136 / path">
            <a:extLst xmlns:a="http://schemas.openxmlformats.org/drawingml/2006/main">
              <a:ext uri="{FF2B5EF4-FFF2-40B4-BE49-F238E27FC236}">
                <a16:creationId xmlns:a16="http://schemas.microsoft.com/office/drawing/2014/main" id="{91F7C9B4-3385-4209-AC72-90CE83E64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4662488"/>
            <a:ext cx="342900" cy="152400"/>
          </a:xfrm>
          <a:custGeom xmlns:a="http://schemas.openxmlformats.org/drawingml/2006/main">
            <a:pathLst>
              <a:path w="342900" h="152400">
                <a:moveTo>
                  <a:pt x="342900" y="0"/>
                </a:moveTo>
                <a:lnTo>
                  <a:pt x="0" y="1524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dash"/>
          </a:ln>
        </p:spPr>
      </p:sp>
      <p:sp>
        <p:nvSpPr>
          <p:cNvPr id="140" name="dp43-comparison / n136 / arrow">
            <a:extLst xmlns:a="http://schemas.openxmlformats.org/drawingml/2006/main">
              <a:ext uri="{FF2B5EF4-FFF2-40B4-BE49-F238E27FC236}">
                <a16:creationId xmlns:a16="http://schemas.microsoft.com/office/drawing/2014/main" id="{88B7E6C5-93FC-450C-8CAD-7371EFD5B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4709665"/>
            <a:ext cx="136170" cy="111412"/>
          </a:xfrm>
          <a:custGeom xmlns:a="http://schemas.openxmlformats.org/drawingml/2006/main">
            <a:pathLst>
              <a:path w="136170" h="111412">
                <a:moveTo>
                  <a:pt x="86654" y="0"/>
                </a:moveTo>
                <a:lnTo>
                  <a:pt x="0" y="105222"/>
                </a:lnTo>
                <a:lnTo>
                  <a:pt x="136170" y="111412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41" name="dp43-comparison / n137">
            <a:extLst xmlns:a="http://schemas.openxmlformats.org/drawingml/2006/main">
              <a:ext uri="{FF2B5EF4-FFF2-40B4-BE49-F238E27FC236}">
                <a16:creationId xmlns:a16="http://schemas.microsoft.com/office/drawing/2014/main" id="{952EDE3E-0FF6-421F-ABE2-CE22C6DD5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5181600"/>
            <a:ext cx="22479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7155A4"/>
            </a:solidFill>
            <a:prstDash val="solid"/>
          </a:ln>
        </p:spPr>
      </p:sp>
      <p:sp>
        <p:nvSpPr>
          <p:cNvPr id="142" name="dp43-comparison / n138 / text 1">
            <a:extLst xmlns:a="http://schemas.openxmlformats.org/drawingml/2006/main">
              <a:ext uri="{FF2B5EF4-FFF2-40B4-BE49-F238E27FC236}">
                <a16:creationId xmlns:a16="http://schemas.microsoft.com/office/drawing/2014/main" id="{B268FB6C-3FCB-45CF-AC8D-94A94A0EA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5175885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Request Association</a:t>
            </a:r>
          </a:p>
        </p:txBody>
      </p:sp>
      <p:sp>
        <p:nvSpPr>
          <p:cNvPr id="143" name="dp43-comparison / n138 / text 2">
            <a:extLst xmlns:a="http://schemas.openxmlformats.org/drawingml/2006/main">
              <a:ext uri="{FF2B5EF4-FFF2-40B4-BE49-F238E27FC236}">
                <a16:creationId xmlns:a16="http://schemas.microsoft.com/office/drawing/2014/main" id="{3C68582E-705B-4D62-A049-F263AAAE8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5386388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Resolver</a:t>
            </a:r>
          </a:p>
        </p:txBody>
      </p:sp>
      <p:sp>
        <p:nvSpPr>
          <p:cNvPr id="144" name="dp43-comparison / n141 / path">
            <a:extLst xmlns:a="http://schemas.openxmlformats.org/drawingml/2006/main">
              <a:ext uri="{FF2B5EF4-FFF2-40B4-BE49-F238E27FC236}">
                <a16:creationId xmlns:a16="http://schemas.microsoft.com/office/drawing/2014/main" id="{9AC98265-F968-4D04-BDEE-8818809E5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4976813"/>
            <a:ext cx="342900" cy="323850"/>
          </a:xfrm>
          <a:custGeom xmlns:a="http://schemas.openxmlformats.org/drawingml/2006/main">
            <a:pathLst>
              <a:path w="342900" h="323850">
                <a:moveTo>
                  <a:pt x="0" y="323850"/>
                </a:moveTo>
                <a:lnTo>
                  <a:pt x="3429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45" name="dp43-comparison / n141 / arrow">
            <a:extLst xmlns:a="http://schemas.openxmlformats.org/drawingml/2006/main">
              <a:ext uri="{FF2B5EF4-FFF2-40B4-BE49-F238E27FC236}">
                <a16:creationId xmlns:a16="http://schemas.microsoft.com/office/drawing/2014/main" id="{D7BB7FB8-473D-45D7-9413-23057173E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99656" y="4976813"/>
            <a:ext cx="130494" cy="128032"/>
          </a:xfrm>
          <a:custGeom xmlns:a="http://schemas.openxmlformats.org/drawingml/2006/main">
            <a:pathLst>
              <a:path w="130494" h="128032">
                <a:moveTo>
                  <a:pt x="83713" y="128032"/>
                </a:moveTo>
                <a:lnTo>
                  <a:pt x="130494" y="0"/>
                </a:lnTo>
                <a:lnTo>
                  <a:pt x="0" y="39394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46" name="dp43-comparison / n142 / path">
            <a:extLst xmlns:a="http://schemas.openxmlformats.org/drawingml/2006/main">
              <a:ext uri="{FF2B5EF4-FFF2-40B4-BE49-F238E27FC236}">
                <a16:creationId xmlns:a16="http://schemas.microsoft.com/office/drawing/2014/main" id="{9C9283B9-6190-4971-8D67-F73364B41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5148263"/>
            <a:ext cx="342900" cy="323850"/>
          </a:xfrm>
          <a:custGeom xmlns:a="http://schemas.openxmlformats.org/drawingml/2006/main">
            <a:pathLst>
              <a:path w="342900" h="323850">
                <a:moveTo>
                  <a:pt x="342900" y="0"/>
                </a:moveTo>
                <a:lnTo>
                  <a:pt x="0" y="3238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dash"/>
          </a:ln>
        </p:spPr>
      </p:sp>
      <p:sp>
        <p:nvSpPr>
          <p:cNvPr id="147" name="dp43-comparison / n142 / arrow">
            <a:extLst xmlns:a="http://schemas.openxmlformats.org/drawingml/2006/main">
              <a:ext uri="{FF2B5EF4-FFF2-40B4-BE49-F238E27FC236}">
                <a16:creationId xmlns:a16="http://schemas.microsoft.com/office/drawing/2014/main" id="{3C254935-1660-40EA-870F-7E4ACFEC3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5344081"/>
            <a:ext cx="130494" cy="128032"/>
          </a:xfrm>
          <a:custGeom xmlns:a="http://schemas.openxmlformats.org/drawingml/2006/main">
            <a:pathLst>
              <a:path w="130494" h="128032">
                <a:moveTo>
                  <a:pt x="46781" y="0"/>
                </a:moveTo>
                <a:lnTo>
                  <a:pt x="0" y="128032"/>
                </a:lnTo>
                <a:lnTo>
                  <a:pt x="130494" y="88637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48" name="dp43-comparison / n143">
            <a:extLst xmlns:a="http://schemas.openxmlformats.org/drawingml/2006/main">
              <a:ext uri="{FF2B5EF4-FFF2-40B4-BE49-F238E27FC236}">
                <a16:creationId xmlns:a16="http://schemas.microsoft.com/office/drawing/2014/main" id="{33CEF426-A550-490A-B49A-C16717A9F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3867150"/>
            <a:ext cx="22479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7155A4"/>
            </a:solidFill>
            <a:prstDash val="solid"/>
          </a:ln>
        </p:spPr>
      </p:sp>
      <p:sp>
        <p:nvSpPr>
          <p:cNvPr id="149" name="dp43-comparison / n144 / text 1">
            <a:extLst xmlns:a="http://schemas.openxmlformats.org/drawingml/2006/main">
              <a:ext uri="{FF2B5EF4-FFF2-40B4-BE49-F238E27FC236}">
                <a16:creationId xmlns:a16="http://schemas.microsoft.com/office/drawing/2014/main" id="{AE05C7F9-AC66-46B0-A683-0EFE56A39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25725" y="3861435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Request Relation</a:t>
            </a:r>
          </a:p>
        </p:txBody>
      </p:sp>
      <p:sp>
        <p:nvSpPr>
          <p:cNvPr id="150" name="dp43-comparison / n144 / text 2">
            <a:extLst xmlns:a="http://schemas.openxmlformats.org/drawingml/2006/main">
              <a:ext uri="{FF2B5EF4-FFF2-40B4-BE49-F238E27FC236}">
                <a16:creationId xmlns:a16="http://schemas.microsoft.com/office/drawing/2014/main" id="{BD515B41-83E1-4733-BFB7-B165C55FC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25725" y="4071938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Interpreter</a:t>
            </a:r>
          </a:p>
        </p:txBody>
      </p:sp>
      <p:sp>
        <p:nvSpPr>
          <p:cNvPr id="151" name="dp43-comparison / n147 / path">
            <a:extLst xmlns:a="http://schemas.openxmlformats.org/drawingml/2006/main">
              <a:ext uri="{FF2B5EF4-FFF2-40B4-BE49-F238E27FC236}">
                <a16:creationId xmlns:a16="http://schemas.microsoft.com/office/drawing/2014/main" id="{E77887D6-A8B5-4BA0-BDE0-4CC2A5B99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3986213"/>
            <a:ext cx="323850" cy="19050"/>
          </a:xfrm>
          <a:custGeom xmlns:a="http://schemas.openxmlformats.org/drawingml/2006/main">
            <a:pathLst>
              <a:path w="323850" h="19050">
                <a:moveTo>
                  <a:pt x="323850" y="0"/>
                </a:moveTo>
                <a:lnTo>
                  <a:pt x="0" y="190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52" name="dp43-comparison / n147 / arrow">
            <a:extLst xmlns:a="http://schemas.openxmlformats.org/drawingml/2006/main">
              <a:ext uri="{FF2B5EF4-FFF2-40B4-BE49-F238E27FC236}">
                <a16:creationId xmlns:a16="http://schemas.microsoft.com/office/drawing/2014/main" id="{796EF363-7A86-4A61-852B-48FECB621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3937248"/>
            <a:ext cx="125289" cy="121710"/>
          </a:xfrm>
          <a:custGeom xmlns:a="http://schemas.openxmlformats.org/drawingml/2006/main">
            <a:pathLst>
              <a:path w="125289" h="121710">
                <a:moveTo>
                  <a:pt x="118130" y="0"/>
                </a:moveTo>
                <a:lnTo>
                  <a:pt x="0" y="68014"/>
                </a:lnTo>
                <a:lnTo>
                  <a:pt x="125289" y="12171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53" name="dp43-comparison / n148 / path">
            <a:extLst xmlns:a="http://schemas.openxmlformats.org/drawingml/2006/main">
              <a:ext uri="{FF2B5EF4-FFF2-40B4-BE49-F238E27FC236}">
                <a16:creationId xmlns:a16="http://schemas.microsoft.com/office/drawing/2014/main" id="{C2A54A6A-9D42-4FAE-9F10-D67FB8EE6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157663"/>
            <a:ext cx="323850" cy="19050"/>
          </a:xfrm>
          <a:custGeom xmlns:a="http://schemas.openxmlformats.org/drawingml/2006/main">
            <a:pathLst>
              <a:path w="323850" h="19050">
                <a:moveTo>
                  <a:pt x="0" y="19050"/>
                </a:moveTo>
                <a:lnTo>
                  <a:pt x="3238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dash"/>
          </a:ln>
        </p:spPr>
      </p:sp>
      <p:sp>
        <p:nvSpPr>
          <p:cNvPr id="154" name="dp43-comparison / n148 / arrow">
            <a:extLst xmlns:a="http://schemas.openxmlformats.org/drawingml/2006/main">
              <a:ext uri="{FF2B5EF4-FFF2-40B4-BE49-F238E27FC236}">
                <a16:creationId xmlns:a16="http://schemas.microsoft.com/office/drawing/2014/main" id="{0247FA53-886B-49BE-B3CB-3DE2D1411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4711" y="4103967"/>
            <a:ext cx="125289" cy="121710"/>
          </a:xfrm>
          <a:custGeom xmlns:a="http://schemas.openxmlformats.org/drawingml/2006/main">
            <a:pathLst>
              <a:path w="125289" h="121710">
                <a:moveTo>
                  <a:pt x="7159" y="121710"/>
                </a:moveTo>
                <a:lnTo>
                  <a:pt x="125289" y="5369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55" name="dp43-comparison / n149">
            <a:extLst xmlns:a="http://schemas.openxmlformats.org/drawingml/2006/main">
              <a:ext uri="{FF2B5EF4-FFF2-40B4-BE49-F238E27FC236}">
                <a16:creationId xmlns:a16="http://schemas.microsoft.com/office/drawing/2014/main" id="{15BB7B21-2A08-4542-AB5D-51654CA34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4524375"/>
            <a:ext cx="22479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7155A4"/>
            </a:solidFill>
            <a:prstDash val="solid"/>
          </a:ln>
        </p:spPr>
      </p:sp>
      <p:sp>
        <p:nvSpPr>
          <p:cNvPr id="156" name="dp43-comparison / n150 / text 1">
            <a:extLst xmlns:a="http://schemas.openxmlformats.org/drawingml/2006/main">
              <a:ext uri="{FF2B5EF4-FFF2-40B4-BE49-F238E27FC236}">
                <a16:creationId xmlns:a16="http://schemas.microsoft.com/office/drawing/2014/main" id="{4F88F384-C49A-4627-AFB5-029CBA50B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25725" y="4518660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Request Revision</a:t>
            </a:r>
          </a:p>
        </p:txBody>
      </p:sp>
      <p:sp>
        <p:nvSpPr>
          <p:cNvPr id="157" name="dp43-comparison / n150 / text 2">
            <a:extLst xmlns:a="http://schemas.openxmlformats.org/drawingml/2006/main">
              <a:ext uri="{FF2B5EF4-FFF2-40B4-BE49-F238E27FC236}">
                <a16:creationId xmlns:a16="http://schemas.microsoft.com/office/drawing/2014/main" id="{2196D395-C71B-424F-A3B6-B71FB9E99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25725" y="4729163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Interpreter</a:t>
            </a:r>
          </a:p>
        </p:txBody>
      </p:sp>
      <p:sp>
        <p:nvSpPr>
          <p:cNvPr id="158" name="dp43-comparison / n153 / path">
            <a:extLst xmlns:a="http://schemas.openxmlformats.org/drawingml/2006/main">
              <a:ext uri="{FF2B5EF4-FFF2-40B4-BE49-F238E27FC236}">
                <a16:creationId xmlns:a16="http://schemas.microsoft.com/office/drawing/2014/main" id="{93BF6DA8-E630-4501-A901-BCDC73A8A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491038"/>
            <a:ext cx="323850" cy="152400"/>
          </a:xfrm>
          <a:custGeom xmlns:a="http://schemas.openxmlformats.org/drawingml/2006/main">
            <a:pathLst>
              <a:path w="323850" h="152400">
                <a:moveTo>
                  <a:pt x="323850" y="15240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59" name="dp43-comparison / n153 / arrow">
            <a:extLst xmlns:a="http://schemas.openxmlformats.org/drawingml/2006/main">
              <a:ext uri="{FF2B5EF4-FFF2-40B4-BE49-F238E27FC236}">
                <a16:creationId xmlns:a16="http://schemas.microsoft.com/office/drawing/2014/main" id="{2A4771B0-B29F-4AEF-9BD3-34FE1F94F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487793"/>
            <a:ext cx="136272" cy="110315"/>
          </a:xfrm>
          <a:custGeom xmlns:a="http://schemas.openxmlformats.org/drawingml/2006/main">
            <a:pathLst>
              <a:path w="136272" h="110315">
                <a:moveTo>
                  <a:pt x="136272" y="0"/>
                </a:moveTo>
                <a:lnTo>
                  <a:pt x="0" y="3245"/>
                </a:lnTo>
                <a:lnTo>
                  <a:pt x="84359" y="110315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60" name="dp43-comparison / n154 / path">
            <a:extLst xmlns:a="http://schemas.openxmlformats.org/drawingml/2006/main">
              <a:ext uri="{FF2B5EF4-FFF2-40B4-BE49-F238E27FC236}">
                <a16:creationId xmlns:a16="http://schemas.microsoft.com/office/drawing/2014/main" id="{41BAF96C-986B-4816-87B5-50F74B94F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662488"/>
            <a:ext cx="323850" cy="152400"/>
          </a:xfrm>
          <a:custGeom xmlns:a="http://schemas.openxmlformats.org/drawingml/2006/main">
            <a:pathLst>
              <a:path w="323850" h="152400">
                <a:moveTo>
                  <a:pt x="0" y="0"/>
                </a:moveTo>
                <a:lnTo>
                  <a:pt x="323850" y="1524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dash"/>
          </a:ln>
        </p:spPr>
      </p:sp>
      <p:sp>
        <p:nvSpPr>
          <p:cNvPr id="161" name="dp43-comparison / n154 / arrow">
            <a:extLst xmlns:a="http://schemas.openxmlformats.org/drawingml/2006/main">
              <a:ext uri="{FF2B5EF4-FFF2-40B4-BE49-F238E27FC236}">
                <a16:creationId xmlns:a16="http://schemas.microsoft.com/office/drawing/2014/main" id="{C95F8F80-CD0A-40F8-AAE9-BA340B244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03728" y="4707817"/>
            <a:ext cx="136272" cy="110315"/>
          </a:xfrm>
          <a:custGeom xmlns:a="http://schemas.openxmlformats.org/drawingml/2006/main">
            <a:pathLst>
              <a:path w="136272" h="110315">
                <a:moveTo>
                  <a:pt x="0" y="110315"/>
                </a:moveTo>
                <a:lnTo>
                  <a:pt x="136272" y="107071"/>
                </a:lnTo>
                <a:lnTo>
                  <a:pt x="519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62" name="dp43-comparison / n155">
            <a:extLst xmlns:a="http://schemas.openxmlformats.org/drawingml/2006/main">
              <a:ext uri="{FF2B5EF4-FFF2-40B4-BE49-F238E27FC236}">
                <a16:creationId xmlns:a16="http://schemas.microsoft.com/office/drawing/2014/main" id="{0EC0449E-68D9-40A6-ACF9-8E9BCB19C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5181600"/>
            <a:ext cx="22479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7155A4"/>
            </a:solidFill>
            <a:prstDash val="solid"/>
          </a:ln>
        </p:spPr>
      </p:sp>
      <p:sp>
        <p:nvSpPr>
          <p:cNvPr id="163" name="dp43-comparison / n156 / text 1">
            <a:extLst xmlns:a="http://schemas.openxmlformats.org/drawingml/2006/main">
              <a:ext uri="{FF2B5EF4-FFF2-40B4-BE49-F238E27FC236}">
                <a16:creationId xmlns:a16="http://schemas.microsoft.com/office/drawing/2014/main" id="{6502A7E6-8A8A-4ACF-A7C5-0D2843339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25725" y="5175885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Request Handling</a:t>
            </a:r>
          </a:p>
        </p:txBody>
      </p:sp>
      <p:sp>
        <p:nvSpPr>
          <p:cNvPr id="164" name="dp43-comparison / n156 / text 2">
            <a:extLst xmlns:a="http://schemas.openxmlformats.org/drawingml/2006/main">
              <a:ext uri="{FF2B5EF4-FFF2-40B4-BE49-F238E27FC236}">
                <a16:creationId xmlns:a16="http://schemas.microsoft.com/office/drawing/2014/main" id="{B2843BEA-5D02-4E3C-9889-AADE9B46B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25725" y="5386388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Interpreter</a:t>
            </a:r>
          </a:p>
        </p:txBody>
      </p:sp>
      <p:sp>
        <p:nvSpPr>
          <p:cNvPr id="165" name="dp43-comparison / n159 / path">
            <a:extLst xmlns:a="http://schemas.openxmlformats.org/drawingml/2006/main">
              <a:ext uri="{FF2B5EF4-FFF2-40B4-BE49-F238E27FC236}">
                <a16:creationId xmlns:a16="http://schemas.microsoft.com/office/drawing/2014/main" id="{6C5DB757-6F10-41FD-B270-99BED1CA1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976813"/>
            <a:ext cx="323850" cy="323850"/>
          </a:xfrm>
          <a:custGeom xmlns:a="http://schemas.openxmlformats.org/drawingml/2006/main">
            <a:pathLst>
              <a:path w="323850" h="323850">
                <a:moveTo>
                  <a:pt x="323850" y="3238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66" name="dp43-comparison / n159 / arrow">
            <a:extLst xmlns:a="http://schemas.openxmlformats.org/drawingml/2006/main">
              <a:ext uri="{FF2B5EF4-FFF2-40B4-BE49-F238E27FC236}">
                <a16:creationId xmlns:a16="http://schemas.microsoft.com/office/drawing/2014/main" id="{952540C5-25DB-43C8-B72C-0A10036F4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976813"/>
            <a:ext cx="129316" cy="129316"/>
          </a:xfrm>
          <a:custGeom xmlns:a="http://schemas.openxmlformats.org/drawingml/2006/main">
            <a:pathLst>
              <a:path w="129316" h="129316">
                <a:moveTo>
                  <a:pt x="129316" y="43105"/>
                </a:moveTo>
                <a:lnTo>
                  <a:pt x="0" y="0"/>
                </a:lnTo>
                <a:lnTo>
                  <a:pt x="43105" y="129316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67" name="dp43-comparison / n160 / path">
            <a:extLst xmlns:a="http://schemas.openxmlformats.org/drawingml/2006/main">
              <a:ext uri="{FF2B5EF4-FFF2-40B4-BE49-F238E27FC236}">
                <a16:creationId xmlns:a16="http://schemas.microsoft.com/office/drawing/2014/main" id="{4BD65947-07E5-4750-A07D-3DE421A9E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5148263"/>
            <a:ext cx="323850" cy="323850"/>
          </a:xfrm>
          <a:custGeom xmlns:a="http://schemas.openxmlformats.org/drawingml/2006/main">
            <a:pathLst>
              <a:path w="323850" h="323850">
                <a:moveTo>
                  <a:pt x="0" y="0"/>
                </a:moveTo>
                <a:lnTo>
                  <a:pt x="323850" y="3238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dash"/>
          </a:ln>
        </p:spPr>
      </p:sp>
      <p:sp>
        <p:nvSpPr>
          <p:cNvPr id="168" name="dp43-comparison / n160 / arrow">
            <a:extLst xmlns:a="http://schemas.openxmlformats.org/drawingml/2006/main">
              <a:ext uri="{FF2B5EF4-FFF2-40B4-BE49-F238E27FC236}">
                <a16:creationId xmlns:a16="http://schemas.microsoft.com/office/drawing/2014/main" id="{FFD289AF-5B8B-4E69-A974-0B89C6F36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0684" y="5342797"/>
            <a:ext cx="129316" cy="129316"/>
          </a:xfrm>
          <a:custGeom xmlns:a="http://schemas.openxmlformats.org/drawingml/2006/main">
            <a:pathLst>
              <a:path w="129316" h="129316">
                <a:moveTo>
                  <a:pt x="0" y="86210"/>
                </a:moveTo>
                <a:lnTo>
                  <a:pt x="129316" y="129316"/>
                </a:lnTo>
                <a:lnTo>
                  <a:pt x="862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69" name="dp43-comparison / n161 / path">
            <a:extLst xmlns:a="http://schemas.openxmlformats.org/drawingml/2006/main">
              <a:ext uri="{FF2B5EF4-FFF2-40B4-BE49-F238E27FC236}">
                <a16:creationId xmlns:a16="http://schemas.microsoft.com/office/drawing/2014/main" id="{A8047B0C-0235-48D0-BDC9-442F689E5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73150" y="3038475"/>
            <a:ext cx="1247775" cy="828675"/>
          </a:xfrm>
          <a:custGeom xmlns:a="http://schemas.openxmlformats.org/drawingml/2006/main">
            <a:pathLst>
              <a:path w="1247775" h="828675">
                <a:moveTo>
                  <a:pt x="1104900" y="0"/>
                </a:moveTo>
                <a:lnTo>
                  <a:pt x="1104900" y="266700"/>
                </a:lnTo>
                <a:lnTo>
                  <a:pt x="1247775" y="266700"/>
                </a:lnTo>
                <a:lnTo>
                  <a:pt x="1247775" y="781050"/>
                </a:lnTo>
                <a:lnTo>
                  <a:pt x="0" y="781050"/>
                </a:lnTo>
                <a:lnTo>
                  <a:pt x="0" y="8286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70" name="dp43-comparison / n161 / arrow">
            <a:extLst xmlns:a="http://schemas.openxmlformats.org/drawingml/2006/main">
              <a:ext uri="{FF2B5EF4-FFF2-40B4-BE49-F238E27FC236}">
                <a16:creationId xmlns:a16="http://schemas.microsoft.com/office/drawing/2014/main" id="{8E3B377A-F05C-4E50-AD2A-B7634AA1E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2190" y="374523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71" name="dp43-comparison / n162 / path">
            <a:extLst xmlns:a="http://schemas.openxmlformats.org/drawingml/2006/main">
              <a:ext uri="{FF2B5EF4-FFF2-40B4-BE49-F238E27FC236}">
                <a16:creationId xmlns:a16="http://schemas.microsoft.com/office/drawing/2014/main" id="{CB60EB7E-84FA-4AB8-A3F0-B11BB9C72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73150" y="5286375"/>
            <a:ext cx="953" cy="114300"/>
          </a:xfrm>
          <a:custGeom xmlns:a="http://schemas.openxmlformats.org/drawingml/2006/main">
            <a:pathLst>
              <a:path w="953" h="114300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72" name="dp43-comparison / n162 / arrow">
            <a:extLst xmlns:a="http://schemas.openxmlformats.org/drawingml/2006/main">
              <a:ext uri="{FF2B5EF4-FFF2-40B4-BE49-F238E27FC236}">
                <a16:creationId xmlns:a16="http://schemas.microsoft.com/office/drawing/2014/main" id="{30AFB217-110A-443A-8ADB-281319B87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2190" y="52787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73" name="dp43-comparison / n163 / path">
            <a:extLst xmlns:a="http://schemas.openxmlformats.org/drawingml/2006/main">
              <a:ext uri="{FF2B5EF4-FFF2-40B4-BE49-F238E27FC236}">
                <a16:creationId xmlns:a16="http://schemas.microsoft.com/office/drawing/2014/main" id="{4B709071-6841-47FA-93E5-0DB7DA475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038475"/>
            <a:ext cx="7791450" cy="742950"/>
          </a:xfrm>
          <a:custGeom xmlns:a="http://schemas.openxmlformats.org/drawingml/2006/main">
            <a:pathLst>
              <a:path w="7791450" h="742950">
                <a:moveTo>
                  <a:pt x="0" y="742950"/>
                </a:moveTo>
                <a:lnTo>
                  <a:pt x="7791450" y="742950"/>
                </a:lnTo>
                <a:lnTo>
                  <a:pt x="7791450" y="266700"/>
                </a:lnTo>
                <a:lnTo>
                  <a:pt x="6743700" y="266700"/>
                </a:lnTo>
                <a:lnTo>
                  <a:pt x="67437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74" name="dp43-comparison / n163 / arrow">
            <a:extLst xmlns:a="http://schemas.openxmlformats.org/drawingml/2006/main">
              <a:ext uri="{FF2B5EF4-FFF2-40B4-BE49-F238E27FC236}">
                <a16:creationId xmlns:a16="http://schemas.microsoft.com/office/drawing/2014/main" id="{9885B000-F079-461F-8828-357AB5561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26840" y="303847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175" name="dp43-comparison / n164 / path">
            <a:extLst xmlns:a="http://schemas.openxmlformats.org/drawingml/2006/main">
              <a:ext uri="{FF2B5EF4-FFF2-40B4-BE49-F238E27FC236}">
                <a16:creationId xmlns:a16="http://schemas.microsoft.com/office/drawing/2014/main" id="{99BED5CE-B02E-4D61-841D-3FCA1C3F0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781425"/>
            <a:ext cx="95250" cy="290513"/>
          </a:xfrm>
          <a:custGeom xmlns:a="http://schemas.openxmlformats.org/drawingml/2006/main">
            <a:pathLst>
              <a:path w="95250" h="290513">
                <a:moveTo>
                  <a:pt x="95250" y="290513"/>
                </a:moveTo>
                <a:lnTo>
                  <a:pt x="0" y="290513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76" name="dp43-comparison / n165 / path">
            <a:extLst xmlns:a="http://schemas.openxmlformats.org/drawingml/2006/main">
              <a:ext uri="{FF2B5EF4-FFF2-40B4-BE49-F238E27FC236}">
                <a16:creationId xmlns:a16="http://schemas.microsoft.com/office/drawing/2014/main" id="{A46318C1-90A6-4DDB-A07C-2995691A6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781425"/>
            <a:ext cx="95250" cy="947738"/>
          </a:xfrm>
          <a:custGeom xmlns:a="http://schemas.openxmlformats.org/drawingml/2006/main">
            <a:pathLst>
              <a:path w="95250" h="947738">
                <a:moveTo>
                  <a:pt x="95250" y="947738"/>
                </a:moveTo>
                <a:lnTo>
                  <a:pt x="0" y="94773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77" name="dp43-comparison / n166 / path">
            <a:extLst xmlns:a="http://schemas.openxmlformats.org/drawingml/2006/main">
              <a:ext uri="{FF2B5EF4-FFF2-40B4-BE49-F238E27FC236}">
                <a16:creationId xmlns:a16="http://schemas.microsoft.com/office/drawing/2014/main" id="{B25EFED7-BC5C-4496-8AFC-474203337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781425"/>
            <a:ext cx="95250" cy="1604963"/>
          </a:xfrm>
          <a:custGeom xmlns:a="http://schemas.openxmlformats.org/drawingml/2006/main">
            <a:pathLst>
              <a:path w="95250" h="1604963">
                <a:moveTo>
                  <a:pt x="95250" y="1604963"/>
                </a:moveTo>
                <a:lnTo>
                  <a:pt x="0" y="1604963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78" name="dp43-comparison / n167 / path">
            <a:extLst xmlns:a="http://schemas.openxmlformats.org/drawingml/2006/main">
              <a:ext uri="{FF2B5EF4-FFF2-40B4-BE49-F238E27FC236}">
                <a16:creationId xmlns:a16="http://schemas.microsoft.com/office/drawing/2014/main" id="{F4A0C98D-DE60-4B4C-8304-8335C74FB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87900" y="3781425"/>
            <a:ext cx="247650" cy="290513"/>
          </a:xfrm>
          <a:custGeom xmlns:a="http://schemas.openxmlformats.org/drawingml/2006/main">
            <a:pathLst>
              <a:path w="247650" h="290513">
                <a:moveTo>
                  <a:pt x="0" y="290513"/>
                </a:moveTo>
                <a:lnTo>
                  <a:pt x="247650" y="290513"/>
                </a:lnTo>
                <a:lnTo>
                  <a:pt x="2476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79" name="dp43-comparison / n168 / path">
            <a:extLst xmlns:a="http://schemas.openxmlformats.org/drawingml/2006/main">
              <a:ext uri="{FF2B5EF4-FFF2-40B4-BE49-F238E27FC236}">
                <a16:creationId xmlns:a16="http://schemas.microsoft.com/office/drawing/2014/main" id="{F6939EA8-03A9-4FD2-8674-4E559F5C9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87900" y="3781425"/>
            <a:ext cx="247650" cy="947738"/>
          </a:xfrm>
          <a:custGeom xmlns:a="http://schemas.openxmlformats.org/drawingml/2006/main">
            <a:pathLst>
              <a:path w="247650" h="947738">
                <a:moveTo>
                  <a:pt x="0" y="947738"/>
                </a:moveTo>
                <a:lnTo>
                  <a:pt x="247650" y="947738"/>
                </a:lnTo>
                <a:lnTo>
                  <a:pt x="2476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80" name="dp43-comparison / n169 / path">
            <a:extLst xmlns:a="http://schemas.openxmlformats.org/drawingml/2006/main">
              <a:ext uri="{FF2B5EF4-FFF2-40B4-BE49-F238E27FC236}">
                <a16:creationId xmlns:a16="http://schemas.microsoft.com/office/drawing/2014/main" id="{D440C08F-1EF6-4876-A0C3-F376502A2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87900" y="3781425"/>
            <a:ext cx="247650" cy="1604963"/>
          </a:xfrm>
          <a:custGeom xmlns:a="http://schemas.openxmlformats.org/drawingml/2006/main">
            <a:pathLst>
              <a:path w="247650" h="1604963">
                <a:moveTo>
                  <a:pt x="0" y="1604963"/>
                </a:moveTo>
                <a:lnTo>
                  <a:pt x="247650" y="1604963"/>
                </a:lnTo>
                <a:lnTo>
                  <a:pt x="2476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81" name="dp43-comparison / n176">
            <a:extLst xmlns:a="http://schemas.openxmlformats.org/drawingml/2006/main">
              <a:ext uri="{FF2B5EF4-FFF2-40B4-BE49-F238E27FC236}">
                <a16:creationId xmlns:a16="http://schemas.microsoft.com/office/drawing/2014/main" id="{013D0395-B7E9-4DE0-AAF5-2164A2E01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524625"/>
            <a:ext cx="2381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82" name="dp43-comparison / n177 / text 1">
            <a:extLst xmlns:a="http://schemas.openxmlformats.org/drawingml/2006/main">
              <a:ext uri="{FF2B5EF4-FFF2-40B4-BE49-F238E27FC236}">
                <a16:creationId xmlns:a16="http://schemas.microsoft.com/office/drawing/2014/main" id="{4F785923-9EBB-45C7-B8F2-52A169FB6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6598920"/>
            <a:ext cx="2209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183" name="dp43-comparison / n178">
            <a:extLst xmlns:a="http://schemas.openxmlformats.org/drawingml/2006/main">
              <a:ext uri="{FF2B5EF4-FFF2-40B4-BE49-F238E27FC236}">
                <a16:creationId xmlns:a16="http://schemas.microsoft.com/office/drawing/2014/main" id="{1CC840AA-2A96-4D66-BA01-F6D415F39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06375" y="6505575"/>
            <a:ext cx="2190750" cy="4095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84" name="dp43-comparison / n179 / text 1">
            <a:extLst xmlns:a="http://schemas.openxmlformats.org/drawingml/2006/main">
              <a:ext uri="{FF2B5EF4-FFF2-40B4-BE49-F238E27FC236}">
                <a16:creationId xmlns:a16="http://schemas.microsoft.com/office/drawing/2014/main" id="{13961A4A-6B08-4DFD-A287-2BCF45CB8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92100" y="6667500"/>
            <a:ext cx="20193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State Store</a:t>
            </a:r>
          </a:p>
        </p:txBody>
      </p:sp>
      <p:sp>
        <p:nvSpPr>
          <p:cNvPr id="185" name="dp43-comparison / n180">
            <a:extLst xmlns:a="http://schemas.openxmlformats.org/drawingml/2006/main">
              <a:ext uri="{FF2B5EF4-FFF2-40B4-BE49-F238E27FC236}">
                <a16:creationId xmlns:a16="http://schemas.microsoft.com/office/drawing/2014/main" id="{71E490D8-CA97-4441-AB05-E533D51FF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68625" y="6524625"/>
            <a:ext cx="19812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86" name="dp43-comparison / n181 / text 1">
            <a:extLst xmlns:a="http://schemas.openxmlformats.org/drawingml/2006/main">
              <a:ext uri="{FF2B5EF4-FFF2-40B4-BE49-F238E27FC236}">
                <a16:creationId xmlns:a16="http://schemas.microsoft.com/office/drawing/2014/main" id="{299151BA-F830-459E-A67B-AAAD86F7E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54350" y="6598920"/>
            <a:ext cx="18097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Policy Manager</a:t>
            </a:r>
          </a:p>
        </p:txBody>
      </p:sp>
      <p:sp>
        <p:nvSpPr>
          <p:cNvPr id="187" name="dp43-comparison / n182 / path">
            <a:extLst xmlns:a="http://schemas.openxmlformats.org/drawingml/2006/main">
              <a:ext uri="{FF2B5EF4-FFF2-40B4-BE49-F238E27FC236}">
                <a16:creationId xmlns:a16="http://schemas.microsoft.com/office/drawing/2014/main" id="{256A4B1C-CCDE-4036-B764-506A789A4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5810250"/>
            <a:ext cx="2676525" cy="714375"/>
          </a:xfrm>
          <a:custGeom xmlns:a="http://schemas.openxmlformats.org/drawingml/2006/main">
            <a:pathLst>
              <a:path w="2676525" h="714375">
                <a:moveTo>
                  <a:pt x="2676525" y="0"/>
                </a:moveTo>
                <a:lnTo>
                  <a:pt x="2676525" y="647700"/>
                </a:lnTo>
                <a:lnTo>
                  <a:pt x="0" y="647700"/>
                </a:lnTo>
                <a:lnTo>
                  <a:pt x="0" y="7143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88" name="dp43-comparison / n182 / arrow">
            <a:extLst xmlns:a="http://schemas.openxmlformats.org/drawingml/2006/main">
              <a:ext uri="{FF2B5EF4-FFF2-40B4-BE49-F238E27FC236}">
                <a16:creationId xmlns:a16="http://schemas.microsoft.com/office/drawing/2014/main" id="{8DB97C90-0CF1-404C-96D5-E2F82C6A3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35665" y="640270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89" name="dp43-comparison / n183 / path">
            <a:extLst xmlns:a="http://schemas.openxmlformats.org/drawingml/2006/main">
              <a:ext uri="{FF2B5EF4-FFF2-40B4-BE49-F238E27FC236}">
                <a16:creationId xmlns:a16="http://schemas.microsoft.com/office/drawing/2014/main" id="{82F1A60D-58BD-481D-B897-392466047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6448425"/>
            <a:ext cx="3381375" cy="261938"/>
          </a:xfrm>
          <a:custGeom xmlns:a="http://schemas.openxmlformats.org/drawingml/2006/main">
            <a:pathLst>
              <a:path w="3381375" h="261938">
                <a:moveTo>
                  <a:pt x="3381375" y="261938"/>
                </a:moveTo>
                <a:lnTo>
                  <a:pt x="3181350" y="257175"/>
                </a:lnTo>
                <a:lnTo>
                  <a:pt x="3181350" y="0"/>
                </a:lnTo>
                <a:lnTo>
                  <a:pt x="180975" y="0"/>
                </a:lnTo>
                <a:lnTo>
                  <a:pt x="180975" y="257175"/>
                </a:lnTo>
                <a:lnTo>
                  <a:pt x="0" y="26193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90" name="dp43-comparison / n183 / arrow">
            <a:extLst xmlns:a="http://schemas.openxmlformats.org/drawingml/2006/main">
              <a:ext uri="{FF2B5EF4-FFF2-40B4-BE49-F238E27FC236}">
                <a16:creationId xmlns:a16="http://schemas.microsoft.com/office/drawing/2014/main" id="{9124D4B8-8B55-4EC9-B40D-9C513AB3B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6646216"/>
            <a:ext cx="123481" cy="121878"/>
          </a:xfrm>
          <a:custGeom xmlns:a="http://schemas.openxmlformats.org/drawingml/2006/main">
            <a:pathLst>
              <a:path w="123481" h="121878">
                <a:moveTo>
                  <a:pt x="120274" y="0"/>
                </a:moveTo>
                <a:lnTo>
                  <a:pt x="0" y="64146"/>
                </a:lnTo>
                <a:lnTo>
                  <a:pt x="123481" y="121878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191" name="dp43-comparison / n184 / path">
            <a:extLst xmlns:a="http://schemas.openxmlformats.org/drawingml/2006/main">
              <a:ext uri="{FF2B5EF4-FFF2-40B4-BE49-F238E27FC236}">
                <a16:creationId xmlns:a16="http://schemas.microsoft.com/office/drawing/2014/main" id="{4688ADCC-F336-47D9-B8C2-6DBB58574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6710363"/>
            <a:ext cx="619125" cy="953"/>
          </a:xfrm>
          <a:custGeom xmlns:a="http://schemas.openxmlformats.org/drawingml/2006/main">
            <a:pathLst>
              <a:path w="619125" h="953">
                <a:moveTo>
                  <a:pt x="0" y="0"/>
                </a:moveTo>
                <a:lnTo>
                  <a:pt x="619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92" name="dp43-comparison / n184 / arrow">
            <a:extLst xmlns:a="http://schemas.openxmlformats.org/drawingml/2006/main">
              <a:ext uri="{FF2B5EF4-FFF2-40B4-BE49-F238E27FC236}">
                <a16:creationId xmlns:a16="http://schemas.microsoft.com/office/drawing/2014/main" id="{BCA6E32B-847A-4892-900C-F50CC57FF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84455" y="6649403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93" name="dp43-comparison / n110">
            <a:extLst xmlns:a="http://schemas.openxmlformats.org/drawingml/2006/main">
              <a:ext uri="{FF2B5EF4-FFF2-40B4-BE49-F238E27FC236}">
                <a16:creationId xmlns:a16="http://schemas.microsoft.com/office/drawing/2014/main" id="{4181A5C3-3EBC-4B5E-9BCF-BC4E6E53A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400300"/>
            <a:ext cx="2534222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4" name="dp43-comparison / n111 / text 1">
            <a:extLst xmlns:a="http://schemas.openxmlformats.org/drawingml/2006/main">
              <a:ext uri="{FF2B5EF4-FFF2-40B4-BE49-F238E27FC236}">
                <a16:creationId xmlns:a16="http://schemas.microsoft.com/office/drawing/2014/main" id="{7E9C46C3-F06D-4B92-A607-4174A42F6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409825"/>
            <a:ext cx="26670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확정 User Turn / 새 Request</a:t>
            </a:r>
          </a:p>
        </p:txBody>
      </p:sp>
      <p:sp>
        <p:nvSpPr>
          <p:cNvPr id="195" name="dp43-comparison / n112">
            <a:extLst xmlns:a="http://schemas.openxmlformats.org/drawingml/2006/main">
              <a:ext uri="{FF2B5EF4-FFF2-40B4-BE49-F238E27FC236}">
                <a16:creationId xmlns:a16="http://schemas.microsoft.com/office/drawing/2014/main" id="{97765100-4BE0-47F2-9AA7-637FE83F5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8150" y="3076575"/>
            <a:ext cx="203835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6" name="dp43-comparison / n113 / text 1">
            <a:extLst xmlns:a="http://schemas.openxmlformats.org/drawingml/2006/main">
              <a:ext uri="{FF2B5EF4-FFF2-40B4-BE49-F238E27FC236}">
                <a16:creationId xmlns:a16="http://schemas.microsoft.com/office/drawing/2014/main" id="{C5F44CEB-3C5B-4BB6-B05D-EABEAAA29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97200" y="3086100"/>
            <a:ext cx="2000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공유 Omni 1벌 / 역할별 KV</a:t>
            </a:r>
          </a:p>
        </p:txBody>
      </p:sp>
      <p:sp>
        <p:nvSpPr>
          <p:cNvPr id="197" name="dp43-comparison / n115">
            <a:extLst xmlns:a="http://schemas.openxmlformats.org/drawingml/2006/main">
              <a:ext uri="{FF2B5EF4-FFF2-40B4-BE49-F238E27FC236}">
                <a16:creationId xmlns:a16="http://schemas.microsoft.com/office/drawing/2014/main" id="{3FC340C3-1DE3-4396-8E59-428EEB5D1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2438400"/>
            <a:ext cx="38100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8" name="dp43-comparison / n116 / text 1">
            <a:extLst xmlns:a="http://schemas.openxmlformats.org/drawingml/2006/main">
              <a:ext uri="{FF2B5EF4-FFF2-40B4-BE49-F238E27FC236}">
                <a16:creationId xmlns:a16="http://schemas.microsoft.com/office/drawing/2014/main" id="{55CFA5DA-01BD-461F-9BB2-29240A1F5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58675" y="2447925"/>
            <a:ext cx="1238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원문</a:t>
            </a:r>
          </a:p>
        </p:txBody>
      </p:sp>
      <p:sp>
        <p:nvSpPr>
          <p:cNvPr id="199" name="dp43-comparison / n117">
            <a:extLst xmlns:a="http://schemas.openxmlformats.org/drawingml/2006/main">
              <a:ext uri="{FF2B5EF4-FFF2-40B4-BE49-F238E27FC236}">
                <a16:creationId xmlns:a16="http://schemas.microsoft.com/office/drawing/2014/main" id="{EA8F9E46-FC83-49A6-9F27-083C27AD4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3095625"/>
            <a:ext cx="498348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0" name="dp43-comparison / n118 / text 1">
            <a:extLst xmlns:a="http://schemas.openxmlformats.org/drawingml/2006/main">
              <a:ext uri="{FF2B5EF4-FFF2-40B4-BE49-F238E27FC236}">
                <a16:creationId xmlns:a16="http://schemas.microsoft.com/office/drawing/2014/main" id="{3C99236A-F6B4-4984-BB7C-264C0F7F0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3105150"/>
            <a:ext cx="5334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공통 읽기: Context Manager 정보 / Task Manager의 Task 후보</a:t>
            </a:r>
          </a:p>
        </p:txBody>
      </p:sp>
      <p:sp>
        <p:nvSpPr>
          <p:cNvPr id="201" name="dp43-comparison / n127">
            <a:extLst xmlns:a="http://schemas.openxmlformats.org/drawingml/2006/main">
              <a:ext uri="{FF2B5EF4-FFF2-40B4-BE49-F238E27FC236}">
                <a16:creationId xmlns:a16="http://schemas.microsoft.com/office/drawing/2014/main" id="{5D9BA927-C8E7-4A78-AEEB-A89AD6B38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286250"/>
            <a:ext cx="149066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" name="dp43-comparison / n128 / text 1">
            <a:extLst xmlns:a="http://schemas.openxmlformats.org/drawingml/2006/main">
              <a:ext uri="{FF2B5EF4-FFF2-40B4-BE49-F238E27FC236}">
                <a16:creationId xmlns:a16="http://schemas.microsoft.com/office/drawing/2014/main" id="{2A8BBB86-9F80-41D4-8123-63706539B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4295775"/>
            <a:ext cx="2305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F1 목표와 완료 조건</a:t>
            </a:r>
          </a:p>
        </p:txBody>
      </p:sp>
      <p:sp>
        <p:nvSpPr>
          <p:cNvPr id="203" name="dp43-comparison / n133">
            <a:extLst xmlns:a="http://schemas.openxmlformats.org/drawingml/2006/main">
              <a:ext uri="{FF2B5EF4-FFF2-40B4-BE49-F238E27FC236}">
                <a16:creationId xmlns:a16="http://schemas.microsoft.com/office/drawing/2014/main" id="{5A7A953A-81D5-4F77-ACA1-C8EE68F86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943475"/>
            <a:ext cx="149066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4" name="dp43-comparison / n134 / text 1">
            <a:extLst xmlns:a="http://schemas.openxmlformats.org/drawingml/2006/main">
              <a:ext uri="{FF2B5EF4-FFF2-40B4-BE49-F238E27FC236}">
                <a16:creationId xmlns:a16="http://schemas.microsoft.com/office/drawing/2014/main" id="{447AA3A2-AFA1-42FC-8AD4-2DBA2284F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4953000"/>
            <a:ext cx="2305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F2 표와 결론의 범위</a:t>
            </a:r>
          </a:p>
        </p:txBody>
      </p:sp>
      <p:sp>
        <p:nvSpPr>
          <p:cNvPr id="205" name="dp43-comparison / n139">
            <a:extLst xmlns:a="http://schemas.openxmlformats.org/drawingml/2006/main">
              <a:ext uri="{FF2B5EF4-FFF2-40B4-BE49-F238E27FC236}">
                <a16:creationId xmlns:a16="http://schemas.microsoft.com/office/drawing/2014/main" id="{E9ACB78A-61E6-47E2-8D97-E26FD7359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600700"/>
            <a:ext cx="226790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6" name="dp43-comparison / n140 / text 1">
            <a:extLst xmlns:a="http://schemas.openxmlformats.org/drawingml/2006/main">
              <a:ext uri="{FF2B5EF4-FFF2-40B4-BE49-F238E27FC236}">
                <a16:creationId xmlns:a16="http://schemas.microsoft.com/office/drawing/2014/main" id="{86C8AE52-C44A-48D2-BDC2-57955F4BC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5610225"/>
            <a:ext cx="2305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F3 Conversation / Task 연결</a:t>
            </a:r>
          </a:p>
        </p:txBody>
      </p:sp>
      <p:sp>
        <p:nvSpPr>
          <p:cNvPr id="207" name="dp43-comparison / n145">
            <a:extLst xmlns:a="http://schemas.openxmlformats.org/drawingml/2006/main">
              <a:ext uri="{FF2B5EF4-FFF2-40B4-BE49-F238E27FC236}">
                <a16:creationId xmlns:a16="http://schemas.microsoft.com/office/drawing/2014/main" id="{C2A9569D-2F7E-4DA7-A358-CFFE0208B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20950" y="4286250"/>
            <a:ext cx="149066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8" name="dp43-comparison / n146 / text 1">
            <a:extLst xmlns:a="http://schemas.openxmlformats.org/drawingml/2006/main">
              <a:ext uri="{FF2B5EF4-FFF2-40B4-BE49-F238E27FC236}">
                <a16:creationId xmlns:a16="http://schemas.microsoft.com/office/drawing/2014/main" id="{505D19AC-66BE-417E-9DBD-C330C5740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4295775"/>
            <a:ext cx="2305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F4 조건과 의존 관계</a:t>
            </a:r>
          </a:p>
        </p:txBody>
      </p:sp>
      <p:sp>
        <p:nvSpPr>
          <p:cNvPr id="209" name="dp43-comparison / n151">
            <a:extLst xmlns:a="http://schemas.openxmlformats.org/drawingml/2006/main">
              <a:ext uri="{FF2B5EF4-FFF2-40B4-BE49-F238E27FC236}">
                <a16:creationId xmlns:a16="http://schemas.microsoft.com/office/drawing/2014/main" id="{60BD6D1B-C2FC-4C8E-BDE0-1435AA7D6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20950" y="4943475"/>
            <a:ext cx="1702118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0" name="dp43-comparison / n152 / text 1">
            <a:extLst xmlns:a="http://schemas.openxmlformats.org/drawingml/2006/main">
              <a:ext uri="{FF2B5EF4-FFF2-40B4-BE49-F238E27FC236}">
                <a16:creationId xmlns:a16="http://schemas.microsoft.com/office/drawing/2014/main" id="{49785A56-79C0-4F1F-B7E4-BDF901268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4953000"/>
            <a:ext cx="2305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F5 PDF 유지 / 결론→표</a:t>
            </a:r>
          </a:p>
        </p:txBody>
      </p:sp>
      <p:sp>
        <p:nvSpPr>
          <p:cNvPr id="211" name="dp43-comparison / n157">
            <a:extLst xmlns:a="http://schemas.openxmlformats.org/drawingml/2006/main">
              <a:ext uri="{FF2B5EF4-FFF2-40B4-BE49-F238E27FC236}">
                <a16:creationId xmlns:a16="http://schemas.microsoft.com/office/drawing/2014/main" id="{00A6AC04-02BA-47E5-B5A9-228C73839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20950" y="5600700"/>
            <a:ext cx="222218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2" name="dp43-comparison / n158 / text 1">
            <a:extLst xmlns:a="http://schemas.openxmlformats.org/drawingml/2006/main">
              <a:ext uri="{FF2B5EF4-FFF2-40B4-BE49-F238E27FC236}">
                <a16:creationId xmlns:a16="http://schemas.microsoft.com/office/drawing/2014/main" id="{C9C06587-84AD-44FA-8B4C-FE6D47C96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5610225"/>
            <a:ext cx="2305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F6 Delegation / 질문 / 대기</a:t>
            </a:r>
          </a:p>
        </p:txBody>
      </p:sp>
      <p:sp>
        <p:nvSpPr>
          <p:cNvPr id="213" name="dp43-comparison / n170">
            <a:extLst xmlns:a="http://schemas.openxmlformats.org/drawingml/2006/main">
              <a:ext uri="{FF2B5EF4-FFF2-40B4-BE49-F238E27FC236}">
                <a16:creationId xmlns:a16="http://schemas.microsoft.com/office/drawing/2014/main" id="{71BD90F2-E5D1-4B26-AC5A-EF3AD9430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63475" y="3514725"/>
            <a:ext cx="264223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4" name="dp43-comparison / n171 / text 1">
            <a:extLst xmlns:a="http://schemas.openxmlformats.org/drawingml/2006/main">
              <a:ext uri="{FF2B5EF4-FFF2-40B4-BE49-F238E27FC236}">
                <a16:creationId xmlns:a16="http://schemas.microsoft.com/office/drawing/2014/main" id="{520304A8-10BE-4B52-9FB4-5C4943AC5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82525" y="3524250"/>
            <a:ext cx="4962525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각 F1~F6 생산자의 모델 호출 / 반환</a:t>
            </a:r>
          </a:p>
        </p:txBody>
      </p:sp>
      <p:sp>
        <p:nvSpPr>
          <p:cNvPr id="215" name="dp43-comparison / n172">
            <a:extLst xmlns:a="http://schemas.openxmlformats.org/drawingml/2006/main">
              <a:ext uri="{FF2B5EF4-FFF2-40B4-BE49-F238E27FC236}">
                <a16:creationId xmlns:a16="http://schemas.microsoft.com/office/drawing/2014/main" id="{67A8C5F5-C717-4D3F-BCFC-306904044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810250"/>
            <a:ext cx="5462016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6" name="dp43-comparison / n173 / text 1">
            <a:extLst xmlns:a="http://schemas.openxmlformats.org/drawingml/2006/main">
              <a:ext uri="{FF2B5EF4-FFF2-40B4-BE49-F238E27FC236}">
                <a16:creationId xmlns:a16="http://schemas.microsoft.com/office/drawing/2014/main" id="{A2E433FB-693C-4C72-8D4B-3239FA361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5819775"/>
            <a:ext cx="75057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실선 제안 / 점선 원생산자 재판단 / Coordinator의 의미 덮어쓰기 금지</a:t>
            </a:r>
          </a:p>
        </p:txBody>
      </p:sp>
      <p:sp>
        <p:nvSpPr>
          <p:cNvPr id="217" name="dp43-comparison / n174">
            <a:extLst xmlns:a="http://schemas.openxmlformats.org/drawingml/2006/main">
              <a:ext uri="{FF2B5EF4-FFF2-40B4-BE49-F238E27FC236}">
                <a16:creationId xmlns:a16="http://schemas.microsoft.com/office/drawing/2014/main" id="{3899F3A2-3A85-4C74-AA13-5BDFAAA1D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6000750"/>
            <a:ext cx="6465760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8" name="dp43-comparison / n175 / text 1">
            <a:extLst xmlns:a="http://schemas.openxmlformats.org/drawingml/2006/main">
              <a:ext uri="{FF2B5EF4-FFF2-40B4-BE49-F238E27FC236}">
                <a16:creationId xmlns:a16="http://schemas.microsoft.com/office/drawing/2014/main" id="{EEC1CFA1-F5C4-47A4-9836-21335FA63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6010275"/>
            <a:ext cx="77152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정정: F2와 F5 재판단 → F4 갱신 / Task Association은 입력 전제가 아닌 결과</a:t>
            </a:r>
          </a:p>
        </p:txBody>
      </p:sp>
      <p:sp>
        <p:nvSpPr>
          <p:cNvPr id="219" name="dp43-comparison / n185">
            <a:extLst xmlns:a="http://schemas.openxmlformats.org/drawingml/2006/main">
              <a:ext uri="{FF2B5EF4-FFF2-40B4-BE49-F238E27FC236}">
                <a16:creationId xmlns:a16="http://schemas.microsoft.com/office/drawing/2014/main" id="{5AC9CDA2-E5BB-4E61-A8AC-D5DE8746B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06325" y="6200775"/>
            <a:ext cx="3584448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0" name="dp43-comparison / n186 / text 1">
            <a:extLst xmlns:a="http://schemas.openxmlformats.org/drawingml/2006/main">
              <a:ext uri="{FF2B5EF4-FFF2-40B4-BE49-F238E27FC236}">
                <a16:creationId xmlns:a16="http://schemas.microsoft.com/office/drawing/2014/main" id="{5DF7D618-69FD-4311-8776-EFBCB9FDE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25375" y="6210300"/>
            <a:ext cx="50292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현재 검사: 입력 / 정보 / Task / 질문 / 권한</a:t>
            </a:r>
          </a:p>
        </p:txBody>
      </p:sp>
      <p:sp>
        <p:nvSpPr>
          <p:cNvPr id="221" name="dp43-comparison / n187">
            <a:extLst xmlns:a="http://schemas.openxmlformats.org/drawingml/2006/main">
              <a:ext uri="{FF2B5EF4-FFF2-40B4-BE49-F238E27FC236}">
                <a16:creationId xmlns:a16="http://schemas.microsoft.com/office/drawing/2014/main" id="{E89C0477-816A-4A08-9D15-2965AAAC3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2575" y="6981825"/>
            <a:ext cx="3221736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2" name="dp43-comparison / n188 / text 1">
            <a:extLst xmlns:a="http://schemas.openxmlformats.org/drawingml/2006/main">
              <a:ext uri="{FF2B5EF4-FFF2-40B4-BE49-F238E27FC236}">
                <a16:creationId xmlns:a16="http://schemas.microsoft.com/office/drawing/2014/main" id="{BF754C77-1AD9-425D-B87A-36D3EE1AB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01625" y="6991350"/>
            <a:ext cx="44005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채택 의미와 질문 / 임시 해석 상태와 별도</a:t>
            </a:r>
          </a:p>
        </p:txBody>
      </p:sp>
      <p:sp>
        <p:nvSpPr>
          <p:cNvPr id="223" name="dp43-comparison / n189">
            <a:extLst xmlns:a="http://schemas.openxmlformats.org/drawingml/2006/main">
              <a:ext uri="{FF2B5EF4-FFF2-40B4-BE49-F238E27FC236}">
                <a16:creationId xmlns:a16="http://schemas.microsoft.com/office/drawing/2014/main" id="{7DC94E20-4AF0-4A86-A28E-A08C2D64E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7200900"/>
            <a:ext cx="7323963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4" name="dp43-comparison / n190 / text 1">
            <a:extLst xmlns:a="http://schemas.openxmlformats.org/drawingml/2006/main">
              <a:ext uri="{FF2B5EF4-FFF2-40B4-BE49-F238E27FC236}">
                <a16:creationId xmlns:a16="http://schemas.microsoft.com/office/drawing/2014/main" id="{0CFD3590-B83F-4F4D-9027-C257EFB2D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210425"/>
            <a:ext cx="7696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채택 후: Response Manager → Interaction Manager / Task Manager → Agent Gateway</a:t>
            </a:r>
          </a:p>
        </p:txBody>
      </p:sp>
      <p:sp>
        <p:nvSpPr>
          <p:cNvPr id="225" name="dp43-comparison / n191">
            <a:extLst xmlns:a="http://schemas.openxmlformats.org/drawingml/2006/main">
              <a:ext uri="{FF2B5EF4-FFF2-40B4-BE49-F238E27FC236}">
                <a16:creationId xmlns:a16="http://schemas.microsoft.com/office/drawing/2014/main" id="{707BDD6E-C099-4B8B-A8BE-A70382A8C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7391400"/>
            <a:ext cx="6056376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6" name="dp43-comparison / n192 / text 1">
            <a:extLst xmlns:a="http://schemas.openxmlformats.org/drawingml/2006/main">
              <a:ext uri="{FF2B5EF4-FFF2-40B4-BE49-F238E27FC236}">
                <a16:creationId xmlns:a16="http://schemas.microsoft.com/office/drawing/2014/main" id="{E751F4EB-5CAF-47BB-9854-4CB2BCBC6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400925"/>
            <a:ext cx="76962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확인 질문의 실제 전달과 새 답변 / Downstream Agent 접수와 결과의 별도 확인</a:t>
            </a:r>
          </a:p>
        </p:txBody>
      </p:sp>
    </p:spTree>
    <p:extLst>
      <p:ext uri="{BB962C8B-B14F-4D97-AF65-F5344CB8AC3E}">
        <p14:creationId xmlns:p14="http://schemas.microsoft.com/office/powerpoint/2010/main" val="151118535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4" name="dp44-background / n1">
            <a:extLst xmlns:a="http://schemas.openxmlformats.org/drawingml/2006/main">
              <a:ext uri="{FF2B5EF4-FFF2-40B4-BE49-F238E27FC236}">
                <a16:creationId xmlns:a16="http://schemas.microsoft.com/office/drawing/2014/main" id="{0E69307E-461A-485D-AB73-AE59F9C93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4-background / n2 / text 1">
            <a:extLst xmlns:a="http://schemas.openxmlformats.org/drawingml/2006/main">
              <a:ext uri="{FF2B5EF4-FFF2-40B4-BE49-F238E27FC236}">
                <a16:creationId xmlns:a16="http://schemas.microsoft.com/office/drawing/2014/main" id="{902C3277-B3DE-43F2-BB2A-EDDF8C3FF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11906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배경</a:t>
            </a:r>
          </a:p>
        </p:txBody>
      </p:sp>
      <p:sp>
        <p:nvSpPr>
          <p:cNvPr id="3" name="dp44-background / n3 / text 1">
            <a:extLst xmlns:a="http://schemas.openxmlformats.org/drawingml/2006/main">
              <a:ext uri="{FF2B5EF4-FFF2-40B4-BE49-F238E27FC236}">
                <a16:creationId xmlns:a16="http://schemas.microsoft.com/office/drawing/2014/main" id="{EA21EABC-6818-4A58-9702-70FB99CFA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11400" y="238125"/>
            <a:ext cx="2667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04-44</a:t>
            </a:r>
          </a:p>
        </p:txBody>
      </p:sp>
      <p:sp>
        <p:nvSpPr>
          <p:cNvPr id="4" name="dp44-background / n4 / text 1">
            <a:extLst xmlns:a="http://schemas.openxmlformats.org/drawingml/2006/main">
              <a:ext uri="{FF2B5EF4-FFF2-40B4-BE49-F238E27FC236}">
                <a16:creationId xmlns:a16="http://schemas.microsoft.com/office/drawing/2014/main" id="{BBB4FDF8-8236-484E-88E0-08FF37A65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695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04-44. 반응성을 위한 VIA 지속 입력과 Response 전달 설계</a:t>
            </a:r>
          </a:p>
        </p:txBody>
      </p:sp>
      <p:sp>
        <p:nvSpPr>
          <p:cNvPr id="5" name="dp44-background / n5 / path">
            <a:extLst xmlns:a="http://schemas.openxmlformats.org/drawingml/2006/main">
              <a:ext uri="{FF2B5EF4-FFF2-40B4-BE49-F238E27FC236}">
                <a16:creationId xmlns:a16="http://schemas.microsoft.com/office/drawing/2014/main" id="{6F71EA15-EE33-4441-9EEF-DF5212B7E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17068800" cy="953"/>
          </a:xfrm>
          <a:custGeom xmlns:a="http://schemas.openxmlformats.org/drawingml/2006/main">
            <a:pathLst>
              <a:path w="17068800" h="953">
                <a:moveTo>
                  <a:pt x="0" y="0"/>
                </a:moveTo>
                <a:lnTo>
                  <a:pt x="17068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4-background / n6">
            <a:extLst xmlns:a="http://schemas.openxmlformats.org/drawingml/2006/main">
              <a:ext uri="{FF2B5EF4-FFF2-40B4-BE49-F238E27FC236}">
                <a16:creationId xmlns:a16="http://schemas.microsoft.com/office/drawing/2014/main" id="{02530544-A891-44B9-9F8F-01AC79CB1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7068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dp44-background / n7 / text 1">
            <a:extLst xmlns:a="http://schemas.openxmlformats.org/drawingml/2006/main">
              <a:ext uri="{FF2B5EF4-FFF2-40B4-BE49-F238E27FC236}">
                <a16:creationId xmlns:a16="http://schemas.microsoft.com/office/drawing/2014/main" id="{1DB3D147-3115-427D-BD9A-F952FEF31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71625"/>
            <a:ext cx="16725900" cy="4972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새 발화 누락과 현재 대화에 맞지 않는 Response 전달 위험</a:t>
            </a:r>
          </a:p>
        </p:txBody>
      </p:sp>
      <p:sp>
        <p:nvSpPr>
          <p:cNvPr id="8" name="dp44-background / n8 / path">
            <a:extLst xmlns:a="http://schemas.openxmlformats.org/drawingml/2006/main">
              <a:ext uri="{FF2B5EF4-FFF2-40B4-BE49-F238E27FC236}">
                <a16:creationId xmlns:a16="http://schemas.microsoft.com/office/drawing/2014/main" id="{68C00784-7655-4F1C-B5AE-827A3F0E7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3825" y="2686050"/>
            <a:ext cx="953" cy="5495925"/>
          </a:xfrm>
          <a:custGeom xmlns:a="http://schemas.openxmlformats.org/drawingml/2006/main">
            <a:pathLst>
              <a:path w="953" h="5495925">
                <a:moveTo>
                  <a:pt x="0" y="0"/>
                </a:moveTo>
                <a:lnTo>
                  <a:pt x="0" y="54959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9" name="dp44-background / n9 / text 1">
            <a:extLst xmlns:a="http://schemas.openxmlformats.org/drawingml/2006/main">
              <a:ext uri="{FF2B5EF4-FFF2-40B4-BE49-F238E27FC236}">
                <a16:creationId xmlns:a16="http://schemas.microsoft.com/office/drawing/2014/main" id="{21254219-01E9-45CE-86C9-A206BCDEA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695575"/>
            <a:ext cx="567690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설계 고려 사항</a:t>
            </a:r>
          </a:p>
        </p:txBody>
      </p:sp>
      <p:sp>
        <p:nvSpPr>
          <p:cNvPr id="10" name="dp44-background / n10 / path">
            <a:extLst xmlns:a="http://schemas.openxmlformats.org/drawingml/2006/main">
              <a:ext uri="{FF2B5EF4-FFF2-40B4-BE49-F238E27FC236}">
                <a16:creationId xmlns:a16="http://schemas.microsoft.com/office/drawing/2014/main" id="{FC8B0CE9-37F3-47B2-86BB-A6EE94D02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458200"/>
            <a:ext cx="17068800" cy="953"/>
          </a:xfrm>
          <a:custGeom xmlns:a="http://schemas.openxmlformats.org/drawingml/2006/main">
            <a:pathLst>
              <a:path w="17068800" h="953">
                <a:moveTo>
                  <a:pt x="0" y="0"/>
                </a:moveTo>
                <a:lnTo>
                  <a:pt x="17068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11" name="dp44-background / n11 / text 1">
            <a:extLst xmlns:a="http://schemas.openxmlformats.org/drawingml/2006/main">
              <a:ext uri="{FF2B5EF4-FFF2-40B4-BE49-F238E27FC236}">
                <a16:creationId xmlns:a16="http://schemas.microsoft.com/office/drawing/2014/main" id="{7C3BE31F-10A0-4D79-AC57-992A7CD94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810625"/>
            <a:ext cx="1571625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설계 과제</a:t>
            </a:r>
          </a:p>
        </p:txBody>
      </p:sp>
      <p:sp>
        <p:nvSpPr>
          <p:cNvPr id="12" name="dp44-background / n12 / text 1">
            <a:extLst xmlns:a="http://schemas.openxmlformats.org/drawingml/2006/main">
              <a:ext uri="{FF2B5EF4-FFF2-40B4-BE49-F238E27FC236}">
                <a16:creationId xmlns:a16="http://schemas.microsoft.com/office/drawing/2014/main" id="{2E75A5A4-077F-42FD-86B6-D6BD9A9E5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8763000"/>
            <a:ext cx="15392400" cy="4281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겹친 사건의 후속 실행과 전달을 이어가는 실행 구조 설계</a:t>
            </a:r>
          </a:p>
        </p:txBody>
      </p:sp>
      <p:sp>
        <p:nvSpPr>
          <p:cNvPr id="13" name="dp44-background / n13 / text 1">
            <a:extLst xmlns:a="http://schemas.openxmlformats.org/drawingml/2006/main">
              <a:ext uri="{FF2B5EF4-FFF2-40B4-BE49-F238E27FC236}">
                <a16:creationId xmlns:a16="http://schemas.microsoft.com/office/drawing/2014/main" id="{84E87EC7-8E9B-4F3E-A9C0-3E5643D73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858375"/>
            <a:ext cx="120015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품질 관점: 반응성 / 기능 정확성 / 자원 활용성</a:t>
            </a:r>
          </a:p>
        </p:txBody>
      </p:sp>
      <p:sp>
        <p:nvSpPr>
          <p:cNvPr id="14" name="dp44-background / n14 / text 1">
            <a:extLst xmlns:a="http://schemas.openxmlformats.org/drawingml/2006/main">
              <a:ext uri="{FF2B5EF4-FFF2-40B4-BE49-F238E27FC236}">
                <a16:creationId xmlns:a16="http://schemas.microsoft.com/office/drawing/2014/main" id="{07D8E6B2-4496-40D4-82F4-AD1B05EB9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9858375"/>
            <a:ext cx="45720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후보 / 미선정 / 미측정</a:t>
            </a:r>
          </a:p>
        </p:txBody>
      </p:sp>
      <p:sp>
        <p:nvSpPr>
          <p:cNvPr id="15" name="dp44-background / n15 / text 1">
            <a:extLst xmlns:a="http://schemas.openxmlformats.org/drawingml/2006/main">
              <a:ext uri="{FF2B5EF4-FFF2-40B4-BE49-F238E27FC236}">
                <a16:creationId xmlns:a16="http://schemas.microsoft.com/office/drawing/2014/main" id="{221C0AC3-AD14-48C6-9C80-364E99F2E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57450"/>
            <a:ext cx="1057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처음 / “보고서 내용 설명해주고, 내일 회의 안내 메일 초안도 만들어줘.”</a:t>
            </a:r>
          </a:p>
        </p:txBody>
      </p:sp>
      <p:sp>
        <p:nvSpPr>
          <p:cNvPr id="16" name="dp44-background / n16 / text 1">
            <a:extLst xmlns:a="http://schemas.openxmlformats.org/drawingml/2006/main">
              <a:ext uri="{FF2B5EF4-FFF2-40B4-BE49-F238E27FC236}">
                <a16:creationId xmlns:a16="http://schemas.microsoft.com/office/drawing/2014/main" id="{4B18F507-7E29-4F5A-8D40-2B6F4DA70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52750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처리 시작</a:t>
            </a:r>
          </a:p>
        </p:txBody>
      </p:sp>
      <p:sp>
        <p:nvSpPr>
          <p:cNvPr id="17" name="dp44-background / n17 / text 1">
            <a:extLst xmlns:a="http://schemas.openxmlformats.org/drawingml/2006/main">
              <a:ext uri="{FF2B5EF4-FFF2-40B4-BE49-F238E27FC236}">
                <a16:creationId xmlns:a16="http://schemas.microsoft.com/office/drawing/2014/main" id="{E1F076F6-013A-4413-8070-BD634B587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952750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설명 도중 / 두 사건 도착</a:t>
            </a:r>
          </a:p>
        </p:txBody>
      </p:sp>
      <p:sp>
        <p:nvSpPr>
          <p:cNvPr id="18" name="dp44-background / n18 / text 1">
            <a:extLst xmlns:a="http://schemas.openxmlformats.org/drawingml/2006/main">
              <a:ext uri="{FF2B5EF4-FFF2-40B4-BE49-F238E27FC236}">
                <a16:creationId xmlns:a16="http://schemas.microsoft.com/office/drawing/2014/main" id="{1B7130FE-368B-4415-A595-B1F968FF1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952750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발화 해석 후</a:t>
            </a:r>
          </a:p>
        </p:txBody>
      </p:sp>
      <p:sp>
        <p:nvSpPr>
          <p:cNvPr id="19" name="dp44-background / n19 / path">
            <a:extLst xmlns:a="http://schemas.openxmlformats.org/drawingml/2006/main">
              <a:ext uri="{FF2B5EF4-FFF2-40B4-BE49-F238E27FC236}">
                <a16:creationId xmlns:a16="http://schemas.microsoft.com/office/drawing/2014/main" id="{4466E9D9-45B8-4B03-B899-7D72B0514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3105150"/>
            <a:ext cx="276225" cy="953"/>
          </a:xfrm>
          <a:custGeom xmlns:a="http://schemas.openxmlformats.org/drawingml/2006/main">
            <a:pathLst>
              <a:path w="276225" h="953">
                <a:moveTo>
                  <a:pt x="0" y="0"/>
                </a:moveTo>
                <a:lnTo>
                  <a:pt x="276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solid"/>
          </a:ln>
        </p:spPr>
      </p:sp>
      <p:sp>
        <p:nvSpPr>
          <p:cNvPr id="20" name="dp44-background / n19 / arrow">
            <a:extLst xmlns:a="http://schemas.openxmlformats.org/drawingml/2006/main">
              <a:ext uri="{FF2B5EF4-FFF2-40B4-BE49-F238E27FC236}">
                <a16:creationId xmlns:a16="http://schemas.microsoft.com/office/drawing/2014/main" id="{FBE07F6C-39E8-4077-9837-75D23B93C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9080" y="304419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21" name="dp44-background / n20 / path">
            <a:extLst xmlns:a="http://schemas.openxmlformats.org/drawingml/2006/main">
              <a:ext uri="{FF2B5EF4-FFF2-40B4-BE49-F238E27FC236}">
                <a16:creationId xmlns:a16="http://schemas.microsoft.com/office/drawing/2014/main" id="{BDB12527-15E9-4503-9D55-BD8480CDE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105150"/>
            <a:ext cx="276225" cy="953"/>
          </a:xfrm>
          <a:custGeom xmlns:a="http://schemas.openxmlformats.org/drawingml/2006/main">
            <a:pathLst>
              <a:path w="276225" h="953">
                <a:moveTo>
                  <a:pt x="0" y="0"/>
                </a:moveTo>
                <a:lnTo>
                  <a:pt x="276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solid"/>
          </a:ln>
        </p:spPr>
      </p:sp>
      <p:sp>
        <p:nvSpPr>
          <p:cNvPr id="22" name="dp44-background / n20 / arrow">
            <a:extLst xmlns:a="http://schemas.openxmlformats.org/drawingml/2006/main">
              <a:ext uri="{FF2B5EF4-FFF2-40B4-BE49-F238E27FC236}">
                <a16:creationId xmlns:a16="http://schemas.microsoft.com/office/drawing/2014/main" id="{51534F93-40C4-4591-814D-B195C1FC7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80" y="304419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23" name="dp44-background / n21">
            <a:extLst xmlns:a="http://schemas.openxmlformats.org/drawingml/2006/main">
              <a:ext uri="{FF2B5EF4-FFF2-40B4-BE49-F238E27FC236}">
                <a16:creationId xmlns:a16="http://schemas.microsoft.com/office/drawing/2014/main" id="{B7F7D7BE-9529-48FD-ACB8-BD9868B4E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90900"/>
            <a:ext cx="3257550" cy="1800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dp44-background / n22">
            <a:extLst xmlns:a="http://schemas.openxmlformats.org/drawingml/2006/main">
              <a:ext uri="{FF2B5EF4-FFF2-40B4-BE49-F238E27FC236}">
                <a16:creationId xmlns:a16="http://schemas.microsoft.com/office/drawing/2014/main" id="{F4341878-B394-4B07-B5DB-C024C4A98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390900"/>
            <a:ext cx="3257550" cy="1800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dp44-background / n23">
            <a:extLst xmlns:a="http://schemas.openxmlformats.org/drawingml/2006/main">
              <a:ext uri="{FF2B5EF4-FFF2-40B4-BE49-F238E27FC236}">
                <a16:creationId xmlns:a16="http://schemas.microsoft.com/office/drawing/2014/main" id="{77CE869E-702C-4A39-AB4F-D6CA0AB6F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390900"/>
            <a:ext cx="3257550" cy="1800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dp44-background / n24 / text 1">
            <a:extLst xmlns:a="http://schemas.openxmlformats.org/drawingml/2006/main">
              <a:ext uri="{FF2B5EF4-FFF2-40B4-BE49-F238E27FC236}">
                <a16:creationId xmlns:a16="http://schemas.microsoft.com/office/drawing/2014/main" id="{4223B86E-941D-4905-84D4-6274E6A48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24250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Response</a:t>
            </a:r>
          </a:p>
        </p:txBody>
      </p:sp>
      <p:sp>
        <p:nvSpPr>
          <p:cNvPr id="27" name="dp44-background / n25 / text 1">
            <a:extLst xmlns:a="http://schemas.openxmlformats.org/drawingml/2006/main">
              <a:ext uri="{FF2B5EF4-FFF2-40B4-BE49-F238E27FC236}">
                <a16:creationId xmlns:a16="http://schemas.microsoft.com/office/drawing/2014/main" id="{198C7D19-E8C5-4FAB-9FDB-5862BDF0A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52875"/>
            <a:ext cx="2952750" cy="4005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보고서 설명 중</a:t>
            </a:r>
          </a:p>
        </p:txBody>
      </p:sp>
      <p:sp>
        <p:nvSpPr>
          <p:cNvPr id="28" name="dp44-background / n26 / text 1">
            <a:extLst xmlns:a="http://schemas.openxmlformats.org/drawingml/2006/main">
              <a:ext uri="{FF2B5EF4-FFF2-40B4-BE49-F238E27FC236}">
                <a16:creationId xmlns:a16="http://schemas.microsoft.com/office/drawing/2014/main" id="{626C8756-5700-47C1-BCC1-D7728E519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19625"/>
            <a:ext cx="29527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사용자 발화 계속 수신</a:t>
            </a:r>
          </a:p>
        </p:txBody>
      </p:sp>
      <p:sp>
        <p:nvSpPr>
          <p:cNvPr id="29" name="dp44-background / n27 / path">
            <a:extLst xmlns:a="http://schemas.openxmlformats.org/drawingml/2006/main">
              <a:ext uri="{FF2B5EF4-FFF2-40B4-BE49-F238E27FC236}">
                <a16:creationId xmlns:a16="http://schemas.microsoft.com/office/drawing/2014/main" id="{D5438D12-15EF-4356-9E09-1BA943D4F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4991100"/>
            <a:ext cx="953" cy="76200"/>
          </a:xfrm>
          <a:custGeom xmlns:a="http://schemas.openxmlformats.org/drawingml/2006/main">
            <a:pathLst>
              <a:path w="953" h="76200">
                <a:moveTo>
                  <a:pt x="0" y="0"/>
                </a:moveTo>
                <a:lnTo>
                  <a:pt x="0" y="76200"/>
                </a:lnTo>
              </a:path>
            </a:pathLst>
          </a:custGeom>
          <a:noFill xmlns:a="http://schemas.openxmlformats.org/drawingml/2006/main"/>
          <a:ln xmlns:a="http://schemas.openxmlformats.org/drawingml/2006/main" w="47625">
            <a:solidFill>
              <a:srgbClr val="2858A5"/>
            </a:solidFill>
            <a:prstDash val="solid"/>
          </a:ln>
        </p:spPr>
      </p:sp>
      <p:sp>
        <p:nvSpPr>
          <p:cNvPr id="30" name="dp44-background / n28 / path">
            <a:extLst xmlns:a="http://schemas.openxmlformats.org/drawingml/2006/main">
              <a:ext uri="{FF2B5EF4-FFF2-40B4-BE49-F238E27FC236}">
                <a16:creationId xmlns:a16="http://schemas.microsoft.com/office/drawing/2014/main" id="{9FDB9214-B03A-40D6-9C08-2ED64E463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4933950"/>
            <a:ext cx="953" cy="133350"/>
          </a:xfrm>
          <a:custGeom xmlns:a="http://schemas.openxmlformats.org/drawingml/2006/main">
            <a:pathLst>
              <a:path w="953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47625">
            <a:solidFill>
              <a:srgbClr val="2858A5"/>
            </a:solidFill>
            <a:prstDash val="solid"/>
          </a:ln>
        </p:spPr>
      </p:sp>
      <p:sp>
        <p:nvSpPr>
          <p:cNvPr id="31" name="dp44-background / n29 / path">
            <a:extLst xmlns:a="http://schemas.openxmlformats.org/drawingml/2006/main">
              <a:ext uri="{FF2B5EF4-FFF2-40B4-BE49-F238E27FC236}">
                <a16:creationId xmlns:a16="http://schemas.microsoft.com/office/drawing/2014/main" id="{EBFDBB11-0AE6-467A-BC5C-719456AEC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" y="4848225"/>
            <a:ext cx="953" cy="219075"/>
          </a:xfrm>
          <a:custGeom xmlns:a="http://schemas.openxmlformats.org/drawingml/2006/main">
            <a:pathLst>
              <a:path w="953" h="219075">
                <a:moveTo>
                  <a:pt x="0" y="0"/>
                </a:moveTo>
                <a:lnTo>
                  <a:pt x="0" y="219075"/>
                </a:lnTo>
              </a:path>
            </a:pathLst>
          </a:custGeom>
          <a:noFill xmlns:a="http://schemas.openxmlformats.org/drawingml/2006/main"/>
          <a:ln xmlns:a="http://schemas.openxmlformats.org/drawingml/2006/main" w="47625">
            <a:solidFill>
              <a:srgbClr val="2858A5"/>
            </a:solidFill>
            <a:prstDash val="solid"/>
          </a:ln>
        </p:spPr>
      </p:sp>
      <p:sp>
        <p:nvSpPr>
          <p:cNvPr id="32" name="dp44-background / n30 / path">
            <a:extLst xmlns:a="http://schemas.openxmlformats.org/drawingml/2006/main">
              <a:ext uri="{FF2B5EF4-FFF2-40B4-BE49-F238E27FC236}">
                <a16:creationId xmlns:a16="http://schemas.microsoft.com/office/drawing/2014/main" id="{A84D5CF7-1931-44F1-812A-8033B186F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962525"/>
            <a:ext cx="953" cy="104775"/>
          </a:xfrm>
          <a:custGeom xmlns:a="http://schemas.openxmlformats.org/drawingml/2006/main"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 xmlns:a="http://schemas.openxmlformats.org/drawingml/2006/main"/>
          <a:ln xmlns:a="http://schemas.openxmlformats.org/drawingml/2006/main" w="47625">
            <a:solidFill>
              <a:srgbClr val="2858A5"/>
            </a:solidFill>
            <a:prstDash val="solid"/>
          </a:ln>
        </p:spPr>
      </p:sp>
      <p:sp>
        <p:nvSpPr>
          <p:cNvPr id="33" name="dp44-background / n31 / path">
            <a:extLst xmlns:a="http://schemas.openxmlformats.org/drawingml/2006/main">
              <a:ext uri="{FF2B5EF4-FFF2-40B4-BE49-F238E27FC236}">
                <a16:creationId xmlns:a16="http://schemas.microsoft.com/office/drawing/2014/main" id="{8389234B-6F62-4C88-9C56-56BB25775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5925" y="4895850"/>
            <a:ext cx="953" cy="171450"/>
          </a:xfrm>
          <a:custGeom xmlns:a="http://schemas.openxmlformats.org/drawingml/2006/main">
            <a:pathLst>
              <a:path w="953" h="171450">
                <a:moveTo>
                  <a:pt x="0" y="0"/>
                </a:moveTo>
                <a:lnTo>
                  <a:pt x="0" y="171450"/>
                </a:lnTo>
              </a:path>
            </a:pathLst>
          </a:custGeom>
          <a:noFill xmlns:a="http://schemas.openxmlformats.org/drawingml/2006/main"/>
          <a:ln xmlns:a="http://schemas.openxmlformats.org/drawingml/2006/main" w="47625">
            <a:solidFill>
              <a:srgbClr val="2858A5"/>
            </a:solidFill>
            <a:prstDash val="solid"/>
          </a:ln>
        </p:spPr>
      </p:sp>
      <p:sp>
        <p:nvSpPr>
          <p:cNvPr id="34" name="dp44-background / n32 / path">
            <a:extLst xmlns:a="http://schemas.openxmlformats.org/drawingml/2006/main">
              <a:ext uri="{FF2B5EF4-FFF2-40B4-BE49-F238E27FC236}">
                <a16:creationId xmlns:a16="http://schemas.microsoft.com/office/drawing/2014/main" id="{F9DEE1CB-08BF-4768-8CA4-A3A3AC44C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4981575"/>
            <a:ext cx="953" cy="85725"/>
          </a:xfrm>
          <a:custGeom xmlns:a="http://schemas.openxmlformats.org/drawingml/2006/main">
            <a:pathLst>
              <a:path w="953" h="85725">
                <a:moveTo>
                  <a:pt x="0" y="0"/>
                </a:moveTo>
                <a:lnTo>
                  <a:pt x="0" y="85725"/>
                </a:lnTo>
              </a:path>
            </a:pathLst>
          </a:custGeom>
          <a:noFill xmlns:a="http://schemas.openxmlformats.org/drawingml/2006/main"/>
          <a:ln xmlns:a="http://schemas.openxmlformats.org/drawingml/2006/main" w="47625">
            <a:solidFill>
              <a:srgbClr val="2858A5"/>
            </a:solidFill>
            <a:prstDash val="solid"/>
          </a:ln>
        </p:spPr>
      </p:sp>
      <p:sp>
        <p:nvSpPr>
          <p:cNvPr id="35" name="dp44-background / n33 / text 1">
            <a:extLst xmlns:a="http://schemas.openxmlformats.org/drawingml/2006/main">
              <a:ext uri="{FF2B5EF4-FFF2-40B4-BE49-F238E27FC236}">
                <a16:creationId xmlns:a16="http://schemas.microsoft.com/office/drawing/2014/main" id="{46C6E809-9108-4BE5-B7D4-BF2843DEF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524250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새 User Turn</a:t>
            </a:r>
          </a:p>
        </p:txBody>
      </p:sp>
      <p:sp>
        <p:nvSpPr>
          <p:cNvPr id="36" name="dp44-background / n34 / text 1">
            <a:extLst xmlns:a="http://schemas.openxmlformats.org/drawingml/2006/main">
              <a:ext uri="{FF2B5EF4-FFF2-40B4-BE49-F238E27FC236}">
                <a16:creationId xmlns:a16="http://schemas.microsoft.com/office/drawing/2014/main" id="{286F107B-F795-4EBC-ACBA-8B76B339C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886200"/>
            <a:ext cx="29527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“잠깐, 표부터</a:t>
            </a:r>
          </a:p>
        </p:txBody>
      </p:sp>
      <p:sp>
        <p:nvSpPr>
          <p:cNvPr id="37" name="dp44-background / n34 / text 2">
            <a:extLst xmlns:a="http://schemas.openxmlformats.org/drawingml/2006/main">
              <a:ext uri="{FF2B5EF4-FFF2-40B4-BE49-F238E27FC236}">
                <a16:creationId xmlns:a16="http://schemas.microsoft.com/office/drawing/2014/main" id="{D394A254-B03A-451B-B2BA-CD53ADBF1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210050"/>
            <a:ext cx="29527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설명해줘.”</a:t>
            </a:r>
          </a:p>
        </p:txBody>
      </p:sp>
      <p:sp>
        <p:nvSpPr>
          <p:cNvPr id="38" name="dp44-background / n35 / text 1">
            <a:extLst xmlns:a="http://schemas.openxmlformats.org/drawingml/2006/main">
              <a:ext uri="{FF2B5EF4-FFF2-40B4-BE49-F238E27FC236}">
                <a16:creationId xmlns:a16="http://schemas.microsoft.com/office/drawing/2014/main" id="{7D90EBA4-28F4-441B-95E8-E815E18EC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819650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현재 음성 중단과 발화 해석</a:t>
            </a:r>
          </a:p>
        </p:txBody>
      </p:sp>
      <p:sp>
        <p:nvSpPr>
          <p:cNvPr id="39" name="dp44-background / n36 / text 1">
            <a:extLst xmlns:a="http://schemas.openxmlformats.org/drawingml/2006/main">
              <a:ext uri="{FF2B5EF4-FFF2-40B4-BE49-F238E27FC236}">
                <a16:creationId xmlns:a16="http://schemas.microsoft.com/office/drawing/2014/main" id="{DC6FBC55-8127-4B21-B76F-C71AE7A47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524250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현재 Request의 Response</a:t>
            </a:r>
          </a:p>
        </p:txBody>
      </p:sp>
      <p:sp>
        <p:nvSpPr>
          <p:cNvPr id="40" name="dp44-background / n37 / text 1">
            <a:extLst xmlns:a="http://schemas.openxmlformats.org/drawingml/2006/main">
              <a:ext uri="{FF2B5EF4-FFF2-40B4-BE49-F238E27FC236}">
                <a16:creationId xmlns:a16="http://schemas.microsoft.com/office/drawing/2014/main" id="{59A7EB1D-706A-404C-ABD1-10CE5C4D9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952875"/>
            <a:ext cx="29527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표 설명으로 전환</a:t>
            </a:r>
          </a:p>
        </p:txBody>
      </p:sp>
      <p:sp>
        <p:nvSpPr>
          <p:cNvPr id="41" name="dp44-background / n38 / text 1">
            <a:extLst xmlns:a="http://schemas.openxmlformats.org/drawingml/2006/main">
              <a:ext uri="{FF2B5EF4-FFF2-40B4-BE49-F238E27FC236}">
                <a16:creationId xmlns:a16="http://schemas.microsoft.com/office/drawing/2014/main" id="{1EB83392-20B2-4E9D-805A-00AB753F6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619625"/>
            <a:ext cx="29527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Text 및 음성 전달</a:t>
            </a:r>
          </a:p>
        </p:txBody>
      </p:sp>
      <p:sp>
        <p:nvSpPr>
          <p:cNvPr id="42" name="dp44-background / n39 / text 1">
            <a:extLst xmlns:a="http://schemas.openxmlformats.org/drawingml/2006/main">
              <a:ext uri="{FF2B5EF4-FFF2-40B4-BE49-F238E27FC236}">
                <a16:creationId xmlns:a16="http://schemas.microsoft.com/office/drawing/2014/main" id="{764E2F5B-167C-4EA9-B3F3-AC10FF394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29275"/>
            <a:ext cx="1057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메일 초안 Task / Downstream Agent의 작업 실행</a:t>
            </a:r>
          </a:p>
        </p:txBody>
      </p:sp>
      <p:sp>
        <p:nvSpPr>
          <p:cNvPr id="43" name="dp44-background / n40">
            <a:extLst xmlns:a="http://schemas.openxmlformats.org/drawingml/2006/main">
              <a:ext uri="{FF2B5EF4-FFF2-40B4-BE49-F238E27FC236}">
                <a16:creationId xmlns:a16="http://schemas.microsoft.com/office/drawing/2014/main" id="{A38FEAD5-3BE6-4B8A-AD14-7908F6BB8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32575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dp44-background / n41">
            <a:extLst xmlns:a="http://schemas.openxmlformats.org/drawingml/2006/main">
              <a:ext uri="{FF2B5EF4-FFF2-40B4-BE49-F238E27FC236}">
                <a16:creationId xmlns:a16="http://schemas.microsoft.com/office/drawing/2014/main" id="{8370D525-A537-4CB0-A961-180FFB8A0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6076950"/>
            <a:ext cx="32575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dp44-background / n42">
            <a:extLst xmlns:a="http://schemas.openxmlformats.org/drawingml/2006/main">
              <a:ext uri="{FF2B5EF4-FFF2-40B4-BE49-F238E27FC236}">
                <a16:creationId xmlns:a16="http://schemas.microsoft.com/office/drawing/2014/main" id="{AA6D3375-9BD8-4334-889E-EEF091655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6076950"/>
            <a:ext cx="32575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dp44-background / n43 / text 1">
            <a:extLst xmlns:a="http://schemas.openxmlformats.org/drawingml/2006/main">
              <a:ext uri="{FF2B5EF4-FFF2-40B4-BE49-F238E27FC236}">
                <a16:creationId xmlns:a16="http://schemas.microsoft.com/office/drawing/2014/main" id="{34610FC9-16A9-4603-9E11-5374EBA07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248400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Delegation 후 초안 작성</a:t>
            </a:r>
          </a:p>
        </p:txBody>
      </p:sp>
      <p:sp>
        <p:nvSpPr>
          <p:cNvPr id="47" name="dp44-background / n44 / text 1">
            <a:extLst xmlns:a="http://schemas.openxmlformats.org/drawingml/2006/main">
              <a:ext uri="{FF2B5EF4-FFF2-40B4-BE49-F238E27FC236}">
                <a16:creationId xmlns:a16="http://schemas.microsoft.com/office/drawing/2014/main" id="{965B30ED-16AA-4DE3-AA42-842BF4276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715125"/>
            <a:ext cx="29527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Agent Execution 진행 중</a:t>
            </a:r>
          </a:p>
        </p:txBody>
      </p:sp>
      <p:sp>
        <p:nvSpPr>
          <p:cNvPr id="48" name="dp44-background / n45 / text 1">
            <a:extLst xmlns:a="http://schemas.openxmlformats.org/drawingml/2006/main">
              <a:ext uri="{FF2B5EF4-FFF2-40B4-BE49-F238E27FC236}">
                <a16:creationId xmlns:a16="http://schemas.microsoft.com/office/drawing/2014/main" id="{E42BF152-97C0-4606-8812-2770C29F2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6248400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메일 Task의 질문 도착</a:t>
            </a:r>
          </a:p>
        </p:txBody>
      </p:sp>
      <p:sp>
        <p:nvSpPr>
          <p:cNvPr id="49" name="dp44-background / n46 / text 1">
            <a:extLst xmlns:a="http://schemas.openxmlformats.org/drawingml/2006/main">
              <a:ext uri="{FF2B5EF4-FFF2-40B4-BE49-F238E27FC236}">
                <a16:creationId xmlns:a16="http://schemas.microsoft.com/office/drawing/2014/main" id="{2BA4133C-E319-4221-B2FB-2475D7F7E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6686550"/>
            <a:ext cx="295275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“받는 사람은</a:t>
            </a:r>
          </a:p>
        </p:txBody>
      </p:sp>
      <p:sp>
        <p:nvSpPr>
          <p:cNvPr id="50" name="dp44-background / n46 / text 2">
            <a:extLst xmlns:a="http://schemas.openxmlformats.org/drawingml/2006/main">
              <a:ext uri="{FF2B5EF4-FFF2-40B4-BE49-F238E27FC236}">
                <a16:creationId xmlns:a16="http://schemas.microsoft.com/office/drawing/2014/main" id="{34BB18C3-08AF-4917-81DC-44D80E033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7010400"/>
            <a:ext cx="295275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누구인가요?”</a:t>
            </a:r>
          </a:p>
        </p:txBody>
      </p:sp>
      <p:sp>
        <p:nvSpPr>
          <p:cNvPr id="51" name="dp44-background / n47 / text 1">
            <a:extLst xmlns:a="http://schemas.openxmlformats.org/drawingml/2006/main">
              <a:ext uri="{FF2B5EF4-FFF2-40B4-BE49-F238E27FC236}">
                <a16:creationId xmlns:a16="http://schemas.microsoft.com/office/drawing/2014/main" id="{9D0BB081-9200-4E29-B28C-09F3AAC3E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6248400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표 설명 후 메일 질문 전달</a:t>
            </a:r>
          </a:p>
        </p:txBody>
      </p:sp>
      <p:sp>
        <p:nvSpPr>
          <p:cNvPr id="52" name="dp44-background / n48 / text 1">
            <a:extLst xmlns:a="http://schemas.openxmlformats.org/drawingml/2006/main">
              <a:ext uri="{FF2B5EF4-FFF2-40B4-BE49-F238E27FC236}">
                <a16:creationId xmlns:a16="http://schemas.microsoft.com/office/drawing/2014/main" id="{939A940F-714C-40A3-B50A-E14F8AA75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6686550"/>
            <a:ext cx="2952750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“메일 초안의 받는 사람은</a:t>
            </a:r>
          </a:p>
        </p:txBody>
      </p:sp>
      <p:sp>
        <p:nvSpPr>
          <p:cNvPr id="53" name="dp44-background / n48 / text 2">
            <a:extLst xmlns:a="http://schemas.openxmlformats.org/drawingml/2006/main">
              <a:ext uri="{FF2B5EF4-FFF2-40B4-BE49-F238E27FC236}">
                <a16:creationId xmlns:a16="http://schemas.microsoft.com/office/drawing/2014/main" id="{A36A72FC-F212-43E0-812E-C083719AC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6972300"/>
            <a:ext cx="2952750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누구인가요?”</a:t>
            </a:r>
          </a:p>
        </p:txBody>
      </p:sp>
      <p:sp>
        <p:nvSpPr>
          <p:cNvPr id="54" name="dp44-background / n49 / text 1">
            <a:extLst xmlns:a="http://schemas.openxmlformats.org/drawingml/2006/main">
              <a:ext uri="{FF2B5EF4-FFF2-40B4-BE49-F238E27FC236}">
                <a16:creationId xmlns:a16="http://schemas.microsoft.com/office/drawing/2014/main" id="{EF9D9C3E-85DF-4FB4-8DB6-809D1B174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7753350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Agent Execution / 답변 대기</a:t>
            </a:r>
          </a:p>
        </p:txBody>
      </p:sp>
      <p:sp>
        <p:nvSpPr>
          <p:cNvPr id="55" name="dp44-background / n50 / text 1">
            <a:extLst xmlns:a="http://schemas.openxmlformats.org/drawingml/2006/main">
              <a:ext uri="{FF2B5EF4-FFF2-40B4-BE49-F238E27FC236}">
                <a16:creationId xmlns:a16="http://schemas.microsoft.com/office/drawing/2014/main" id="{A6400DDD-81AA-4E74-9D6F-45576F4F3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67675"/>
            <a:ext cx="1057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음성 중단 / Task 취소 의도 확인은 별도</a:t>
            </a:r>
          </a:p>
        </p:txBody>
      </p:sp>
      <p:sp>
        <p:nvSpPr>
          <p:cNvPr id="56" name="dp44-background / n51 / path">
            <a:extLst xmlns:a="http://schemas.openxmlformats.org/drawingml/2006/main">
              <a:ext uri="{FF2B5EF4-FFF2-40B4-BE49-F238E27FC236}">
                <a16:creationId xmlns:a16="http://schemas.microsoft.com/office/drawing/2014/main" id="{E88516AE-AC55-4CCA-B49D-893EC19E2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333750"/>
            <a:ext cx="953" cy="4610100"/>
          </a:xfrm>
          <a:custGeom xmlns:a="http://schemas.openxmlformats.org/drawingml/2006/main">
            <a:pathLst>
              <a:path w="953" h="4610100">
                <a:moveTo>
                  <a:pt x="0" y="0"/>
                </a:moveTo>
                <a:lnTo>
                  <a:pt x="0" y="46101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dash"/>
          </a:ln>
        </p:spPr>
      </p:sp>
      <p:sp>
        <p:nvSpPr>
          <p:cNvPr id="57" name="dp44-background / n52 / path">
            <a:extLst xmlns:a="http://schemas.openxmlformats.org/drawingml/2006/main">
              <a:ext uri="{FF2B5EF4-FFF2-40B4-BE49-F238E27FC236}">
                <a16:creationId xmlns:a16="http://schemas.microsoft.com/office/drawing/2014/main" id="{72524623-8DD0-4293-BE67-7FE534D4E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333750"/>
            <a:ext cx="953" cy="4610100"/>
          </a:xfrm>
          <a:custGeom xmlns:a="http://schemas.openxmlformats.org/drawingml/2006/main">
            <a:pathLst>
              <a:path w="953" h="4610100">
                <a:moveTo>
                  <a:pt x="0" y="0"/>
                </a:moveTo>
                <a:lnTo>
                  <a:pt x="0" y="46101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dash"/>
          </a:ln>
        </p:spPr>
      </p:sp>
      <p:sp>
        <p:nvSpPr>
          <p:cNvPr id="58" name="dp44-background / n53 / text 1">
            <a:extLst xmlns:a="http://schemas.openxmlformats.org/drawingml/2006/main">
              <a:ext uri="{FF2B5EF4-FFF2-40B4-BE49-F238E27FC236}">
                <a16:creationId xmlns:a16="http://schemas.microsoft.com/office/drawing/2014/main" id="{6532BC1D-4F94-482F-8F22-A0E4A5018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3381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수신과 중단의 우선 처리</a:t>
            </a:r>
          </a:p>
        </p:txBody>
      </p:sp>
      <p:sp>
        <p:nvSpPr>
          <p:cNvPr id="59" name="dp44-background / n54 / text 1">
            <a:extLst xmlns:a="http://schemas.openxmlformats.org/drawingml/2006/main">
              <a:ext uri="{FF2B5EF4-FFF2-40B4-BE49-F238E27FC236}">
                <a16:creationId xmlns:a16="http://schemas.microsoft.com/office/drawing/2014/main" id="{F18E3D29-3270-4E3F-A9F8-7ED48E740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3781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긴 해석 중에도 새 발화의 수신과 음성 중단</a:t>
            </a:r>
          </a:p>
        </p:txBody>
      </p:sp>
      <p:sp>
        <p:nvSpPr>
          <p:cNvPr id="60" name="dp44-background / n55 / text 1">
            <a:extLst xmlns:a="http://schemas.openxmlformats.org/drawingml/2006/main">
              <a:ext uri="{FF2B5EF4-FFF2-40B4-BE49-F238E27FC236}">
                <a16:creationId xmlns:a16="http://schemas.microsoft.com/office/drawing/2014/main" id="{496C2FC5-1321-4B44-B8CC-18C0F998F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4905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후속 실행과 대기 상태</a:t>
            </a:r>
          </a:p>
        </p:txBody>
      </p:sp>
      <p:sp>
        <p:nvSpPr>
          <p:cNvPr id="61" name="dp44-background / n56 / text 1">
            <a:extLst xmlns:a="http://schemas.openxmlformats.org/drawingml/2006/main">
              <a:ext uri="{FF2B5EF4-FFF2-40B4-BE49-F238E27FC236}">
                <a16:creationId xmlns:a16="http://schemas.microsoft.com/office/drawing/2014/main" id="{9261CB4A-4F18-4500-9F57-8FDBE9F55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5305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현재 Request와 메일 질문의 처리 연결</a:t>
            </a:r>
          </a:p>
        </p:txBody>
      </p:sp>
      <p:sp>
        <p:nvSpPr>
          <p:cNvPr id="62" name="dp44-background / n57 / text 1">
            <a:extLst xmlns:a="http://schemas.openxmlformats.org/drawingml/2006/main">
              <a:ext uri="{FF2B5EF4-FFF2-40B4-BE49-F238E27FC236}">
                <a16:creationId xmlns:a16="http://schemas.microsoft.com/office/drawing/2014/main" id="{C09B8CC1-9AD6-4440-972F-2EA4B8D19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6429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현재성 확인과 실제 전달</a:t>
            </a:r>
          </a:p>
        </p:txBody>
      </p:sp>
      <p:sp>
        <p:nvSpPr>
          <p:cNvPr id="63" name="dp44-background / n58 / text 1">
            <a:extLst xmlns:a="http://schemas.openxmlformats.org/drawingml/2006/main">
              <a:ext uri="{FF2B5EF4-FFF2-40B4-BE49-F238E27FC236}">
                <a16:creationId xmlns:a16="http://schemas.microsoft.com/office/drawing/2014/main" id="{F3E8A759-CB74-4AE1-8018-E8A7C72C0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6829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정정 전 Response 보류와 전달 차례 결정</a:t>
            </a:r>
          </a:p>
        </p:txBody>
      </p:sp>
    </p:spTree>
    <p:extLst>
      <p:ext uri="{BB962C8B-B14F-4D97-AF65-F5344CB8AC3E}">
        <p14:creationId xmlns:p14="http://schemas.microsoft.com/office/powerpoint/2010/main" val="113725042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0" name="dp44-comparison / n1">
            <a:extLst xmlns:a="http://schemas.openxmlformats.org/drawingml/2006/main">
              <a:ext uri="{FF2B5EF4-FFF2-40B4-BE49-F238E27FC236}">
                <a16:creationId xmlns:a16="http://schemas.microsoft.com/office/drawing/2014/main" id="{9880AA08-CD1C-4F2D-9711-A86AAD517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4-comparison / n2 / text 1">
            <a:extLst xmlns:a="http://schemas.openxmlformats.org/drawingml/2006/main">
              <a:ext uri="{FF2B5EF4-FFF2-40B4-BE49-F238E27FC236}">
                <a16:creationId xmlns:a16="http://schemas.microsoft.com/office/drawing/2014/main" id="{0E8E68BD-606F-4946-9800-2D2AF59A5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09550"/>
            <a:ext cx="1238250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설계 비교</a:t>
            </a:r>
          </a:p>
        </p:txBody>
      </p:sp>
      <p:sp>
        <p:nvSpPr>
          <p:cNvPr id="3" name="dp44-comparison / n3 / text 1">
            <a:extLst xmlns:a="http://schemas.openxmlformats.org/drawingml/2006/main">
              <a:ext uri="{FF2B5EF4-FFF2-40B4-BE49-F238E27FC236}">
                <a16:creationId xmlns:a16="http://schemas.microsoft.com/office/drawing/2014/main" id="{373E87F7-8897-4D0F-BCB0-1C63B0805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209550"/>
            <a:ext cx="4286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비교 / 장단점 / QA Trade-off</a:t>
            </a:r>
          </a:p>
        </p:txBody>
      </p:sp>
      <p:sp>
        <p:nvSpPr>
          <p:cNvPr id="4" name="dp44-comparison / n4 / text 1">
            <a:extLst xmlns:a="http://schemas.openxmlformats.org/drawingml/2006/main">
              <a:ext uri="{FF2B5EF4-FFF2-40B4-BE49-F238E27FC236}">
                <a16:creationId xmlns:a16="http://schemas.microsoft.com/office/drawing/2014/main" id="{8C535DE1-BCEB-4B61-A88C-21E453B46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19125"/>
            <a:ext cx="17526000" cy="5386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04-44. 반응성을 위한 VIA 지속 입력과 Response 전달 설계</a:t>
            </a:r>
          </a:p>
        </p:txBody>
      </p:sp>
      <p:sp>
        <p:nvSpPr>
          <p:cNvPr id="5" name="dp44-comparison / n5 / path">
            <a:extLst xmlns:a="http://schemas.openxmlformats.org/drawingml/2006/main">
              <a:ext uri="{FF2B5EF4-FFF2-40B4-BE49-F238E27FC236}">
                <a16:creationId xmlns:a16="http://schemas.microsoft.com/office/drawing/2014/main" id="{EC1D5486-4E52-4309-A257-29AB4CCB3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152525"/>
            <a:ext cx="17526000" cy="953"/>
          </a:xfrm>
          <a:custGeom xmlns:a="http://schemas.openxmlformats.org/drawingml/2006/main">
            <a:pathLst>
              <a:path w="17526000" h="953">
                <a:moveTo>
                  <a:pt x="0" y="0"/>
                </a:moveTo>
                <a:lnTo>
                  <a:pt x="17526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4-comparison / n6 / text 1">
            <a:extLst xmlns:a="http://schemas.openxmlformats.org/drawingml/2006/main">
              <a:ext uri="{FF2B5EF4-FFF2-40B4-BE49-F238E27FC236}">
                <a16:creationId xmlns:a16="http://schemas.microsoft.com/office/drawing/2014/main" id="{BEE1EABA-051C-4E4E-8E18-C7872D3B6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266825"/>
            <a:ext cx="145732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보고서 설명 도중 새 발화와 메일 질문 도착 / 표 설명 후 메일 질문 전달</a:t>
            </a:r>
          </a:p>
        </p:txBody>
      </p:sp>
      <p:sp>
        <p:nvSpPr>
          <p:cNvPr id="7" name="dp44-comparison / n7 / text 1">
            <a:extLst xmlns:a="http://schemas.openxmlformats.org/drawingml/2006/main">
              <a:ext uri="{FF2B5EF4-FFF2-40B4-BE49-F238E27FC236}">
                <a16:creationId xmlns:a16="http://schemas.microsoft.com/office/drawing/2014/main" id="{1C1FF38D-49B6-4137-9C3D-D1310217C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0" y="1381125"/>
            <a:ext cx="2762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수치와 점수 / 예상 예시</a:t>
            </a:r>
          </a:p>
        </p:txBody>
      </p:sp>
      <p:sp>
        <p:nvSpPr>
          <p:cNvPr id="8" name="dp44-comparison / n8 / text 1">
            <a:extLst xmlns:a="http://schemas.openxmlformats.org/drawingml/2006/main">
              <a:ext uri="{FF2B5EF4-FFF2-40B4-BE49-F238E27FC236}">
                <a16:creationId xmlns:a16="http://schemas.microsoft.com/office/drawing/2014/main" id="{62A1ED82-359C-41FE-B1CC-23C8881FE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600200"/>
            <a:ext cx="145732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양안 공통: Agent Gateway ↔ Downstream Agent / Model Access ↔ 공유 Omni 1벌</a:t>
            </a:r>
          </a:p>
        </p:txBody>
      </p:sp>
      <p:sp>
        <p:nvSpPr>
          <p:cNvPr id="9" name="dp44-comparison / n9">
            <a:extLst xmlns:a="http://schemas.openxmlformats.org/drawingml/2006/main">
              <a:ext uri="{FF2B5EF4-FFF2-40B4-BE49-F238E27FC236}">
                <a16:creationId xmlns:a16="http://schemas.microsoft.com/office/drawing/2014/main" id="{545E8B73-3CD4-4C4E-98D1-7E4755A2A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790700"/>
            <a:ext cx="175260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7C7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0" name="dp44-comparison / n10 / text 1">
            <a:extLst xmlns:a="http://schemas.openxmlformats.org/drawingml/2006/main">
              <a:ext uri="{FF2B5EF4-FFF2-40B4-BE49-F238E27FC236}">
                <a16:creationId xmlns:a16="http://schemas.microsoft.com/office/drawing/2014/main" id="{F8CAD886-F885-4EF4-B697-B1EB0475A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52625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설계안</a:t>
            </a:r>
          </a:p>
        </p:txBody>
      </p:sp>
      <p:sp>
        <p:nvSpPr>
          <p:cNvPr id="11" name="dp44-comparison / n11">
            <a:extLst xmlns:a="http://schemas.openxmlformats.org/drawingml/2006/main">
              <a:ext uri="{FF2B5EF4-FFF2-40B4-BE49-F238E27FC236}">
                <a16:creationId xmlns:a16="http://schemas.microsoft.com/office/drawing/2014/main" id="{5ABBC6E7-DB5A-4409-B672-E24E60F1B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314575"/>
            <a:ext cx="17526000" cy="525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2" name="dp44-comparison / n12 / text 1">
            <a:extLst xmlns:a="http://schemas.openxmlformats.org/drawingml/2006/main">
              <a:ext uri="{FF2B5EF4-FFF2-40B4-BE49-F238E27FC236}">
                <a16:creationId xmlns:a16="http://schemas.microsoft.com/office/drawing/2014/main" id="{030A932F-C5BD-41B4-80F2-79DF2FEBF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4765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구조</a:t>
            </a:r>
          </a:p>
        </p:txBody>
      </p:sp>
      <p:sp>
        <p:nvSpPr>
          <p:cNvPr id="13" name="dp44-comparison / n13">
            <a:extLst xmlns:a="http://schemas.openxmlformats.org/drawingml/2006/main">
              <a:ext uri="{FF2B5EF4-FFF2-40B4-BE49-F238E27FC236}">
                <a16:creationId xmlns:a16="http://schemas.microsoft.com/office/drawing/2014/main" id="{6F251D16-5717-4185-9E2F-6FF968980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7572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4" name="dp44-comparison / n14 / text 1">
            <a:extLst xmlns:a="http://schemas.openxmlformats.org/drawingml/2006/main">
              <a:ext uri="{FF2B5EF4-FFF2-40B4-BE49-F238E27FC236}">
                <a16:creationId xmlns:a16="http://schemas.microsoft.com/office/drawing/2014/main" id="{8B8503FB-5209-4F53-92CD-853FB8ED4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7734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장점</a:t>
            </a:r>
          </a:p>
        </p:txBody>
      </p:sp>
      <p:sp>
        <p:nvSpPr>
          <p:cNvPr id="15" name="dp44-comparison / n15">
            <a:extLst xmlns:a="http://schemas.openxmlformats.org/drawingml/2006/main">
              <a:ext uri="{FF2B5EF4-FFF2-40B4-BE49-F238E27FC236}">
                <a16:creationId xmlns:a16="http://schemas.microsoft.com/office/drawing/2014/main" id="{6518EFFC-5719-4205-9105-A12B1E3B0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8334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6" name="dp44-comparison / n16 / text 1">
            <a:extLst xmlns:a="http://schemas.openxmlformats.org/drawingml/2006/main">
              <a:ext uri="{FF2B5EF4-FFF2-40B4-BE49-F238E27FC236}">
                <a16:creationId xmlns:a16="http://schemas.microsoft.com/office/drawing/2014/main" id="{4BDC2F97-6211-42BE-82D0-A1031572D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8496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단점</a:t>
            </a:r>
          </a:p>
        </p:txBody>
      </p:sp>
      <p:sp>
        <p:nvSpPr>
          <p:cNvPr id="17" name="dp44-comparison / n17">
            <a:extLst xmlns:a="http://schemas.openxmlformats.org/drawingml/2006/main">
              <a:ext uri="{FF2B5EF4-FFF2-40B4-BE49-F238E27FC236}">
                <a16:creationId xmlns:a16="http://schemas.microsoft.com/office/drawing/2014/main" id="{4DE3434E-61D5-41F5-A4BB-0C5925371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9096375"/>
            <a:ext cx="175260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8" name="dp44-comparison / n18 / text 1">
            <a:extLst xmlns:a="http://schemas.openxmlformats.org/drawingml/2006/main">
              <a:ext uri="{FF2B5EF4-FFF2-40B4-BE49-F238E27FC236}">
                <a16:creationId xmlns:a16="http://schemas.microsoft.com/office/drawing/2014/main" id="{302B132B-D663-4D80-A931-DC5174A2B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258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QA</a:t>
            </a:r>
          </a:p>
        </p:txBody>
      </p:sp>
      <p:sp>
        <p:nvSpPr>
          <p:cNvPr id="19" name="dp44-comparison / n18 / text 2">
            <a:extLst xmlns:a="http://schemas.openxmlformats.org/drawingml/2006/main">
              <a:ext uri="{FF2B5EF4-FFF2-40B4-BE49-F238E27FC236}">
                <a16:creationId xmlns:a16="http://schemas.microsoft.com/office/drawing/2014/main" id="{C2B60E4E-2825-4E6F-9AE8-1747A33E7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50595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Trade-off</a:t>
            </a:r>
          </a:p>
        </p:txBody>
      </p:sp>
      <p:sp>
        <p:nvSpPr>
          <p:cNvPr id="20" name="dp44-comparison / n19 / path">
            <a:extLst xmlns:a="http://schemas.openxmlformats.org/drawingml/2006/main">
              <a:ext uri="{FF2B5EF4-FFF2-40B4-BE49-F238E27FC236}">
                <a16:creationId xmlns:a16="http://schemas.microsoft.com/office/drawing/2014/main" id="{1C1A80A9-1018-4F7C-A278-DCC19D3E4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1" name="dp44-comparison / n20 / path">
            <a:extLst xmlns:a="http://schemas.openxmlformats.org/drawingml/2006/main">
              <a:ext uri="{FF2B5EF4-FFF2-40B4-BE49-F238E27FC236}">
                <a16:creationId xmlns:a16="http://schemas.microsoft.com/office/drawing/2014/main" id="{43317ED6-FAEA-41EE-B34C-F97DDDF15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2" name="dp44-comparison / n21 / text 1">
            <a:extLst xmlns:a="http://schemas.openxmlformats.org/drawingml/2006/main">
              <a:ext uri="{FF2B5EF4-FFF2-40B4-BE49-F238E27FC236}">
                <a16:creationId xmlns:a16="http://schemas.microsoft.com/office/drawing/2014/main" id="{6265FD9E-8219-4AB7-955B-8E6935E9D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828800"/>
            <a:ext cx="798195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A 중앙 조정 방식</a:t>
            </a:r>
          </a:p>
        </p:txBody>
      </p:sp>
      <p:sp>
        <p:nvSpPr>
          <p:cNvPr id="23" name="dp44-comparison / n22 / text 1">
            <a:extLst xmlns:a="http://schemas.openxmlformats.org/drawingml/2006/main">
              <a:ext uri="{FF2B5EF4-FFF2-40B4-BE49-F238E27FC236}">
                <a16:creationId xmlns:a16="http://schemas.microsoft.com/office/drawing/2014/main" id="{E203783C-7CA4-4C8F-8106-F940EC239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133600"/>
            <a:ext cx="79819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중앙 비동기 Orchestration</a:t>
            </a:r>
          </a:p>
        </p:txBody>
      </p:sp>
      <p:sp>
        <p:nvSpPr>
          <p:cNvPr id="24" name="dp44-comparison / n23 / text 1">
            <a:extLst xmlns:a="http://schemas.openxmlformats.org/drawingml/2006/main">
              <a:ext uri="{FF2B5EF4-FFF2-40B4-BE49-F238E27FC236}">
                <a16:creationId xmlns:a16="http://schemas.microsoft.com/office/drawing/2014/main" id="{CDBDF101-EBE3-4F6C-BDF2-704BDB1E0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집중된 실행 상태로 전체 메모리 13.3 GB (메모리 효율성 ↑)</a:t>
            </a:r>
          </a:p>
        </p:txBody>
      </p:sp>
      <p:sp>
        <p:nvSpPr>
          <p:cNvPr id="25" name="dp44-comparison / n24 / text 1">
            <a:extLst xmlns:a="http://schemas.openxmlformats.org/drawingml/2006/main">
              <a:ext uri="{FF2B5EF4-FFF2-40B4-BE49-F238E27FC236}">
                <a16:creationId xmlns:a16="http://schemas.microsoft.com/office/drawing/2014/main" id="{ED1C7196-DCF9-4688-A9E5-D275864AC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반환 회수와 재배정으로 평균 반응시간 0.85 s (응답 신속성 ↓)</a:t>
            </a:r>
          </a:p>
        </p:txBody>
      </p:sp>
      <p:sp>
        <p:nvSpPr>
          <p:cNvPr id="26" name="dp44-comparison / n25 / text 1">
            <a:extLst xmlns:a="http://schemas.openxmlformats.org/drawingml/2006/main">
              <a:ext uri="{FF2B5EF4-FFF2-40B4-BE49-F238E27FC236}">
                <a16:creationId xmlns:a16="http://schemas.microsoft.com/office/drawing/2014/main" id="{AE34A9D1-6C9F-4314-85F3-5B7A69987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8734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교차 사건의 중앙 전이 변경, 평균 4.0개 (변경 용이성 ↓)</a:t>
            </a:r>
          </a:p>
        </p:txBody>
      </p:sp>
      <p:sp>
        <p:nvSpPr>
          <p:cNvPr id="27" name="dp44-comparison / n26 / text 1">
            <a:extLst xmlns:a="http://schemas.openxmlformats.org/drawingml/2006/main">
              <a:ext uri="{FF2B5EF4-FFF2-40B4-BE49-F238E27FC236}">
                <a16:creationId xmlns:a16="http://schemas.microsoft.com/office/drawing/2014/main" id="{AFA5DC51-F65E-417E-B831-CCFCF9F1A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V-04 응답 신속성</a:t>
            </a:r>
          </a:p>
        </p:txBody>
      </p:sp>
      <p:sp>
        <p:nvSpPr>
          <p:cNvPr id="28" name="dp44-comparison / n27 / text 1">
            <a:extLst xmlns:a="http://schemas.openxmlformats.org/drawingml/2006/main">
              <a:ext uri="{FF2B5EF4-FFF2-40B4-BE49-F238E27FC236}">
                <a16:creationId xmlns:a16="http://schemas.microsoft.com/office/drawing/2014/main" id="{49B5C055-3F83-4291-8AB3-7807146BE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29" name="dp44-comparison / n28 / text 1">
            <a:extLst xmlns:a="http://schemas.openxmlformats.org/drawingml/2006/main">
              <a:ext uri="{FF2B5EF4-FFF2-40B4-BE49-F238E27FC236}">
                <a16:creationId xmlns:a16="http://schemas.microsoft.com/office/drawing/2014/main" id="{A8242BEA-8EE1-4CF7-9929-1E3E68BE0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0.85 s</a:t>
            </a:r>
          </a:p>
        </p:txBody>
      </p:sp>
      <p:sp>
        <p:nvSpPr>
          <p:cNvPr id="30" name="dp44-comparison / n29 / text 1">
            <a:extLst xmlns:a="http://schemas.openxmlformats.org/drawingml/2006/main">
              <a:ext uri="{FF2B5EF4-FFF2-40B4-BE49-F238E27FC236}">
                <a16:creationId xmlns:a16="http://schemas.microsoft.com/office/drawing/2014/main" id="{69C7FE99-ADDC-4319-8F41-CB94AA361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반응시간 ↓</a:t>
            </a:r>
          </a:p>
        </p:txBody>
      </p:sp>
      <p:sp>
        <p:nvSpPr>
          <p:cNvPr id="31" name="dp44-comparison / n30 / text 1">
            <a:extLst xmlns:a="http://schemas.openxmlformats.org/drawingml/2006/main">
              <a:ext uri="{FF2B5EF4-FFF2-40B4-BE49-F238E27FC236}">
                <a16:creationId xmlns:a16="http://schemas.microsoft.com/office/drawing/2014/main" id="{F70C6606-265D-4DA6-B59C-52ABE488B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32" name="dp44-comparison / n31 / text 1">
            <a:extLst xmlns:a="http://schemas.openxmlformats.org/drawingml/2006/main">
              <a:ext uri="{FF2B5EF4-FFF2-40B4-BE49-F238E27FC236}">
                <a16:creationId xmlns:a16="http://schemas.microsoft.com/office/drawing/2014/main" id="{A31355E0-614C-4257-939C-7DF89CDA4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33" name="dp44-comparison / n32 / text 1">
            <a:extLst xmlns:a="http://schemas.openxmlformats.org/drawingml/2006/main">
              <a:ext uri="{FF2B5EF4-FFF2-40B4-BE49-F238E27FC236}">
                <a16:creationId xmlns:a16="http://schemas.microsoft.com/office/drawing/2014/main" id="{54FE3E40-7064-4BFE-9FC3-96C2430AF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4.0개</a:t>
            </a:r>
          </a:p>
        </p:txBody>
      </p:sp>
      <p:sp>
        <p:nvSpPr>
          <p:cNvPr id="34" name="dp44-comparison / n33 / text 1">
            <a:extLst xmlns:a="http://schemas.openxmlformats.org/drawingml/2006/main">
              <a:ext uri="{FF2B5EF4-FFF2-40B4-BE49-F238E27FC236}">
                <a16:creationId xmlns:a16="http://schemas.microsoft.com/office/drawing/2014/main" id="{09E1D95E-FCFC-4867-A3E2-75772C68D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35" name="dp44-comparison / n34 / text 1">
            <a:extLst xmlns:a="http://schemas.openxmlformats.org/drawingml/2006/main">
              <a:ext uri="{FF2B5EF4-FFF2-40B4-BE49-F238E27FC236}">
                <a16:creationId xmlns:a16="http://schemas.microsoft.com/office/drawing/2014/main" id="{A7AE6C5C-E4EF-4843-BDC7-CF570D850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V-06 메모리 효율성</a:t>
            </a:r>
          </a:p>
        </p:txBody>
      </p:sp>
      <p:sp>
        <p:nvSpPr>
          <p:cNvPr id="36" name="dp44-comparison / n35 / text 1">
            <a:extLst xmlns:a="http://schemas.openxmlformats.org/drawingml/2006/main">
              <a:ext uri="{FF2B5EF4-FFF2-40B4-BE49-F238E27FC236}">
                <a16:creationId xmlns:a16="http://schemas.microsoft.com/office/drawing/2014/main" id="{799C4132-2C6C-4F4C-B5CA-A974C362C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37" name="dp44-comparison / n36 / text 1">
            <a:extLst xmlns:a="http://schemas.openxmlformats.org/drawingml/2006/main">
              <a:ext uri="{FF2B5EF4-FFF2-40B4-BE49-F238E27FC236}">
                <a16:creationId xmlns:a16="http://schemas.microsoft.com/office/drawing/2014/main" id="{9A3C80B7-3F6B-4EBB-8CC2-F4ADAFDBB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13.3 GB</a:t>
            </a:r>
          </a:p>
        </p:txBody>
      </p:sp>
      <p:sp>
        <p:nvSpPr>
          <p:cNvPr id="38" name="dp44-comparison / n37 / text 1">
            <a:extLst xmlns:a="http://schemas.openxmlformats.org/drawingml/2006/main">
              <a:ext uri="{FF2B5EF4-FFF2-40B4-BE49-F238E27FC236}">
                <a16:creationId xmlns:a16="http://schemas.microsoft.com/office/drawing/2014/main" id="{2219DA97-5A03-42B3-B330-FDF7935D2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최대 전체 메모리 ↓</a:t>
            </a:r>
          </a:p>
        </p:txBody>
      </p:sp>
      <p:sp>
        <p:nvSpPr>
          <p:cNvPr id="39" name="dp44-comparison / n38 / text 1">
            <a:extLst xmlns:a="http://schemas.openxmlformats.org/drawingml/2006/main">
              <a:ext uri="{FF2B5EF4-FFF2-40B4-BE49-F238E27FC236}">
                <a16:creationId xmlns:a16="http://schemas.microsoft.com/office/drawing/2014/main" id="{E3D5759D-ACF3-4C0F-9AA4-4272CD4EE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828800"/>
            <a:ext cx="798195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B 이벤트 흐름을 연결하는 방식</a:t>
            </a:r>
          </a:p>
        </p:txBody>
      </p:sp>
      <p:sp>
        <p:nvSpPr>
          <p:cNvPr id="40" name="dp44-comparison / n39 / text 1">
            <a:extLst xmlns:a="http://schemas.openxmlformats.org/drawingml/2006/main">
              <a:ext uri="{FF2B5EF4-FFF2-40B4-BE49-F238E27FC236}">
                <a16:creationId xmlns:a16="http://schemas.microsoft.com/office/drawing/2014/main" id="{BD4F3710-4A45-46CC-8C26-1D0BBE037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133600"/>
            <a:ext cx="79819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반응형 Dataflow</a:t>
            </a:r>
          </a:p>
        </p:txBody>
      </p:sp>
      <p:sp>
        <p:nvSpPr>
          <p:cNvPr id="41" name="dp44-comparison / n40 / text 1">
            <a:extLst xmlns:a="http://schemas.openxmlformats.org/drawingml/2006/main">
              <a:ext uri="{FF2B5EF4-FFF2-40B4-BE49-F238E27FC236}">
                <a16:creationId xmlns:a16="http://schemas.microsoft.com/office/drawing/2014/main" id="{28253114-269C-461A-9354-00DEEC4C5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사건의 직접 활성화로 평균 반응시간 0.62 s (응답 신속성 ↑)</a:t>
            </a:r>
          </a:p>
        </p:txBody>
      </p:sp>
      <p:sp>
        <p:nvSpPr>
          <p:cNvPr id="42" name="dp44-comparison / n41 / text 1">
            <a:extLst xmlns:a="http://schemas.openxmlformats.org/drawingml/2006/main">
              <a:ext uri="{FF2B5EF4-FFF2-40B4-BE49-F238E27FC236}">
                <a16:creationId xmlns:a16="http://schemas.microsoft.com/office/drawing/2014/main" id="{1DA52863-A6C0-45AB-9D68-42E069294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7972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동일 schema 안의 단계 조합 변경, 평균 2.5개 (변경 용이성 ↑)</a:t>
            </a:r>
          </a:p>
        </p:txBody>
      </p:sp>
      <p:sp>
        <p:nvSpPr>
          <p:cNvPr id="43" name="dp44-comparison / n42 / text 1">
            <a:extLst xmlns:a="http://schemas.openxmlformats.org/drawingml/2006/main">
              <a:ext uri="{FF2B5EF4-FFF2-40B4-BE49-F238E27FC236}">
                <a16:creationId xmlns:a16="http://schemas.microsoft.com/office/drawing/2014/main" id="{EA7A35C3-E2C8-49BF-A99D-5FB311DA5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다수 window와 buffer로 전체 메모리 13.8 GB (메모리 효율성 ↓)</a:t>
            </a:r>
          </a:p>
        </p:txBody>
      </p:sp>
      <p:sp>
        <p:nvSpPr>
          <p:cNvPr id="44" name="dp44-comparison / n43 / text 1">
            <a:extLst xmlns:a="http://schemas.openxmlformats.org/drawingml/2006/main">
              <a:ext uri="{FF2B5EF4-FFF2-40B4-BE49-F238E27FC236}">
                <a16:creationId xmlns:a16="http://schemas.microsoft.com/office/drawing/2014/main" id="{BB6F1EBC-DE1E-4120-B6D5-9A8C9CE92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V-04 응답 신속성</a:t>
            </a:r>
          </a:p>
        </p:txBody>
      </p:sp>
      <p:sp>
        <p:nvSpPr>
          <p:cNvPr id="45" name="dp44-comparison / n44 / text 1">
            <a:extLst xmlns:a="http://schemas.openxmlformats.org/drawingml/2006/main">
              <a:ext uri="{FF2B5EF4-FFF2-40B4-BE49-F238E27FC236}">
                <a16:creationId xmlns:a16="http://schemas.microsoft.com/office/drawing/2014/main" id="{0AC016D3-3F0B-4E74-AF0F-D7F7B07DE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46" name="dp44-comparison / n45 / text 1">
            <a:extLst xmlns:a="http://schemas.openxmlformats.org/drawingml/2006/main">
              <a:ext uri="{FF2B5EF4-FFF2-40B4-BE49-F238E27FC236}">
                <a16:creationId xmlns:a16="http://schemas.microsoft.com/office/drawing/2014/main" id="{D617D986-6596-4B62-8FE4-2ECDF86DD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0.62 s</a:t>
            </a:r>
          </a:p>
        </p:txBody>
      </p:sp>
      <p:sp>
        <p:nvSpPr>
          <p:cNvPr id="47" name="dp44-comparison / n46 / text 1">
            <a:extLst xmlns:a="http://schemas.openxmlformats.org/drawingml/2006/main">
              <a:ext uri="{FF2B5EF4-FFF2-40B4-BE49-F238E27FC236}">
                <a16:creationId xmlns:a16="http://schemas.microsoft.com/office/drawing/2014/main" id="{36363DEC-1632-4486-98B8-1C2F4631B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반응시간 ↓</a:t>
            </a:r>
          </a:p>
        </p:txBody>
      </p:sp>
      <p:sp>
        <p:nvSpPr>
          <p:cNvPr id="48" name="dp44-comparison / n47 / text 1">
            <a:extLst xmlns:a="http://schemas.openxmlformats.org/drawingml/2006/main">
              <a:ext uri="{FF2B5EF4-FFF2-40B4-BE49-F238E27FC236}">
                <a16:creationId xmlns:a16="http://schemas.microsoft.com/office/drawing/2014/main" id="{D2B6E738-2BE5-4B5A-AD5E-B40132E26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49" name="dp44-comparison / n48 / text 1">
            <a:extLst xmlns:a="http://schemas.openxmlformats.org/drawingml/2006/main">
              <a:ext uri="{FF2B5EF4-FFF2-40B4-BE49-F238E27FC236}">
                <a16:creationId xmlns:a16="http://schemas.microsoft.com/office/drawing/2014/main" id="{28C7F02B-D8DC-4586-83C4-994BCE600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50" name="dp44-comparison / n49 / text 1">
            <a:extLst xmlns:a="http://schemas.openxmlformats.org/drawingml/2006/main">
              <a:ext uri="{FF2B5EF4-FFF2-40B4-BE49-F238E27FC236}">
                <a16:creationId xmlns:a16="http://schemas.microsoft.com/office/drawing/2014/main" id="{D02BF6A9-777E-4E4E-90B8-11E01A717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2.5개</a:t>
            </a:r>
          </a:p>
        </p:txBody>
      </p:sp>
      <p:sp>
        <p:nvSpPr>
          <p:cNvPr id="51" name="dp44-comparison / n50 / text 1">
            <a:extLst xmlns:a="http://schemas.openxmlformats.org/drawingml/2006/main">
              <a:ext uri="{FF2B5EF4-FFF2-40B4-BE49-F238E27FC236}">
                <a16:creationId xmlns:a16="http://schemas.microsoft.com/office/drawing/2014/main" id="{773BB26B-D3A3-4752-82B4-AB368F4DB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52" name="dp44-comparison / n51 / text 1">
            <a:extLst xmlns:a="http://schemas.openxmlformats.org/drawingml/2006/main">
              <a:ext uri="{FF2B5EF4-FFF2-40B4-BE49-F238E27FC236}">
                <a16:creationId xmlns:a16="http://schemas.microsoft.com/office/drawing/2014/main" id="{2DA46055-A255-4B4B-BF09-F409F1A39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V-06 메모리 효율성</a:t>
            </a:r>
          </a:p>
        </p:txBody>
      </p:sp>
      <p:sp>
        <p:nvSpPr>
          <p:cNvPr id="53" name="dp44-comparison / n52 / text 1">
            <a:extLst xmlns:a="http://schemas.openxmlformats.org/drawingml/2006/main">
              <a:ext uri="{FF2B5EF4-FFF2-40B4-BE49-F238E27FC236}">
                <a16:creationId xmlns:a16="http://schemas.microsoft.com/office/drawing/2014/main" id="{FD46A750-3FE7-42EF-A80D-55BEE48A5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54" name="dp44-comparison / n53 / text 1">
            <a:extLst xmlns:a="http://schemas.openxmlformats.org/drawingml/2006/main">
              <a:ext uri="{FF2B5EF4-FFF2-40B4-BE49-F238E27FC236}">
                <a16:creationId xmlns:a16="http://schemas.microsoft.com/office/drawing/2014/main" id="{2FD59040-7391-4BAD-8A21-59B26FBB1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13.8 GB</a:t>
            </a:r>
          </a:p>
        </p:txBody>
      </p:sp>
      <p:sp>
        <p:nvSpPr>
          <p:cNvPr id="55" name="dp44-comparison / n54 / text 1">
            <a:extLst xmlns:a="http://schemas.openxmlformats.org/drawingml/2006/main">
              <a:ext uri="{FF2B5EF4-FFF2-40B4-BE49-F238E27FC236}">
                <a16:creationId xmlns:a16="http://schemas.microsoft.com/office/drawing/2014/main" id="{522B93BF-DCF7-4D1A-8EA4-D1526D6A3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최대 전체 메모리 ↓</a:t>
            </a:r>
          </a:p>
        </p:txBody>
      </p:sp>
      <p:sp>
        <p:nvSpPr>
          <p:cNvPr id="56" name="dp44-comparison / n55 / text 1">
            <a:extLst xmlns:a="http://schemas.openxmlformats.org/drawingml/2006/main">
              <a:ext uri="{FF2B5EF4-FFF2-40B4-BE49-F238E27FC236}">
                <a16:creationId xmlns:a16="http://schemas.microsoft.com/office/drawing/2014/main" id="{F42389B4-7D3C-47D4-9985-D81133DA4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0067925"/>
            <a:ext cx="14478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비교 예시 조건: 여러 사건의 집중 도착 / 양안의 입력 수신과 로컬 음성 중단은 동일</a:t>
            </a:r>
          </a:p>
        </p:txBody>
      </p:sp>
      <p:sp>
        <p:nvSpPr>
          <p:cNvPr id="57" name="dp44-comparison / n56 / text 1">
            <a:extLst xmlns:a="http://schemas.openxmlformats.org/drawingml/2006/main">
              <a:ext uri="{FF2B5EF4-FFF2-40B4-BE49-F238E27FC236}">
                <a16:creationId xmlns:a16="http://schemas.microsoft.com/office/drawing/2014/main" id="{7F6848C4-0EE9-4227-A73A-45B280405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6625" y="10067925"/>
            <a:ext cx="30003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● 많을수록 우수 / 미측정</a:t>
            </a:r>
          </a:p>
        </p:txBody>
      </p:sp>
      <p:sp>
        <p:nvSpPr>
          <p:cNvPr id="58" name="dp44-comparison / n57">
            <a:extLst xmlns:a="http://schemas.openxmlformats.org/drawingml/2006/main">
              <a:ext uri="{FF2B5EF4-FFF2-40B4-BE49-F238E27FC236}">
                <a16:creationId xmlns:a16="http://schemas.microsoft.com/office/drawing/2014/main" id="{5534661B-1758-45FF-84E4-3B5766D1F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" y="2638425"/>
            <a:ext cx="819150" cy="487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59" name="dp44-comparison / n58">
            <a:extLst xmlns:a="http://schemas.openxmlformats.org/drawingml/2006/main">
              <a:ext uri="{FF2B5EF4-FFF2-40B4-BE49-F238E27FC236}">
                <a16:creationId xmlns:a16="http://schemas.microsoft.com/office/drawing/2014/main" id="{E7F614BF-7465-4850-A645-D673DB326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121" y="2771775"/>
            <a:ext cx="502158" cy="1845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dp44-comparison / n59 / text 1">
            <a:extLst xmlns:a="http://schemas.openxmlformats.org/drawingml/2006/main">
              <a:ext uri="{FF2B5EF4-FFF2-40B4-BE49-F238E27FC236}">
                <a16:creationId xmlns:a16="http://schemas.microsoft.com/office/drawing/2014/main" id="{EDF62A10-BAD7-4FCC-A997-E52190931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781300"/>
            <a:ext cx="7620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Legend</a:t>
            </a:r>
          </a:p>
        </p:txBody>
      </p:sp>
      <p:sp>
        <p:nvSpPr>
          <p:cNvPr id="61" name="dp44-comparison / n60">
            <a:extLst xmlns:a="http://schemas.openxmlformats.org/drawingml/2006/main">
              <a:ext uri="{FF2B5EF4-FFF2-40B4-BE49-F238E27FC236}">
                <a16:creationId xmlns:a16="http://schemas.microsoft.com/office/drawing/2014/main" id="{7CD86BF2-1717-4C11-990D-939AB8D76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114675"/>
            <a:ext cx="704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62" name="dp44-comparison / n61 / text 1">
            <a:extLst xmlns:a="http://schemas.openxmlformats.org/drawingml/2006/main">
              <a:ext uri="{FF2B5EF4-FFF2-40B4-BE49-F238E27FC236}">
                <a16:creationId xmlns:a16="http://schemas.microsoft.com/office/drawing/2014/main" id="{45819D16-FAD4-463F-978C-8818D122E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92304"/>
            <a:ext cx="5715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Component</a:t>
            </a:r>
          </a:p>
        </p:txBody>
      </p:sp>
      <p:sp>
        <p:nvSpPr>
          <p:cNvPr id="63" name="dp44-comparison / n62">
            <a:extLst xmlns:a="http://schemas.openxmlformats.org/drawingml/2006/main">
              <a:ext uri="{FF2B5EF4-FFF2-40B4-BE49-F238E27FC236}">
                <a16:creationId xmlns:a16="http://schemas.microsoft.com/office/drawing/2014/main" id="{A5BB1F51-D278-4E65-B131-08217D797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429000"/>
            <a:ext cx="585026" cy="15116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dp44-comparison / n63 / text 1">
            <a:extLst xmlns:a="http://schemas.openxmlformats.org/drawingml/2006/main">
              <a:ext uri="{FF2B5EF4-FFF2-40B4-BE49-F238E27FC236}">
                <a16:creationId xmlns:a16="http://schemas.microsoft.com/office/drawing/2014/main" id="{AA4FC839-9FBF-405A-9CCD-E94985DC3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438525"/>
            <a:ext cx="7620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Component</a:t>
            </a:r>
          </a:p>
        </p:txBody>
      </p:sp>
      <p:sp>
        <p:nvSpPr>
          <p:cNvPr id="65" name="dp44-comparison / n64">
            <a:extLst xmlns:a="http://schemas.openxmlformats.org/drawingml/2006/main">
              <a:ext uri="{FF2B5EF4-FFF2-40B4-BE49-F238E27FC236}">
                <a16:creationId xmlns:a16="http://schemas.microsoft.com/office/drawing/2014/main" id="{5D5ADE9C-B360-4A79-88A9-624882D8D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733800"/>
            <a:ext cx="7048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66" name="dp44-comparison / n65 / text 1">
            <a:extLst xmlns:a="http://schemas.openxmlformats.org/drawingml/2006/main">
              <a:ext uri="{FF2B5EF4-FFF2-40B4-BE49-F238E27FC236}">
                <a16:creationId xmlns:a16="http://schemas.microsoft.com/office/drawing/2014/main" id="{61B76F5C-DB03-4030-A1B5-D956E871B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1429"/>
            <a:ext cx="5715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Module</a:t>
            </a:r>
          </a:p>
        </p:txBody>
      </p:sp>
      <p:sp>
        <p:nvSpPr>
          <p:cNvPr id="67" name="dp44-comparison / n66">
            <a:extLst xmlns:a="http://schemas.openxmlformats.org/drawingml/2006/main">
              <a:ext uri="{FF2B5EF4-FFF2-40B4-BE49-F238E27FC236}">
                <a16:creationId xmlns:a16="http://schemas.microsoft.com/office/drawing/2014/main" id="{E7BB60D9-2C64-4286-9CEA-0AA5ABA8C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048125"/>
            <a:ext cx="673037" cy="15116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dp44-comparison / n67 / text 1">
            <a:extLst xmlns:a="http://schemas.openxmlformats.org/drawingml/2006/main">
              <a:ext uri="{FF2B5EF4-FFF2-40B4-BE49-F238E27FC236}">
                <a16:creationId xmlns:a16="http://schemas.microsoft.com/office/drawing/2014/main" id="{FB36AD25-1364-4ACD-9427-E67DF8752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057650"/>
            <a:ext cx="7620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내부 Module</a:t>
            </a:r>
          </a:p>
        </p:txBody>
      </p:sp>
      <p:sp>
        <p:nvSpPr>
          <p:cNvPr id="69" name="dp44-comparison / n68">
            <a:extLst xmlns:a="http://schemas.openxmlformats.org/drawingml/2006/main">
              <a:ext uri="{FF2B5EF4-FFF2-40B4-BE49-F238E27FC236}">
                <a16:creationId xmlns:a16="http://schemas.microsoft.com/office/drawing/2014/main" id="{3A0BA059-FA6A-479D-9890-839CDF996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352925"/>
            <a:ext cx="704850" cy="266700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0" name="dp44-comparison / n69 / text 1">
            <a:extLst xmlns:a="http://schemas.openxmlformats.org/drawingml/2006/main">
              <a:ext uri="{FF2B5EF4-FFF2-40B4-BE49-F238E27FC236}">
                <a16:creationId xmlns:a16="http://schemas.microsoft.com/office/drawing/2014/main" id="{604847D5-07D0-476D-9C5D-D218205DB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68654"/>
            <a:ext cx="5715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State</a:t>
            </a:r>
          </a:p>
        </p:txBody>
      </p:sp>
      <p:sp>
        <p:nvSpPr>
          <p:cNvPr id="71" name="dp44-comparison / n70">
            <a:extLst xmlns:a="http://schemas.openxmlformats.org/drawingml/2006/main">
              <a:ext uri="{FF2B5EF4-FFF2-40B4-BE49-F238E27FC236}">
                <a16:creationId xmlns:a16="http://schemas.microsoft.com/office/drawing/2014/main" id="{33836928-1D7A-4DDB-95F8-9F441E5C7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667250"/>
            <a:ext cx="622745" cy="15116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dp44-comparison / n71 / text 1">
            <a:extLst xmlns:a="http://schemas.openxmlformats.org/drawingml/2006/main">
              <a:ext uri="{FF2B5EF4-FFF2-40B4-BE49-F238E27FC236}">
                <a16:creationId xmlns:a16="http://schemas.microsoft.com/office/drawing/2014/main" id="{00B856B7-EB3B-46A1-A9EF-E15998D74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676775"/>
            <a:ext cx="7620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데이터 상태</a:t>
            </a:r>
          </a:p>
        </p:txBody>
      </p:sp>
      <p:sp>
        <p:nvSpPr>
          <p:cNvPr id="73" name="dp44-comparison / n72">
            <a:extLst xmlns:a="http://schemas.openxmlformats.org/drawingml/2006/main">
              <a:ext uri="{FF2B5EF4-FFF2-40B4-BE49-F238E27FC236}">
                <a16:creationId xmlns:a16="http://schemas.microsoft.com/office/drawing/2014/main" id="{58443EB9-6D8F-4FCD-91D6-79F28DE4E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6115050"/>
            <a:ext cx="7048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74" name="dp44-comparison / n73 / text 1">
            <a:extLst xmlns:a="http://schemas.openxmlformats.org/drawingml/2006/main">
              <a:ext uri="{FF2B5EF4-FFF2-40B4-BE49-F238E27FC236}">
                <a16:creationId xmlns:a16="http://schemas.microsoft.com/office/drawing/2014/main" id="{E0AC2832-FD10-45F6-8B18-D20AD4F6A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2679"/>
            <a:ext cx="5715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Module</a:t>
            </a:r>
          </a:p>
        </p:txBody>
      </p:sp>
      <p:sp>
        <p:nvSpPr>
          <p:cNvPr id="75" name="dp44-comparison / n74">
            <a:extLst xmlns:a="http://schemas.openxmlformats.org/drawingml/2006/main">
              <a:ext uri="{FF2B5EF4-FFF2-40B4-BE49-F238E27FC236}">
                <a16:creationId xmlns:a16="http://schemas.microsoft.com/office/drawing/2014/main" id="{E7684B07-0A51-418C-A2A1-F9694881A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6429375"/>
            <a:ext cx="683514" cy="15116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" name="dp44-comparison / n75 / text 1">
            <a:extLst xmlns:a="http://schemas.openxmlformats.org/drawingml/2006/main">
              <a:ext uri="{FF2B5EF4-FFF2-40B4-BE49-F238E27FC236}">
                <a16:creationId xmlns:a16="http://schemas.microsoft.com/office/drawing/2014/main" id="{EB072A5A-C5F4-4773-BB73-92775ADCA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6438900"/>
            <a:ext cx="7620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차이: 살구색</a:t>
            </a:r>
          </a:p>
        </p:txBody>
      </p:sp>
      <p:sp>
        <p:nvSpPr>
          <p:cNvPr id="77" name="dp44-comparison / n76">
            <a:extLst xmlns:a="http://schemas.openxmlformats.org/drawingml/2006/main">
              <a:ext uri="{FF2B5EF4-FFF2-40B4-BE49-F238E27FC236}">
                <a16:creationId xmlns:a16="http://schemas.microsoft.com/office/drawing/2014/main" id="{3FEB1B4D-0DC9-45F6-9543-B4B834BE0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6734175"/>
            <a:ext cx="704850" cy="266700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8" name="dp44-comparison / n77 / text 1">
            <a:extLst xmlns:a="http://schemas.openxmlformats.org/drawingml/2006/main">
              <a:ext uri="{FF2B5EF4-FFF2-40B4-BE49-F238E27FC236}">
                <a16:creationId xmlns:a16="http://schemas.microsoft.com/office/drawing/2014/main" id="{B087331B-9C9C-44B5-B346-6390F41E6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811804"/>
            <a:ext cx="5715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External</a:t>
            </a:r>
          </a:p>
        </p:txBody>
      </p:sp>
      <p:sp>
        <p:nvSpPr>
          <p:cNvPr id="79" name="dp44-comparison / n78">
            <a:extLst xmlns:a="http://schemas.openxmlformats.org/drawingml/2006/main">
              <a:ext uri="{FF2B5EF4-FFF2-40B4-BE49-F238E27FC236}">
                <a16:creationId xmlns:a16="http://schemas.microsoft.com/office/drawing/2014/main" id="{9500F57A-20B6-4DFE-97B5-036AA26B8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7048500"/>
            <a:ext cx="622745" cy="15116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dp44-comparison / n79 / text 1">
            <a:extLst xmlns:a="http://schemas.openxmlformats.org/drawingml/2006/main">
              <a:ext uri="{FF2B5EF4-FFF2-40B4-BE49-F238E27FC236}">
                <a16:creationId xmlns:a16="http://schemas.microsoft.com/office/drawing/2014/main" id="{79D1D6C0-4DC9-47A0-85A3-69907E7A0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7058025"/>
            <a:ext cx="7620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외부 의존성</a:t>
            </a:r>
          </a:p>
        </p:txBody>
      </p:sp>
      <p:sp>
        <p:nvSpPr>
          <p:cNvPr id="81" name="dp44-comparison / n80 / path">
            <a:extLst xmlns:a="http://schemas.openxmlformats.org/drawingml/2006/main">
              <a:ext uri="{FF2B5EF4-FFF2-40B4-BE49-F238E27FC236}">
                <a16:creationId xmlns:a16="http://schemas.microsoft.com/office/drawing/2014/main" id="{0C6F1535-E208-49E2-AFBF-85863FEA1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38725"/>
            <a:ext cx="657225" cy="953"/>
          </a:xfrm>
          <a:custGeom xmlns:a="http://schemas.openxmlformats.org/drawingml/2006/main">
            <a:pathLst>
              <a:path w="657225" h="953">
                <a:moveTo>
                  <a:pt x="0" y="0"/>
                </a:moveTo>
                <a:lnTo>
                  <a:pt x="657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82" name="dp44-comparison / n80 / arrow">
            <a:extLst xmlns:a="http://schemas.openxmlformats.org/drawingml/2006/main">
              <a:ext uri="{FF2B5EF4-FFF2-40B4-BE49-F238E27FC236}">
                <a16:creationId xmlns:a16="http://schemas.microsoft.com/office/drawing/2014/main" id="{6D65B2E1-33B5-4ED6-9F75-94D139B11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519" y="500519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83" name="dp44-comparison / n81">
            <a:extLst xmlns:a="http://schemas.openxmlformats.org/drawingml/2006/main">
              <a:ext uri="{FF2B5EF4-FFF2-40B4-BE49-F238E27FC236}">
                <a16:creationId xmlns:a16="http://schemas.microsoft.com/office/drawing/2014/main" id="{DBF89EBE-8F54-48F7-838E-4E731BA9B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24450"/>
            <a:ext cx="639509" cy="15116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dp44-comparison / n82 / text 1">
            <a:extLst xmlns:a="http://schemas.openxmlformats.org/drawingml/2006/main">
              <a:ext uri="{FF2B5EF4-FFF2-40B4-BE49-F238E27FC236}">
                <a16:creationId xmlns:a16="http://schemas.microsoft.com/office/drawing/2014/main" id="{83062F93-D7AB-4AAD-B9B2-10A71AACB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133975"/>
            <a:ext cx="7620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요청 / 전달</a:t>
            </a:r>
          </a:p>
        </p:txBody>
      </p:sp>
      <p:sp>
        <p:nvSpPr>
          <p:cNvPr id="85" name="dp44-comparison / n83 / path">
            <a:extLst xmlns:a="http://schemas.openxmlformats.org/drawingml/2006/main">
              <a:ext uri="{FF2B5EF4-FFF2-40B4-BE49-F238E27FC236}">
                <a16:creationId xmlns:a16="http://schemas.microsoft.com/office/drawing/2014/main" id="{1B2702C7-DC6A-415F-8238-AFB2A3A32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638800"/>
            <a:ext cx="657225" cy="953"/>
          </a:xfrm>
          <a:custGeom xmlns:a="http://schemas.openxmlformats.org/drawingml/2006/main">
            <a:pathLst>
              <a:path w="657225" h="953">
                <a:moveTo>
                  <a:pt x="0" y="0"/>
                </a:moveTo>
                <a:lnTo>
                  <a:pt x="657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86" name="dp44-comparison / n83 / arrow">
            <a:extLst xmlns:a="http://schemas.openxmlformats.org/drawingml/2006/main">
              <a:ext uri="{FF2B5EF4-FFF2-40B4-BE49-F238E27FC236}">
                <a16:creationId xmlns:a16="http://schemas.microsoft.com/office/drawing/2014/main" id="{2F41D136-7B6E-4D10-A052-E9C83EB51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519" y="5605272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87" name="dp44-comparison / n84">
            <a:extLst xmlns:a="http://schemas.openxmlformats.org/drawingml/2006/main">
              <a:ext uri="{FF2B5EF4-FFF2-40B4-BE49-F238E27FC236}">
                <a16:creationId xmlns:a16="http://schemas.microsoft.com/office/drawing/2014/main" id="{C8EB70D2-1A5D-4669-9E86-DAF68C0CA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24525"/>
            <a:ext cx="639509" cy="15116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dp44-comparison / n85 / text 1">
            <a:extLst xmlns:a="http://schemas.openxmlformats.org/drawingml/2006/main">
              <a:ext uri="{FF2B5EF4-FFF2-40B4-BE49-F238E27FC236}">
                <a16:creationId xmlns:a16="http://schemas.microsoft.com/office/drawing/2014/main" id="{250FEE92-B9A0-433C-AC51-BEAA8A4CA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734050"/>
            <a:ext cx="7620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응답 / 반환</a:t>
            </a:r>
          </a:p>
        </p:txBody>
      </p:sp>
      <p:sp>
        <p:nvSpPr>
          <p:cNvPr id="89" name="dp44-comparison / n86">
            <a:extLst xmlns:a="http://schemas.openxmlformats.org/drawingml/2006/main">
              <a:ext uri="{FF2B5EF4-FFF2-40B4-BE49-F238E27FC236}">
                <a16:creationId xmlns:a16="http://schemas.microsoft.com/office/drawing/2014/main" id="{02CFC5A5-E351-498A-AD8B-4B8B853FD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7286625"/>
            <a:ext cx="569595" cy="2514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dp44-comparison / n87 / text 1">
            <a:extLst xmlns:a="http://schemas.openxmlformats.org/drawingml/2006/main">
              <a:ext uri="{FF2B5EF4-FFF2-40B4-BE49-F238E27FC236}">
                <a16:creationId xmlns:a16="http://schemas.microsoft.com/office/drawing/2014/main" id="{AB1838B5-01E7-44BA-9E53-415E1DD8B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7296150"/>
            <a:ext cx="7620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공통: 흰색</a:t>
            </a:r>
          </a:p>
        </p:txBody>
      </p:sp>
      <p:sp>
        <p:nvSpPr>
          <p:cNvPr id="91" name="dp44-comparison / n87 / text 2">
            <a:extLst xmlns:a="http://schemas.openxmlformats.org/drawingml/2006/main">
              <a:ext uri="{FF2B5EF4-FFF2-40B4-BE49-F238E27FC236}">
                <a16:creationId xmlns:a16="http://schemas.microsoft.com/office/drawing/2014/main" id="{887138E9-6D8A-4758-9F31-11D6F37F3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7407593"/>
            <a:ext cx="7620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검정 테두리</a:t>
            </a:r>
          </a:p>
        </p:txBody>
      </p:sp>
      <p:sp>
        <p:nvSpPr>
          <p:cNvPr id="92" name="dp44-comparison / n88">
            <a:extLst xmlns:a="http://schemas.openxmlformats.org/drawingml/2006/main">
              <a:ext uri="{FF2B5EF4-FFF2-40B4-BE49-F238E27FC236}">
                <a16:creationId xmlns:a16="http://schemas.microsoft.com/office/drawing/2014/main" id="{C3DB22FF-4114-4A71-AF72-9F50EF72A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4010" y="2341721"/>
            <a:ext cx="1084898" cy="255270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93" name="dp44-comparison / n89 / text 1">
            <a:extLst xmlns:a="http://schemas.openxmlformats.org/drawingml/2006/main">
              <a:ext uri="{FF2B5EF4-FFF2-40B4-BE49-F238E27FC236}">
                <a16:creationId xmlns:a16="http://schemas.microsoft.com/office/drawing/2014/main" id="{D7F5248A-08D6-4CC5-B15A-552C1BE21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8682" y="2394690"/>
            <a:ext cx="995553" cy="1850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사용자</a:t>
            </a:r>
          </a:p>
        </p:txBody>
      </p:sp>
      <p:sp>
        <p:nvSpPr>
          <p:cNvPr id="94" name="dp44-comparison / n90">
            <a:extLst xmlns:a="http://schemas.openxmlformats.org/drawingml/2006/main">
              <a:ext uri="{FF2B5EF4-FFF2-40B4-BE49-F238E27FC236}">
                <a16:creationId xmlns:a16="http://schemas.microsoft.com/office/drawing/2014/main" id="{95CDB5C6-0D26-43D1-8F44-24A710634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4010" y="2756535"/>
            <a:ext cx="2169795" cy="17868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95" name="dp44-comparison / n91 / text 1">
            <a:extLst xmlns:a="http://schemas.openxmlformats.org/drawingml/2006/main">
              <a:ext uri="{FF2B5EF4-FFF2-40B4-BE49-F238E27FC236}">
                <a16:creationId xmlns:a16="http://schemas.microsoft.com/office/drawing/2014/main" id="{4F4FA75D-60F0-4FB7-AE39-48E7D9391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0591" y="2813971"/>
            <a:ext cx="2016633" cy="23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5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5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96" name="dp44-comparison / n92">
            <a:extLst xmlns:a="http://schemas.openxmlformats.org/drawingml/2006/main">
              <a:ext uri="{FF2B5EF4-FFF2-40B4-BE49-F238E27FC236}">
                <a16:creationId xmlns:a16="http://schemas.microsoft.com/office/drawing/2014/main" id="{681FC625-8631-47E2-839F-81D014C4A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9736" y="3126677"/>
            <a:ext cx="925354" cy="268034"/>
          </a:xfrm>
          <a:prstGeom xmlns:a="http://schemas.openxmlformats.org/drawingml/2006/main" prst="roundRect">
            <a:avLst>
              <a:gd name="adj" fmla="val 28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97" name="dp44-comparison / n93 / text 1">
            <a:extLst xmlns:a="http://schemas.openxmlformats.org/drawingml/2006/main">
              <a:ext uri="{FF2B5EF4-FFF2-40B4-BE49-F238E27FC236}">
                <a16:creationId xmlns:a16="http://schemas.microsoft.com/office/drawing/2014/main" id="{D29960B4-CF06-488B-8672-820B4F9B5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4408" y="3189760"/>
            <a:ext cx="836009" cy="1758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Channel I/O</a:t>
            </a:r>
          </a:p>
        </p:txBody>
      </p:sp>
      <p:sp>
        <p:nvSpPr>
          <p:cNvPr id="98" name="dp44-comparison / n94">
            <a:extLst xmlns:a="http://schemas.openxmlformats.org/drawingml/2006/main">
              <a:ext uri="{FF2B5EF4-FFF2-40B4-BE49-F238E27FC236}">
                <a16:creationId xmlns:a16="http://schemas.microsoft.com/office/drawing/2014/main" id="{D677BDC3-9007-4B93-A136-F8DD04B69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9961" y="3126677"/>
            <a:ext cx="925354" cy="268034"/>
          </a:xfrm>
          <a:prstGeom xmlns:a="http://schemas.openxmlformats.org/drawingml/2006/main" prst="roundRect">
            <a:avLst>
              <a:gd name="adj" fmla="val 28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99" name="dp44-comparison / n95 / text 1">
            <a:extLst xmlns:a="http://schemas.openxmlformats.org/drawingml/2006/main">
              <a:ext uri="{FF2B5EF4-FFF2-40B4-BE49-F238E27FC236}">
                <a16:creationId xmlns:a16="http://schemas.microsoft.com/office/drawing/2014/main" id="{82FF6910-7B4D-4C16-82E7-95290A1A5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634" y="3126294"/>
            <a:ext cx="836009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Turn-Taking</a:t>
            </a:r>
          </a:p>
        </p:txBody>
      </p:sp>
      <p:sp>
        <p:nvSpPr>
          <p:cNvPr id="100" name="dp44-comparison / n95 / text 2">
            <a:extLst xmlns:a="http://schemas.openxmlformats.org/drawingml/2006/main">
              <a:ext uri="{FF2B5EF4-FFF2-40B4-BE49-F238E27FC236}">
                <a16:creationId xmlns:a16="http://schemas.microsoft.com/office/drawing/2014/main" id="{26B4E667-63C2-4DDB-8847-9C07FA44D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634" y="3260693"/>
            <a:ext cx="836009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Control</a:t>
            </a:r>
          </a:p>
        </p:txBody>
      </p:sp>
      <p:sp>
        <p:nvSpPr>
          <p:cNvPr id="101" name="dp44-comparison / n96">
            <a:extLst xmlns:a="http://schemas.openxmlformats.org/drawingml/2006/main">
              <a:ext uri="{FF2B5EF4-FFF2-40B4-BE49-F238E27FC236}">
                <a16:creationId xmlns:a16="http://schemas.microsoft.com/office/drawing/2014/main" id="{DA43C3C6-E40A-48F6-9162-7660CDE48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9736" y="3649980"/>
            <a:ext cx="925354" cy="280797"/>
          </a:xfrm>
          <a:prstGeom xmlns:a="http://schemas.openxmlformats.org/drawingml/2006/main" prst="roundRect">
            <a:avLst>
              <a:gd name="adj" fmla="val 271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02" name="dp44-comparison / n97 / text 1">
            <a:extLst xmlns:a="http://schemas.openxmlformats.org/drawingml/2006/main">
              <a:ext uri="{FF2B5EF4-FFF2-40B4-BE49-F238E27FC236}">
                <a16:creationId xmlns:a16="http://schemas.microsoft.com/office/drawing/2014/main" id="{B0632290-79CA-4B86-9DF0-8622A76D7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4408" y="3655979"/>
            <a:ext cx="836009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Evidence</a:t>
            </a:r>
          </a:p>
        </p:txBody>
      </p:sp>
      <p:sp>
        <p:nvSpPr>
          <p:cNvPr id="103" name="dp44-comparison / n97 / text 2">
            <a:extLst xmlns:a="http://schemas.openxmlformats.org/drawingml/2006/main">
              <a:ext uri="{FF2B5EF4-FFF2-40B4-BE49-F238E27FC236}">
                <a16:creationId xmlns:a16="http://schemas.microsoft.com/office/drawing/2014/main" id="{5C06D15C-A0E0-4A60-8EA3-84B33E337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4408" y="3790379"/>
            <a:ext cx="836009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Capture</a:t>
            </a:r>
          </a:p>
        </p:txBody>
      </p:sp>
      <p:sp>
        <p:nvSpPr>
          <p:cNvPr id="104" name="dp44-comparison / n98">
            <a:extLst xmlns:a="http://schemas.openxmlformats.org/drawingml/2006/main">
              <a:ext uri="{FF2B5EF4-FFF2-40B4-BE49-F238E27FC236}">
                <a16:creationId xmlns:a16="http://schemas.microsoft.com/office/drawing/2014/main" id="{B5D6E019-140A-4705-9C7D-825C8AD46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9961" y="3649980"/>
            <a:ext cx="925354" cy="280797"/>
          </a:xfrm>
          <a:prstGeom xmlns:a="http://schemas.openxmlformats.org/drawingml/2006/main" prst="roundRect">
            <a:avLst>
              <a:gd name="adj" fmla="val 271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05" name="dp44-comparison / n99 / text 1">
            <a:extLst xmlns:a="http://schemas.openxmlformats.org/drawingml/2006/main">
              <a:ext uri="{FF2B5EF4-FFF2-40B4-BE49-F238E27FC236}">
                <a16:creationId xmlns:a16="http://schemas.microsoft.com/office/drawing/2014/main" id="{0ACAB3F1-473C-4F6F-9984-03D3DB4E8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634" y="3655979"/>
            <a:ext cx="836009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Timeline &amp;</a:t>
            </a:r>
          </a:p>
        </p:txBody>
      </p:sp>
      <p:sp>
        <p:nvSpPr>
          <p:cNvPr id="106" name="dp44-comparison / n99 / text 2">
            <a:extLst xmlns:a="http://schemas.openxmlformats.org/drawingml/2006/main">
              <a:ext uri="{FF2B5EF4-FFF2-40B4-BE49-F238E27FC236}">
                <a16:creationId xmlns:a16="http://schemas.microsoft.com/office/drawing/2014/main" id="{30549983-D064-4314-B843-D68A45420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634" y="3790379"/>
            <a:ext cx="836009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Buffer</a:t>
            </a:r>
          </a:p>
        </p:txBody>
      </p:sp>
      <p:sp>
        <p:nvSpPr>
          <p:cNvPr id="107" name="dp44-comparison / n100">
            <a:extLst xmlns:a="http://schemas.openxmlformats.org/drawingml/2006/main">
              <a:ext uri="{FF2B5EF4-FFF2-40B4-BE49-F238E27FC236}">
                <a16:creationId xmlns:a16="http://schemas.microsoft.com/office/drawing/2014/main" id="{E4077B11-0710-4999-B57B-680018BBE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6459" y="4128611"/>
            <a:ext cx="1116806" cy="331851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08" name="dp44-comparison / n101 / text 1">
            <a:extLst xmlns:a="http://schemas.openxmlformats.org/drawingml/2006/main">
              <a:ext uri="{FF2B5EF4-FFF2-40B4-BE49-F238E27FC236}">
                <a16:creationId xmlns:a16="http://schemas.microsoft.com/office/drawing/2014/main" id="{419A0619-84F7-4F25-B2B1-A75AF8583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1131" y="4252864"/>
            <a:ext cx="1027462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Playback State</a:t>
            </a:r>
          </a:p>
        </p:txBody>
      </p:sp>
      <p:sp>
        <p:nvSpPr>
          <p:cNvPr id="109" name="dp44-comparison / n102">
            <a:extLst xmlns:a="http://schemas.openxmlformats.org/drawingml/2006/main">
              <a:ext uri="{FF2B5EF4-FFF2-40B4-BE49-F238E27FC236}">
                <a16:creationId xmlns:a16="http://schemas.microsoft.com/office/drawing/2014/main" id="{D4544353-D502-445D-AB38-9FF777D72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8163" y="2756535"/>
            <a:ext cx="4403408" cy="17868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10" name="dp44-comparison / n103 / text 1">
            <a:extLst xmlns:a="http://schemas.openxmlformats.org/drawingml/2006/main">
              <a:ext uri="{FF2B5EF4-FFF2-40B4-BE49-F238E27FC236}">
                <a16:creationId xmlns:a16="http://schemas.microsoft.com/office/drawing/2014/main" id="{1C0B637D-BCF3-430A-8EC5-5346339E0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4744" y="2813971"/>
            <a:ext cx="4250246" cy="23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5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5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111" name="dp44-comparison / n104">
            <a:extLst xmlns:a="http://schemas.openxmlformats.org/drawingml/2006/main">
              <a:ext uri="{FF2B5EF4-FFF2-40B4-BE49-F238E27FC236}">
                <a16:creationId xmlns:a16="http://schemas.microsoft.com/office/drawing/2014/main" id="{80E5D603-348E-4529-A561-70A2FD4F3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5798" y="3152204"/>
            <a:ext cx="1786890" cy="382905"/>
          </a:xfrm>
          <a:prstGeom xmlns:a="http://schemas.openxmlformats.org/drawingml/2006/main" prst="roundRect">
            <a:avLst>
              <a:gd name="adj" fmla="val 19900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1487">
            <a:solidFill>
              <a:srgbClr val="B8753F"/>
            </a:solidFill>
            <a:prstDash val="solid"/>
          </a:ln>
        </p:spPr>
      </p:sp>
      <p:sp>
        <p:nvSpPr>
          <p:cNvPr id="112" name="dp44-comparison / n105 / text 1">
            <a:extLst xmlns:a="http://schemas.openxmlformats.org/drawingml/2006/main">
              <a:ext uri="{FF2B5EF4-FFF2-40B4-BE49-F238E27FC236}">
                <a16:creationId xmlns:a16="http://schemas.microsoft.com/office/drawing/2014/main" id="{B9A80344-EEF4-40DA-BBA8-EA6063415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0470" y="3261523"/>
            <a:ext cx="1697546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Dialogue Dispatcher</a:t>
            </a:r>
          </a:p>
        </p:txBody>
      </p:sp>
      <p:sp>
        <p:nvSpPr>
          <p:cNvPr id="113" name="dp44-comparison / n106">
            <a:extLst xmlns:a="http://schemas.openxmlformats.org/drawingml/2006/main">
              <a:ext uri="{FF2B5EF4-FFF2-40B4-BE49-F238E27FC236}">
                <a16:creationId xmlns:a16="http://schemas.microsoft.com/office/drawing/2014/main" id="{53001492-F1A7-4437-A65D-95EDB371A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5593" y="3152204"/>
            <a:ext cx="1946434" cy="446723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1487">
            <a:solidFill>
              <a:srgbClr val="B8753F"/>
            </a:solidFill>
            <a:prstDash val="solid"/>
          </a:ln>
        </p:spPr>
      </p:sp>
      <p:sp>
        <p:nvSpPr>
          <p:cNvPr id="114" name="dp44-comparison / n107 / text 1">
            <a:extLst xmlns:a="http://schemas.openxmlformats.org/drawingml/2006/main">
              <a:ext uri="{FF2B5EF4-FFF2-40B4-BE49-F238E27FC236}">
                <a16:creationId xmlns:a16="http://schemas.microsoft.com/office/drawing/2014/main" id="{DD6E548E-D779-4D6A-9914-12A14A3DF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0265" y="3326425"/>
            <a:ext cx="1857089" cy="1850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Dialogue Progress State</a:t>
            </a:r>
          </a:p>
        </p:txBody>
      </p:sp>
      <p:sp>
        <p:nvSpPr>
          <p:cNvPr id="115" name="dp44-comparison / n108">
            <a:extLst xmlns:a="http://schemas.openxmlformats.org/drawingml/2006/main">
              <a:ext uri="{FF2B5EF4-FFF2-40B4-BE49-F238E27FC236}">
                <a16:creationId xmlns:a16="http://schemas.microsoft.com/office/drawing/2014/main" id="{96EB43FE-1995-4C1A-A917-B2B8E8329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4010" y="5022056"/>
            <a:ext cx="1659255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16" name="dp44-comparison / n109 / text 1">
            <a:extLst xmlns:a="http://schemas.openxmlformats.org/drawingml/2006/main">
              <a:ext uri="{FF2B5EF4-FFF2-40B4-BE49-F238E27FC236}">
                <a16:creationId xmlns:a16="http://schemas.microsoft.com/office/drawing/2014/main" id="{AD712517-3A37-4609-823F-30671C0E3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8682" y="5112230"/>
            <a:ext cx="1569911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Context Manager</a:t>
            </a:r>
          </a:p>
        </p:txBody>
      </p:sp>
      <p:sp>
        <p:nvSpPr>
          <p:cNvPr id="117" name="dp44-comparison / n110">
            <a:extLst xmlns:a="http://schemas.openxmlformats.org/drawingml/2006/main">
              <a:ext uri="{FF2B5EF4-FFF2-40B4-BE49-F238E27FC236}">
                <a16:creationId xmlns:a16="http://schemas.microsoft.com/office/drawing/2014/main" id="{EB292B0B-93D6-4983-9D6C-C49C98677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4010" y="5583650"/>
            <a:ext cx="1659255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18" name="dp44-comparison / n111 / text 1">
            <a:extLst xmlns:a="http://schemas.openxmlformats.org/drawingml/2006/main">
              <a:ext uri="{FF2B5EF4-FFF2-40B4-BE49-F238E27FC236}">
                <a16:creationId xmlns:a16="http://schemas.microsoft.com/office/drawing/2014/main" id="{F612E0A3-B668-44F1-B493-1E630C35D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8682" y="5677558"/>
            <a:ext cx="1569911" cy="194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119" name="dp44-comparison / n112">
            <a:extLst xmlns:a="http://schemas.openxmlformats.org/drawingml/2006/main">
              <a:ext uri="{FF2B5EF4-FFF2-40B4-BE49-F238E27FC236}">
                <a16:creationId xmlns:a16="http://schemas.microsoft.com/office/drawing/2014/main" id="{AF507707-276A-439E-9486-50DA0B6B3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0528" y="5022056"/>
            <a:ext cx="2871788" cy="162734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20" name="dp44-comparison / n113 / text 1">
            <a:extLst xmlns:a="http://schemas.openxmlformats.org/drawingml/2006/main">
              <a:ext uri="{FF2B5EF4-FFF2-40B4-BE49-F238E27FC236}">
                <a16:creationId xmlns:a16="http://schemas.microsoft.com/office/drawing/2014/main" id="{B0F92A3F-0884-47E6-96C3-760460849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109" y="5079492"/>
            <a:ext cx="2718626" cy="23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5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5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Response Manager</a:t>
            </a:r>
          </a:p>
        </p:txBody>
      </p:sp>
      <p:sp>
        <p:nvSpPr>
          <p:cNvPr id="121" name="dp44-comparison / n114">
            <a:extLst xmlns:a="http://schemas.openxmlformats.org/drawingml/2006/main">
              <a:ext uri="{FF2B5EF4-FFF2-40B4-BE49-F238E27FC236}">
                <a16:creationId xmlns:a16="http://schemas.microsoft.com/office/drawing/2014/main" id="{94699784-436B-4428-A976-3C4E53DD6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6254" y="5373053"/>
            <a:ext cx="1212533" cy="350996"/>
          </a:xfrm>
          <a:prstGeom xmlns:a="http://schemas.openxmlformats.org/drawingml/2006/main" prst="roundRect">
            <a:avLst>
              <a:gd name="adj" fmla="val 217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22" name="dp44-comparison / n115 / text 1">
            <a:extLst xmlns:a="http://schemas.openxmlformats.org/drawingml/2006/main">
              <a:ext uri="{FF2B5EF4-FFF2-40B4-BE49-F238E27FC236}">
                <a16:creationId xmlns:a16="http://schemas.microsoft.com/office/drawing/2014/main" id="{4F19E2B3-A714-46B0-AB1A-488BE9226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0926" y="5391751"/>
            <a:ext cx="1123188" cy="194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Response</a:t>
            </a:r>
          </a:p>
        </p:txBody>
      </p:sp>
      <p:sp>
        <p:nvSpPr>
          <p:cNvPr id="123" name="dp44-comparison / n115 / text 2">
            <a:extLst xmlns:a="http://schemas.openxmlformats.org/drawingml/2006/main">
              <a:ext uri="{FF2B5EF4-FFF2-40B4-BE49-F238E27FC236}">
                <a16:creationId xmlns:a16="http://schemas.microsoft.com/office/drawing/2014/main" id="{28453DAC-5ECA-4865-A528-D93C710FB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0926" y="5548551"/>
            <a:ext cx="1123188" cy="194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Composer</a:t>
            </a:r>
          </a:p>
        </p:txBody>
      </p:sp>
      <p:sp>
        <p:nvSpPr>
          <p:cNvPr id="124" name="dp44-comparison / n116">
            <a:extLst xmlns:a="http://schemas.openxmlformats.org/drawingml/2006/main">
              <a:ext uri="{FF2B5EF4-FFF2-40B4-BE49-F238E27FC236}">
                <a16:creationId xmlns:a16="http://schemas.microsoft.com/office/drawing/2014/main" id="{C26AFD5A-ECF1-4564-B812-2F00B2869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6254" y="6215444"/>
            <a:ext cx="1212533" cy="344615"/>
          </a:xfrm>
          <a:prstGeom xmlns:a="http://schemas.openxmlformats.org/drawingml/2006/main" prst="roundRect">
            <a:avLst>
              <a:gd name="adj" fmla="val 2211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25" name="dp44-comparison / n117 / text 1">
            <a:extLst xmlns:a="http://schemas.openxmlformats.org/drawingml/2006/main">
              <a:ext uri="{FF2B5EF4-FFF2-40B4-BE49-F238E27FC236}">
                <a16:creationId xmlns:a16="http://schemas.microsoft.com/office/drawing/2014/main" id="{535ADB6A-C5E9-430D-8D67-46D772952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0926" y="6230951"/>
            <a:ext cx="1123188" cy="194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Publication</a:t>
            </a:r>
          </a:p>
        </p:txBody>
      </p:sp>
      <p:sp>
        <p:nvSpPr>
          <p:cNvPr id="126" name="dp44-comparison / n117 / text 2">
            <a:extLst xmlns:a="http://schemas.openxmlformats.org/drawingml/2006/main">
              <a:ext uri="{FF2B5EF4-FFF2-40B4-BE49-F238E27FC236}">
                <a16:creationId xmlns:a16="http://schemas.microsoft.com/office/drawing/2014/main" id="{1B9757E3-7C40-4C73-9609-E4B2104BF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0926" y="6387751"/>
            <a:ext cx="1123188" cy="194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Control</a:t>
            </a:r>
          </a:p>
        </p:txBody>
      </p:sp>
      <p:sp>
        <p:nvSpPr>
          <p:cNvPr id="127" name="dp44-comparison / n118">
            <a:extLst xmlns:a="http://schemas.openxmlformats.org/drawingml/2006/main">
              <a:ext uri="{FF2B5EF4-FFF2-40B4-BE49-F238E27FC236}">
                <a16:creationId xmlns:a16="http://schemas.microsoft.com/office/drawing/2014/main" id="{4D43355F-4962-479D-8746-443725DD4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4056" y="6215444"/>
            <a:ext cx="1212533" cy="34461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28" name="dp44-comparison / n119 / text 1">
            <a:extLst xmlns:a="http://schemas.openxmlformats.org/drawingml/2006/main">
              <a:ext uri="{FF2B5EF4-FFF2-40B4-BE49-F238E27FC236}">
                <a16:creationId xmlns:a16="http://schemas.microsoft.com/office/drawing/2014/main" id="{7F868317-E7CF-441D-9518-E30B95953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8728" y="6349811"/>
            <a:ext cx="1123188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54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Publication Outbox</a:t>
            </a:r>
          </a:p>
        </p:txBody>
      </p:sp>
      <p:sp>
        <p:nvSpPr>
          <p:cNvPr id="129" name="dp44-comparison / n120">
            <a:extLst xmlns:a="http://schemas.openxmlformats.org/drawingml/2006/main">
              <a:ext uri="{FF2B5EF4-FFF2-40B4-BE49-F238E27FC236}">
                <a16:creationId xmlns:a16="http://schemas.microsoft.com/office/drawing/2014/main" id="{6E7BF9D3-BF24-470A-8D38-05CEC7A56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9038" y="5022056"/>
            <a:ext cx="1212533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30" name="dp44-comparison / n121 / text 1">
            <a:extLst xmlns:a="http://schemas.openxmlformats.org/drawingml/2006/main">
              <a:ext uri="{FF2B5EF4-FFF2-40B4-BE49-F238E27FC236}">
                <a16:creationId xmlns:a16="http://schemas.microsoft.com/office/drawing/2014/main" id="{AB727E77-9605-477A-A7CC-627B17696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3710" y="5112230"/>
            <a:ext cx="1123188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131" name="dp44-comparison / n122">
            <a:extLst xmlns:a="http://schemas.openxmlformats.org/drawingml/2006/main">
              <a:ext uri="{FF2B5EF4-FFF2-40B4-BE49-F238E27FC236}">
                <a16:creationId xmlns:a16="http://schemas.microsoft.com/office/drawing/2014/main" id="{0F9E3943-387C-4017-ADCD-489D3E7E8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9038" y="5583650"/>
            <a:ext cx="1212533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32" name="dp44-comparison / n123 / text 1">
            <a:extLst xmlns:a="http://schemas.openxmlformats.org/drawingml/2006/main">
              <a:ext uri="{FF2B5EF4-FFF2-40B4-BE49-F238E27FC236}">
                <a16:creationId xmlns:a16="http://schemas.microsoft.com/office/drawing/2014/main" id="{0B8DD054-B471-4E59-BEDB-1B1038935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3710" y="5673824"/>
            <a:ext cx="1123188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Agent Gateway</a:t>
            </a:r>
          </a:p>
        </p:txBody>
      </p:sp>
      <p:sp>
        <p:nvSpPr>
          <p:cNvPr id="133" name="dp44-comparison / n124">
            <a:extLst xmlns:a="http://schemas.openxmlformats.org/drawingml/2006/main">
              <a:ext uri="{FF2B5EF4-FFF2-40B4-BE49-F238E27FC236}">
                <a16:creationId xmlns:a16="http://schemas.microsoft.com/office/drawing/2014/main" id="{E27A88FA-0ABF-423D-ACDE-9862C7F72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9038" y="6138863"/>
            <a:ext cx="1212533" cy="344615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34" name="dp44-comparison / n125 / text 1">
            <a:extLst xmlns:a="http://schemas.openxmlformats.org/drawingml/2006/main">
              <a:ext uri="{FF2B5EF4-FFF2-40B4-BE49-F238E27FC236}">
                <a16:creationId xmlns:a16="http://schemas.microsoft.com/office/drawing/2014/main" id="{72EBB830-E25A-46B0-B1DC-783B3556B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3710" y="6240237"/>
            <a:ext cx="1123188" cy="1758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Downstream Agent</a:t>
            </a:r>
          </a:p>
        </p:txBody>
      </p:sp>
      <p:sp>
        <p:nvSpPr>
          <p:cNvPr id="135" name="dp44-comparison / n126">
            <a:extLst xmlns:a="http://schemas.openxmlformats.org/drawingml/2006/main">
              <a:ext uri="{FF2B5EF4-FFF2-40B4-BE49-F238E27FC236}">
                <a16:creationId xmlns:a16="http://schemas.microsoft.com/office/drawing/2014/main" id="{BD502FA6-7CD3-44EF-942A-7A0B41747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4010" y="6343079"/>
            <a:ext cx="1659255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36" name="dp44-comparison / n127 / text 1">
            <a:extLst xmlns:a="http://schemas.openxmlformats.org/drawingml/2006/main">
              <a:ext uri="{FF2B5EF4-FFF2-40B4-BE49-F238E27FC236}">
                <a16:creationId xmlns:a16="http://schemas.microsoft.com/office/drawing/2014/main" id="{7C623915-75FB-42F4-91D7-651CED0D7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8682" y="6433253"/>
            <a:ext cx="1569911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Policy Manager</a:t>
            </a:r>
          </a:p>
        </p:txBody>
      </p:sp>
      <p:sp>
        <p:nvSpPr>
          <p:cNvPr id="137" name="dp44-comparison / n128">
            <a:extLst xmlns:a="http://schemas.openxmlformats.org/drawingml/2006/main">
              <a:ext uri="{FF2B5EF4-FFF2-40B4-BE49-F238E27FC236}">
                <a16:creationId xmlns:a16="http://schemas.microsoft.com/office/drawing/2014/main" id="{CDCC60DE-6B2E-4D9D-9A48-D5FE5C18F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4010" y="6949345"/>
            <a:ext cx="1659255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38" name="dp44-comparison / n129 / text 1">
            <a:extLst xmlns:a="http://schemas.openxmlformats.org/drawingml/2006/main">
              <a:ext uri="{FF2B5EF4-FFF2-40B4-BE49-F238E27FC236}">
                <a16:creationId xmlns:a16="http://schemas.microsoft.com/office/drawing/2014/main" id="{B9A0AD93-59F1-40CC-876D-C02F1A3B0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8682" y="7039519"/>
            <a:ext cx="1569911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State Store</a:t>
            </a:r>
          </a:p>
        </p:txBody>
      </p:sp>
      <p:sp>
        <p:nvSpPr>
          <p:cNvPr id="139" name="dp44-comparison / n130">
            <a:extLst xmlns:a="http://schemas.openxmlformats.org/drawingml/2006/main">
              <a:ext uri="{FF2B5EF4-FFF2-40B4-BE49-F238E27FC236}">
                <a16:creationId xmlns:a16="http://schemas.microsoft.com/office/drawing/2014/main" id="{F3DCCE64-12C1-4C72-AC12-D9F5678A6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9038" y="6725984"/>
            <a:ext cx="1212533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40" name="dp44-comparison / n131 / text 1">
            <a:extLst xmlns:a="http://schemas.openxmlformats.org/drawingml/2006/main">
              <a:ext uri="{FF2B5EF4-FFF2-40B4-BE49-F238E27FC236}">
                <a16:creationId xmlns:a16="http://schemas.microsoft.com/office/drawing/2014/main" id="{4C161474-2396-42AF-AD4D-31125788B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3710" y="6816158"/>
            <a:ext cx="1123188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141" name="dp44-comparison / n132">
            <a:extLst xmlns:a="http://schemas.openxmlformats.org/drawingml/2006/main">
              <a:ext uri="{FF2B5EF4-FFF2-40B4-BE49-F238E27FC236}">
                <a16:creationId xmlns:a16="http://schemas.microsoft.com/office/drawing/2014/main" id="{777E0193-0A2F-44B1-A3A0-30A300DA4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9038" y="7223760"/>
            <a:ext cx="1212533" cy="268034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42" name="dp44-comparison / n133 / text 1">
            <a:extLst xmlns:a="http://schemas.openxmlformats.org/drawingml/2006/main">
              <a:ext uri="{FF2B5EF4-FFF2-40B4-BE49-F238E27FC236}">
                <a16:creationId xmlns:a16="http://schemas.microsoft.com/office/drawing/2014/main" id="{8C8A6C28-8CEB-4D21-B1B3-BF2FBFB92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3710" y="7283110"/>
            <a:ext cx="1123188" cy="1850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Shared Omni</a:t>
            </a:r>
          </a:p>
        </p:txBody>
      </p:sp>
      <p:sp>
        <p:nvSpPr>
          <p:cNvPr id="143" name="dp44-comparison / n134 / path">
            <a:extLst xmlns:a="http://schemas.openxmlformats.org/drawingml/2006/main">
              <a:ext uri="{FF2B5EF4-FFF2-40B4-BE49-F238E27FC236}">
                <a16:creationId xmlns:a16="http://schemas.microsoft.com/office/drawing/2014/main" id="{FA62CC46-C581-431B-9D35-4915FB5A8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6574" y="2596991"/>
            <a:ext cx="615839" cy="529685"/>
          </a:xfrm>
          <a:custGeom xmlns:a="http://schemas.openxmlformats.org/drawingml/2006/main">
            <a:pathLst>
              <a:path w="615839" h="529685">
                <a:moveTo>
                  <a:pt x="599885" y="0"/>
                </a:moveTo>
                <a:lnTo>
                  <a:pt x="0" y="0"/>
                </a:lnTo>
                <a:lnTo>
                  <a:pt x="0" y="529685"/>
                </a:lnTo>
                <a:lnTo>
                  <a:pt x="615839" y="529685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44" name="dp44-comparison / n134 / arrow">
            <a:extLst xmlns:a="http://schemas.openxmlformats.org/drawingml/2006/main">
              <a:ext uri="{FF2B5EF4-FFF2-40B4-BE49-F238E27FC236}">
                <a16:creationId xmlns:a16="http://schemas.microsoft.com/office/drawing/2014/main" id="{11461854-899E-4497-9502-B9E911788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7486" y="3104213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45" name="dp44-comparison / n135 / path">
            <a:extLst xmlns:a="http://schemas.openxmlformats.org/drawingml/2006/main">
              <a:ext uri="{FF2B5EF4-FFF2-40B4-BE49-F238E27FC236}">
                <a16:creationId xmlns:a16="http://schemas.microsoft.com/office/drawing/2014/main" id="{97ADF14D-E29C-4981-9907-D820F46DC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5090" y="3260693"/>
            <a:ext cx="114871" cy="953"/>
          </a:xfrm>
          <a:custGeom xmlns:a="http://schemas.openxmlformats.org/drawingml/2006/main">
            <a:pathLst>
              <a:path w="114871" h="953">
                <a:moveTo>
                  <a:pt x="114871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46" name="dp44-comparison / n135 / arrow">
            <a:extLst xmlns:a="http://schemas.openxmlformats.org/drawingml/2006/main">
              <a:ext uri="{FF2B5EF4-FFF2-40B4-BE49-F238E27FC236}">
                <a16:creationId xmlns:a16="http://schemas.microsoft.com/office/drawing/2014/main" id="{4C0C9AA2-6760-4AC7-96F3-3050D1364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5090" y="3238229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47" name="dp44-comparison / n136">
            <a:extLst xmlns:a="http://schemas.openxmlformats.org/drawingml/2006/main">
              <a:ext uri="{FF2B5EF4-FFF2-40B4-BE49-F238E27FC236}">
                <a16:creationId xmlns:a16="http://schemas.microsoft.com/office/drawing/2014/main" id="{49047940-2DD0-40B0-B19F-7BA714DDF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3355" y="3433001"/>
            <a:ext cx="2042160" cy="1386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" name="dp44-comparison / n137 / text 1">
            <a:extLst xmlns:a="http://schemas.openxmlformats.org/drawingml/2006/main">
              <a:ext uri="{FF2B5EF4-FFF2-40B4-BE49-F238E27FC236}">
                <a16:creationId xmlns:a16="http://schemas.microsoft.com/office/drawing/2014/main" id="{3C468019-91BF-4E75-A9A3-B02D74286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6118" y="3439382"/>
            <a:ext cx="2042160" cy="1480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0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0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InputStarted: 즉시 stop / epoch 무효화</a:t>
            </a:r>
          </a:p>
        </p:txBody>
      </p:sp>
      <p:sp>
        <p:nvSpPr>
          <p:cNvPr id="149" name="dp44-comparison / n138 / path">
            <a:extLst xmlns:a="http://schemas.openxmlformats.org/drawingml/2006/main">
              <a:ext uri="{FF2B5EF4-FFF2-40B4-BE49-F238E27FC236}">
                <a16:creationId xmlns:a16="http://schemas.microsoft.com/office/drawing/2014/main" id="{26A768A5-563F-4BE7-89B0-7A0454047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5090" y="3790379"/>
            <a:ext cx="114871" cy="953"/>
          </a:xfrm>
          <a:custGeom xmlns:a="http://schemas.openxmlformats.org/drawingml/2006/main">
            <a:pathLst>
              <a:path w="114871" h="953">
                <a:moveTo>
                  <a:pt x="0" y="0"/>
                </a:moveTo>
                <a:lnTo>
                  <a:pt x="114871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50" name="dp44-comparison / n138 / arrow">
            <a:extLst xmlns:a="http://schemas.openxmlformats.org/drawingml/2006/main">
              <a:ext uri="{FF2B5EF4-FFF2-40B4-BE49-F238E27FC236}">
                <a16:creationId xmlns:a16="http://schemas.microsoft.com/office/drawing/2014/main" id="{3A9292C7-0004-4B5B-A145-ED17D194F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5034" y="3767915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51" name="dp44-comparison / n139">
            <a:extLst xmlns:a="http://schemas.openxmlformats.org/drawingml/2006/main">
              <a:ext uri="{FF2B5EF4-FFF2-40B4-BE49-F238E27FC236}">
                <a16:creationId xmlns:a16="http://schemas.microsoft.com/office/drawing/2014/main" id="{68F564B8-4C63-4D2C-B7A3-36BBB9960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6973" y="3969068"/>
            <a:ext cx="1779742" cy="1386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" name="dp44-comparison / n140 / text 1">
            <a:extLst xmlns:a="http://schemas.openxmlformats.org/drawingml/2006/main">
              <a:ext uri="{FF2B5EF4-FFF2-40B4-BE49-F238E27FC236}">
                <a16:creationId xmlns:a16="http://schemas.microsoft.com/office/drawing/2014/main" id="{01921D1A-1637-4059-B6FC-DCD590E5F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9736" y="3975449"/>
            <a:ext cx="1914525" cy="1480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0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0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시점별 evidence ↔ 입력 revision</a:t>
            </a:r>
          </a:p>
        </p:txBody>
      </p:sp>
      <p:sp>
        <p:nvSpPr>
          <p:cNvPr id="153" name="dp44-comparison / n141 / path">
            <a:extLst xmlns:a="http://schemas.openxmlformats.org/drawingml/2006/main">
              <a:ext uri="{FF2B5EF4-FFF2-40B4-BE49-F238E27FC236}">
                <a16:creationId xmlns:a16="http://schemas.microsoft.com/office/drawing/2014/main" id="{A30615AF-BFBA-478C-BAAF-28916D8BD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2413" y="3394710"/>
            <a:ext cx="542449" cy="733901"/>
          </a:xfrm>
          <a:custGeom xmlns:a="http://schemas.openxmlformats.org/drawingml/2006/main">
            <a:pathLst>
              <a:path w="542449" h="733901">
                <a:moveTo>
                  <a:pt x="0" y="0"/>
                </a:moveTo>
                <a:lnTo>
                  <a:pt x="542449" y="0"/>
                </a:lnTo>
                <a:lnTo>
                  <a:pt x="542449" y="733901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54" name="dp44-comparison / n141 / arrow">
            <a:extLst xmlns:a="http://schemas.openxmlformats.org/drawingml/2006/main">
              <a:ext uri="{FF2B5EF4-FFF2-40B4-BE49-F238E27FC236}">
                <a16:creationId xmlns:a16="http://schemas.microsoft.com/office/drawing/2014/main" id="{E76D725D-333A-4A2B-8FCB-661052007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2398" y="4083684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55" name="dp44-comparison / n142 / path">
            <a:extLst xmlns:a="http://schemas.openxmlformats.org/drawingml/2006/main">
              <a:ext uri="{FF2B5EF4-FFF2-40B4-BE49-F238E27FC236}">
                <a16:creationId xmlns:a16="http://schemas.microsoft.com/office/drawing/2014/main" id="{BADD25C9-6A10-427E-9C16-8387E3420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5315" y="3343656"/>
            <a:ext cx="810482" cy="446722"/>
          </a:xfrm>
          <a:custGeom xmlns:a="http://schemas.openxmlformats.org/drawingml/2006/main">
            <a:pathLst>
              <a:path w="810482" h="446722">
                <a:moveTo>
                  <a:pt x="0" y="446722"/>
                </a:moveTo>
                <a:lnTo>
                  <a:pt x="0" y="0"/>
                </a:lnTo>
                <a:lnTo>
                  <a:pt x="81048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56" name="dp44-comparison / n142 / arrow">
            <a:extLst xmlns:a="http://schemas.openxmlformats.org/drawingml/2006/main">
              <a:ext uri="{FF2B5EF4-FFF2-40B4-BE49-F238E27FC236}">
                <a16:creationId xmlns:a16="http://schemas.microsoft.com/office/drawing/2014/main" id="{51E49DFB-9A96-4387-9A6F-A24B48F8F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0870" y="3321192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57" name="dp44-comparison / n143 / path">
            <a:extLst xmlns:a="http://schemas.openxmlformats.org/drawingml/2006/main">
              <a:ext uri="{FF2B5EF4-FFF2-40B4-BE49-F238E27FC236}">
                <a16:creationId xmlns:a16="http://schemas.microsoft.com/office/drawing/2014/main" id="{7835138F-4F3F-4359-AF15-494B6AC54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5090" y="3094768"/>
            <a:ext cx="1850708" cy="172307"/>
          </a:xfrm>
          <a:custGeom xmlns:a="http://schemas.openxmlformats.org/drawingml/2006/main">
            <a:pathLst>
              <a:path w="1850708" h="172307">
                <a:moveTo>
                  <a:pt x="0" y="121253"/>
                </a:moveTo>
                <a:lnTo>
                  <a:pt x="0" y="0"/>
                </a:lnTo>
                <a:lnTo>
                  <a:pt x="1850708" y="0"/>
                </a:lnTo>
                <a:lnTo>
                  <a:pt x="1850708" y="172307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58" name="dp44-comparison / n143 / arrow">
            <a:extLst xmlns:a="http://schemas.openxmlformats.org/drawingml/2006/main">
              <a:ext uri="{FF2B5EF4-FFF2-40B4-BE49-F238E27FC236}">
                <a16:creationId xmlns:a16="http://schemas.microsoft.com/office/drawing/2014/main" id="{28340B4D-7E2A-48BA-AAC6-13E136E40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3334" y="3222147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59" name="dp44-comparison / n144 / path">
            <a:extLst xmlns:a="http://schemas.openxmlformats.org/drawingml/2006/main">
              <a:ext uri="{FF2B5EF4-FFF2-40B4-BE49-F238E27FC236}">
                <a16:creationId xmlns:a16="http://schemas.microsoft.com/office/drawing/2014/main" id="{3AA9620C-873C-4159-BBE4-F6CCF54F1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3805" y="3388328"/>
            <a:ext cx="701992" cy="255270"/>
          </a:xfrm>
          <a:custGeom xmlns:a="http://schemas.openxmlformats.org/drawingml/2006/main">
            <a:pathLst>
              <a:path w="701992" h="255270">
                <a:moveTo>
                  <a:pt x="0" y="255270"/>
                </a:moveTo>
                <a:lnTo>
                  <a:pt x="0" y="0"/>
                </a:lnTo>
                <a:lnTo>
                  <a:pt x="70199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60" name="dp44-comparison / n144 / arrow">
            <a:extLst xmlns:a="http://schemas.openxmlformats.org/drawingml/2006/main">
              <a:ext uri="{FF2B5EF4-FFF2-40B4-BE49-F238E27FC236}">
                <a16:creationId xmlns:a16="http://schemas.microsoft.com/office/drawing/2014/main" id="{0DA2DB01-C271-4AAA-9161-77B687E80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0870" y="3365864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61" name="dp44-comparison / n145 / path">
            <a:extLst xmlns:a="http://schemas.openxmlformats.org/drawingml/2006/main">
              <a:ext uri="{FF2B5EF4-FFF2-40B4-BE49-F238E27FC236}">
                <a16:creationId xmlns:a16="http://schemas.microsoft.com/office/drawing/2014/main" id="{656336BD-02D3-4EF2-B4D7-7E0B9B05C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3638" y="3420237"/>
            <a:ext cx="2042160" cy="1601819"/>
          </a:xfrm>
          <a:custGeom xmlns:a="http://schemas.openxmlformats.org/drawingml/2006/main">
            <a:pathLst>
              <a:path w="2042160" h="1601819">
                <a:moveTo>
                  <a:pt x="2042160" y="0"/>
                </a:moveTo>
                <a:lnTo>
                  <a:pt x="2042160" y="1601819"/>
                </a:lnTo>
                <a:lnTo>
                  <a:pt x="0" y="1601819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62" name="dp44-comparison / n145 / arrow">
            <a:extLst xmlns:a="http://schemas.openxmlformats.org/drawingml/2006/main">
              <a:ext uri="{FF2B5EF4-FFF2-40B4-BE49-F238E27FC236}">
                <a16:creationId xmlns:a16="http://schemas.microsoft.com/office/drawing/2014/main" id="{EB0401A1-419F-48D9-AED2-FE384A673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3638" y="4999592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63" name="dp44-comparison / n146 / path">
            <a:extLst xmlns:a="http://schemas.openxmlformats.org/drawingml/2006/main">
              <a:ext uri="{FF2B5EF4-FFF2-40B4-BE49-F238E27FC236}">
                <a16:creationId xmlns:a16="http://schemas.microsoft.com/office/drawing/2014/main" id="{3E7D6A15-7607-44F3-A6B7-5C10866BF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3265" y="3458528"/>
            <a:ext cx="1212533" cy="1735836"/>
          </a:xfrm>
          <a:custGeom xmlns:a="http://schemas.openxmlformats.org/drawingml/2006/main">
            <a:pathLst>
              <a:path w="1212533" h="1735836">
                <a:moveTo>
                  <a:pt x="0" y="1735836"/>
                </a:moveTo>
                <a:lnTo>
                  <a:pt x="899827" y="1735836"/>
                </a:lnTo>
                <a:lnTo>
                  <a:pt x="899827" y="0"/>
                </a:lnTo>
                <a:lnTo>
                  <a:pt x="121253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164" name="dp44-comparison / n146 / arrow">
            <a:extLst xmlns:a="http://schemas.openxmlformats.org/drawingml/2006/main">
              <a:ext uri="{FF2B5EF4-FFF2-40B4-BE49-F238E27FC236}">
                <a16:creationId xmlns:a16="http://schemas.microsoft.com/office/drawing/2014/main" id="{8FE7A758-2CDD-4391-8529-BF51D4EC4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0870" y="3436064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65" name="dp44-comparison / n147 / path">
            <a:extLst xmlns:a="http://schemas.openxmlformats.org/drawingml/2006/main">
              <a:ext uri="{FF2B5EF4-FFF2-40B4-BE49-F238E27FC236}">
                <a16:creationId xmlns:a16="http://schemas.microsoft.com/office/drawing/2014/main" id="{294C29DE-C15E-4080-9847-6EA1D6879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3638" y="3490436"/>
            <a:ext cx="2042160" cy="2093214"/>
          </a:xfrm>
          <a:custGeom xmlns:a="http://schemas.openxmlformats.org/drawingml/2006/main">
            <a:pathLst>
              <a:path w="2042160" h="2093214">
                <a:moveTo>
                  <a:pt x="2042160" y="0"/>
                </a:moveTo>
                <a:lnTo>
                  <a:pt x="1397603" y="0"/>
                </a:lnTo>
                <a:lnTo>
                  <a:pt x="1397603" y="2093214"/>
                </a:lnTo>
                <a:lnTo>
                  <a:pt x="0" y="2093214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66" name="dp44-comparison / n147 / arrow">
            <a:extLst xmlns:a="http://schemas.openxmlformats.org/drawingml/2006/main">
              <a:ext uri="{FF2B5EF4-FFF2-40B4-BE49-F238E27FC236}">
                <a16:creationId xmlns:a16="http://schemas.microsoft.com/office/drawing/2014/main" id="{38301A5B-37CB-4C6C-A79E-1654BE808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3638" y="5561186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67" name="dp44-comparison / n148 / path">
            <a:extLst xmlns:a="http://schemas.openxmlformats.org/drawingml/2006/main">
              <a:ext uri="{FF2B5EF4-FFF2-40B4-BE49-F238E27FC236}">
                <a16:creationId xmlns:a16="http://schemas.microsoft.com/office/drawing/2014/main" id="{FFC8380F-9EB5-4215-841F-DEE244EA1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3265" y="3496818"/>
            <a:ext cx="1212533" cy="2259139"/>
          </a:xfrm>
          <a:custGeom xmlns:a="http://schemas.openxmlformats.org/drawingml/2006/main">
            <a:pathLst>
              <a:path w="1212533" h="2259139">
                <a:moveTo>
                  <a:pt x="0" y="2259139"/>
                </a:moveTo>
                <a:lnTo>
                  <a:pt x="899827" y="2259139"/>
                </a:lnTo>
                <a:lnTo>
                  <a:pt x="899827" y="0"/>
                </a:lnTo>
                <a:lnTo>
                  <a:pt x="121253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168" name="dp44-comparison / n148 / arrow">
            <a:extLst xmlns:a="http://schemas.openxmlformats.org/drawingml/2006/main">
              <a:ext uri="{FF2B5EF4-FFF2-40B4-BE49-F238E27FC236}">
                <a16:creationId xmlns:a16="http://schemas.microsoft.com/office/drawing/2014/main" id="{D4E6C50D-FCF6-45F4-984F-D4D40C0EC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0870" y="3474354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69" name="dp44-comparison / n149 / path">
            <a:extLst xmlns:a="http://schemas.openxmlformats.org/drawingml/2006/main">
              <a:ext uri="{FF2B5EF4-FFF2-40B4-BE49-F238E27FC236}">
                <a16:creationId xmlns:a16="http://schemas.microsoft.com/office/drawing/2014/main" id="{7DBCE5B9-DC4D-46FB-967F-054D9298E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5304" y="4224338"/>
            <a:ext cx="606266" cy="797719"/>
          </a:xfrm>
          <a:custGeom xmlns:a="http://schemas.openxmlformats.org/drawingml/2006/main">
            <a:pathLst>
              <a:path w="606266" h="797719">
                <a:moveTo>
                  <a:pt x="606266" y="0"/>
                </a:moveTo>
                <a:lnTo>
                  <a:pt x="606266" y="797719"/>
                </a:lnTo>
                <a:lnTo>
                  <a:pt x="0" y="797719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70" name="dp44-comparison / n149 / arrow">
            <a:extLst xmlns:a="http://schemas.openxmlformats.org/drawingml/2006/main">
              <a:ext uri="{FF2B5EF4-FFF2-40B4-BE49-F238E27FC236}">
                <a16:creationId xmlns:a16="http://schemas.microsoft.com/office/drawing/2014/main" id="{ADBA2DAC-9513-4CC9-85DA-33D14A0DA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5304" y="4999592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71" name="dp44-comparison / n150 / path">
            <a:extLst xmlns:a="http://schemas.openxmlformats.org/drawingml/2006/main">
              <a:ext uri="{FF2B5EF4-FFF2-40B4-BE49-F238E27FC236}">
                <a16:creationId xmlns:a16="http://schemas.microsoft.com/office/drawing/2014/main" id="{D43B4125-C1DE-4776-8805-497F98509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5304" y="5366671"/>
            <a:ext cx="953" cy="216979"/>
          </a:xfrm>
          <a:custGeom xmlns:a="http://schemas.openxmlformats.org/drawingml/2006/main">
            <a:pathLst>
              <a:path w="953" h="216979">
                <a:moveTo>
                  <a:pt x="0" y="0"/>
                </a:moveTo>
                <a:lnTo>
                  <a:pt x="0" y="216979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72" name="dp44-comparison / n150 / arrow">
            <a:extLst xmlns:a="http://schemas.openxmlformats.org/drawingml/2006/main">
              <a:ext uri="{FF2B5EF4-FFF2-40B4-BE49-F238E27FC236}">
                <a16:creationId xmlns:a16="http://schemas.microsoft.com/office/drawing/2014/main" id="{15613A69-9CE2-4128-AE16-7E00A8435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2840" y="5538723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73" name="dp44-comparison / n151 / path">
            <a:extLst xmlns:a="http://schemas.openxmlformats.org/drawingml/2006/main">
              <a:ext uri="{FF2B5EF4-FFF2-40B4-BE49-F238E27FC236}">
                <a16:creationId xmlns:a16="http://schemas.microsoft.com/office/drawing/2014/main" id="{EF6AF082-9CB2-4AE9-A375-FD2D426CA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5304" y="5928265"/>
            <a:ext cx="953" cy="210598"/>
          </a:xfrm>
          <a:custGeom xmlns:a="http://schemas.openxmlformats.org/drawingml/2006/main">
            <a:pathLst>
              <a:path w="953" h="210598">
                <a:moveTo>
                  <a:pt x="0" y="0"/>
                </a:moveTo>
                <a:lnTo>
                  <a:pt x="0" y="210598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74" name="dp44-comparison / n151 / arrow">
            <a:extLst xmlns:a="http://schemas.openxmlformats.org/drawingml/2006/main">
              <a:ext uri="{FF2B5EF4-FFF2-40B4-BE49-F238E27FC236}">
                <a16:creationId xmlns:a16="http://schemas.microsoft.com/office/drawing/2014/main" id="{5DB4ECCF-ECFD-4CD7-96A7-BB8CDAC81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2840" y="6093935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75" name="dp44-comparison / n152 / path">
            <a:extLst xmlns:a="http://schemas.openxmlformats.org/drawingml/2006/main">
              <a:ext uri="{FF2B5EF4-FFF2-40B4-BE49-F238E27FC236}">
                <a16:creationId xmlns:a16="http://schemas.microsoft.com/office/drawing/2014/main" id="{12BFFC5D-A107-4445-AEA6-B622587CF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0574" y="5366671"/>
            <a:ext cx="953" cy="216979"/>
          </a:xfrm>
          <a:custGeom xmlns:a="http://schemas.openxmlformats.org/drawingml/2006/main">
            <a:pathLst>
              <a:path w="953" h="216979">
                <a:moveTo>
                  <a:pt x="0" y="216979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176" name="dp44-comparison / n152 / arrow">
            <a:extLst xmlns:a="http://schemas.openxmlformats.org/drawingml/2006/main">
              <a:ext uri="{FF2B5EF4-FFF2-40B4-BE49-F238E27FC236}">
                <a16:creationId xmlns:a16="http://schemas.microsoft.com/office/drawing/2014/main" id="{339E6B07-5617-499C-9805-296704A8C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8110" y="5366671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77" name="dp44-comparison / n153 / path">
            <a:extLst xmlns:a="http://schemas.openxmlformats.org/drawingml/2006/main">
              <a:ext uri="{FF2B5EF4-FFF2-40B4-BE49-F238E27FC236}">
                <a16:creationId xmlns:a16="http://schemas.microsoft.com/office/drawing/2014/main" id="{02963C54-8D86-4926-8250-9B31C62B1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0574" y="5928265"/>
            <a:ext cx="953" cy="210598"/>
          </a:xfrm>
          <a:custGeom xmlns:a="http://schemas.openxmlformats.org/drawingml/2006/main">
            <a:pathLst>
              <a:path w="953" h="210598">
                <a:moveTo>
                  <a:pt x="0" y="210598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178" name="dp44-comparison / n153 / arrow">
            <a:extLst xmlns:a="http://schemas.openxmlformats.org/drawingml/2006/main">
              <a:ext uri="{FF2B5EF4-FFF2-40B4-BE49-F238E27FC236}">
                <a16:creationId xmlns:a16="http://schemas.microsoft.com/office/drawing/2014/main" id="{261DE405-41F1-4AFD-91C8-854E3FCAC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8110" y="5928265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79" name="dp44-comparison / n154 / path">
            <a:extLst xmlns:a="http://schemas.openxmlformats.org/drawingml/2006/main">
              <a:ext uri="{FF2B5EF4-FFF2-40B4-BE49-F238E27FC236}">
                <a16:creationId xmlns:a16="http://schemas.microsoft.com/office/drawing/2014/main" id="{303FBDB7-A164-4A82-B170-4A033886F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2688" y="3439382"/>
            <a:ext cx="1276350" cy="1754981"/>
          </a:xfrm>
          <a:custGeom xmlns:a="http://schemas.openxmlformats.org/drawingml/2006/main">
            <a:pathLst>
              <a:path w="1276350" h="1754981">
                <a:moveTo>
                  <a:pt x="1276350" y="1754981"/>
                </a:moveTo>
                <a:lnTo>
                  <a:pt x="1276350" y="216979"/>
                </a:lnTo>
                <a:lnTo>
                  <a:pt x="0" y="216979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180" name="dp44-comparison / n154 / arrow">
            <a:extLst xmlns:a="http://schemas.openxmlformats.org/drawingml/2006/main">
              <a:ext uri="{FF2B5EF4-FFF2-40B4-BE49-F238E27FC236}">
                <a16:creationId xmlns:a16="http://schemas.microsoft.com/office/drawing/2014/main" id="{86310732-C9BA-4436-81D6-2A0E99508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0224" y="3439382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81" name="dp44-comparison / n155 / path">
            <a:extLst xmlns:a="http://schemas.openxmlformats.org/drawingml/2006/main">
              <a:ext uri="{FF2B5EF4-FFF2-40B4-BE49-F238E27FC236}">
                <a16:creationId xmlns:a16="http://schemas.microsoft.com/office/drawing/2014/main" id="{B4E89D63-7A07-494B-91EB-159B180CE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2638" y="3394710"/>
            <a:ext cx="1113615" cy="2993041"/>
          </a:xfrm>
          <a:custGeom xmlns:a="http://schemas.openxmlformats.org/drawingml/2006/main">
            <a:pathLst>
              <a:path w="1113615" h="2993041">
                <a:moveTo>
                  <a:pt x="1113615" y="2993041"/>
                </a:moveTo>
                <a:lnTo>
                  <a:pt x="520113" y="2993041"/>
                </a:lnTo>
                <a:lnTo>
                  <a:pt x="520113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82" name="dp44-comparison / n155 / arrow">
            <a:extLst xmlns:a="http://schemas.openxmlformats.org/drawingml/2006/main">
              <a:ext uri="{FF2B5EF4-FFF2-40B4-BE49-F238E27FC236}">
                <a16:creationId xmlns:a16="http://schemas.microsoft.com/office/drawing/2014/main" id="{932EA6B2-49C2-48D2-9ED1-21EE7CAE9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2638" y="3372246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83" name="dp44-comparison / n156 / path">
            <a:extLst xmlns:a="http://schemas.openxmlformats.org/drawingml/2006/main">
              <a:ext uri="{FF2B5EF4-FFF2-40B4-BE49-F238E27FC236}">
                <a16:creationId xmlns:a16="http://schemas.microsoft.com/office/drawing/2014/main" id="{71F08556-96DB-4F44-BA8E-1712ABE60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9736" y="3260693"/>
            <a:ext cx="2616518" cy="3222784"/>
          </a:xfrm>
          <a:custGeom xmlns:a="http://schemas.openxmlformats.org/drawingml/2006/main">
            <a:pathLst>
              <a:path w="2616518" h="3222784">
                <a:moveTo>
                  <a:pt x="0" y="0"/>
                </a:moveTo>
                <a:lnTo>
                  <a:pt x="0" y="1703927"/>
                </a:lnTo>
                <a:lnTo>
                  <a:pt x="2463356" y="1703927"/>
                </a:lnTo>
                <a:lnTo>
                  <a:pt x="2463356" y="3222784"/>
                </a:lnTo>
                <a:lnTo>
                  <a:pt x="2616518" y="3222784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184" name="dp44-comparison / n156 / arrow">
            <a:extLst xmlns:a="http://schemas.openxmlformats.org/drawingml/2006/main">
              <a:ext uri="{FF2B5EF4-FFF2-40B4-BE49-F238E27FC236}">
                <a16:creationId xmlns:a16="http://schemas.microsoft.com/office/drawing/2014/main" id="{5BEC45E6-83EA-4804-9D91-712A6E8A8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1326" y="6461013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85" name="dp44-comparison / n157 / path">
            <a:extLst xmlns:a="http://schemas.openxmlformats.org/drawingml/2006/main">
              <a:ext uri="{FF2B5EF4-FFF2-40B4-BE49-F238E27FC236}">
                <a16:creationId xmlns:a16="http://schemas.microsoft.com/office/drawing/2014/main" id="{B745A1CA-FA9B-408B-B686-9FFF042C0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8786" y="6387751"/>
            <a:ext cx="255270" cy="953"/>
          </a:xfrm>
          <a:custGeom xmlns:a="http://schemas.openxmlformats.org/drawingml/2006/main">
            <a:pathLst>
              <a:path w="255270" h="953">
                <a:moveTo>
                  <a:pt x="0" y="0"/>
                </a:moveTo>
                <a:lnTo>
                  <a:pt x="25527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86" name="dp44-comparison / n157 / arrow">
            <a:extLst xmlns:a="http://schemas.openxmlformats.org/drawingml/2006/main">
              <a:ext uri="{FF2B5EF4-FFF2-40B4-BE49-F238E27FC236}">
                <a16:creationId xmlns:a16="http://schemas.microsoft.com/office/drawing/2014/main" id="{EEE259F8-E6B5-4060-B651-54E16FBC4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9129" y="6365287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87" name="dp44-comparison / n158 / path">
            <a:extLst xmlns:a="http://schemas.openxmlformats.org/drawingml/2006/main">
              <a:ext uri="{FF2B5EF4-FFF2-40B4-BE49-F238E27FC236}">
                <a16:creationId xmlns:a16="http://schemas.microsoft.com/office/drawing/2014/main" id="{149B2695-0E11-4E3B-8DCF-3E10FFFDE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1319" y="4543425"/>
            <a:ext cx="408432" cy="1844326"/>
          </a:xfrm>
          <a:custGeom xmlns:a="http://schemas.openxmlformats.org/drawingml/2006/main">
            <a:pathLst>
              <a:path w="408432" h="1844326">
                <a:moveTo>
                  <a:pt x="255270" y="1844326"/>
                </a:moveTo>
                <a:lnTo>
                  <a:pt x="408432" y="1844326"/>
                </a:lnTo>
                <a:lnTo>
                  <a:pt x="408432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188" name="dp44-comparison / n158 / arrow">
            <a:extLst xmlns:a="http://schemas.openxmlformats.org/drawingml/2006/main">
              <a:ext uri="{FF2B5EF4-FFF2-40B4-BE49-F238E27FC236}">
                <a16:creationId xmlns:a16="http://schemas.microsoft.com/office/drawing/2014/main" id="{1F8DA33A-CDFB-4D37-8D76-B6743D41B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1319" y="4520961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89" name="dp44-comparison / n159 / path">
            <a:extLst xmlns:a="http://schemas.openxmlformats.org/drawingml/2006/main">
              <a:ext uri="{FF2B5EF4-FFF2-40B4-BE49-F238E27FC236}">
                <a16:creationId xmlns:a16="http://schemas.microsoft.com/office/drawing/2014/main" id="{AD463459-C08E-40D4-AD70-7C678BDB0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2688" y="3343656"/>
            <a:ext cx="382905" cy="31909"/>
          </a:xfrm>
          <a:custGeom xmlns:a="http://schemas.openxmlformats.org/drawingml/2006/main">
            <a:pathLst>
              <a:path w="382905" h="31909">
                <a:moveTo>
                  <a:pt x="0" y="0"/>
                </a:moveTo>
                <a:lnTo>
                  <a:pt x="0" y="31909"/>
                </a:lnTo>
                <a:lnTo>
                  <a:pt x="382905" y="31909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90" name="dp44-comparison / n159 / arrow">
            <a:extLst xmlns:a="http://schemas.openxmlformats.org/drawingml/2006/main">
              <a:ext uri="{FF2B5EF4-FFF2-40B4-BE49-F238E27FC236}">
                <a16:creationId xmlns:a16="http://schemas.microsoft.com/office/drawing/2014/main" id="{9B3A5097-5A1D-45E1-97B5-F91C6D4E3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665" y="3353101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91" name="dp44-comparison / n160 / path">
            <a:extLst xmlns:a="http://schemas.openxmlformats.org/drawingml/2006/main">
              <a:ext uri="{FF2B5EF4-FFF2-40B4-BE49-F238E27FC236}">
                <a16:creationId xmlns:a16="http://schemas.microsoft.com/office/drawing/2014/main" id="{C73AFE0A-0085-407D-BDB3-EEE220552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2688" y="3439382"/>
            <a:ext cx="382905" cy="31909"/>
          </a:xfrm>
          <a:custGeom xmlns:a="http://schemas.openxmlformats.org/drawingml/2006/main">
            <a:pathLst>
              <a:path w="382905" h="31909">
                <a:moveTo>
                  <a:pt x="382905" y="31909"/>
                </a:moveTo>
                <a:lnTo>
                  <a:pt x="38290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192" name="dp44-comparison / n160 / arrow">
            <a:extLst xmlns:a="http://schemas.openxmlformats.org/drawingml/2006/main">
              <a:ext uri="{FF2B5EF4-FFF2-40B4-BE49-F238E27FC236}">
                <a16:creationId xmlns:a16="http://schemas.microsoft.com/office/drawing/2014/main" id="{471DED7A-4314-4987-9B43-73D56E827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2688" y="3416918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93" name="dp44-comparison / n161 / path">
            <a:extLst xmlns:a="http://schemas.openxmlformats.org/drawingml/2006/main">
              <a:ext uri="{FF2B5EF4-FFF2-40B4-BE49-F238E27FC236}">
                <a16:creationId xmlns:a16="http://schemas.microsoft.com/office/drawing/2014/main" id="{6187076B-9C6F-4A6F-8BF5-96E6DBE8A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3092" y="3535109"/>
            <a:ext cx="1206151" cy="1837944"/>
          </a:xfrm>
          <a:custGeom xmlns:a="http://schemas.openxmlformats.org/drawingml/2006/main">
            <a:pathLst>
              <a:path w="1206151" h="1837944">
                <a:moveTo>
                  <a:pt x="1206151" y="0"/>
                </a:moveTo>
                <a:lnTo>
                  <a:pt x="0" y="0"/>
                </a:lnTo>
                <a:lnTo>
                  <a:pt x="0" y="1837944"/>
                </a:lnTo>
                <a:lnTo>
                  <a:pt x="759428" y="1837944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94" name="dp44-comparison / n161 / arrow">
            <a:extLst xmlns:a="http://schemas.openxmlformats.org/drawingml/2006/main">
              <a:ext uri="{FF2B5EF4-FFF2-40B4-BE49-F238E27FC236}">
                <a16:creationId xmlns:a16="http://schemas.microsoft.com/office/drawing/2014/main" id="{7B388EFA-4B4B-434E-A355-A6472C509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7592" y="5350589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95" name="dp44-comparison / n162 / path">
            <a:extLst xmlns:a="http://schemas.openxmlformats.org/drawingml/2006/main">
              <a:ext uri="{FF2B5EF4-FFF2-40B4-BE49-F238E27FC236}">
                <a16:creationId xmlns:a16="http://schemas.microsoft.com/office/drawing/2014/main" id="{7B5D024E-2B3E-42C1-8143-274B8C5E4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3092" y="3535109"/>
            <a:ext cx="1461421" cy="1837944"/>
          </a:xfrm>
          <a:custGeom xmlns:a="http://schemas.openxmlformats.org/drawingml/2006/main">
            <a:pathLst>
              <a:path w="1461421" h="1837944">
                <a:moveTo>
                  <a:pt x="1014698" y="1837944"/>
                </a:moveTo>
                <a:lnTo>
                  <a:pt x="0" y="1837944"/>
                </a:lnTo>
                <a:lnTo>
                  <a:pt x="0" y="0"/>
                </a:lnTo>
                <a:lnTo>
                  <a:pt x="1461421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196" name="dp44-comparison / n162 / arrow">
            <a:extLst xmlns:a="http://schemas.openxmlformats.org/drawingml/2006/main">
              <a:ext uri="{FF2B5EF4-FFF2-40B4-BE49-F238E27FC236}">
                <a16:creationId xmlns:a16="http://schemas.microsoft.com/office/drawing/2014/main" id="{1513FE85-93AE-4698-9FFB-D1F9F22E0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9585" y="3512645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97" name="dp44-comparison / n163 / path">
            <a:extLst xmlns:a="http://schemas.openxmlformats.org/drawingml/2006/main">
              <a:ext uri="{FF2B5EF4-FFF2-40B4-BE49-F238E27FC236}">
                <a16:creationId xmlns:a16="http://schemas.microsoft.com/office/drawing/2014/main" id="{D680682E-B89B-44B3-AA6F-4EDCB639B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3092" y="3535109"/>
            <a:ext cx="631793" cy="2852642"/>
          </a:xfrm>
          <a:custGeom xmlns:a="http://schemas.openxmlformats.org/drawingml/2006/main">
            <a:pathLst>
              <a:path w="631793" h="2852642">
                <a:moveTo>
                  <a:pt x="631793" y="0"/>
                </a:moveTo>
                <a:lnTo>
                  <a:pt x="0" y="0"/>
                </a:lnTo>
                <a:lnTo>
                  <a:pt x="0" y="2852642"/>
                </a:lnTo>
                <a:lnTo>
                  <a:pt x="153162" y="2852642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98" name="dp44-comparison / n163 / arrow">
            <a:extLst xmlns:a="http://schemas.openxmlformats.org/drawingml/2006/main">
              <a:ext uri="{FF2B5EF4-FFF2-40B4-BE49-F238E27FC236}">
                <a16:creationId xmlns:a16="http://schemas.microsoft.com/office/drawing/2014/main" id="{F2E1318B-C97B-4B42-8F3F-9FD458A4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1326" y="6365287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99" name="dp44-comparison / n164 / path">
            <a:extLst xmlns:a="http://schemas.openxmlformats.org/drawingml/2006/main">
              <a:ext uri="{FF2B5EF4-FFF2-40B4-BE49-F238E27FC236}">
                <a16:creationId xmlns:a16="http://schemas.microsoft.com/office/drawing/2014/main" id="{CAD5E78F-F501-4B67-9B4D-15CC1B074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8786" y="4543425"/>
            <a:ext cx="1620964" cy="1767745"/>
          </a:xfrm>
          <a:custGeom xmlns:a="http://schemas.openxmlformats.org/drawingml/2006/main">
            <a:pathLst>
              <a:path w="1620964" h="1767745">
                <a:moveTo>
                  <a:pt x="0" y="1767745"/>
                </a:moveTo>
                <a:lnTo>
                  <a:pt x="0" y="880682"/>
                </a:lnTo>
                <a:lnTo>
                  <a:pt x="1620964" y="880682"/>
                </a:lnTo>
                <a:lnTo>
                  <a:pt x="1620964" y="0"/>
                </a:lnTo>
                <a:lnTo>
                  <a:pt x="8296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200" name="dp44-comparison / n164 / arrow">
            <a:extLst xmlns:a="http://schemas.openxmlformats.org/drawingml/2006/main">
              <a:ext uri="{FF2B5EF4-FFF2-40B4-BE49-F238E27FC236}">
                <a16:creationId xmlns:a16="http://schemas.microsoft.com/office/drawing/2014/main" id="{D15A4AE1-7C70-4BD4-AA28-BD9223011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8414" y="4520961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01" name="dp44-comparison / n165 / path">
            <a:extLst xmlns:a="http://schemas.openxmlformats.org/drawingml/2006/main">
              <a:ext uri="{FF2B5EF4-FFF2-40B4-BE49-F238E27FC236}">
                <a16:creationId xmlns:a16="http://schemas.microsoft.com/office/drawing/2014/main" id="{0C184231-6E28-4FAC-9F4F-FB4C7B077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8786" y="4543425"/>
            <a:ext cx="1620964" cy="1716691"/>
          </a:xfrm>
          <a:custGeom xmlns:a="http://schemas.openxmlformats.org/drawingml/2006/main">
            <a:pathLst>
              <a:path w="1620964" h="1716691">
                <a:moveTo>
                  <a:pt x="957263" y="0"/>
                </a:moveTo>
                <a:lnTo>
                  <a:pt x="1620964" y="0"/>
                </a:lnTo>
                <a:lnTo>
                  <a:pt x="1620964" y="1614583"/>
                </a:lnTo>
                <a:lnTo>
                  <a:pt x="0" y="1614583"/>
                </a:lnTo>
                <a:lnTo>
                  <a:pt x="0" y="1716691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202" name="dp44-comparison / n165 / arrow">
            <a:extLst xmlns:a="http://schemas.openxmlformats.org/drawingml/2006/main">
              <a:ext uri="{FF2B5EF4-FFF2-40B4-BE49-F238E27FC236}">
                <a16:creationId xmlns:a16="http://schemas.microsoft.com/office/drawing/2014/main" id="{0361528F-EB42-4BD0-B357-D278560BD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6322" y="6215188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03" name="dp44-comparison / n166 / path">
            <a:extLst xmlns:a="http://schemas.openxmlformats.org/drawingml/2006/main">
              <a:ext uri="{FF2B5EF4-FFF2-40B4-BE49-F238E27FC236}">
                <a16:creationId xmlns:a16="http://schemas.microsoft.com/office/drawing/2014/main" id="{A251EFE8-5E1E-4951-B919-AA271D7AE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8786" y="5194364"/>
            <a:ext cx="2010251" cy="1257205"/>
          </a:xfrm>
          <a:custGeom xmlns:a="http://schemas.openxmlformats.org/drawingml/2006/main">
            <a:pathLst>
              <a:path w="2010251" h="1257205">
                <a:moveTo>
                  <a:pt x="0" y="1257205"/>
                </a:moveTo>
                <a:lnTo>
                  <a:pt x="0" y="229743"/>
                </a:lnTo>
                <a:lnTo>
                  <a:pt x="2010251" y="229743"/>
                </a:lnTo>
                <a:lnTo>
                  <a:pt x="2010251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204" name="dp44-comparison / n166 / arrow">
            <a:extLst xmlns:a="http://schemas.openxmlformats.org/drawingml/2006/main">
              <a:ext uri="{FF2B5EF4-FFF2-40B4-BE49-F238E27FC236}">
                <a16:creationId xmlns:a16="http://schemas.microsoft.com/office/drawing/2014/main" id="{85874129-DC2E-431E-A20E-EF6B10DC6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6574" y="5194364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05" name="dp44-comparison / n167 / path">
            <a:extLst xmlns:a="http://schemas.openxmlformats.org/drawingml/2006/main">
              <a:ext uri="{FF2B5EF4-FFF2-40B4-BE49-F238E27FC236}">
                <a16:creationId xmlns:a16="http://schemas.microsoft.com/office/drawing/2014/main" id="{21095BFE-5E1F-4FBB-9447-1681FA58F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8786" y="5258181"/>
            <a:ext cx="2010251" cy="1225296"/>
          </a:xfrm>
          <a:custGeom xmlns:a="http://schemas.openxmlformats.org/drawingml/2006/main">
            <a:pathLst>
              <a:path w="2010251" h="1225296">
                <a:moveTo>
                  <a:pt x="2010251" y="0"/>
                </a:moveTo>
                <a:lnTo>
                  <a:pt x="2010251" y="899827"/>
                </a:lnTo>
                <a:lnTo>
                  <a:pt x="0" y="899827"/>
                </a:lnTo>
                <a:lnTo>
                  <a:pt x="0" y="1225296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206" name="dp44-comparison / n167 / arrow">
            <a:extLst xmlns:a="http://schemas.openxmlformats.org/drawingml/2006/main">
              <a:ext uri="{FF2B5EF4-FFF2-40B4-BE49-F238E27FC236}">
                <a16:creationId xmlns:a16="http://schemas.microsoft.com/office/drawing/2014/main" id="{54320FC8-E78E-40C9-B1F7-E843604D5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6322" y="6438549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07" name="dp44-comparison / n168 / path">
            <a:extLst xmlns:a="http://schemas.openxmlformats.org/drawingml/2006/main">
              <a:ext uri="{FF2B5EF4-FFF2-40B4-BE49-F238E27FC236}">
                <a16:creationId xmlns:a16="http://schemas.microsoft.com/office/drawing/2014/main" id="{13C6E2F7-48EC-4993-9D22-B22ADBAA4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3265" y="6323933"/>
            <a:ext cx="1052989" cy="127635"/>
          </a:xfrm>
          <a:custGeom xmlns:a="http://schemas.openxmlformats.org/drawingml/2006/main">
            <a:pathLst>
              <a:path w="1052989" h="127635">
                <a:moveTo>
                  <a:pt x="1052989" y="0"/>
                </a:moveTo>
                <a:lnTo>
                  <a:pt x="1052989" y="127635"/>
                </a:lnTo>
                <a:lnTo>
                  <a:pt x="0" y="127635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208" name="dp44-comparison / n168 / arrow">
            <a:extLst xmlns:a="http://schemas.openxmlformats.org/drawingml/2006/main">
              <a:ext uri="{FF2B5EF4-FFF2-40B4-BE49-F238E27FC236}">
                <a16:creationId xmlns:a16="http://schemas.microsoft.com/office/drawing/2014/main" id="{BF6FEC72-74D1-4AC4-9FF4-10E7EE223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3265" y="6429104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09" name="dp44-comparison / n169 / path">
            <a:extLst xmlns:a="http://schemas.openxmlformats.org/drawingml/2006/main">
              <a:ext uri="{FF2B5EF4-FFF2-40B4-BE49-F238E27FC236}">
                <a16:creationId xmlns:a16="http://schemas.microsoft.com/office/drawing/2014/main" id="{FF35C8D7-56DA-485D-B951-5E401029D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3265" y="4288155"/>
            <a:ext cx="1084897" cy="2227231"/>
          </a:xfrm>
          <a:custGeom xmlns:a="http://schemas.openxmlformats.org/drawingml/2006/main">
            <a:pathLst>
              <a:path w="1084897" h="2227231">
                <a:moveTo>
                  <a:pt x="1084897" y="0"/>
                </a:moveTo>
                <a:lnTo>
                  <a:pt x="567976" y="0"/>
                </a:lnTo>
                <a:lnTo>
                  <a:pt x="567976" y="2227231"/>
                </a:lnTo>
                <a:lnTo>
                  <a:pt x="0" y="2227231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210" name="dp44-comparison / n169 / arrow">
            <a:extLst xmlns:a="http://schemas.openxmlformats.org/drawingml/2006/main">
              <a:ext uri="{FF2B5EF4-FFF2-40B4-BE49-F238E27FC236}">
                <a16:creationId xmlns:a16="http://schemas.microsoft.com/office/drawing/2014/main" id="{590CAAD7-43C8-427A-8F6C-7DC75208A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3265" y="6492922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11" name="dp44-comparison / n170 / path">
            <a:extLst xmlns:a="http://schemas.openxmlformats.org/drawingml/2006/main">
              <a:ext uri="{FF2B5EF4-FFF2-40B4-BE49-F238E27FC236}">
                <a16:creationId xmlns:a16="http://schemas.microsoft.com/office/drawing/2014/main" id="{E0DC7230-7F7F-458A-B47A-1D0E35615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3265" y="4351973"/>
            <a:ext cx="1084897" cy="2259140"/>
          </a:xfrm>
          <a:custGeom xmlns:a="http://schemas.openxmlformats.org/drawingml/2006/main">
            <a:pathLst>
              <a:path w="1084897" h="2259140">
                <a:moveTo>
                  <a:pt x="0" y="2259140"/>
                </a:moveTo>
                <a:lnTo>
                  <a:pt x="899827" y="2259140"/>
                </a:lnTo>
                <a:lnTo>
                  <a:pt x="899827" y="0"/>
                </a:lnTo>
                <a:lnTo>
                  <a:pt x="1084897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212" name="dp44-comparison / n170 / arrow">
            <a:extLst xmlns:a="http://schemas.openxmlformats.org/drawingml/2006/main">
              <a:ext uri="{FF2B5EF4-FFF2-40B4-BE49-F238E27FC236}">
                <a16:creationId xmlns:a16="http://schemas.microsoft.com/office/drawing/2014/main" id="{DBD05D02-444F-4CD7-9D9A-6E497F2FC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3235" y="4329509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13" name="dp44-comparison / n171 / path">
            <a:extLst xmlns:a="http://schemas.openxmlformats.org/drawingml/2006/main">
              <a:ext uri="{FF2B5EF4-FFF2-40B4-BE49-F238E27FC236}">
                <a16:creationId xmlns:a16="http://schemas.microsoft.com/office/drawing/2014/main" id="{4B9D8D8B-737E-4DAF-BF76-EFE919108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3265" y="6560058"/>
            <a:ext cx="3127057" cy="561594"/>
          </a:xfrm>
          <a:custGeom xmlns:a="http://schemas.openxmlformats.org/drawingml/2006/main">
            <a:pathLst>
              <a:path w="3127057" h="561594">
                <a:moveTo>
                  <a:pt x="3127057" y="0"/>
                </a:moveTo>
                <a:lnTo>
                  <a:pt x="3127057" y="561594"/>
                </a:lnTo>
                <a:lnTo>
                  <a:pt x="0" y="561594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214" name="dp44-comparison / n171 / arrow">
            <a:extLst xmlns:a="http://schemas.openxmlformats.org/drawingml/2006/main">
              <a:ext uri="{FF2B5EF4-FFF2-40B4-BE49-F238E27FC236}">
                <a16:creationId xmlns:a16="http://schemas.microsoft.com/office/drawing/2014/main" id="{67301564-883D-449E-B41C-9175DF353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3265" y="7099188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15" name="dp44-comparison / n172 / path">
            <a:extLst xmlns:a="http://schemas.openxmlformats.org/drawingml/2006/main">
              <a:ext uri="{FF2B5EF4-FFF2-40B4-BE49-F238E27FC236}">
                <a16:creationId xmlns:a16="http://schemas.microsoft.com/office/drawing/2014/main" id="{C3CA374C-AAE6-4A17-866A-824F9DDC3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3265" y="6560058"/>
            <a:ext cx="3318510" cy="657320"/>
          </a:xfrm>
          <a:custGeom xmlns:a="http://schemas.openxmlformats.org/drawingml/2006/main">
            <a:pathLst>
              <a:path w="3318510" h="657320">
                <a:moveTo>
                  <a:pt x="0" y="657320"/>
                </a:moveTo>
                <a:lnTo>
                  <a:pt x="0" y="0"/>
                </a:lnTo>
                <a:lnTo>
                  <a:pt x="33185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216" name="dp44-comparison / n172 / arrow">
            <a:extLst xmlns:a="http://schemas.openxmlformats.org/drawingml/2006/main">
              <a:ext uri="{FF2B5EF4-FFF2-40B4-BE49-F238E27FC236}">
                <a16:creationId xmlns:a16="http://schemas.microsoft.com/office/drawing/2014/main" id="{E03E1D4D-653F-4670-ABFF-8ADFE5E75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6847" y="6537594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17" name="dp44-comparison / n173 / path">
            <a:extLst xmlns:a="http://schemas.openxmlformats.org/drawingml/2006/main">
              <a:ext uri="{FF2B5EF4-FFF2-40B4-BE49-F238E27FC236}">
                <a16:creationId xmlns:a16="http://schemas.microsoft.com/office/drawing/2014/main" id="{745DCCED-83B9-409F-87DB-9D8D9AFB5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3638" y="5928265"/>
            <a:ext cx="5105400" cy="970026"/>
          </a:xfrm>
          <a:custGeom xmlns:a="http://schemas.openxmlformats.org/drawingml/2006/main">
            <a:pathLst>
              <a:path w="5105400" h="970026">
                <a:moveTo>
                  <a:pt x="0" y="0"/>
                </a:moveTo>
                <a:lnTo>
                  <a:pt x="1729454" y="0"/>
                </a:lnTo>
                <a:lnTo>
                  <a:pt x="1729454" y="970026"/>
                </a:lnTo>
                <a:lnTo>
                  <a:pt x="5105400" y="970026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218" name="dp44-comparison / n173 / arrow">
            <a:extLst xmlns:a="http://schemas.openxmlformats.org/drawingml/2006/main">
              <a:ext uri="{FF2B5EF4-FFF2-40B4-BE49-F238E27FC236}">
                <a16:creationId xmlns:a16="http://schemas.microsoft.com/office/drawing/2014/main" id="{8BB76755-3C12-4E83-95A8-4E91A57E4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4110" y="6875827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19" name="dp44-comparison / n174 / path">
            <a:extLst xmlns:a="http://schemas.openxmlformats.org/drawingml/2006/main">
              <a:ext uri="{FF2B5EF4-FFF2-40B4-BE49-F238E27FC236}">
                <a16:creationId xmlns:a16="http://schemas.microsoft.com/office/drawing/2014/main" id="{490AAA63-C3A7-4A4F-BDE8-FD9092193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1068" y="5724049"/>
            <a:ext cx="2807970" cy="1269968"/>
          </a:xfrm>
          <a:custGeom xmlns:a="http://schemas.openxmlformats.org/drawingml/2006/main">
            <a:pathLst>
              <a:path w="2807970" h="1269968">
                <a:moveTo>
                  <a:pt x="0" y="0"/>
                </a:moveTo>
                <a:lnTo>
                  <a:pt x="2807970" y="0"/>
                </a:lnTo>
                <a:lnTo>
                  <a:pt x="2807970" y="1269968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220" name="dp44-comparison / n174 / arrow">
            <a:extLst xmlns:a="http://schemas.openxmlformats.org/drawingml/2006/main">
              <a:ext uri="{FF2B5EF4-FFF2-40B4-BE49-F238E27FC236}">
                <a16:creationId xmlns:a16="http://schemas.microsoft.com/office/drawing/2014/main" id="{D53B403F-BFB8-4ED1-ABBF-A28D6ECA7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6574" y="6949089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21" name="dp44-comparison / n175 / path">
            <a:extLst xmlns:a="http://schemas.openxmlformats.org/drawingml/2006/main">
              <a:ext uri="{FF2B5EF4-FFF2-40B4-BE49-F238E27FC236}">
                <a16:creationId xmlns:a16="http://schemas.microsoft.com/office/drawing/2014/main" id="{500D5023-F191-4373-92AA-D8A2F13C3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3805" y="4351973"/>
            <a:ext cx="3765232" cy="2450592"/>
          </a:xfrm>
          <a:custGeom xmlns:a="http://schemas.openxmlformats.org/drawingml/2006/main">
            <a:pathLst>
              <a:path w="3765232" h="2450592">
                <a:moveTo>
                  <a:pt x="0" y="0"/>
                </a:moveTo>
                <a:lnTo>
                  <a:pt x="0" y="2450592"/>
                </a:lnTo>
                <a:lnTo>
                  <a:pt x="3765232" y="2450592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222" name="dp44-comparison / n175 / arrow">
            <a:extLst xmlns:a="http://schemas.openxmlformats.org/drawingml/2006/main">
              <a:ext uri="{FF2B5EF4-FFF2-40B4-BE49-F238E27FC236}">
                <a16:creationId xmlns:a16="http://schemas.microsoft.com/office/drawing/2014/main" id="{AC204362-8B83-4F3B-9604-EA40607FD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4110" y="6780101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23" name="dp44-comparison / n176 / path">
            <a:extLst xmlns:a="http://schemas.openxmlformats.org/drawingml/2006/main">
              <a:ext uri="{FF2B5EF4-FFF2-40B4-BE49-F238E27FC236}">
                <a16:creationId xmlns:a16="http://schemas.microsoft.com/office/drawing/2014/main" id="{F82471FF-403B-4169-90FD-0B484511B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5090" y="5928265"/>
            <a:ext cx="4913948" cy="1033843"/>
          </a:xfrm>
          <a:custGeom xmlns:a="http://schemas.openxmlformats.org/drawingml/2006/main">
            <a:pathLst>
              <a:path w="4913948" h="1033843">
                <a:moveTo>
                  <a:pt x="4913948" y="1033843"/>
                </a:moveTo>
                <a:lnTo>
                  <a:pt x="695611" y="1033843"/>
                </a:lnTo>
                <a:lnTo>
                  <a:pt x="695611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224" name="dp44-comparison / n176 / arrow">
            <a:extLst xmlns:a="http://schemas.openxmlformats.org/drawingml/2006/main">
              <a:ext uri="{FF2B5EF4-FFF2-40B4-BE49-F238E27FC236}">
                <a16:creationId xmlns:a16="http://schemas.microsoft.com/office/drawing/2014/main" id="{A6A3F614-7CCD-490F-80AF-D3E3EA758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5090" y="5905801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25" name="dp44-comparison / n177 / path">
            <a:extLst xmlns:a="http://schemas.openxmlformats.org/drawingml/2006/main">
              <a:ext uri="{FF2B5EF4-FFF2-40B4-BE49-F238E27FC236}">
                <a16:creationId xmlns:a16="http://schemas.microsoft.com/office/drawing/2014/main" id="{E86731C8-EB2F-4DC6-94B6-D3006FFC5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3973" y="5724049"/>
            <a:ext cx="2425065" cy="1110424"/>
          </a:xfrm>
          <a:custGeom xmlns:a="http://schemas.openxmlformats.org/drawingml/2006/main">
            <a:pathLst>
              <a:path w="2425065" h="1110424">
                <a:moveTo>
                  <a:pt x="2425065" y="1110424"/>
                </a:moveTo>
                <a:lnTo>
                  <a:pt x="242506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226" name="dp44-comparison / n177 / arrow">
            <a:extLst xmlns:a="http://schemas.openxmlformats.org/drawingml/2006/main">
              <a:ext uri="{FF2B5EF4-FFF2-40B4-BE49-F238E27FC236}">
                <a16:creationId xmlns:a16="http://schemas.microsoft.com/office/drawing/2014/main" id="{23165905-B741-495B-8041-E24E167B4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3973" y="5701585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27" name="dp44-comparison / n178 / path">
            <a:extLst xmlns:a="http://schemas.openxmlformats.org/drawingml/2006/main">
              <a:ext uri="{FF2B5EF4-FFF2-40B4-BE49-F238E27FC236}">
                <a16:creationId xmlns:a16="http://schemas.microsoft.com/office/drawing/2014/main" id="{21AF23BC-014A-4E33-A2B1-F5F7D9BC1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3805" y="4288155"/>
            <a:ext cx="3765232" cy="2482501"/>
          </a:xfrm>
          <a:custGeom xmlns:a="http://schemas.openxmlformats.org/drawingml/2006/main">
            <a:pathLst>
              <a:path w="3765232" h="2482501">
                <a:moveTo>
                  <a:pt x="3765232" y="2482501"/>
                </a:moveTo>
                <a:lnTo>
                  <a:pt x="0" y="2482501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228" name="dp44-comparison / n178 / arrow">
            <a:extLst xmlns:a="http://schemas.openxmlformats.org/drawingml/2006/main">
              <a:ext uri="{FF2B5EF4-FFF2-40B4-BE49-F238E27FC236}">
                <a16:creationId xmlns:a16="http://schemas.microsoft.com/office/drawing/2014/main" id="{1FEEB208-B63A-4708-A679-DDAB7B5AE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1341" y="4288155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29" name="dp44-comparison / n179 / path">
            <a:extLst xmlns:a="http://schemas.openxmlformats.org/drawingml/2006/main">
              <a:ext uri="{FF2B5EF4-FFF2-40B4-BE49-F238E27FC236}">
                <a16:creationId xmlns:a16="http://schemas.microsoft.com/office/drawing/2014/main" id="{5F15D109-B087-410E-9ABC-6C3D49185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5304" y="7070598"/>
            <a:ext cx="953" cy="153162"/>
          </a:xfrm>
          <a:custGeom xmlns:a="http://schemas.openxmlformats.org/drawingml/2006/main">
            <a:pathLst>
              <a:path w="953" h="153162">
                <a:moveTo>
                  <a:pt x="0" y="0"/>
                </a:moveTo>
                <a:lnTo>
                  <a:pt x="0" y="153162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230" name="dp44-comparison / n179 / arrow">
            <a:extLst xmlns:a="http://schemas.openxmlformats.org/drawingml/2006/main">
              <a:ext uri="{FF2B5EF4-FFF2-40B4-BE49-F238E27FC236}">
                <a16:creationId xmlns:a16="http://schemas.microsoft.com/office/drawing/2014/main" id="{A699EA95-9AA1-40F2-B538-60E5687E4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2840" y="7178832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31" name="dp44-comparison / n180 / path">
            <a:extLst xmlns:a="http://schemas.openxmlformats.org/drawingml/2006/main">
              <a:ext uri="{FF2B5EF4-FFF2-40B4-BE49-F238E27FC236}">
                <a16:creationId xmlns:a16="http://schemas.microsoft.com/office/drawing/2014/main" id="{47D26587-FB36-4986-8283-F87319585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2483" y="7070598"/>
            <a:ext cx="953" cy="153162"/>
          </a:xfrm>
          <a:custGeom xmlns:a="http://schemas.openxmlformats.org/drawingml/2006/main">
            <a:pathLst>
              <a:path w="953" h="153162">
                <a:moveTo>
                  <a:pt x="0" y="153162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232" name="dp44-comparison / n180 / arrow">
            <a:extLst xmlns:a="http://schemas.openxmlformats.org/drawingml/2006/main">
              <a:ext uri="{FF2B5EF4-FFF2-40B4-BE49-F238E27FC236}">
                <a16:creationId xmlns:a16="http://schemas.microsoft.com/office/drawing/2014/main" id="{826673DE-5E0D-41BA-BCEC-A22C47154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019" y="7070598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33" name="dp44-comparison / n181">
            <a:extLst xmlns:a="http://schemas.openxmlformats.org/drawingml/2006/main">
              <a:ext uri="{FF2B5EF4-FFF2-40B4-BE49-F238E27FC236}">
                <a16:creationId xmlns:a16="http://schemas.microsoft.com/office/drawing/2014/main" id="{403033F7-2A15-4E5E-B852-89E9FB83D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6973" y="4588097"/>
            <a:ext cx="1752684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4" name="dp44-comparison / n182 / text 1">
            <a:extLst xmlns:a="http://schemas.openxmlformats.org/drawingml/2006/main">
              <a:ext uri="{FF2B5EF4-FFF2-40B4-BE49-F238E27FC236}">
                <a16:creationId xmlns:a16="http://schemas.microsoft.com/office/drawing/2014/main" id="{F9FC5D11-D1C3-4D4D-B19F-D0DCF8C28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9736" y="4594479"/>
            <a:ext cx="2201704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1 입력 / revision / evidence</a:t>
            </a:r>
          </a:p>
        </p:txBody>
      </p:sp>
      <p:sp>
        <p:nvSpPr>
          <p:cNvPr id="235" name="dp44-comparison / n183">
            <a:extLst xmlns:a="http://schemas.openxmlformats.org/drawingml/2006/main">
              <a:ext uri="{FF2B5EF4-FFF2-40B4-BE49-F238E27FC236}">
                <a16:creationId xmlns:a16="http://schemas.microsoft.com/office/drawing/2014/main" id="{D80BFB55-48FA-4E7E-9853-BFD3E6C1C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2950" y="2494883"/>
            <a:ext cx="780616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6" name="dp44-comparison / n184 / text 1">
            <a:extLst xmlns:a="http://schemas.openxmlformats.org/drawingml/2006/main">
              <a:ext uri="{FF2B5EF4-FFF2-40B4-BE49-F238E27FC236}">
                <a16:creationId xmlns:a16="http://schemas.microsoft.com/office/drawing/2014/main" id="{D6AC9ECC-C7AD-49FA-BBCA-E5F891A5D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5714" y="2501265"/>
            <a:ext cx="1914525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InputStarted</a:t>
            </a:r>
          </a:p>
        </p:txBody>
      </p:sp>
      <p:sp>
        <p:nvSpPr>
          <p:cNvPr id="237" name="dp44-comparison / n185">
            <a:extLst xmlns:a="http://schemas.openxmlformats.org/drawingml/2006/main">
              <a:ext uri="{FF2B5EF4-FFF2-40B4-BE49-F238E27FC236}">
                <a16:creationId xmlns:a16="http://schemas.microsoft.com/office/drawing/2014/main" id="{BF28C28F-647B-44B2-AC9D-BBC26D2DA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9332" y="3637217"/>
            <a:ext cx="1717967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8" name="dp44-comparison / n186 / text 1">
            <a:extLst xmlns:a="http://schemas.openxmlformats.org/drawingml/2006/main">
              <a:ext uri="{FF2B5EF4-FFF2-40B4-BE49-F238E27FC236}">
                <a16:creationId xmlns:a16="http://schemas.microsoft.com/office/drawing/2014/main" id="{6777EBF0-A492-4B77-A303-09881E3E3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2096" y="3643598"/>
            <a:ext cx="2105978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Direct 후보 → 좁은 admission</a:t>
            </a:r>
          </a:p>
        </p:txBody>
      </p:sp>
      <p:sp>
        <p:nvSpPr>
          <p:cNvPr id="239" name="dp44-comparison / n187">
            <a:extLst xmlns:a="http://schemas.openxmlformats.org/drawingml/2006/main">
              <a:ext uri="{FF2B5EF4-FFF2-40B4-BE49-F238E27FC236}">
                <a16:creationId xmlns:a16="http://schemas.microsoft.com/office/drawing/2014/main" id="{ADA87CA5-944C-4311-AC65-1290F3FD1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4010" y="4760405"/>
            <a:ext cx="1036651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0" name="dp44-comparison / n188 / text 1">
            <a:extLst xmlns:a="http://schemas.openxmlformats.org/drawingml/2006/main">
              <a:ext uri="{FF2B5EF4-FFF2-40B4-BE49-F238E27FC236}">
                <a16:creationId xmlns:a16="http://schemas.microsoft.com/office/drawing/2014/main" id="{031FD0D3-5992-418E-B4D3-0351A9332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6774" y="4766786"/>
            <a:ext cx="1531620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2 허용된 근거 조회</a:t>
            </a:r>
          </a:p>
        </p:txBody>
      </p:sp>
      <p:sp>
        <p:nvSpPr>
          <p:cNvPr id="241" name="dp44-comparison / n189">
            <a:extLst xmlns:a="http://schemas.openxmlformats.org/drawingml/2006/main">
              <a:ext uri="{FF2B5EF4-FFF2-40B4-BE49-F238E27FC236}">
                <a16:creationId xmlns:a16="http://schemas.microsoft.com/office/drawing/2014/main" id="{A61A9DEC-5619-45CE-946C-2DD980E7A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4010" y="5411343"/>
            <a:ext cx="1872023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2" name="dp44-comparison / n190 / text 1">
            <a:extLst xmlns:a="http://schemas.openxmlformats.org/drawingml/2006/main">
              <a:ext uri="{FF2B5EF4-FFF2-40B4-BE49-F238E27FC236}">
                <a16:creationId xmlns:a16="http://schemas.microsoft.com/office/drawing/2014/main" id="{ECF01E4F-ECD9-452D-A14F-33E77A614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6774" y="5417725"/>
            <a:ext cx="2137886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3 입력 / 근거 / revision / 예산</a:t>
            </a:r>
          </a:p>
        </p:txBody>
      </p:sp>
      <p:sp>
        <p:nvSpPr>
          <p:cNvPr id="243" name="dp44-comparison / n191">
            <a:extLst xmlns:a="http://schemas.openxmlformats.org/drawingml/2006/main">
              <a:ext uri="{FF2B5EF4-FFF2-40B4-BE49-F238E27FC236}">
                <a16:creationId xmlns:a16="http://schemas.microsoft.com/office/drawing/2014/main" id="{8C4C6306-AB23-4E56-943F-0FA96849F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4010" y="6011228"/>
            <a:ext cx="1487969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4" name="dp44-comparison / n192 / text 1">
            <a:extLst xmlns:a="http://schemas.openxmlformats.org/drawingml/2006/main">
              <a:ext uri="{FF2B5EF4-FFF2-40B4-BE49-F238E27FC236}">
                <a16:creationId xmlns:a16="http://schemas.microsoft.com/office/drawing/2014/main" id="{9E55E009-45E2-4C9E-AB62-58406D3A4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6774" y="6017609"/>
            <a:ext cx="2169795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의미 제안 / 추가 근거 요구</a:t>
            </a:r>
          </a:p>
        </p:txBody>
      </p:sp>
      <p:sp>
        <p:nvSpPr>
          <p:cNvPr id="245" name="dp44-comparison / n193">
            <a:extLst xmlns:a="http://schemas.openxmlformats.org/drawingml/2006/main">
              <a:ext uri="{FF2B5EF4-FFF2-40B4-BE49-F238E27FC236}">
                <a16:creationId xmlns:a16="http://schemas.microsoft.com/office/drawing/2014/main" id="{AB19C2DB-248F-44B3-BB84-9851A6AFE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501" y="4798695"/>
            <a:ext cx="1843815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6" name="dp44-comparison / n194 / text 1">
            <a:extLst xmlns:a="http://schemas.openxmlformats.org/drawingml/2006/main">
              <a:ext uri="{FF2B5EF4-FFF2-40B4-BE49-F238E27FC236}">
                <a16:creationId xmlns:a16="http://schemas.microsoft.com/office/drawing/2014/main" id="{362D8572-C41A-4E83-802E-DC07CD745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0265" y="4805077"/>
            <a:ext cx="2157032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4 채택 의미 / hold / admission</a:t>
            </a:r>
          </a:p>
        </p:txBody>
      </p:sp>
      <p:sp>
        <p:nvSpPr>
          <p:cNvPr id="247" name="dp44-comparison / n195">
            <a:extLst xmlns:a="http://schemas.openxmlformats.org/drawingml/2006/main">
              <a:ext uri="{FF2B5EF4-FFF2-40B4-BE49-F238E27FC236}">
                <a16:creationId xmlns:a16="http://schemas.microsoft.com/office/drawing/2014/main" id="{BD40EA35-E2B3-4A81-A938-E5B06C495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9295" y="5404961"/>
            <a:ext cx="1368630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8" name="dp44-comparison / n196 / text 1">
            <a:extLst xmlns:a="http://schemas.openxmlformats.org/drawingml/2006/main">
              <a:ext uri="{FF2B5EF4-FFF2-40B4-BE49-F238E27FC236}">
                <a16:creationId xmlns:a16="http://schemas.microsoft.com/office/drawing/2014/main" id="{2C0ECEA2-5DE6-49C7-AB8C-62BDBDA75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2058" y="5411343"/>
            <a:ext cx="1531620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명령 / hold / 반환 사건</a:t>
            </a:r>
          </a:p>
        </p:txBody>
      </p:sp>
      <p:sp>
        <p:nvSpPr>
          <p:cNvPr id="249" name="dp44-comparison / n197">
            <a:extLst xmlns:a="http://schemas.openxmlformats.org/drawingml/2006/main">
              <a:ext uri="{FF2B5EF4-FFF2-40B4-BE49-F238E27FC236}">
                <a16:creationId xmlns:a16="http://schemas.microsoft.com/office/drawing/2014/main" id="{D7B1DDC0-CC4B-46C1-BD91-AF2761603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0349" y="5960174"/>
            <a:ext cx="1455039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0" name="dp44-comparison / n198 / text 1">
            <a:extLst xmlns:a="http://schemas.openxmlformats.org/drawingml/2006/main">
              <a:ext uri="{FF2B5EF4-FFF2-40B4-BE49-F238E27FC236}">
                <a16:creationId xmlns:a16="http://schemas.microsoft.com/office/drawing/2014/main" id="{8F7B8C2E-08A6-4964-8206-814CC155A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3112" y="5966555"/>
            <a:ext cx="1455039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전송 / 외부 접수 / 질문 / 결과</a:t>
            </a:r>
          </a:p>
        </p:txBody>
      </p:sp>
      <p:sp>
        <p:nvSpPr>
          <p:cNvPr id="251" name="dp44-comparison / n199">
            <a:extLst xmlns:a="http://schemas.openxmlformats.org/drawingml/2006/main">
              <a:ext uri="{FF2B5EF4-FFF2-40B4-BE49-F238E27FC236}">
                <a16:creationId xmlns:a16="http://schemas.microsoft.com/office/drawing/2014/main" id="{B627EC18-8057-46FB-97F7-A00281B61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8954" y="4620006"/>
            <a:ext cx="1631175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2" name="dp44-comparison / n200 / text 1">
            <a:extLst xmlns:a="http://schemas.openxmlformats.org/drawingml/2006/main">
              <a:ext uri="{FF2B5EF4-FFF2-40B4-BE49-F238E27FC236}">
                <a16:creationId xmlns:a16="http://schemas.microsoft.com/office/drawing/2014/main" id="{964F28AD-28C1-4774-9492-3C39BEDDB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1717" y="4626388"/>
            <a:ext cx="1965579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Q1: 확인 / 저장 후 대화 연결</a:t>
            </a:r>
          </a:p>
        </p:txBody>
      </p:sp>
      <p:sp>
        <p:nvSpPr>
          <p:cNvPr id="253" name="dp44-comparison / n201">
            <a:extLst xmlns:a="http://schemas.openxmlformats.org/drawingml/2006/main">
              <a:ext uri="{FF2B5EF4-FFF2-40B4-BE49-F238E27FC236}">
                <a16:creationId xmlns:a16="http://schemas.microsoft.com/office/drawing/2014/main" id="{171BFA14-B8F6-4993-8617-0BFBC790F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0129" y="6725984"/>
            <a:ext cx="1787401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4" name="dp44-comparison / n202 / text 1">
            <a:extLst xmlns:a="http://schemas.openxmlformats.org/drawingml/2006/main">
              <a:ext uri="{FF2B5EF4-FFF2-40B4-BE49-F238E27FC236}">
                <a16:creationId xmlns:a16="http://schemas.microsoft.com/office/drawing/2014/main" id="{0E7617F8-ED80-481A-A956-FC294CF95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2893" y="6732365"/>
            <a:ext cx="2201704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7 release / P2 / Q1 identity</a:t>
            </a:r>
          </a:p>
        </p:txBody>
      </p:sp>
      <p:sp>
        <p:nvSpPr>
          <p:cNvPr id="255" name="dp44-comparison / n203">
            <a:extLst xmlns:a="http://schemas.openxmlformats.org/drawingml/2006/main">
              <a:ext uri="{FF2B5EF4-FFF2-40B4-BE49-F238E27FC236}">
                <a16:creationId xmlns:a16="http://schemas.microsoft.com/office/drawing/2014/main" id="{B6280BDC-5E96-43CB-B8DC-7053AB9EC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8483" y="6764274"/>
            <a:ext cx="2375415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6" name="dp44-comparison / n204 / text 1">
            <a:extLst xmlns:a="http://schemas.openxmlformats.org/drawingml/2006/main">
              <a:ext uri="{FF2B5EF4-FFF2-40B4-BE49-F238E27FC236}">
                <a16:creationId xmlns:a16="http://schemas.microsoft.com/office/drawing/2014/main" id="{BD6DEC15-9CAD-4D6C-A08F-A6FDF6861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247" y="6770656"/>
            <a:ext cx="3829050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실제 전달 / 중단 receipt / actual range</a:t>
            </a:r>
          </a:p>
        </p:txBody>
      </p:sp>
      <p:sp>
        <p:nvSpPr>
          <p:cNvPr id="257" name="dp44-comparison / n205">
            <a:extLst xmlns:a="http://schemas.openxmlformats.org/drawingml/2006/main">
              <a:ext uri="{FF2B5EF4-FFF2-40B4-BE49-F238E27FC236}">
                <a16:creationId xmlns:a16="http://schemas.microsoft.com/office/drawing/2014/main" id="{3CDCA12A-267E-4BD5-A00F-0219B4141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0894" y="6585585"/>
            <a:ext cx="802314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8" name="dp44-comparison / n206 / text 1">
            <a:extLst xmlns:a="http://schemas.openxmlformats.org/drawingml/2006/main">
              <a:ext uri="{FF2B5EF4-FFF2-40B4-BE49-F238E27FC236}">
                <a16:creationId xmlns:a16="http://schemas.microsoft.com/office/drawing/2014/main" id="{12AC7433-889E-4AE8-A1B8-3B1BD3CCC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3658" y="6591967"/>
            <a:ext cx="1359313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전달 기록 갱신</a:t>
            </a:r>
          </a:p>
        </p:txBody>
      </p:sp>
      <p:sp>
        <p:nvSpPr>
          <p:cNvPr id="259" name="dp44-comparison / n207">
            <a:extLst xmlns:a="http://schemas.openxmlformats.org/drawingml/2006/main">
              <a:ext uri="{FF2B5EF4-FFF2-40B4-BE49-F238E27FC236}">
                <a16:creationId xmlns:a16="http://schemas.microsoft.com/office/drawing/2014/main" id="{E70BF3ED-AD64-4D1F-AD6D-53FAB7628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1781" y="4862513"/>
            <a:ext cx="1540044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0" name="dp44-comparison / n208 / text 1">
            <a:extLst xmlns:a="http://schemas.openxmlformats.org/drawingml/2006/main">
              <a:ext uri="{FF2B5EF4-FFF2-40B4-BE49-F238E27FC236}">
                <a16:creationId xmlns:a16="http://schemas.microsoft.com/office/drawing/2014/main" id="{0FE58FDA-1C6F-4C84-8B9D-E4842036C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4544" y="4868894"/>
            <a:ext cx="2201704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8 확인된 제시 → 질문 focus</a:t>
            </a:r>
          </a:p>
        </p:txBody>
      </p:sp>
      <p:sp>
        <p:nvSpPr>
          <p:cNvPr id="261" name="dp44-comparison / n209">
            <a:extLst xmlns:a="http://schemas.openxmlformats.org/drawingml/2006/main">
              <a:ext uri="{FF2B5EF4-FFF2-40B4-BE49-F238E27FC236}">
                <a16:creationId xmlns:a16="http://schemas.microsoft.com/office/drawing/2014/main" id="{A3DB64D5-B328-4820-9FF6-6A957AF60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559" y="3656362"/>
            <a:ext cx="1592119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2" name="dp44-comparison / n210 / text 1">
            <a:extLst xmlns:a="http://schemas.openxmlformats.org/drawingml/2006/main">
              <a:ext uri="{FF2B5EF4-FFF2-40B4-BE49-F238E27FC236}">
                <a16:creationId xmlns:a16="http://schemas.microsoft.com/office/drawing/2014/main" id="{B0A62E7E-683B-4E67-93DE-2A399C2FF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0323" y="3662744"/>
            <a:ext cx="2329339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job / revision / 대기 참조</a:t>
            </a:r>
          </a:p>
        </p:txBody>
      </p:sp>
      <p:sp>
        <p:nvSpPr>
          <p:cNvPr id="263" name="dp44-comparison / n211">
            <a:extLst xmlns:a="http://schemas.openxmlformats.org/drawingml/2006/main">
              <a:ext uri="{FF2B5EF4-FFF2-40B4-BE49-F238E27FC236}">
                <a16:creationId xmlns:a16="http://schemas.microsoft.com/office/drawing/2014/main" id="{F6D364E6-CC59-4A01-B8FB-24C608176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2636" y="4683824"/>
            <a:ext cx="1900230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4" name="dp44-comparison / n212 / text 1">
            <a:extLst xmlns:a="http://schemas.openxmlformats.org/drawingml/2006/main">
              <a:ext uri="{FF2B5EF4-FFF2-40B4-BE49-F238E27FC236}">
                <a16:creationId xmlns:a16="http://schemas.microsoft.com/office/drawing/2014/main" id="{04F42F0D-8AE2-4C30-A396-BB2E5BF86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5399" y="4690205"/>
            <a:ext cx="2010251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5 채택 의미 / 허용 사실 / job ID</a:t>
            </a:r>
          </a:p>
        </p:txBody>
      </p:sp>
      <p:sp>
        <p:nvSpPr>
          <p:cNvPr id="265" name="dp44-comparison / n213">
            <a:extLst xmlns:a="http://schemas.openxmlformats.org/drawingml/2006/main">
              <a:ext uri="{FF2B5EF4-FFF2-40B4-BE49-F238E27FC236}">
                <a16:creationId xmlns:a16="http://schemas.microsoft.com/office/drawing/2014/main" id="{9555688D-4EBF-4690-B938-1446F6F30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9872" y="5768721"/>
            <a:ext cx="1494478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6" name="dp44-comparison / n214 / text 1">
            <a:extLst xmlns:a="http://schemas.openxmlformats.org/drawingml/2006/main">
              <a:ext uri="{FF2B5EF4-FFF2-40B4-BE49-F238E27FC236}">
                <a16:creationId xmlns:a16="http://schemas.microsoft.com/office/drawing/2014/main" id="{77D9C91E-58CC-4EF0-A190-9B25AB5F5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2636" y="5775103"/>
            <a:ext cx="2105978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후보 반환 / 시작 revision</a:t>
            </a:r>
          </a:p>
        </p:txBody>
      </p:sp>
      <p:sp>
        <p:nvSpPr>
          <p:cNvPr id="267" name="dp44-comparison / n215">
            <a:extLst xmlns:a="http://schemas.openxmlformats.org/drawingml/2006/main">
              <a:ext uri="{FF2B5EF4-FFF2-40B4-BE49-F238E27FC236}">
                <a16:creationId xmlns:a16="http://schemas.microsoft.com/office/drawing/2014/main" id="{492A1DC4-68D9-4EB2-9FFC-22D339270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6254" y="6043136"/>
            <a:ext cx="1333913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8" name="dp44-comparison / n216 / text 1">
            <a:extLst xmlns:a="http://schemas.openxmlformats.org/drawingml/2006/main">
              <a:ext uri="{FF2B5EF4-FFF2-40B4-BE49-F238E27FC236}">
                <a16:creationId xmlns:a16="http://schemas.microsoft.com/office/drawing/2014/main" id="{F0CC1F5B-9D84-46D4-9EB5-2B07BDFAE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9017" y="6049518"/>
            <a:ext cx="2118741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6 유효 후보 → 게시 요청</a:t>
            </a:r>
          </a:p>
        </p:txBody>
      </p:sp>
      <p:sp>
        <p:nvSpPr>
          <p:cNvPr id="269" name="dp44-comparison / n217">
            <a:extLst xmlns:a="http://schemas.openxmlformats.org/drawingml/2006/main">
              <a:ext uri="{FF2B5EF4-FFF2-40B4-BE49-F238E27FC236}">
                <a16:creationId xmlns:a16="http://schemas.microsoft.com/office/drawing/2014/main" id="{1E4297F8-8265-48EA-A082-D7C89E334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0760" y="2341721"/>
            <a:ext cx="1084898" cy="255270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270" name="dp44-comparison / n218 / text 1">
            <a:extLst xmlns:a="http://schemas.openxmlformats.org/drawingml/2006/main">
              <a:ext uri="{FF2B5EF4-FFF2-40B4-BE49-F238E27FC236}">
                <a16:creationId xmlns:a16="http://schemas.microsoft.com/office/drawing/2014/main" id="{98891078-79EE-4117-9E8C-19E0765AF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5432" y="2394690"/>
            <a:ext cx="995553" cy="1850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사용자</a:t>
            </a:r>
          </a:p>
        </p:txBody>
      </p:sp>
      <p:sp>
        <p:nvSpPr>
          <p:cNvPr id="271" name="dp44-comparison / n219">
            <a:extLst xmlns:a="http://schemas.openxmlformats.org/drawingml/2006/main">
              <a:ext uri="{FF2B5EF4-FFF2-40B4-BE49-F238E27FC236}">
                <a16:creationId xmlns:a16="http://schemas.microsoft.com/office/drawing/2014/main" id="{BCD09636-1F11-4CF2-8DA6-D69137595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0760" y="2756535"/>
            <a:ext cx="2169795" cy="17868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272" name="dp44-comparison / n220 / text 1">
            <a:extLst xmlns:a="http://schemas.openxmlformats.org/drawingml/2006/main">
              <a:ext uri="{FF2B5EF4-FFF2-40B4-BE49-F238E27FC236}">
                <a16:creationId xmlns:a16="http://schemas.microsoft.com/office/drawing/2014/main" id="{182E2FB5-5834-45FF-8905-B9DB4F408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7341" y="2813971"/>
            <a:ext cx="2016633" cy="23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5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5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273" name="dp44-comparison / n221">
            <a:extLst xmlns:a="http://schemas.openxmlformats.org/drawingml/2006/main">
              <a:ext uri="{FF2B5EF4-FFF2-40B4-BE49-F238E27FC236}">
                <a16:creationId xmlns:a16="http://schemas.microsoft.com/office/drawing/2014/main" id="{891569F0-1C8A-49D0-9A2C-492B3A744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6486" y="3126677"/>
            <a:ext cx="925354" cy="268034"/>
          </a:xfrm>
          <a:prstGeom xmlns:a="http://schemas.openxmlformats.org/drawingml/2006/main" prst="roundRect">
            <a:avLst>
              <a:gd name="adj" fmla="val 28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274" name="dp44-comparison / n222 / text 1">
            <a:extLst xmlns:a="http://schemas.openxmlformats.org/drawingml/2006/main">
              <a:ext uri="{FF2B5EF4-FFF2-40B4-BE49-F238E27FC236}">
                <a16:creationId xmlns:a16="http://schemas.microsoft.com/office/drawing/2014/main" id="{94B465F1-40BE-4793-8491-5B420E653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1159" y="3189760"/>
            <a:ext cx="836009" cy="1758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Channel I/O</a:t>
            </a:r>
          </a:p>
        </p:txBody>
      </p:sp>
      <p:sp>
        <p:nvSpPr>
          <p:cNvPr id="275" name="dp44-comparison / n223">
            <a:extLst xmlns:a="http://schemas.openxmlformats.org/drawingml/2006/main">
              <a:ext uri="{FF2B5EF4-FFF2-40B4-BE49-F238E27FC236}">
                <a16:creationId xmlns:a16="http://schemas.microsoft.com/office/drawing/2014/main" id="{D8D8F736-9292-4386-9614-FF7BA768A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6712" y="3126677"/>
            <a:ext cx="925354" cy="268034"/>
          </a:xfrm>
          <a:prstGeom xmlns:a="http://schemas.openxmlformats.org/drawingml/2006/main" prst="roundRect">
            <a:avLst>
              <a:gd name="adj" fmla="val 28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276" name="dp44-comparison / n224 / text 1">
            <a:extLst xmlns:a="http://schemas.openxmlformats.org/drawingml/2006/main">
              <a:ext uri="{FF2B5EF4-FFF2-40B4-BE49-F238E27FC236}">
                <a16:creationId xmlns:a16="http://schemas.microsoft.com/office/drawing/2014/main" id="{D47FF807-8314-4A2E-9AFC-C1FC66C6F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1384" y="3126294"/>
            <a:ext cx="836009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Turn-Taking</a:t>
            </a:r>
          </a:p>
        </p:txBody>
      </p:sp>
      <p:sp>
        <p:nvSpPr>
          <p:cNvPr id="277" name="dp44-comparison / n224 / text 2">
            <a:extLst xmlns:a="http://schemas.openxmlformats.org/drawingml/2006/main">
              <a:ext uri="{FF2B5EF4-FFF2-40B4-BE49-F238E27FC236}">
                <a16:creationId xmlns:a16="http://schemas.microsoft.com/office/drawing/2014/main" id="{AECC6993-2124-4BBA-B7E1-4B9C57578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1384" y="3260693"/>
            <a:ext cx="836009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Control</a:t>
            </a:r>
          </a:p>
        </p:txBody>
      </p:sp>
      <p:sp>
        <p:nvSpPr>
          <p:cNvPr id="278" name="dp44-comparison / n225">
            <a:extLst xmlns:a="http://schemas.openxmlformats.org/drawingml/2006/main">
              <a:ext uri="{FF2B5EF4-FFF2-40B4-BE49-F238E27FC236}">
                <a16:creationId xmlns:a16="http://schemas.microsoft.com/office/drawing/2014/main" id="{ED1F2D1C-8C34-4933-AC91-66E590AB1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6486" y="3649980"/>
            <a:ext cx="925354" cy="280797"/>
          </a:xfrm>
          <a:prstGeom xmlns:a="http://schemas.openxmlformats.org/drawingml/2006/main" prst="roundRect">
            <a:avLst>
              <a:gd name="adj" fmla="val 271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279" name="dp44-comparison / n226 / text 1">
            <a:extLst xmlns:a="http://schemas.openxmlformats.org/drawingml/2006/main">
              <a:ext uri="{FF2B5EF4-FFF2-40B4-BE49-F238E27FC236}">
                <a16:creationId xmlns:a16="http://schemas.microsoft.com/office/drawing/2014/main" id="{D762CB6F-96B9-458B-8C1E-C0EE770F8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1159" y="3655979"/>
            <a:ext cx="836009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Evidence</a:t>
            </a:r>
          </a:p>
        </p:txBody>
      </p:sp>
      <p:sp>
        <p:nvSpPr>
          <p:cNvPr id="280" name="dp44-comparison / n226 / text 2">
            <a:extLst xmlns:a="http://schemas.openxmlformats.org/drawingml/2006/main">
              <a:ext uri="{FF2B5EF4-FFF2-40B4-BE49-F238E27FC236}">
                <a16:creationId xmlns:a16="http://schemas.microsoft.com/office/drawing/2014/main" id="{DFC3CBBA-72BC-410E-A638-94EE33ECC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1159" y="3790379"/>
            <a:ext cx="836009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Capture</a:t>
            </a:r>
          </a:p>
        </p:txBody>
      </p:sp>
      <p:sp>
        <p:nvSpPr>
          <p:cNvPr id="281" name="dp44-comparison / n227">
            <a:extLst xmlns:a="http://schemas.openxmlformats.org/drawingml/2006/main">
              <a:ext uri="{FF2B5EF4-FFF2-40B4-BE49-F238E27FC236}">
                <a16:creationId xmlns:a16="http://schemas.microsoft.com/office/drawing/2014/main" id="{6FCEEA4C-1415-42ED-A72F-DBF531DE9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6712" y="3649980"/>
            <a:ext cx="925354" cy="280797"/>
          </a:xfrm>
          <a:prstGeom xmlns:a="http://schemas.openxmlformats.org/drawingml/2006/main" prst="roundRect">
            <a:avLst>
              <a:gd name="adj" fmla="val 271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282" name="dp44-comparison / n228 / text 1">
            <a:extLst xmlns:a="http://schemas.openxmlformats.org/drawingml/2006/main">
              <a:ext uri="{FF2B5EF4-FFF2-40B4-BE49-F238E27FC236}">
                <a16:creationId xmlns:a16="http://schemas.microsoft.com/office/drawing/2014/main" id="{50885E73-1C85-41BB-8479-57C9833AD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1384" y="3655979"/>
            <a:ext cx="836009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Timeline &amp;</a:t>
            </a:r>
          </a:p>
        </p:txBody>
      </p:sp>
      <p:sp>
        <p:nvSpPr>
          <p:cNvPr id="283" name="dp44-comparison / n228 / text 2">
            <a:extLst xmlns:a="http://schemas.openxmlformats.org/drawingml/2006/main">
              <a:ext uri="{FF2B5EF4-FFF2-40B4-BE49-F238E27FC236}">
                <a16:creationId xmlns:a16="http://schemas.microsoft.com/office/drawing/2014/main" id="{C3E46A69-F920-4D60-B1CE-F152E37B2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1384" y="3790379"/>
            <a:ext cx="836009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Buffer</a:t>
            </a:r>
          </a:p>
        </p:txBody>
      </p:sp>
      <p:sp>
        <p:nvSpPr>
          <p:cNvPr id="284" name="dp44-comparison / n229">
            <a:extLst xmlns:a="http://schemas.openxmlformats.org/drawingml/2006/main">
              <a:ext uri="{FF2B5EF4-FFF2-40B4-BE49-F238E27FC236}">
                <a16:creationId xmlns:a16="http://schemas.microsoft.com/office/drawing/2014/main" id="{DCE4FDCD-6424-4260-9C1F-E03B0D917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3209" y="4128611"/>
            <a:ext cx="1116806" cy="331851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285" name="dp44-comparison / n230 / text 1">
            <a:extLst xmlns:a="http://schemas.openxmlformats.org/drawingml/2006/main">
              <a:ext uri="{FF2B5EF4-FFF2-40B4-BE49-F238E27FC236}">
                <a16:creationId xmlns:a16="http://schemas.microsoft.com/office/drawing/2014/main" id="{02906183-2895-46BB-87C3-4DC8A69A7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881" y="4252864"/>
            <a:ext cx="1027462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Playback State</a:t>
            </a:r>
          </a:p>
        </p:txBody>
      </p:sp>
      <p:sp>
        <p:nvSpPr>
          <p:cNvPr id="286" name="dp44-comparison / n231">
            <a:extLst xmlns:a="http://schemas.openxmlformats.org/drawingml/2006/main">
              <a:ext uri="{FF2B5EF4-FFF2-40B4-BE49-F238E27FC236}">
                <a16:creationId xmlns:a16="http://schemas.microsoft.com/office/drawing/2014/main" id="{E8ECAF68-05A3-43F2-8035-DBF86BBB6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34913" y="2756535"/>
            <a:ext cx="4403408" cy="17868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287" name="dp44-comparison / n232 / text 1">
            <a:extLst xmlns:a="http://schemas.openxmlformats.org/drawingml/2006/main">
              <a:ext uri="{FF2B5EF4-FFF2-40B4-BE49-F238E27FC236}">
                <a16:creationId xmlns:a16="http://schemas.microsoft.com/office/drawing/2014/main" id="{002D7F6A-9424-47A8-B6A9-A3923F2CE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1494" y="2813971"/>
            <a:ext cx="4250246" cy="23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5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5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288" name="dp44-comparison / n233">
            <a:extLst xmlns:a="http://schemas.openxmlformats.org/drawingml/2006/main">
              <a:ext uri="{FF2B5EF4-FFF2-40B4-BE49-F238E27FC236}">
                <a16:creationId xmlns:a16="http://schemas.microsoft.com/office/drawing/2014/main" id="{6D426D9A-1796-46D6-8FF6-7D9BF49AB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2548" y="3152204"/>
            <a:ext cx="1786890" cy="344615"/>
          </a:xfrm>
          <a:prstGeom xmlns:a="http://schemas.openxmlformats.org/drawingml/2006/main" prst="roundRect">
            <a:avLst>
              <a:gd name="adj" fmla="val 22112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1487">
            <a:solidFill>
              <a:srgbClr val="B8753F"/>
            </a:solidFill>
            <a:prstDash val="solid"/>
          </a:ln>
        </p:spPr>
      </p:sp>
      <p:sp>
        <p:nvSpPr>
          <p:cNvPr id="289" name="dp44-comparison / n234 / text 1">
            <a:extLst xmlns:a="http://schemas.openxmlformats.org/drawingml/2006/main">
              <a:ext uri="{FF2B5EF4-FFF2-40B4-BE49-F238E27FC236}">
                <a16:creationId xmlns:a16="http://schemas.microsoft.com/office/drawing/2014/main" id="{75919E95-AE67-4297-9896-9072E1A98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7220" y="3246111"/>
            <a:ext cx="1697546" cy="194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Input Resolution Stage</a:t>
            </a:r>
          </a:p>
        </p:txBody>
      </p:sp>
      <p:sp>
        <p:nvSpPr>
          <p:cNvPr id="290" name="dp44-comparison / n235">
            <a:extLst xmlns:a="http://schemas.openxmlformats.org/drawingml/2006/main">
              <a:ext uri="{FF2B5EF4-FFF2-40B4-BE49-F238E27FC236}">
                <a16:creationId xmlns:a16="http://schemas.microsoft.com/office/drawing/2014/main" id="{0200DAC1-BBD9-40F2-8EDE-32C3C9FC3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2343" y="3152204"/>
            <a:ext cx="1946434" cy="38290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1487">
            <a:solidFill>
              <a:srgbClr val="B8753F"/>
            </a:solidFill>
            <a:prstDash val="solid"/>
          </a:ln>
        </p:spPr>
      </p:sp>
      <p:sp>
        <p:nvSpPr>
          <p:cNvPr id="291" name="dp44-comparison / n236 / text 1">
            <a:extLst xmlns:a="http://schemas.openxmlformats.org/drawingml/2006/main">
              <a:ext uri="{FF2B5EF4-FFF2-40B4-BE49-F238E27FC236}">
                <a16:creationId xmlns:a16="http://schemas.microsoft.com/office/drawing/2014/main" id="{F1E78986-164E-4532-960F-73D779828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77015" y="3294517"/>
            <a:ext cx="1857089" cy="1850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Input Window</a:t>
            </a:r>
          </a:p>
        </p:txBody>
      </p:sp>
      <p:sp>
        <p:nvSpPr>
          <p:cNvPr id="292" name="dp44-comparison / n237">
            <a:extLst xmlns:a="http://schemas.openxmlformats.org/drawingml/2006/main">
              <a:ext uri="{FF2B5EF4-FFF2-40B4-BE49-F238E27FC236}">
                <a16:creationId xmlns:a16="http://schemas.microsoft.com/office/drawing/2014/main" id="{E1D1D52E-93AB-4DF9-8985-55F1584AA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2548" y="3886105"/>
            <a:ext cx="1786890" cy="344615"/>
          </a:xfrm>
          <a:prstGeom xmlns:a="http://schemas.openxmlformats.org/drawingml/2006/main" prst="roundRect">
            <a:avLst>
              <a:gd name="adj" fmla="val 22112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1487">
            <a:solidFill>
              <a:srgbClr val="B8753F"/>
            </a:solidFill>
            <a:prstDash val="solid"/>
          </a:ln>
        </p:spPr>
      </p:sp>
      <p:sp>
        <p:nvSpPr>
          <p:cNvPr id="293" name="dp44-comparison / n238 / text 1">
            <a:extLst xmlns:a="http://schemas.openxmlformats.org/drawingml/2006/main">
              <a:ext uri="{FF2B5EF4-FFF2-40B4-BE49-F238E27FC236}">
                <a16:creationId xmlns:a16="http://schemas.microsoft.com/office/drawing/2014/main" id="{F408F7C3-5850-4AC5-B28F-11641A15E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7220" y="3980012"/>
            <a:ext cx="1697546" cy="194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Notice Stage</a:t>
            </a:r>
          </a:p>
        </p:txBody>
      </p:sp>
      <p:sp>
        <p:nvSpPr>
          <p:cNvPr id="294" name="dp44-comparison / n239">
            <a:extLst xmlns:a="http://schemas.openxmlformats.org/drawingml/2006/main">
              <a:ext uri="{FF2B5EF4-FFF2-40B4-BE49-F238E27FC236}">
                <a16:creationId xmlns:a16="http://schemas.microsoft.com/office/drawing/2014/main" id="{3D63151C-5C55-4862-81CC-CAF56CDA2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2343" y="3886105"/>
            <a:ext cx="1946434" cy="38290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1487">
            <a:solidFill>
              <a:srgbClr val="B8753F"/>
            </a:solidFill>
            <a:prstDash val="solid"/>
          </a:ln>
        </p:spPr>
      </p:sp>
      <p:sp>
        <p:nvSpPr>
          <p:cNvPr id="295" name="dp44-comparison / n240 / text 1">
            <a:extLst xmlns:a="http://schemas.openxmlformats.org/drawingml/2006/main">
              <a:ext uri="{FF2B5EF4-FFF2-40B4-BE49-F238E27FC236}">
                <a16:creationId xmlns:a16="http://schemas.microsoft.com/office/drawing/2014/main" id="{B50E65ED-2097-4545-A1B5-112C8DFF5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77015" y="4028418"/>
            <a:ext cx="1857089" cy="1850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Notice Window</a:t>
            </a:r>
          </a:p>
        </p:txBody>
      </p:sp>
      <p:sp>
        <p:nvSpPr>
          <p:cNvPr id="296" name="dp44-comparison / n241">
            <a:extLst xmlns:a="http://schemas.openxmlformats.org/drawingml/2006/main">
              <a:ext uri="{FF2B5EF4-FFF2-40B4-BE49-F238E27FC236}">
                <a16:creationId xmlns:a16="http://schemas.microsoft.com/office/drawing/2014/main" id="{B053011E-4710-4695-B8EE-C27D2AB6E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0760" y="5022056"/>
            <a:ext cx="1659255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297" name="dp44-comparison / n242 / text 1">
            <a:extLst xmlns:a="http://schemas.openxmlformats.org/drawingml/2006/main">
              <a:ext uri="{FF2B5EF4-FFF2-40B4-BE49-F238E27FC236}">
                <a16:creationId xmlns:a16="http://schemas.microsoft.com/office/drawing/2014/main" id="{F98BBF45-E142-4C35-BA5A-92BEA7881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5432" y="5112230"/>
            <a:ext cx="1569911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Context Manager</a:t>
            </a:r>
          </a:p>
        </p:txBody>
      </p:sp>
      <p:sp>
        <p:nvSpPr>
          <p:cNvPr id="298" name="dp44-comparison / n243">
            <a:extLst xmlns:a="http://schemas.openxmlformats.org/drawingml/2006/main">
              <a:ext uri="{FF2B5EF4-FFF2-40B4-BE49-F238E27FC236}">
                <a16:creationId xmlns:a16="http://schemas.microsoft.com/office/drawing/2014/main" id="{0718EA94-42B6-4B9F-AF3D-706980317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0760" y="5583650"/>
            <a:ext cx="1659255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299" name="dp44-comparison / n244 / text 1">
            <a:extLst xmlns:a="http://schemas.openxmlformats.org/drawingml/2006/main">
              <a:ext uri="{FF2B5EF4-FFF2-40B4-BE49-F238E27FC236}">
                <a16:creationId xmlns:a16="http://schemas.microsoft.com/office/drawing/2014/main" id="{2C9D71B4-9060-45DE-ACC5-DF2E0AC06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5432" y="5677558"/>
            <a:ext cx="1569911" cy="194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300" name="dp44-comparison / n245">
            <a:extLst xmlns:a="http://schemas.openxmlformats.org/drawingml/2006/main">
              <a:ext uri="{FF2B5EF4-FFF2-40B4-BE49-F238E27FC236}">
                <a16:creationId xmlns:a16="http://schemas.microsoft.com/office/drawing/2014/main" id="{AF9CF0F3-A223-4F88-85FF-3B13984FB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07278" y="5022056"/>
            <a:ext cx="2871788" cy="162734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301" name="dp44-comparison / n246 / text 1">
            <a:extLst xmlns:a="http://schemas.openxmlformats.org/drawingml/2006/main">
              <a:ext uri="{FF2B5EF4-FFF2-40B4-BE49-F238E27FC236}">
                <a16:creationId xmlns:a16="http://schemas.microsoft.com/office/drawing/2014/main" id="{F77906BE-CC33-454A-80AF-43C9BC1D7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83859" y="5079492"/>
            <a:ext cx="2718626" cy="23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5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5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Response Manager</a:t>
            </a:r>
          </a:p>
        </p:txBody>
      </p:sp>
      <p:sp>
        <p:nvSpPr>
          <p:cNvPr id="302" name="dp44-comparison / n247">
            <a:extLst xmlns:a="http://schemas.openxmlformats.org/drawingml/2006/main">
              <a:ext uri="{FF2B5EF4-FFF2-40B4-BE49-F238E27FC236}">
                <a16:creationId xmlns:a16="http://schemas.microsoft.com/office/drawing/2014/main" id="{DFE3E4AC-9D7A-4E00-8EF5-F404B4A1D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03004" y="5373053"/>
            <a:ext cx="1212533" cy="350996"/>
          </a:xfrm>
          <a:prstGeom xmlns:a="http://schemas.openxmlformats.org/drawingml/2006/main" prst="roundRect">
            <a:avLst>
              <a:gd name="adj" fmla="val 217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303" name="dp44-comparison / n248 / text 1">
            <a:extLst xmlns:a="http://schemas.openxmlformats.org/drawingml/2006/main">
              <a:ext uri="{FF2B5EF4-FFF2-40B4-BE49-F238E27FC236}">
                <a16:creationId xmlns:a16="http://schemas.microsoft.com/office/drawing/2014/main" id="{F3782408-96F3-4BA2-9A05-3EDA885B1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7676" y="5391751"/>
            <a:ext cx="1123188" cy="194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Response</a:t>
            </a:r>
          </a:p>
        </p:txBody>
      </p:sp>
      <p:sp>
        <p:nvSpPr>
          <p:cNvPr id="304" name="dp44-comparison / n248 / text 2">
            <a:extLst xmlns:a="http://schemas.openxmlformats.org/drawingml/2006/main">
              <a:ext uri="{FF2B5EF4-FFF2-40B4-BE49-F238E27FC236}">
                <a16:creationId xmlns:a16="http://schemas.microsoft.com/office/drawing/2014/main" id="{74BF26D7-30C4-4129-83A7-898B5CE4B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7676" y="5548551"/>
            <a:ext cx="1123188" cy="194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Composer</a:t>
            </a:r>
          </a:p>
        </p:txBody>
      </p:sp>
      <p:sp>
        <p:nvSpPr>
          <p:cNvPr id="305" name="dp44-comparison / n249">
            <a:extLst xmlns:a="http://schemas.openxmlformats.org/drawingml/2006/main">
              <a:ext uri="{FF2B5EF4-FFF2-40B4-BE49-F238E27FC236}">
                <a16:creationId xmlns:a16="http://schemas.microsoft.com/office/drawing/2014/main" id="{8F9B2716-4A37-4F61-8323-B9EF8B7B9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70806" y="5373053"/>
            <a:ext cx="1212533" cy="350996"/>
          </a:xfrm>
          <a:prstGeom xmlns:a="http://schemas.openxmlformats.org/drawingml/2006/main" prst="roundRect">
            <a:avLst>
              <a:gd name="adj" fmla="val 21710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1487">
            <a:solidFill>
              <a:srgbClr val="B8753F"/>
            </a:solidFill>
            <a:prstDash val="solid"/>
          </a:ln>
        </p:spPr>
      </p:sp>
      <p:sp>
        <p:nvSpPr>
          <p:cNvPr id="306" name="dp44-comparison / n250 / text 1">
            <a:extLst xmlns:a="http://schemas.openxmlformats.org/drawingml/2006/main">
              <a:ext uri="{FF2B5EF4-FFF2-40B4-BE49-F238E27FC236}">
                <a16:creationId xmlns:a16="http://schemas.microsoft.com/office/drawing/2014/main" id="{E83AA578-739C-4858-B2D9-D089D2E66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5479" y="5477617"/>
            <a:ext cx="1123188" cy="1758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Publication Join</a:t>
            </a:r>
          </a:p>
        </p:txBody>
      </p:sp>
      <p:sp>
        <p:nvSpPr>
          <p:cNvPr id="307" name="dp44-comparison / n251">
            <a:extLst xmlns:a="http://schemas.openxmlformats.org/drawingml/2006/main">
              <a:ext uri="{FF2B5EF4-FFF2-40B4-BE49-F238E27FC236}">
                <a16:creationId xmlns:a16="http://schemas.microsoft.com/office/drawing/2014/main" id="{4179F0FB-FDF6-4649-8D7E-A4C492FFA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70806" y="5826157"/>
            <a:ext cx="1212533" cy="34461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1487">
            <a:solidFill>
              <a:srgbClr val="B8753F"/>
            </a:solidFill>
            <a:prstDash val="solid"/>
          </a:ln>
        </p:spPr>
      </p:sp>
      <p:sp>
        <p:nvSpPr>
          <p:cNvPr id="308" name="dp44-comparison / n252 / text 1">
            <a:extLst xmlns:a="http://schemas.openxmlformats.org/drawingml/2006/main">
              <a:ext uri="{FF2B5EF4-FFF2-40B4-BE49-F238E27FC236}">
                <a16:creationId xmlns:a16="http://schemas.microsoft.com/office/drawing/2014/main" id="{A873C0F3-8424-488F-83C1-873553146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5479" y="5964258"/>
            <a:ext cx="1123188" cy="1480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04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04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Publication Window</a:t>
            </a:r>
          </a:p>
        </p:txBody>
      </p:sp>
      <p:sp>
        <p:nvSpPr>
          <p:cNvPr id="309" name="dp44-comparison / n253">
            <a:extLst xmlns:a="http://schemas.openxmlformats.org/drawingml/2006/main">
              <a:ext uri="{FF2B5EF4-FFF2-40B4-BE49-F238E27FC236}">
                <a16:creationId xmlns:a16="http://schemas.microsoft.com/office/drawing/2014/main" id="{1359403C-1098-4ADA-8006-51C108BB2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03004" y="6215444"/>
            <a:ext cx="1212533" cy="344615"/>
          </a:xfrm>
          <a:prstGeom xmlns:a="http://schemas.openxmlformats.org/drawingml/2006/main" prst="roundRect">
            <a:avLst>
              <a:gd name="adj" fmla="val 2211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310" name="dp44-comparison / n254 / text 1">
            <a:extLst xmlns:a="http://schemas.openxmlformats.org/drawingml/2006/main">
              <a:ext uri="{FF2B5EF4-FFF2-40B4-BE49-F238E27FC236}">
                <a16:creationId xmlns:a16="http://schemas.microsoft.com/office/drawing/2014/main" id="{D27AD5EC-34BA-4BBA-838D-AEA88C41E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7676" y="6230951"/>
            <a:ext cx="1123188" cy="194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Publication</a:t>
            </a:r>
          </a:p>
        </p:txBody>
      </p:sp>
      <p:sp>
        <p:nvSpPr>
          <p:cNvPr id="311" name="dp44-comparison / n254 / text 2">
            <a:extLst xmlns:a="http://schemas.openxmlformats.org/drawingml/2006/main">
              <a:ext uri="{FF2B5EF4-FFF2-40B4-BE49-F238E27FC236}">
                <a16:creationId xmlns:a16="http://schemas.microsoft.com/office/drawing/2014/main" id="{2330FA8D-2D73-4FE9-A164-56F8092B6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7676" y="6387751"/>
            <a:ext cx="1123188" cy="194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Control</a:t>
            </a:r>
          </a:p>
        </p:txBody>
      </p:sp>
      <p:sp>
        <p:nvSpPr>
          <p:cNvPr id="312" name="dp44-comparison / n255">
            <a:extLst xmlns:a="http://schemas.openxmlformats.org/drawingml/2006/main">
              <a:ext uri="{FF2B5EF4-FFF2-40B4-BE49-F238E27FC236}">
                <a16:creationId xmlns:a16="http://schemas.microsoft.com/office/drawing/2014/main" id="{97B54DD7-8B04-49DB-8FB8-2D392A87A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70806" y="6215444"/>
            <a:ext cx="1212533" cy="34461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313" name="dp44-comparison / n256 / text 1">
            <a:extLst xmlns:a="http://schemas.openxmlformats.org/drawingml/2006/main">
              <a:ext uri="{FF2B5EF4-FFF2-40B4-BE49-F238E27FC236}">
                <a16:creationId xmlns:a16="http://schemas.microsoft.com/office/drawing/2014/main" id="{8467E486-9A17-4CD8-B3A9-41FBF1921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5479" y="6349811"/>
            <a:ext cx="1123188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54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Publication Outbox</a:t>
            </a:r>
          </a:p>
        </p:txBody>
      </p:sp>
      <p:sp>
        <p:nvSpPr>
          <p:cNvPr id="314" name="dp44-comparison / n257">
            <a:extLst xmlns:a="http://schemas.openxmlformats.org/drawingml/2006/main">
              <a:ext uri="{FF2B5EF4-FFF2-40B4-BE49-F238E27FC236}">
                <a16:creationId xmlns:a16="http://schemas.microsoft.com/office/drawing/2014/main" id="{29D9EA34-58A5-42FD-B81E-D1475A7D6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25788" y="5022056"/>
            <a:ext cx="1212533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315" name="dp44-comparison / n258 / text 1">
            <a:extLst xmlns:a="http://schemas.openxmlformats.org/drawingml/2006/main">
              <a:ext uri="{FF2B5EF4-FFF2-40B4-BE49-F238E27FC236}">
                <a16:creationId xmlns:a16="http://schemas.microsoft.com/office/drawing/2014/main" id="{45DB394D-E84D-495D-A68B-CB50D05AA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70460" y="5112230"/>
            <a:ext cx="1123188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316" name="dp44-comparison / n259">
            <a:extLst xmlns:a="http://schemas.openxmlformats.org/drawingml/2006/main">
              <a:ext uri="{FF2B5EF4-FFF2-40B4-BE49-F238E27FC236}">
                <a16:creationId xmlns:a16="http://schemas.microsoft.com/office/drawing/2014/main" id="{9958AB8D-C287-4142-A7C9-C65CEB0EE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25788" y="5583650"/>
            <a:ext cx="1212533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317" name="dp44-comparison / n260 / text 1">
            <a:extLst xmlns:a="http://schemas.openxmlformats.org/drawingml/2006/main">
              <a:ext uri="{FF2B5EF4-FFF2-40B4-BE49-F238E27FC236}">
                <a16:creationId xmlns:a16="http://schemas.microsoft.com/office/drawing/2014/main" id="{FA05E872-5606-49D7-901C-A6314A699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70460" y="5673824"/>
            <a:ext cx="1123188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Agent Gateway</a:t>
            </a:r>
          </a:p>
        </p:txBody>
      </p:sp>
      <p:sp>
        <p:nvSpPr>
          <p:cNvPr id="318" name="dp44-comparison / n261">
            <a:extLst xmlns:a="http://schemas.openxmlformats.org/drawingml/2006/main">
              <a:ext uri="{FF2B5EF4-FFF2-40B4-BE49-F238E27FC236}">
                <a16:creationId xmlns:a16="http://schemas.microsoft.com/office/drawing/2014/main" id="{5C5E6B03-0AD5-4F89-8562-91FA3A406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25788" y="6138863"/>
            <a:ext cx="1212533" cy="344615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319" name="dp44-comparison / n262 / text 1">
            <a:extLst xmlns:a="http://schemas.openxmlformats.org/drawingml/2006/main">
              <a:ext uri="{FF2B5EF4-FFF2-40B4-BE49-F238E27FC236}">
                <a16:creationId xmlns:a16="http://schemas.microsoft.com/office/drawing/2014/main" id="{E6C6C07F-A419-48AA-86AB-78A7DB6F4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70460" y="6240237"/>
            <a:ext cx="1123188" cy="1758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Downstream Agent</a:t>
            </a:r>
          </a:p>
        </p:txBody>
      </p:sp>
      <p:sp>
        <p:nvSpPr>
          <p:cNvPr id="320" name="dp44-comparison / n263">
            <a:extLst xmlns:a="http://schemas.openxmlformats.org/drawingml/2006/main">
              <a:ext uri="{FF2B5EF4-FFF2-40B4-BE49-F238E27FC236}">
                <a16:creationId xmlns:a16="http://schemas.microsoft.com/office/drawing/2014/main" id="{442BAA00-6E74-4554-89F9-2EA0D9E75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0760" y="6343079"/>
            <a:ext cx="1659255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321" name="dp44-comparison / n264 / text 1">
            <a:extLst xmlns:a="http://schemas.openxmlformats.org/drawingml/2006/main">
              <a:ext uri="{FF2B5EF4-FFF2-40B4-BE49-F238E27FC236}">
                <a16:creationId xmlns:a16="http://schemas.microsoft.com/office/drawing/2014/main" id="{44574A8B-0837-46C7-83D8-A3EF4F2A3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5432" y="6433253"/>
            <a:ext cx="1569911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Policy Manager</a:t>
            </a:r>
          </a:p>
        </p:txBody>
      </p:sp>
      <p:sp>
        <p:nvSpPr>
          <p:cNvPr id="322" name="dp44-comparison / n265">
            <a:extLst xmlns:a="http://schemas.openxmlformats.org/drawingml/2006/main">
              <a:ext uri="{FF2B5EF4-FFF2-40B4-BE49-F238E27FC236}">
                <a16:creationId xmlns:a16="http://schemas.microsoft.com/office/drawing/2014/main" id="{77EE6970-DF6A-44DA-B1F5-EA69B53C1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0760" y="6949345"/>
            <a:ext cx="1659255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323" name="dp44-comparison / n266 / text 1">
            <a:extLst xmlns:a="http://schemas.openxmlformats.org/drawingml/2006/main">
              <a:ext uri="{FF2B5EF4-FFF2-40B4-BE49-F238E27FC236}">
                <a16:creationId xmlns:a16="http://schemas.microsoft.com/office/drawing/2014/main" id="{081C12A2-6C6E-42A4-9A71-C476CF699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5432" y="7039519"/>
            <a:ext cx="1569911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State Store</a:t>
            </a:r>
          </a:p>
        </p:txBody>
      </p:sp>
      <p:sp>
        <p:nvSpPr>
          <p:cNvPr id="324" name="dp44-comparison / n267">
            <a:extLst xmlns:a="http://schemas.openxmlformats.org/drawingml/2006/main">
              <a:ext uri="{FF2B5EF4-FFF2-40B4-BE49-F238E27FC236}">
                <a16:creationId xmlns:a16="http://schemas.microsoft.com/office/drawing/2014/main" id="{1202522A-E2DA-40D8-BECB-5EE3EA8FD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25788" y="6725984"/>
            <a:ext cx="1212533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325" name="dp44-comparison / n268 / text 1">
            <a:extLst xmlns:a="http://schemas.openxmlformats.org/drawingml/2006/main">
              <a:ext uri="{FF2B5EF4-FFF2-40B4-BE49-F238E27FC236}">
                <a16:creationId xmlns:a16="http://schemas.microsoft.com/office/drawing/2014/main" id="{8929312F-FC8A-44DC-96B0-5BAC31C91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70460" y="6816158"/>
            <a:ext cx="1123188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326" name="dp44-comparison / n269">
            <a:extLst xmlns:a="http://schemas.openxmlformats.org/drawingml/2006/main">
              <a:ext uri="{FF2B5EF4-FFF2-40B4-BE49-F238E27FC236}">
                <a16:creationId xmlns:a16="http://schemas.microsoft.com/office/drawing/2014/main" id="{306C8A03-9CA4-481B-BB00-BCB0A71DF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25788" y="7223760"/>
            <a:ext cx="1212533" cy="268034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327" name="dp44-comparison / n270 / text 1">
            <a:extLst xmlns:a="http://schemas.openxmlformats.org/drawingml/2006/main">
              <a:ext uri="{FF2B5EF4-FFF2-40B4-BE49-F238E27FC236}">
                <a16:creationId xmlns:a16="http://schemas.microsoft.com/office/drawing/2014/main" id="{DB2B74B2-1603-47C3-B9DF-8CD3CBF06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70460" y="7283110"/>
            <a:ext cx="1123188" cy="1850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Shared Omni</a:t>
            </a:r>
          </a:p>
        </p:txBody>
      </p:sp>
      <p:sp>
        <p:nvSpPr>
          <p:cNvPr id="328" name="dp44-comparison / n271 / path">
            <a:extLst xmlns:a="http://schemas.openxmlformats.org/drawingml/2006/main">
              <a:ext uri="{FF2B5EF4-FFF2-40B4-BE49-F238E27FC236}">
                <a16:creationId xmlns:a16="http://schemas.microsoft.com/office/drawing/2014/main" id="{D055BEF1-3828-4477-9479-277B2FFD7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3324" y="2596991"/>
            <a:ext cx="615839" cy="529685"/>
          </a:xfrm>
          <a:custGeom xmlns:a="http://schemas.openxmlformats.org/drawingml/2006/main">
            <a:pathLst>
              <a:path w="615839" h="529685">
                <a:moveTo>
                  <a:pt x="599885" y="0"/>
                </a:moveTo>
                <a:lnTo>
                  <a:pt x="0" y="0"/>
                </a:lnTo>
                <a:lnTo>
                  <a:pt x="0" y="529685"/>
                </a:lnTo>
                <a:lnTo>
                  <a:pt x="615839" y="529685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29" name="dp44-comparison / n271 / arrow">
            <a:extLst xmlns:a="http://schemas.openxmlformats.org/drawingml/2006/main">
              <a:ext uri="{FF2B5EF4-FFF2-40B4-BE49-F238E27FC236}">
                <a16:creationId xmlns:a16="http://schemas.microsoft.com/office/drawing/2014/main" id="{2D576533-3DC5-43F9-95B7-29D830DBF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4236" y="3104213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30" name="dp44-comparison / n272 / path">
            <a:extLst xmlns:a="http://schemas.openxmlformats.org/drawingml/2006/main">
              <a:ext uri="{FF2B5EF4-FFF2-40B4-BE49-F238E27FC236}">
                <a16:creationId xmlns:a16="http://schemas.microsoft.com/office/drawing/2014/main" id="{8E627A32-E4ED-42D4-9758-2FFDDD5E0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1840" y="3260693"/>
            <a:ext cx="114872" cy="953"/>
          </a:xfrm>
          <a:custGeom xmlns:a="http://schemas.openxmlformats.org/drawingml/2006/main">
            <a:pathLst>
              <a:path w="114872" h="953">
                <a:moveTo>
                  <a:pt x="114872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31" name="dp44-comparison / n272 / arrow">
            <a:extLst xmlns:a="http://schemas.openxmlformats.org/drawingml/2006/main">
              <a:ext uri="{FF2B5EF4-FFF2-40B4-BE49-F238E27FC236}">
                <a16:creationId xmlns:a16="http://schemas.microsoft.com/office/drawing/2014/main" id="{22AA6D31-3A59-4759-B3E4-5AA880673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1840" y="3238229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32" name="dp44-comparison / n273">
            <a:extLst xmlns:a="http://schemas.openxmlformats.org/drawingml/2006/main">
              <a:ext uri="{FF2B5EF4-FFF2-40B4-BE49-F238E27FC236}">
                <a16:creationId xmlns:a16="http://schemas.microsoft.com/office/drawing/2014/main" id="{AACD288F-63FC-4A9B-A591-3548701AE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0105" y="3433001"/>
            <a:ext cx="2042160" cy="1386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3" name="dp44-comparison / n274 / text 1">
            <a:extLst xmlns:a="http://schemas.openxmlformats.org/drawingml/2006/main">
              <a:ext uri="{FF2B5EF4-FFF2-40B4-BE49-F238E27FC236}">
                <a16:creationId xmlns:a16="http://schemas.microsoft.com/office/drawing/2014/main" id="{FBD6D32D-EC38-418F-B09D-B3B09C7DB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2868" y="3439382"/>
            <a:ext cx="2042160" cy="1480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0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0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InputStarted: 즉시 stop / epoch 무효화</a:t>
            </a:r>
          </a:p>
        </p:txBody>
      </p:sp>
      <p:sp>
        <p:nvSpPr>
          <p:cNvPr id="334" name="dp44-comparison / n275 / path">
            <a:extLst xmlns:a="http://schemas.openxmlformats.org/drawingml/2006/main">
              <a:ext uri="{FF2B5EF4-FFF2-40B4-BE49-F238E27FC236}">
                <a16:creationId xmlns:a16="http://schemas.microsoft.com/office/drawing/2014/main" id="{523CFFC4-6C89-42D6-B553-9F2B9FCB2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1840" y="3790379"/>
            <a:ext cx="114872" cy="953"/>
          </a:xfrm>
          <a:custGeom xmlns:a="http://schemas.openxmlformats.org/drawingml/2006/main">
            <a:pathLst>
              <a:path w="114872" h="953">
                <a:moveTo>
                  <a:pt x="0" y="0"/>
                </a:moveTo>
                <a:lnTo>
                  <a:pt x="11487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35" name="dp44-comparison / n275 / arrow">
            <a:extLst xmlns:a="http://schemas.openxmlformats.org/drawingml/2006/main">
              <a:ext uri="{FF2B5EF4-FFF2-40B4-BE49-F238E27FC236}">
                <a16:creationId xmlns:a16="http://schemas.microsoft.com/office/drawing/2014/main" id="{1CCC7F17-552B-4C0B-984C-D35EC6718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81784" y="3767915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36" name="dp44-comparison / n276">
            <a:extLst xmlns:a="http://schemas.openxmlformats.org/drawingml/2006/main">
              <a:ext uri="{FF2B5EF4-FFF2-40B4-BE49-F238E27FC236}">
                <a16:creationId xmlns:a16="http://schemas.microsoft.com/office/drawing/2014/main" id="{5EA04187-3957-4069-9936-A126E0A6F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3723" y="3969068"/>
            <a:ext cx="1779742" cy="1386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7" name="dp44-comparison / n277 / text 1">
            <a:extLst xmlns:a="http://schemas.openxmlformats.org/drawingml/2006/main">
              <a:ext uri="{FF2B5EF4-FFF2-40B4-BE49-F238E27FC236}">
                <a16:creationId xmlns:a16="http://schemas.microsoft.com/office/drawing/2014/main" id="{32067CE1-F8B0-450F-9D87-374818086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6486" y="3975449"/>
            <a:ext cx="1914525" cy="1480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0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0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시점별 evidence ↔ 입력 revision</a:t>
            </a:r>
          </a:p>
        </p:txBody>
      </p:sp>
      <p:sp>
        <p:nvSpPr>
          <p:cNvPr id="338" name="dp44-comparison / n278 / path">
            <a:extLst xmlns:a="http://schemas.openxmlformats.org/drawingml/2006/main">
              <a:ext uri="{FF2B5EF4-FFF2-40B4-BE49-F238E27FC236}">
                <a16:creationId xmlns:a16="http://schemas.microsoft.com/office/drawing/2014/main" id="{22C44B62-1B17-444A-AB1C-638D710F5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9163" y="3394710"/>
            <a:ext cx="542449" cy="733901"/>
          </a:xfrm>
          <a:custGeom xmlns:a="http://schemas.openxmlformats.org/drawingml/2006/main">
            <a:pathLst>
              <a:path w="542449" h="733901">
                <a:moveTo>
                  <a:pt x="0" y="0"/>
                </a:moveTo>
                <a:lnTo>
                  <a:pt x="542449" y="0"/>
                </a:lnTo>
                <a:lnTo>
                  <a:pt x="542449" y="733901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39" name="dp44-comparison / n278 / arrow">
            <a:extLst xmlns:a="http://schemas.openxmlformats.org/drawingml/2006/main">
              <a:ext uri="{FF2B5EF4-FFF2-40B4-BE49-F238E27FC236}">
                <a16:creationId xmlns:a16="http://schemas.microsoft.com/office/drawing/2014/main" id="{9DCE4598-C09D-4241-A12E-9E1D63F75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69148" y="4083684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40" name="dp44-comparison / n279 / path">
            <a:extLst xmlns:a="http://schemas.openxmlformats.org/drawingml/2006/main">
              <a:ext uri="{FF2B5EF4-FFF2-40B4-BE49-F238E27FC236}">
                <a16:creationId xmlns:a16="http://schemas.microsoft.com/office/drawing/2014/main" id="{A4770E58-09A9-42B1-A3E4-B0FB3BEEC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52065" y="3324511"/>
            <a:ext cx="810482" cy="465868"/>
          </a:xfrm>
          <a:custGeom xmlns:a="http://schemas.openxmlformats.org/drawingml/2006/main">
            <a:pathLst>
              <a:path w="810482" h="465868">
                <a:moveTo>
                  <a:pt x="0" y="465868"/>
                </a:moveTo>
                <a:lnTo>
                  <a:pt x="0" y="0"/>
                </a:lnTo>
                <a:lnTo>
                  <a:pt x="81048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41" name="dp44-comparison / n279 / arrow">
            <a:extLst xmlns:a="http://schemas.openxmlformats.org/drawingml/2006/main">
              <a:ext uri="{FF2B5EF4-FFF2-40B4-BE49-F238E27FC236}">
                <a16:creationId xmlns:a16="http://schemas.microsoft.com/office/drawing/2014/main" id="{0C087AD4-E174-45D0-AC5F-653FFC0F5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7620" y="3302047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42" name="dp44-comparison / n280 / path">
            <a:extLst xmlns:a="http://schemas.openxmlformats.org/drawingml/2006/main">
              <a:ext uri="{FF2B5EF4-FFF2-40B4-BE49-F238E27FC236}">
                <a16:creationId xmlns:a16="http://schemas.microsoft.com/office/drawing/2014/main" id="{56020A4A-11F0-4815-BF1C-E658786A0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1840" y="3094768"/>
            <a:ext cx="1850708" cy="153162"/>
          </a:xfrm>
          <a:custGeom xmlns:a="http://schemas.openxmlformats.org/drawingml/2006/main">
            <a:pathLst>
              <a:path w="1850708" h="153162">
                <a:moveTo>
                  <a:pt x="0" y="121253"/>
                </a:moveTo>
                <a:lnTo>
                  <a:pt x="0" y="0"/>
                </a:lnTo>
                <a:lnTo>
                  <a:pt x="1850708" y="0"/>
                </a:lnTo>
                <a:lnTo>
                  <a:pt x="1850708" y="153162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43" name="dp44-comparison / n280 / arrow">
            <a:extLst xmlns:a="http://schemas.openxmlformats.org/drawingml/2006/main">
              <a:ext uri="{FF2B5EF4-FFF2-40B4-BE49-F238E27FC236}">
                <a16:creationId xmlns:a16="http://schemas.microsoft.com/office/drawing/2014/main" id="{AA43AE16-B5F9-4E08-8205-B49E626AF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40084" y="3203002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44" name="dp44-comparison / n281 / path">
            <a:extLst xmlns:a="http://schemas.openxmlformats.org/drawingml/2006/main">
              <a:ext uri="{FF2B5EF4-FFF2-40B4-BE49-F238E27FC236}">
                <a16:creationId xmlns:a16="http://schemas.microsoft.com/office/drawing/2014/main" id="{C0C1EA1A-5CEA-4516-BA3E-025598544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0555" y="3369183"/>
            <a:ext cx="701993" cy="274415"/>
          </a:xfrm>
          <a:custGeom xmlns:a="http://schemas.openxmlformats.org/drawingml/2006/main">
            <a:pathLst>
              <a:path w="701993" h="274415">
                <a:moveTo>
                  <a:pt x="0" y="274415"/>
                </a:moveTo>
                <a:lnTo>
                  <a:pt x="0" y="0"/>
                </a:lnTo>
                <a:lnTo>
                  <a:pt x="70199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45" name="dp44-comparison / n281 / arrow">
            <a:extLst xmlns:a="http://schemas.openxmlformats.org/drawingml/2006/main">
              <a:ext uri="{FF2B5EF4-FFF2-40B4-BE49-F238E27FC236}">
                <a16:creationId xmlns:a16="http://schemas.microsoft.com/office/drawing/2014/main" id="{F1C0E725-5188-4734-8CDF-50BDF3325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7620" y="3346719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46" name="dp44-comparison / n282 / path">
            <a:extLst xmlns:a="http://schemas.openxmlformats.org/drawingml/2006/main">
              <a:ext uri="{FF2B5EF4-FFF2-40B4-BE49-F238E27FC236}">
                <a16:creationId xmlns:a16="http://schemas.microsoft.com/office/drawing/2014/main" id="{7A070AA6-D890-4B71-9893-E95DA1FD7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0388" y="3401092"/>
            <a:ext cx="2042160" cy="1620965"/>
          </a:xfrm>
          <a:custGeom xmlns:a="http://schemas.openxmlformats.org/drawingml/2006/main">
            <a:pathLst>
              <a:path w="2042160" h="1620965">
                <a:moveTo>
                  <a:pt x="2042160" y="0"/>
                </a:moveTo>
                <a:lnTo>
                  <a:pt x="2042160" y="1620965"/>
                </a:lnTo>
                <a:lnTo>
                  <a:pt x="0" y="1620965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47" name="dp44-comparison / n282 / arrow">
            <a:extLst xmlns:a="http://schemas.openxmlformats.org/drawingml/2006/main">
              <a:ext uri="{FF2B5EF4-FFF2-40B4-BE49-F238E27FC236}">
                <a16:creationId xmlns:a16="http://schemas.microsoft.com/office/drawing/2014/main" id="{B77C54C9-81EB-4015-8B3D-6C7C38AAF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0388" y="4999592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48" name="dp44-comparison / n283 / path">
            <a:extLst xmlns:a="http://schemas.openxmlformats.org/drawingml/2006/main">
              <a:ext uri="{FF2B5EF4-FFF2-40B4-BE49-F238E27FC236}">
                <a16:creationId xmlns:a16="http://schemas.microsoft.com/office/drawing/2014/main" id="{E1A3393A-5DA8-43A5-A24A-87DC8C3FE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0015" y="3439382"/>
            <a:ext cx="1212533" cy="1754981"/>
          </a:xfrm>
          <a:custGeom xmlns:a="http://schemas.openxmlformats.org/drawingml/2006/main">
            <a:pathLst>
              <a:path w="1212533" h="1754981">
                <a:moveTo>
                  <a:pt x="0" y="1754981"/>
                </a:moveTo>
                <a:lnTo>
                  <a:pt x="899827" y="1754981"/>
                </a:lnTo>
                <a:lnTo>
                  <a:pt x="899827" y="0"/>
                </a:lnTo>
                <a:lnTo>
                  <a:pt x="121253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349" name="dp44-comparison / n283 / arrow">
            <a:extLst xmlns:a="http://schemas.openxmlformats.org/drawingml/2006/main">
              <a:ext uri="{FF2B5EF4-FFF2-40B4-BE49-F238E27FC236}">
                <a16:creationId xmlns:a16="http://schemas.microsoft.com/office/drawing/2014/main" id="{54BE06CB-1FD5-48EA-A604-C38DD25DF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7620" y="3416918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50" name="dp44-comparison / n284 / path">
            <a:extLst xmlns:a="http://schemas.openxmlformats.org/drawingml/2006/main">
              <a:ext uri="{FF2B5EF4-FFF2-40B4-BE49-F238E27FC236}">
                <a16:creationId xmlns:a16="http://schemas.microsoft.com/office/drawing/2014/main" id="{489F1972-191B-4D99-BBD9-E1DC60686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0388" y="3471291"/>
            <a:ext cx="2042160" cy="2112359"/>
          </a:xfrm>
          <a:custGeom xmlns:a="http://schemas.openxmlformats.org/drawingml/2006/main">
            <a:pathLst>
              <a:path w="2042160" h="2112359">
                <a:moveTo>
                  <a:pt x="2042160" y="0"/>
                </a:moveTo>
                <a:lnTo>
                  <a:pt x="1397603" y="0"/>
                </a:lnTo>
                <a:lnTo>
                  <a:pt x="1397603" y="2112359"/>
                </a:lnTo>
                <a:lnTo>
                  <a:pt x="0" y="2112359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51" name="dp44-comparison / n284 / arrow">
            <a:extLst xmlns:a="http://schemas.openxmlformats.org/drawingml/2006/main">
              <a:ext uri="{FF2B5EF4-FFF2-40B4-BE49-F238E27FC236}">
                <a16:creationId xmlns:a16="http://schemas.microsoft.com/office/drawing/2014/main" id="{D4FBB85E-3359-4A0B-9DAF-01EF2FC3E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0388" y="5561186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52" name="dp44-comparison / n285 / path">
            <a:extLst xmlns:a="http://schemas.openxmlformats.org/drawingml/2006/main">
              <a:ext uri="{FF2B5EF4-FFF2-40B4-BE49-F238E27FC236}">
                <a16:creationId xmlns:a16="http://schemas.microsoft.com/office/drawing/2014/main" id="{BFEEC0EF-9851-4AB1-8BAF-CEBE2F9AF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0015" y="3477673"/>
            <a:ext cx="1212533" cy="2278285"/>
          </a:xfrm>
          <a:custGeom xmlns:a="http://schemas.openxmlformats.org/drawingml/2006/main">
            <a:pathLst>
              <a:path w="1212533" h="2278285">
                <a:moveTo>
                  <a:pt x="0" y="2278285"/>
                </a:moveTo>
                <a:lnTo>
                  <a:pt x="899827" y="2278285"/>
                </a:lnTo>
                <a:lnTo>
                  <a:pt x="899827" y="0"/>
                </a:lnTo>
                <a:lnTo>
                  <a:pt x="121253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353" name="dp44-comparison / n285 / arrow">
            <a:extLst xmlns:a="http://schemas.openxmlformats.org/drawingml/2006/main">
              <a:ext uri="{FF2B5EF4-FFF2-40B4-BE49-F238E27FC236}">
                <a16:creationId xmlns:a16="http://schemas.microsoft.com/office/drawing/2014/main" id="{B53AC91D-9DF5-4522-B61A-2E44D6534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7620" y="3455209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54" name="dp44-comparison / n286 / path">
            <a:extLst xmlns:a="http://schemas.openxmlformats.org/drawingml/2006/main">
              <a:ext uri="{FF2B5EF4-FFF2-40B4-BE49-F238E27FC236}">
                <a16:creationId xmlns:a16="http://schemas.microsoft.com/office/drawing/2014/main" id="{386CC784-43BB-4BA7-B811-F75E6097F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32054" y="4224338"/>
            <a:ext cx="606266" cy="797719"/>
          </a:xfrm>
          <a:custGeom xmlns:a="http://schemas.openxmlformats.org/drawingml/2006/main">
            <a:pathLst>
              <a:path w="606266" h="797719">
                <a:moveTo>
                  <a:pt x="606266" y="0"/>
                </a:moveTo>
                <a:lnTo>
                  <a:pt x="606266" y="797719"/>
                </a:lnTo>
                <a:lnTo>
                  <a:pt x="0" y="797719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55" name="dp44-comparison / n286 / arrow">
            <a:extLst xmlns:a="http://schemas.openxmlformats.org/drawingml/2006/main">
              <a:ext uri="{FF2B5EF4-FFF2-40B4-BE49-F238E27FC236}">
                <a16:creationId xmlns:a16="http://schemas.microsoft.com/office/drawing/2014/main" id="{DC914277-6ADF-43C4-9BFD-564743041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32054" y="4999592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56" name="dp44-comparison / n287 / path">
            <a:extLst xmlns:a="http://schemas.openxmlformats.org/drawingml/2006/main">
              <a:ext uri="{FF2B5EF4-FFF2-40B4-BE49-F238E27FC236}">
                <a16:creationId xmlns:a16="http://schemas.microsoft.com/office/drawing/2014/main" id="{265E9295-AE02-48CA-84ED-481AD2058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32054" y="5366671"/>
            <a:ext cx="953" cy="216979"/>
          </a:xfrm>
          <a:custGeom xmlns:a="http://schemas.openxmlformats.org/drawingml/2006/main">
            <a:pathLst>
              <a:path w="953" h="216979">
                <a:moveTo>
                  <a:pt x="0" y="0"/>
                </a:moveTo>
                <a:lnTo>
                  <a:pt x="0" y="216979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57" name="dp44-comparison / n287 / arrow">
            <a:extLst xmlns:a="http://schemas.openxmlformats.org/drawingml/2006/main">
              <a:ext uri="{FF2B5EF4-FFF2-40B4-BE49-F238E27FC236}">
                <a16:creationId xmlns:a16="http://schemas.microsoft.com/office/drawing/2014/main" id="{E79772FA-292B-424D-B305-B718F963F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09590" y="5538723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58" name="dp44-comparison / n288 / path">
            <a:extLst xmlns:a="http://schemas.openxmlformats.org/drawingml/2006/main">
              <a:ext uri="{FF2B5EF4-FFF2-40B4-BE49-F238E27FC236}">
                <a16:creationId xmlns:a16="http://schemas.microsoft.com/office/drawing/2014/main" id="{2B9D16B8-A1A3-42DC-9922-BE4CF14C6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32054" y="5928265"/>
            <a:ext cx="953" cy="210598"/>
          </a:xfrm>
          <a:custGeom xmlns:a="http://schemas.openxmlformats.org/drawingml/2006/main">
            <a:pathLst>
              <a:path w="953" h="210598">
                <a:moveTo>
                  <a:pt x="0" y="0"/>
                </a:moveTo>
                <a:lnTo>
                  <a:pt x="0" y="210598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59" name="dp44-comparison / n288 / arrow">
            <a:extLst xmlns:a="http://schemas.openxmlformats.org/drawingml/2006/main">
              <a:ext uri="{FF2B5EF4-FFF2-40B4-BE49-F238E27FC236}">
                <a16:creationId xmlns:a16="http://schemas.microsoft.com/office/drawing/2014/main" id="{125CB376-B925-4F61-9F0D-DD85BF6B1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09590" y="6093935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60" name="dp44-comparison / n289 / path">
            <a:extLst xmlns:a="http://schemas.openxmlformats.org/drawingml/2006/main">
              <a:ext uri="{FF2B5EF4-FFF2-40B4-BE49-F238E27FC236}">
                <a16:creationId xmlns:a16="http://schemas.microsoft.com/office/drawing/2014/main" id="{DF8004DD-36FC-4AC6-A9CA-FCB47EC1A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87324" y="5366671"/>
            <a:ext cx="953" cy="216979"/>
          </a:xfrm>
          <a:custGeom xmlns:a="http://schemas.openxmlformats.org/drawingml/2006/main">
            <a:pathLst>
              <a:path w="953" h="216979">
                <a:moveTo>
                  <a:pt x="0" y="216979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361" name="dp44-comparison / n289 / arrow">
            <a:extLst xmlns:a="http://schemas.openxmlformats.org/drawingml/2006/main">
              <a:ext uri="{FF2B5EF4-FFF2-40B4-BE49-F238E27FC236}">
                <a16:creationId xmlns:a16="http://schemas.microsoft.com/office/drawing/2014/main" id="{DABE2E5B-7CBE-4731-BD10-78E372152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4860" y="5366671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62" name="dp44-comparison / n290 / path">
            <a:extLst xmlns:a="http://schemas.openxmlformats.org/drawingml/2006/main">
              <a:ext uri="{FF2B5EF4-FFF2-40B4-BE49-F238E27FC236}">
                <a16:creationId xmlns:a16="http://schemas.microsoft.com/office/drawing/2014/main" id="{FCF1B149-0269-4628-A669-327885E15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87324" y="5928265"/>
            <a:ext cx="953" cy="210598"/>
          </a:xfrm>
          <a:custGeom xmlns:a="http://schemas.openxmlformats.org/drawingml/2006/main">
            <a:pathLst>
              <a:path w="953" h="210598">
                <a:moveTo>
                  <a:pt x="0" y="210598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363" name="dp44-comparison / n290 / arrow">
            <a:extLst xmlns:a="http://schemas.openxmlformats.org/drawingml/2006/main">
              <a:ext uri="{FF2B5EF4-FFF2-40B4-BE49-F238E27FC236}">
                <a16:creationId xmlns:a16="http://schemas.microsoft.com/office/drawing/2014/main" id="{017AC706-F04E-4AB8-9A73-E414571E9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4860" y="5928265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64" name="dp44-comparison / n291 / path">
            <a:extLst xmlns:a="http://schemas.openxmlformats.org/drawingml/2006/main">
              <a:ext uri="{FF2B5EF4-FFF2-40B4-BE49-F238E27FC236}">
                <a16:creationId xmlns:a16="http://schemas.microsoft.com/office/drawing/2014/main" id="{CD3D470F-2060-42C4-ACFE-6A2CC01D4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49438" y="4154138"/>
            <a:ext cx="1276350" cy="1040225"/>
          </a:xfrm>
          <a:custGeom xmlns:a="http://schemas.openxmlformats.org/drawingml/2006/main">
            <a:pathLst>
              <a:path w="1276350" h="1040225">
                <a:moveTo>
                  <a:pt x="1276350" y="1040225"/>
                </a:moveTo>
                <a:lnTo>
                  <a:pt x="1276350" y="134017"/>
                </a:lnTo>
                <a:lnTo>
                  <a:pt x="0" y="134017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365" name="dp44-comparison / n291 / arrow">
            <a:extLst xmlns:a="http://schemas.openxmlformats.org/drawingml/2006/main">
              <a:ext uri="{FF2B5EF4-FFF2-40B4-BE49-F238E27FC236}">
                <a16:creationId xmlns:a16="http://schemas.microsoft.com/office/drawing/2014/main" id="{147C3F94-4A24-484F-8253-C73D45923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26974" y="4154138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66" name="dp44-comparison / n292 / path">
            <a:extLst xmlns:a="http://schemas.openxmlformats.org/drawingml/2006/main">
              <a:ext uri="{FF2B5EF4-FFF2-40B4-BE49-F238E27FC236}">
                <a16:creationId xmlns:a16="http://schemas.microsoft.com/office/drawing/2014/main" id="{DB7F89EA-CAB9-4DF9-B541-DED7AF167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89388" y="3394710"/>
            <a:ext cx="1113615" cy="2993041"/>
          </a:xfrm>
          <a:custGeom xmlns:a="http://schemas.openxmlformats.org/drawingml/2006/main">
            <a:pathLst>
              <a:path w="1113615" h="2993041">
                <a:moveTo>
                  <a:pt x="1113615" y="2993041"/>
                </a:moveTo>
                <a:lnTo>
                  <a:pt x="520113" y="2993041"/>
                </a:lnTo>
                <a:lnTo>
                  <a:pt x="520113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67" name="dp44-comparison / n292 / arrow">
            <a:extLst xmlns:a="http://schemas.openxmlformats.org/drawingml/2006/main">
              <a:ext uri="{FF2B5EF4-FFF2-40B4-BE49-F238E27FC236}">
                <a16:creationId xmlns:a16="http://schemas.microsoft.com/office/drawing/2014/main" id="{61655A1B-0513-422B-843D-5CC022552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89388" y="3372246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68" name="dp44-comparison / n293 / path">
            <a:extLst xmlns:a="http://schemas.openxmlformats.org/drawingml/2006/main">
              <a:ext uri="{FF2B5EF4-FFF2-40B4-BE49-F238E27FC236}">
                <a16:creationId xmlns:a16="http://schemas.microsoft.com/office/drawing/2014/main" id="{2C043A62-89C9-45E3-A695-EAA3F2C82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6486" y="3260693"/>
            <a:ext cx="2616518" cy="3222784"/>
          </a:xfrm>
          <a:custGeom xmlns:a="http://schemas.openxmlformats.org/drawingml/2006/main">
            <a:pathLst>
              <a:path w="2616518" h="3222784">
                <a:moveTo>
                  <a:pt x="0" y="0"/>
                </a:moveTo>
                <a:lnTo>
                  <a:pt x="0" y="1703927"/>
                </a:lnTo>
                <a:lnTo>
                  <a:pt x="2463355" y="1703927"/>
                </a:lnTo>
                <a:lnTo>
                  <a:pt x="2463355" y="3222784"/>
                </a:lnTo>
                <a:lnTo>
                  <a:pt x="2616518" y="3222784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369" name="dp44-comparison / n293 / arrow">
            <a:extLst xmlns:a="http://schemas.openxmlformats.org/drawingml/2006/main">
              <a:ext uri="{FF2B5EF4-FFF2-40B4-BE49-F238E27FC236}">
                <a16:creationId xmlns:a16="http://schemas.microsoft.com/office/drawing/2014/main" id="{4939EC1E-2251-4570-B0A3-4BE251CFC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58076" y="6461013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70" name="dp44-comparison / n294 / path">
            <a:extLst xmlns:a="http://schemas.openxmlformats.org/drawingml/2006/main">
              <a:ext uri="{FF2B5EF4-FFF2-40B4-BE49-F238E27FC236}">
                <a16:creationId xmlns:a16="http://schemas.microsoft.com/office/drawing/2014/main" id="{7C0DE0F3-CBA0-44E2-A07A-ADE424C2E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5536" y="6387751"/>
            <a:ext cx="255270" cy="953"/>
          </a:xfrm>
          <a:custGeom xmlns:a="http://schemas.openxmlformats.org/drawingml/2006/main">
            <a:pathLst>
              <a:path w="255270" h="953">
                <a:moveTo>
                  <a:pt x="0" y="0"/>
                </a:moveTo>
                <a:lnTo>
                  <a:pt x="25527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71" name="dp44-comparison / n294 / arrow">
            <a:extLst xmlns:a="http://schemas.openxmlformats.org/drawingml/2006/main">
              <a:ext uri="{FF2B5EF4-FFF2-40B4-BE49-F238E27FC236}">
                <a16:creationId xmlns:a16="http://schemas.microsoft.com/office/drawing/2014/main" id="{7F18B34C-2B99-45E4-9969-50BAD1BC2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25879" y="6365287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72" name="dp44-comparison / n295 / path">
            <a:extLst xmlns:a="http://schemas.openxmlformats.org/drawingml/2006/main">
              <a:ext uri="{FF2B5EF4-FFF2-40B4-BE49-F238E27FC236}">
                <a16:creationId xmlns:a16="http://schemas.microsoft.com/office/drawing/2014/main" id="{C344220A-FFF3-4766-A7A8-CA5E42A4D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28069" y="4543425"/>
            <a:ext cx="408432" cy="1844326"/>
          </a:xfrm>
          <a:custGeom xmlns:a="http://schemas.openxmlformats.org/drawingml/2006/main">
            <a:pathLst>
              <a:path w="408432" h="1844326">
                <a:moveTo>
                  <a:pt x="255270" y="1844326"/>
                </a:moveTo>
                <a:lnTo>
                  <a:pt x="408432" y="1844326"/>
                </a:lnTo>
                <a:lnTo>
                  <a:pt x="408432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373" name="dp44-comparison / n295 / arrow">
            <a:extLst xmlns:a="http://schemas.openxmlformats.org/drawingml/2006/main">
              <a:ext uri="{FF2B5EF4-FFF2-40B4-BE49-F238E27FC236}">
                <a16:creationId xmlns:a16="http://schemas.microsoft.com/office/drawing/2014/main" id="{10FDA055-EE29-487E-892E-4903F3B58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28069" y="4520961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74" name="dp44-comparison / n296 / path">
            <a:extLst xmlns:a="http://schemas.openxmlformats.org/drawingml/2006/main">
              <a:ext uri="{FF2B5EF4-FFF2-40B4-BE49-F238E27FC236}">
                <a16:creationId xmlns:a16="http://schemas.microsoft.com/office/drawing/2014/main" id="{07F56A9A-A9DE-45C4-8EEC-A1624F945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49438" y="3324511"/>
            <a:ext cx="382905" cy="19145"/>
          </a:xfrm>
          <a:custGeom xmlns:a="http://schemas.openxmlformats.org/drawingml/2006/main">
            <a:pathLst>
              <a:path w="382905" h="19145">
                <a:moveTo>
                  <a:pt x="0" y="0"/>
                </a:moveTo>
                <a:lnTo>
                  <a:pt x="0" y="19145"/>
                </a:lnTo>
                <a:lnTo>
                  <a:pt x="382905" y="19145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75" name="dp44-comparison / n296 / arrow">
            <a:extLst xmlns:a="http://schemas.openxmlformats.org/drawingml/2006/main">
              <a:ext uri="{FF2B5EF4-FFF2-40B4-BE49-F238E27FC236}">
                <a16:creationId xmlns:a16="http://schemas.microsoft.com/office/drawing/2014/main" id="{5E319A17-F72A-4D49-8792-75F24FFBB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87415" y="3321192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76" name="dp44-comparison / n297 / path">
            <a:extLst xmlns:a="http://schemas.openxmlformats.org/drawingml/2006/main">
              <a:ext uri="{FF2B5EF4-FFF2-40B4-BE49-F238E27FC236}">
                <a16:creationId xmlns:a16="http://schemas.microsoft.com/office/drawing/2014/main" id="{9095108E-8FBB-484F-A1B3-AD3C584CC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49438" y="3407474"/>
            <a:ext cx="382905" cy="19145"/>
          </a:xfrm>
          <a:custGeom xmlns:a="http://schemas.openxmlformats.org/drawingml/2006/main">
            <a:pathLst>
              <a:path w="382905" h="19145">
                <a:moveTo>
                  <a:pt x="382905" y="19145"/>
                </a:moveTo>
                <a:lnTo>
                  <a:pt x="38290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377" name="dp44-comparison / n297 / arrow">
            <a:extLst xmlns:a="http://schemas.openxmlformats.org/drawingml/2006/main">
              <a:ext uri="{FF2B5EF4-FFF2-40B4-BE49-F238E27FC236}">
                <a16:creationId xmlns:a16="http://schemas.microsoft.com/office/drawing/2014/main" id="{03F3ACDC-C131-49E1-82FB-51A1864D5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49438" y="3385010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78" name="dp44-comparison / n298 / path">
            <a:extLst xmlns:a="http://schemas.openxmlformats.org/drawingml/2006/main">
              <a:ext uri="{FF2B5EF4-FFF2-40B4-BE49-F238E27FC236}">
                <a16:creationId xmlns:a16="http://schemas.microsoft.com/office/drawing/2014/main" id="{365198DC-1756-47BD-AA68-B2E9339FC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49438" y="4058412"/>
            <a:ext cx="382905" cy="19145"/>
          </a:xfrm>
          <a:custGeom xmlns:a="http://schemas.openxmlformats.org/drawingml/2006/main">
            <a:pathLst>
              <a:path w="382905" h="19145">
                <a:moveTo>
                  <a:pt x="0" y="0"/>
                </a:moveTo>
                <a:lnTo>
                  <a:pt x="0" y="19145"/>
                </a:lnTo>
                <a:lnTo>
                  <a:pt x="382905" y="19145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79" name="dp44-comparison / n298 / arrow">
            <a:extLst xmlns:a="http://schemas.openxmlformats.org/drawingml/2006/main">
              <a:ext uri="{FF2B5EF4-FFF2-40B4-BE49-F238E27FC236}">
                <a16:creationId xmlns:a16="http://schemas.microsoft.com/office/drawing/2014/main" id="{99D020CA-A160-4BAF-9265-3F7A365C3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87415" y="4055093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80" name="dp44-comparison / n299 / path">
            <a:extLst xmlns:a="http://schemas.openxmlformats.org/drawingml/2006/main">
              <a:ext uri="{FF2B5EF4-FFF2-40B4-BE49-F238E27FC236}">
                <a16:creationId xmlns:a16="http://schemas.microsoft.com/office/drawing/2014/main" id="{E87F31BE-03DA-4F3D-8041-5E6CCFDB3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49438" y="4141375"/>
            <a:ext cx="382905" cy="19145"/>
          </a:xfrm>
          <a:custGeom xmlns:a="http://schemas.openxmlformats.org/drawingml/2006/main">
            <a:pathLst>
              <a:path w="382905" h="19145">
                <a:moveTo>
                  <a:pt x="382905" y="19145"/>
                </a:moveTo>
                <a:lnTo>
                  <a:pt x="38290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381" name="dp44-comparison / n299 / arrow">
            <a:extLst xmlns:a="http://schemas.openxmlformats.org/drawingml/2006/main">
              <a:ext uri="{FF2B5EF4-FFF2-40B4-BE49-F238E27FC236}">
                <a16:creationId xmlns:a16="http://schemas.microsoft.com/office/drawing/2014/main" id="{4255DD16-EFD2-4FFE-B394-3382523E0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49438" y="4118911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82" name="dp44-comparison / n300 / path">
            <a:extLst xmlns:a="http://schemas.openxmlformats.org/drawingml/2006/main">
              <a:ext uri="{FF2B5EF4-FFF2-40B4-BE49-F238E27FC236}">
                <a16:creationId xmlns:a16="http://schemas.microsoft.com/office/drawing/2014/main" id="{346A26F9-1E75-4468-AFFF-E63187EE9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49842" y="3496818"/>
            <a:ext cx="1206151" cy="1876235"/>
          </a:xfrm>
          <a:custGeom xmlns:a="http://schemas.openxmlformats.org/drawingml/2006/main">
            <a:pathLst>
              <a:path w="1206151" h="1876235">
                <a:moveTo>
                  <a:pt x="1206151" y="0"/>
                </a:moveTo>
                <a:lnTo>
                  <a:pt x="0" y="0"/>
                </a:lnTo>
                <a:lnTo>
                  <a:pt x="0" y="1876235"/>
                </a:lnTo>
                <a:lnTo>
                  <a:pt x="759428" y="1876235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83" name="dp44-comparison / n300 / arrow">
            <a:extLst xmlns:a="http://schemas.openxmlformats.org/drawingml/2006/main">
              <a:ext uri="{FF2B5EF4-FFF2-40B4-BE49-F238E27FC236}">
                <a16:creationId xmlns:a16="http://schemas.microsoft.com/office/drawing/2014/main" id="{0E9A8F97-2E5C-4AD6-BFB5-45A590EDB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64342" y="5350589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84" name="dp44-comparison / n301 / path">
            <a:extLst xmlns:a="http://schemas.openxmlformats.org/drawingml/2006/main">
              <a:ext uri="{FF2B5EF4-FFF2-40B4-BE49-F238E27FC236}">
                <a16:creationId xmlns:a16="http://schemas.microsoft.com/office/drawing/2014/main" id="{22C8089D-FCC6-4699-B4B5-1EB259AD6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49842" y="4230719"/>
            <a:ext cx="1652873" cy="1142333"/>
          </a:xfrm>
          <a:custGeom xmlns:a="http://schemas.openxmlformats.org/drawingml/2006/main">
            <a:pathLst>
              <a:path w="1652873" h="1142333">
                <a:moveTo>
                  <a:pt x="1652873" y="0"/>
                </a:moveTo>
                <a:lnTo>
                  <a:pt x="0" y="0"/>
                </a:lnTo>
                <a:lnTo>
                  <a:pt x="0" y="1142333"/>
                </a:lnTo>
                <a:lnTo>
                  <a:pt x="1046607" y="1142333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85" name="dp44-comparison / n301 / arrow">
            <a:extLst xmlns:a="http://schemas.openxmlformats.org/drawingml/2006/main">
              <a:ext uri="{FF2B5EF4-FFF2-40B4-BE49-F238E27FC236}">
                <a16:creationId xmlns:a16="http://schemas.microsoft.com/office/drawing/2014/main" id="{342D78ED-9347-47F3-9706-11A2BF3D9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51521" y="5350589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86" name="dp44-comparison / n302 / path">
            <a:extLst xmlns:a="http://schemas.openxmlformats.org/drawingml/2006/main">
              <a:ext uri="{FF2B5EF4-FFF2-40B4-BE49-F238E27FC236}">
                <a16:creationId xmlns:a16="http://schemas.microsoft.com/office/drawing/2014/main" id="{FCFF6AE1-4D39-419F-A421-F23555165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5536" y="5548551"/>
            <a:ext cx="255270" cy="953"/>
          </a:xfrm>
          <a:custGeom xmlns:a="http://schemas.openxmlformats.org/drawingml/2006/main">
            <a:pathLst>
              <a:path w="255270" h="953">
                <a:moveTo>
                  <a:pt x="0" y="0"/>
                </a:moveTo>
                <a:lnTo>
                  <a:pt x="25527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87" name="dp44-comparison / n302 / arrow">
            <a:extLst xmlns:a="http://schemas.openxmlformats.org/drawingml/2006/main">
              <a:ext uri="{FF2B5EF4-FFF2-40B4-BE49-F238E27FC236}">
                <a16:creationId xmlns:a16="http://schemas.microsoft.com/office/drawing/2014/main" id="{52FB9A48-6CF7-4887-ACC9-56071639B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25879" y="5526087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88" name="dp44-comparison / n303 / path">
            <a:extLst xmlns:a="http://schemas.openxmlformats.org/drawingml/2006/main">
              <a:ext uri="{FF2B5EF4-FFF2-40B4-BE49-F238E27FC236}">
                <a16:creationId xmlns:a16="http://schemas.microsoft.com/office/drawing/2014/main" id="{C3B31D07-4BF1-4EED-AFEC-17F42D492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77073" y="5724049"/>
            <a:ext cx="953" cy="102108"/>
          </a:xfrm>
          <a:custGeom xmlns:a="http://schemas.openxmlformats.org/drawingml/2006/main">
            <a:pathLst>
              <a:path w="953" h="102108">
                <a:moveTo>
                  <a:pt x="0" y="0"/>
                </a:moveTo>
                <a:lnTo>
                  <a:pt x="0" y="102108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89" name="dp44-comparison / n303 / arrow">
            <a:extLst xmlns:a="http://schemas.openxmlformats.org/drawingml/2006/main">
              <a:ext uri="{FF2B5EF4-FFF2-40B4-BE49-F238E27FC236}">
                <a16:creationId xmlns:a16="http://schemas.microsoft.com/office/drawing/2014/main" id="{D2D2B373-E8D7-41CC-AEB5-008333866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54609" y="5781229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90" name="dp44-comparison / n304 / path">
            <a:extLst xmlns:a="http://schemas.openxmlformats.org/drawingml/2006/main">
              <a:ext uri="{FF2B5EF4-FFF2-40B4-BE49-F238E27FC236}">
                <a16:creationId xmlns:a16="http://schemas.microsoft.com/office/drawing/2014/main" id="{07315437-2D14-47BB-BE55-D976CB01A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2343" y="5724049"/>
            <a:ext cx="953" cy="102108"/>
          </a:xfrm>
          <a:custGeom xmlns:a="http://schemas.openxmlformats.org/drawingml/2006/main">
            <a:pathLst>
              <a:path w="953" h="102108">
                <a:moveTo>
                  <a:pt x="0" y="102108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391" name="dp44-comparison / n304 / arrow">
            <a:extLst xmlns:a="http://schemas.openxmlformats.org/drawingml/2006/main">
              <a:ext uri="{FF2B5EF4-FFF2-40B4-BE49-F238E27FC236}">
                <a16:creationId xmlns:a16="http://schemas.microsoft.com/office/drawing/2014/main" id="{004740E9-F5CF-4656-ABFF-653958420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9879" y="5724049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92" name="dp44-comparison / n305 / path">
            <a:extLst xmlns:a="http://schemas.openxmlformats.org/drawingml/2006/main">
              <a:ext uri="{FF2B5EF4-FFF2-40B4-BE49-F238E27FC236}">
                <a16:creationId xmlns:a16="http://schemas.microsoft.com/office/drawing/2014/main" id="{4298F8FE-9877-4A2F-B3DA-FC1302F1F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09270" y="5548551"/>
            <a:ext cx="861536" cy="666893"/>
          </a:xfrm>
          <a:custGeom xmlns:a="http://schemas.openxmlformats.org/drawingml/2006/main">
            <a:pathLst>
              <a:path w="861536" h="666893">
                <a:moveTo>
                  <a:pt x="861536" y="0"/>
                </a:moveTo>
                <a:lnTo>
                  <a:pt x="861536" y="666893"/>
                </a:lnTo>
                <a:lnTo>
                  <a:pt x="0" y="666893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93" name="dp44-comparison / n305 / arrow">
            <a:extLst xmlns:a="http://schemas.openxmlformats.org/drawingml/2006/main">
              <a:ext uri="{FF2B5EF4-FFF2-40B4-BE49-F238E27FC236}">
                <a16:creationId xmlns:a16="http://schemas.microsoft.com/office/drawing/2014/main" id="{05160D93-3EA4-4D1B-A02F-FECE31274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09270" y="6192980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94" name="dp44-comparison / n306 / path">
            <a:extLst xmlns:a="http://schemas.openxmlformats.org/drawingml/2006/main">
              <a:ext uri="{FF2B5EF4-FFF2-40B4-BE49-F238E27FC236}">
                <a16:creationId xmlns:a16="http://schemas.microsoft.com/office/drawing/2014/main" id="{A8AF5E8A-2D60-4765-BD95-B1F85C141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36616" y="4543425"/>
            <a:ext cx="599885" cy="829628"/>
          </a:xfrm>
          <a:custGeom xmlns:a="http://schemas.openxmlformats.org/drawingml/2006/main">
            <a:pathLst>
              <a:path w="599885" h="829628">
                <a:moveTo>
                  <a:pt x="0" y="0"/>
                </a:moveTo>
                <a:lnTo>
                  <a:pt x="599885" y="0"/>
                </a:lnTo>
                <a:lnTo>
                  <a:pt x="599885" y="829628"/>
                </a:lnTo>
                <a:lnTo>
                  <a:pt x="223361" y="829628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95" name="dp44-comparison / n306 / arrow">
            <a:extLst xmlns:a="http://schemas.openxmlformats.org/drawingml/2006/main">
              <a:ext uri="{FF2B5EF4-FFF2-40B4-BE49-F238E27FC236}">
                <a16:creationId xmlns:a16="http://schemas.microsoft.com/office/drawing/2014/main" id="{2EC6FF62-A909-4C3A-BE1F-50576689C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59978" y="5350589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96" name="dp44-comparison / n307 / path">
            <a:extLst xmlns:a="http://schemas.openxmlformats.org/drawingml/2006/main">
              <a:ext uri="{FF2B5EF4-FFF2-40B4-BE49-F238E27FC236}">
                <a16:creationId xmlns:a16="http://schemas.microsoft.com/office/drawing/2014/main" id="{33489044-9398-4CA8-9687-DB6050566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83339" y="5548551"/>
            <a:ext cx="953" cy="839200"/>
          </a:xfrm>
          <a:custGeom xmlns:a="http://schemas.openxmlformats.org/drawingml/2006/main">
            <a:pathLst>
              <a:path w="953" h="839200">
                <a:moveTo>
                  <a:pt x="0" y="83920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397" name="dp44-comparison / n307 / arrow">
            <a:extLst xmlns:a="http://schemas.openxmlformats.org/drawingml/2006/main">
              <a:ext uri="{FF2B5EF4-FFF2-40B4-BE49-F238E27FC236}">
                <a16:creationId xmlns:a16="http://schemas.microsoft.com/office/drawing/2014/main" id="{B085C3A2-10F1-4CF9-8CCE-E7978C208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60875" y="5548551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98" name="dp44-comparison / n308 / path">
            <a:extLst xmlns:a="http://schemas.openxmlformats.org/drawingml/2006/main">
              <a:ext uri="{FF2B5EF4-FFF2-40B4-BE49-F238E27FC236}">
                <a16:creationId xmlns:a16="http://schemas.microsoft.com/office/drawing/2014/main" id="{B061C88E-93D0-4513-9458-BA2ECB680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5536" y="5657040"/>
            <a:ext cx="255270" cy="953"/>
          </a:xfrm>
          <a:custGeom xmlns:a="http://schemas.openxmlformats.org/drawingml/2006/main">
            <a:pathLst>
              <a:path w="255270" h="953">
                <a:moveTo>
                  <a:pt x="25527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399" name="dp44-comparison / n308 / arrow">
            <a:extLst xmlns:a="http://schemas.openxmlformats.org/drawingml/2006/main">
              <a:ext uri="{FF2B5EF4-FFF2-40B4-BE49-F238E27FC236}">
                <a16:creationId xmlns:a16="http://schemas.microsoft.com/office/drawing/2014/main" id="{27CC6054-60A7-44D8-897C-3A9B67E52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5536" y="5634577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00" name="dp44-comparison / n309 / path">
            <a:extLst xmlns:a="http://schemas.openxmlformats.org/drawingml/2006/main">
              <a:ext uri="{FF2B5EF4-FFF2-40B4-BE49-F238E27FC236}">
                <a16:creationId xmlns:a16="http://schemas.microsoft.com/office/drawing/2014/main" id="{5F2CA121-6855-4533-9B65-816A5A290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49438" y="3324511"/>
            <a:ext cx="887063" cy="2048542"/>
          </a:xfrm>
          <a:custGeom xmlns:a="http://schemas.openxmlformats.org/drawingml/2006/main">
            <a:pathLst>
              <a:path w="887063" h="2048542">
                <a:moveTo>
                  <a:pt x="319088" y="2048542"/>
                </a:moveTo>
                <a:lnTo>
                  <a:pt x="887063" y="2048542"/>
                </a:lnTo>
                <a:lnTo>
                  <a:pt x="887063" y="963644"/>
                </a:lnTo>
                <a:lnTo>
                  <a:pt x="0" y="96364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401" name="dp44-comparison / n309 / arrow">
            <a:extLst xmlns:a="http://schemas.openxmlformats.org/drawingml/2006/main">
              <a:ext uri="{FF2B5EF4-FFF2-40B4-BE49-F238E27FC236}">
                <a16:creationId xmlns:a16="http://schemas.microsoft.com/office/drawing/2014/main" id="{3A693570-D5F0-4B34-B7F2-9465A7261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26974" y="3324511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02" name="dp44-comparison / n310 / path">
            <a:extLst xmlns:a="http://schemas.openxmlformats.org/drawingml/2006/main">
              <a:ext uri="{FF2B5EF4-FFF2-40B4-BE49-F238E27FC236}">
                <a16:creationId xmlns:a16="http://schemas.microsoft.com/office/drawing/2014/main" id="{8C54527F-3EE3-4AB4-9DD9-33EBCD25A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47445" y="4230719"/>
            <a:ext cx="1589056" cy="1142333"/>
          </a:xfrm>
          <a:custGeom xmlns:a="http://schemas.openxmlformats.org/drawingml/2006/main">
            <a:pathLst>
              <a:path w="1589056" h="1142333">
                <a:moveTo>
                  <a:pt x="638175" y="1142333"/>
                </a:moveTo>
                <a:lnTo>
                  <a:pt x="1589056" y="1142333"/>
                </a:lnTo>
                <a:lnTo>
                  <a:pt x="1589056" y="57436"/>
                </a:lnTo>
                <a:lnTo>
                  <a:pt x="0" y="57436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403" name="dp44-comparison / n310 / arrow">
            <a:extLst xmlns:a="http://schemas.openxmlformats.org/drawingml/2006/main">
              <a:ext uri="{FF2B5EF4-FFF2-40B4-BE49-F238E27FC236}">
                <a16:creationId xmlns:a16="http://schemas.microsoft.com/office/drawing/2014/main" id="{BADF3627-3020-40F7-8978-1321B7084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24981" y="4230719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04" name="dp44-comparison / n311 / path">
            <a:extLst xmlns:a="http://schemas.openxmlformats.org/drawingml/2006/main">
              <a:ext uri="{FF2B5EF4-FFF2-40B4-BE49-F238E27FC236}">
                <a16:creationId xmlns:a16="http://schemas.microsoft.com/office/drawing/2014/main" id="{53ECA292-9EE4-409A-A6AA-5A165967F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17818" y="5724049"/>
            <a:ext cx="1467802" cy="491395"/>
          </a:xfrm>
          <a:custGeom xmlns:a="http://schemas.openxmlformats.org/drawingml/2006/main">
            <a:pathLst>
              <a:path w="1467802" h="491395">
                <a:moveTo>
                  <a:pt x="0" y="491395"/>
                </a:moveTo>
                <a:lnTo>
                  <a:pt x="0" y="0"/>
                </a:lnTo>
                <a:lnTo>
                  <a:pt x="146780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405" name="dp44-comparison / n311 / arrow">
            <a:extLst xmlns:a="http://schemas.openxmlformats.org/drawingml/2006/main">
              <a:ext uri="{FF2B5EF4-FFF2-40B4-BE49-F238E27FC236}">
                <a16:creationId xmlns:a16="http://schemas.microsoft.com/office/drawing/2014/main" id="{5D67FC3F-4D68-4C4F-BCEF-9E3BF1129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40692" y="5701585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06" name="dp44-comparison / n312 / path">
            <a:extLst xmlns:a="http://schemas.openxmlformats.org/drawingml/2006/main">
              <a:ext uri="{FF2B5EF4-FFF2-40B4-BE49-F238E27FC236}">
                <a16:creationId xmlns:a16="http://schemas.microsoft.com/office/drawing/2014/main" id="{765FDC6E-FB0B-42A9-A1E5-C57CD66C5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5536" y="4543425"/>
            <a:ext cx="1620965" cy="1767745"/>
          </a:xfrm>
          <a:custGeom xmlns:a="http://schemas.openxmlformats.org/drawingml/2006/main">
            <a:pathLst>
              <a:path w="1620965" h="1767745">
                <a:moveTo>
                  <a:pt x="0" y="1767745"/>
                </a:moveTo>
                <a:lnTo>
                  <a:pt x="0" y="1225296"/>
                </a:lnTo>
                <a:lnTo>
                  <a:pt x="1620965" y="1225296"/>
                </a:lnTo>
                <a:lnTo>
                  <a:pt x="1620965" y="0"/>
                </a:lnTo>
                <a:lnTo>
                  <a:pt x="8296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407" name="dp44-comparison / n312 / arrow">
            <a:extLst xmlns:a="http://schemas.openxmlformats.org/drawingml/2006/main">
              <a:ext uri="{FF2B5EF4-FFF2-40B4-BE49-F238E27FC236}">
                <a16:creationId xmlns:a16="http://schemas.microsoft.com/office/drawing/2014/main" id="{A59B67CB-8A58-481D-B308-C535B1DFF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45164" y="4520961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08" name="dp44-comparison / n313 / path">
            <a:extLst xmlns:a="http://schemas.openxmlformats.org/drawingml/2006/main">
              <a:ext uri="{FF2B5EF4-FFF2-40B4-BE49-F238E27FC236}">
                <a16:creationId xmlns:a16="http://schemas.microsoft.com/office/drawing/2014/main" id="{F4C52BA0-AB6B-4BDA-B948-44BA03A4E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5536" y="4543425"/>
            <a:ext cx="1620965" cy="1716691"/>
          </a:xfrm>
          <a:custGeom xmlns:a="http://schemas.openxmlformats.org/drawingml/2006/main">
            <a:pathLst>
              <a:path w="1620965" h="1716691">
                <a:moveTo>
                  <a:pt x="957263" y="0"/>
                </a:moveTo>
                <a:lnTo>
                  <a:pt x="1620965" y="0"/>
                </a:lnTo>
                <a:lnTo>
                  <a:pt x="1620965" y="1238060"/>
                </a:lnTo>
                <a:lnTo>
                  <a:pt x="0" y="1238060"/>
                </a:lnTo>
                <a:lnTo>
                  <a:pt x="0" y="1716691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409" name="dp44-comparison / n313 / arrow">
            <a:extLst xmlns:a="http://schemas.openxmlformats.org/drawingml/2006/main">
              <a:ext uri="{FF2B5EF4-FFF2-40B4-BE49-F238E27FC236}">
                <a16:creationId xmlns:a16="http://schemas.microsoft.com/office/drawing/2014/main" id="{54F21FB2-A31C-4611-8DC2-5D296FA07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93072" y="6215188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10" name="dp44-comparison / n314 / path">
            <a:extLst xmlns:a="http://schemas.openxmlformats.org/drawingml/2006/main">
              <a:ext uri="{FF2B5EF4-FFF2-40B4-BE49-F238E27FC236}">
                <a16:creationId xmlns:a16="http://schemas.microsoft.com/office/drawing/2014/main" id="{EF5BEDAB-9A09-4929-AE9B-C1A968261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5536" y="5194364"/>
            <a:ext cx="2010251" cy="1257205"/>
          </a:xfrm>
          <a:custGeom xmlns:a="http://schemas.openxmlformats.org/drawingml/2006/main">
            <a:pathLst>
              <a:path w="2010251" h="1257205">
                <a:moveTo>
                  <a:pt x="0" y="1257205"/>
                </a:moveTo>
                <a:lnTo>
                  <a:pt x="0" y="574358"/>
                </a:lnTo>
                <a:lnTo>
                  <a:pt x="2010251" y="574358"/>
                </a:lnTo>
                <a:lnTo>
                  <a:pt x="2010251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411" name="dp44-comparison / n314 / arrow">
            <a:extLst xmlns:a="http://schemas.openxmlformats.org/drawingml/2006/main">
              <a:ext uri="{FF2B5EF4-FFF2-40B4-BE49-F238E27FC236}">
                <a16:creationId xmlns:a16="http://schemas.microsoft.com/office/drawing/2014/main" id="{D468DAF7-A45D-4AD7-9727-E47512DAB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03324" y="5194364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12" name="dp44-comparison / n315 / path">
            <a:extLst xmlns:a="http://schemas.openxmlformats.org/drawingml/2006/main">
              <a:ext uri="{FF2B5EF4-FFF2-40B4-BE49-F238E27FC236}">
                <a16:creationId xmlns:a16="http://schemas.microsoft.com/office/drawing/2014/main" id="{ADAABBCC-FE10-4CE1-ACB7-BB79C11DA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5536" y="5258181"/>
            <a:ext cx="2010251" cy="1225296"/>
          </a:xfrm>
          <a:custGeom xmlns:a="http://schemas.openxmlformats.org/drawingml/2006/main">
            <a:pathLst>
              <a:path w="2010251" h="1225296">
                <a:moveTo>
                  <a:pt x="2010251" y="0"/>
                </a:moveTo>
                <a:lnTo>
                  <a:pt x="2010251" y="523304"/>
                </a:lnTo>
                <a:lnTo>
                  <a:pt x="0" y="523304"/>
                </a:lnTo>
                <a:lnTo>
                  <a:pt x="0" y="1225296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413" name="dp44-comparison / n315 / arrow">
            <a:extLst xmlns:a="http://schemas.openxmlformats.org/drawingml/2006/main">
              <a:ext uri="{FF2B5EF4-FFF2-40B4-BE49-F238E27FC236}">
                <a16:creationId xmlns:a16="http://schemas.microsoft.com/office/drawing/2014/main" id="{1756B6ED-9E30-428B-8B14-A55BA7466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93072" y="6438549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14" name="dp44-comparison / n316 / path">
            <a:extLst xmlns:a="http://schemas.openxmlformats.org/drawingml/2006/main">
              <a:ext uri="{FF2B5EF4-FFF2-40B4-BE49-F238E27FC236}">
                <a16:creationId xmlns:a16="http://schemas.microsoft.com/office/drawing/2014/main" id="{4959D2F1-3699-419B-BEED-DA5C78F50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0015" y="6323933"/>
            <a:ext cx="1052989" cy="127635"/>
          </a:xfrm>
          <a:custGeom xmlns:a="http://schemas.openxmlformats.org/drawingml/2006/main">
            <a:pathLst>
              <a:path w="1052989" h="127635">
                <a:moveTo>
                  <a:pt x="1052989" y="0"/>
                </a:moveTo>
                <a:lnTo>
                  <a:pt x="1052989" y="127635"/>
                </a:lnTo>
                <a:lnTo>
                  <a:pt x="0" y="127635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415" name="dp44-comparison / n316 / arrow">
            <a:extLst xmlns:a="http://schemas.openxmlformats.org/drawingml/2006/main">
              <a:ext uri="{FF2B5EF4-FFF2-40B4-BE49-F238E27FC236}">
                <a16:creationId xmlns:a16="http://schemas.microsoft.com/office/drawing/2014/main" id="{2F9F1FC5-27F4-4A5A-BC75-A8F92DD8A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0015" y="6429104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16" name="dp44-comparison / n317 / path">
            <a:extLst xmlns:a="http://schemas.openxmlformats.org/drawingml/2006/main">
              <a:ext uri="{FF2B5EF4-FFF2-40B4-BE49-F238E27FC236}">
                <a16:creationId xmlns:a16="http://schemas.microsoft.com/office/drawing/2014/main" id="{DC8024B3-DC4D-4CD6-970E-049180C3E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0015" y="4288155"/>
            <a:ext cx="1084898" cy="2227231"/>
          </a:xfrm>
          <a:custGeom xmlns:a="http://schemas.openxmlformats.org/drawingml/2006/main">
            <a:pathLst>
              <a:path w="1084898" h="2227231">
                <a:moveTo>
                  <a:pt x="1084898" y="0"/>
                </a:moveTo>
                <a:lnTo>
                  <a:pt x="567976" y="0"/>
                </a:lnTo>
                <a:lnTo>
                  <a:pt x="567976" y="2227231"/>
                </a:lnTo>
                <a:lnTo>
                  <a:pt x="0" y="2227231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417" name="dp44-comparison / n317 / arrow">
            <a:extLst xmlns:a="http://schemas.openxmlformats.org/drawingml/2006/main">
              <a:ext uri="{FF2B5EF4-FFF2-40B4-BE49-F238E27FC236}">
                <a16:creationId xmlns:a16="http://schemas.microsoft.com/office/drawing/2014/main" id="{A9ECC72A-129A-4F27-88C8-8E54D0F3A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0015" y="6492922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18" name="dp44-comparison / n318 / path">
            <a:extLst xmlns:a="http://schemas.openxmlformats.org/drawingml/2006/main">
              <a:ext uri="{FF2B5EF4-FFF2-40B4-BE49-F238E27FC236}">
                <a16:creationId xmlns:a16="http://schemas.microsoft.com/office/drawing/2014/main" id="{5FFF7A25-533E-4F2D-ADE8-BC6AF56D4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0015" y="4351973"/>
            <a:ext cx="1084898" cy="2259140"/>
          </a:xfrm>
          <a:custGeom xmlns:a="http://schemas.openxmlformats.org/drawingml/2006/main">
            <a:pathLst>
              <a:path w="1084898" h="2259140">
                <a:moveTo>
                  <a:pt x="0" y="2259140"/>
                </a:moveTo>
                <a:lnTo>
                  <a:pt x="899827" y="2259140"/>
                </a:lnTo>
                <a:lnTo>
                  <a:pt x="899827" y="0"/>
                </a:lnTo>
                <a:lnTo>
                  <a:pt x="1084898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419" name="dp44-comparison / n318 / arrow">
            <a:extLst xmlns:a="http://schemas.openxmlformats.org/drawingml/2006/main">
              <a:ext uri="{FF2B5EF4-FFF2-40B4-BE49-F238E27FC236}">
                <a16:creationId xmlns:a16="http://schemas.microsoft.com/office/drawing/2014/main" id="{D9698FD5-6844-47A9-8595-053A9486C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89985" y="4329509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20" name="dp44-comparison / n319 / path">
            <a:extLst xmlns:a="http://schemas.openxmlformats.org/drawingml/2006/main">
              <a:ext uri="{FF2B5EF4-FFF2-40B4-BE49-F238E27FC236}">
                <a16:creationId xmlns:a16="http://schemas.microsoft.com/office/drawing/2014/main" id="{4D477973-1A03-450B-A852-5AC333EDF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0015" y="6560058"/>
            <a:ext cx="3127058" cy="561594"/>
          </a:xfrm>
          <a:custGeom xmlns:a="http://schemas.openxmlformats.org/drawingml/2006/main">
            <a:pathLst>
              <a:path w="3127058" h="561594">
                <a:moveTo>
                  <a:pt x="3127058" y="0"/>
                </a:moveTo>
                <a:lnTo>
                  <a:pt x="3127058" y="561594"/>
                </a:lnTo>
                <a:lnTo>
                  <a:pt x="0" y="561594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421" name="dp44-comparison / n319 / arrow">
            <a:extLst xmlns:a="http://schemas.openxmlformats.org/drawingml/2006/main">
              <a:ext uri="{FF2B5EF4-FFF2-40B4-BE49-F238E27FC236}">
                <a16:creationId xmlns:a16="http://schemas.microsoft.com/office/drawing/2014/main" id="{2C3D74A5-EFEB-4849-85A0-CD55C8945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0015" y="7099188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22" name="dp44-comparison / n320 / path">
            <a:extLst xmlns:a="http://schemas.openxmlformats.org/drawingml/2006/main">
              <a:ext uri="{FF2B5EF4-FFF2-40B4-BE49-F238E27FC236}">
                <a16:creationId xmlns:a16="http://schemas.microsoft.com/office/drawing/2014/main" id="{51CB17B7-0922-4068-BEAF-AFBBEECF2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0015" y="6560058"/>
            <a:ext cx="3318510" cy="657320"/>
          </a:xfrm>
          <a:custGeom xmlns:a="http://schemas.openxmlformats.org/drawingml/2006/main">
            <a:pathLst>
              <a:path w="3318510" h="657320">
                <a:moveTo>
                  <a:pt x="0" y="657320"/>
                </a:moveTo>
                <a:lnTo>
                  <a:pt x="0" y="0"/>
                </a:lnTo>
                <a:lnTo>
                  <a:pt x="33185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423" name="dp44-comparison / n320 / arrow">
            <a:extLst xmlns:a="http://schemas.openxmlformats.org/drawingml/2006/main">
              <a:ext uri="{FF2B5EF4-FFF2-40B4-BE49-F238E27FC236}">
                <a16:creationId xmlns:a16="http://schemas.microsoft.com/office/drawing/2014/main" id="{B0C23686-B4C7-453F-89A1-D0AE0BE54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23597" y="6537594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24" name="dp44-comparison / n321 / path">
            <a:extLst xmlns:a="http://schemas.openxmlformats.org/drawingml/2006/main">
              <a:ext uri="{FF2B5EF4-FFF2-40B4-BE49-F238E27FC236}">
                <a16:creationId xmlns:a16="http://schemas.microsoft.com/office/drawing/2014/main" id="{42271481-911F-44D7-891C-061AD4D30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0388" y="5928265"/>
            <a:ext cx="5105400" cy="970026"/>
          </a:xfrm>
          <a:custGeom xmlns:a="http://schemas.openxmlformats.org/drawingml/2006/main">
            <a:pathLst>
              <a:path w="5105400" h="970026">
                <a:moveTo>
                  <a:pt x="0" y="0"/>
                </a:moveTo>
                <a:lnTo>
                  <a:pt x="1729454" y="0"/>
                </a:lnTo>
                <a:lnTo>
                  <a:pt x="1729454" y="970026"/>
                </a:lnTo>
                <a:lnTo>
                  <a:pt x="5105400" y="970026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425" name="dp44-comparison / n321 / arrow">
            <a:extLst xmlns:a="http://schemas.openxmlformats.org/drawingml/2006/main">
              <a:ext uri="{FF2B5EF4-FFF2-40B4-BE49-F238E27FC236}">
                <a16:creationId xmlns:a16="http://schemas.microsoft.com/office/drawing/2014/main" id="{468A6134-7862-47CB-9B2B-E35D06B90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80860" y="6875827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26" name="dp44-comparison / n322 / path">
            <a:extLst xmlns:a="http://schemas.openxmlformats.org/drawingml/2006/main">
              <a:ext uri="{FF2B5EF4-FFF2-40B4-BE49-F238E27FC236}">
                <a16:creationId xmlns:a16="http://schemas.microsoft.com/office/drawing/2014/main" id="{962B7F6A-E41F-4C2C-AC21-C28EE9034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17818" y="5724049"/>
            <a:ext cx="2807970" cy="1269968"/>
          </a:xfrm>
          <a:custGeom xmlns:a="http://schemas.openxmlformats.org/drawingml/2006/main">
            <a:pathLst>
              <a:path w="2807970" h="1269968">
                <a:moveTo>
                  <a:pt x="0" y="0"/>
                </a:moveTo>
                <a:lnTo>
                  <a:pt x="2807970" y="0"/>
                </a:lnTo>
                <a:lnTo>
                  <a:pt x="2807970" y="1269968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427" name="dp44-comparison / n322 / arrow">
            <a:extLst xmlns:a="http://schemas.openxmlformats.org/drawingml/2006/main">
              <a:ext uri="{FF2B5EF4-FFF2-40B4-BE49-F238E27FC236}">
                <a16:creationId xmlns:a16="http://schemas.microsoft.com/office/drawing/2014/main" id="{A659C1C5-8DDC-4539-B425-F44E12B76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03324" y="6949089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28" name="dp44-comparison / n323 / path">
            <a:extLst xmlns:a="http://schemas.openxmlformats.org/drawingml/2006/main">
              <a:ext uri="{FF2B5EF4-FFF2-40B4-BE49-F238E27FC236}">
                <a16:creationId xmlns:a16="http://schemas.microsoft.com/office/drawing/2014/main" id="{E6EFB471-C6FE-4CA8-BA70-D361202D9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0555" y="4351973"/>
            <a:ext cx="3765232" cy="2450592"/>
          </a:xfrm>
          <a:custGeom xmlns:a="http://schemas.openxmlformats.org/drawingml/2006/main">
            <a:pathLst>
              <a:path w="3765232" h="2450592">
                <a:moveTo>
                  <a:pt x="0" y="0"/>
                </a:moveTo>
                <a:lnTo>
                  <a:pt x="0" y="2450592"/>
                </a:lnTo>
                <a:lnTo>
                  <a:pt x="3765232" y="2450592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429" name="dp44-comparison / n323 / arrow">
            <a:extLst xmlns:a="http://schemas.openxmlformats.org/drawingml/2006/main">
              <a:ext uri="{FF2B5EF4-FFF2-40B4-BE49-F238E27FC236}">
                <a16:creationId xmlns:a16="http://schemas.microsoft.com/office/drawing/2014/main" id="{3E753BB2-E2A9-4C78-8B94-587A4F33F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80860" y="6780101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30" name="dp44-comparison / n324 / path">
            <a:extLst xmlns:a="http://schemas.openxmlformats.org/drawingml/2006/main">
              <a:ext uri="{FF2B5EF4-FFF2-40B4-BE49-F238E27FC236}">
                <a16:creationId xmlns:a16="http://schemas.microsoft.com/office/drawing/2014/main" id="{B4E1681D-AE9D-428E-91DA-81AECF6F5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1840" y="5928265"/>
            <a:ext cx="4913948" cy="1033843"/>
          </a:xfrm>
          <a:custGeom xmlns:a="http://schemas.openxmlformats.org/drawingml/2006/main">
            <a:pathLst>
              <a:path w="4913948" h="1033843">
                <a:moveTo>
                  <a:pt x="4913948" y="1033843"/>
                </a:moveTo>
                <a:lnTo>
                  <a:pt x="695611" y="1033843"/>
                </a:lnTo>
                <a:lnTo>
                  <a:pt x="695611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431" name="dp44-comparison / n324 / arrow">
            <a:extLst xmlns:a="http://schemas.openxmlformats.org/drawingml/2006/main">
              <a:ext uri="{FF2B5EF4-FFF2-40B4-BE49-F238E27FC236}">
                <a16:creationId xmlns:a16="http://schemas.microsoft.com/office/drawing/2014/main" id="{6CE64DDA-271F-404B-98C7-DC5FECD11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1840" y="5905801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32" name="dp44-comparison / n325 / path">
            <a:extLst xmlns:a="http://schemas.openxmlformats.org/drawingml/2006/main">
              <a:ext uri="{FF2B5EF4-FFF2-40B4-BE49-F238E27FC236}">
                <a16:creationId xmlns:a16="http://schemas.microsoft.com/office/drawing/2014/main" id="{47E894AD-237F-45A6-B009-F34C345B4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00723" y="5724049"/>
            <a:ext cx="2425065" cy="1110424"/>
          </a:xfrm>
          <a:custGeom xmlns:a="http://schemas.openxmlformats.org/drawingml/2006/main">
            <a:pathLst>
              <a:path w="2425065" h="1110424">
                <a:moveTo>
                  <a:pt x="2425065" y="1110424"/>
                </a:moveTo>
                <a:lnTo>
                  <a:pt x="242506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433" name="dp44-comparison / n325 / arrow">
            <a:extLst xmlns:a="http://schemas.openxmlformats.org/drawingml/2006/main">
              <a:ext uri="{FF2B5EF4-FFF2-40B4-BE49-F238E27FC236}">
                <a16:creationId xmlns:a16="http://schemas.microsoft.com/office/drawing/2014/main" id="{1546348D-AD81-40C0-8798-456CBDD5B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00723" y="5701585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34" name="dp44-comparison / n326 / path">
            <a:extLst xmlns:a="http://schemas.openxmlformats.org/drawingml/2006/main">
              <a:ext uri="{FF2B5EF4-FFF2-40B4-BE49-F238E27FC236}">
                <a16:creationId xmlns:a16="http://schemas.microsoft.com/office/drawing/2014/main" id="{36475F49-CD83-4724-B90B-59C8147C7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0555" y="4288155"/>
            <a:ext cx="3765232" cy="2482501"/>
          </a:xfrm>
          <a:custGeom xmlns:a="http://schemas.openxmlformats.org/drawingml/2006/main">
            <a:pathLst>
              <a:path w="3765232" h="2482501">
                <a:moveTo>
                  <a:pt x="3765232" y="2482501"/>
                </a:moveTo>
                <a:lnTo>
                  <a:pt x="0" y="2482501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435" name="dp44-comparison / n326 / arrow">
            <a:extLst xmlns:a="http://schemas.openxmlformats.org/drawingml/2006/main">
              <a:ext uri="{FF2B5EF4-FFF2-40B4-BE49-F238E27FC236}">
                <a16:creationId xmlns:a16="http://schemas.microsoft.com/office/drawing/2014/main" id="{D81EDB72-7D2E-4ED5-B8ED-4C638D8BB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38091" y="4288155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36" name="dp44-comparison / n327 / path">
            <a:extLst xmlns:a="http://schemas.openxmlformats.org/drawingml/2006/main">
              <a:ext uri="{FF2B5EF4-FFF2-40B4-BE49-F238E27FC236}">
                <a16:creationId xmlns:a16="http://schemas.microsoft.com/office/drawing/2014/main" id="{8E3530DD-579E-4B4A-A4D1-C3A58625C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32054" y="7070598"/>
            <a:ext cx="953" cy="153162"/>
          </a:xfrm>
          <a:custGeom xmlns:a="http://schemas.openxmlformats.org/drawingml/2006/main">
            <a:pathLst>
              <a:path w="953" h="153162">
                <a:moveTo>
                  <a:pt x="0" y="0"/>
                </a:moveTo>
                <a:lnTo>
                  <a:pt x="0" y="153162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437" name="dp44-comparison / n327 / arrow">
            <a:extLst xmlns:a="http://schemas.openxmlformats.org/drawingml/2006/main">
              <a:ext uri="{FF2B5EF4-FFF2-40B4-BE49-F238E27FC236}">
                <a16:creationId xmlns:a16="http://schemas.microsoft.com/office/drawing/2014/main" id="{25B715F6-5C40-45B1-8BB6-CB0A9F73C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09590" y="7178832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38" name="dp44-comparison / n328 / path">
            <a:extLst xmlns:a="http://schemas.openxmlformats.org/drawingml/2006/main">
              <a:ext uri="{FF2B5EF4-FFF2-40B4-BE49-F238E27FC236}">
                <a16:creationId xmlns:a16="http://schemas.microsoft.com/office/drawing/2014/main" id="{A58970D1-B629-47B1-ABE9-15C38207D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19233" y="7070598"/>
            <a:ext cx="953" cy="153162"/>
          </a:xfrm>
          <a:custGeom xmlns:a="http://schemas.openxmlformats.org/drawingml/2006/main">
            <a:pathLst>
              <a:path w="953" h="153162">
                <a:moveTo>
                  <a:pt x="0" y="153162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439" name="dp44-comparison / n328 / arrow">
            <a:extLst xmlns:a="http://schemas.openxmlformats.org/drawingml/2006/main">
              <a:ext uri="{FF2B5EF4-FFF2-40B4-BE49-F238E27FC236}">
                <a16:creationId xmlns:a16="http://schemas.microsoft.com/office/drawing/2014/main" id="{FD134BFF-370D-48D2-A805-B0FA66C0F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96769" y="7070598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40" name="dp44-comparison / n329">
            <a:extLst xmlns:a="http://schemas.openxmlformats.org/drawingml/2006/main">
              <a:ext uri="{FF2B5EF4-FFF2-40B4-BE49-F238E27FC236}">
                <a16:creationId xmlns:a16="http://schemas.microsoft.com/office/drawing/2014/main" id="{4F21C3BA-D120-45B0-9A16-D83B81902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3723" y="4588097"/>
            <a:ext cx="1752684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1" name="dp44-comparison / n330 / text 1">
            <a:extLst xmlns:a="http://schemas.openxmlformats.org/drawingml/2006/main">
              <a:ext uri="{FF2B5EF4-FFF2-40B4-BE49-F238E27FC236}">
                <a16:creationId xmlns:a16="http://schemas.microsoft.com/office/drawing/2014/main" id="{501F7423-5682-4DC9-9528-6B1DEB4D2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6486" y="4594479"/>
            <a:ext cx="2201704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1 입력 / revision / evidence</a:t>
            </a:r>
          </a:p>
        </p:txBody>
      </p:sp>
      <p:sp>
        <p:nvSpPr>
          <p:cNvPr id="442" name="dp44-comparison / n331">
            <a:extLst xmlns:a="http://schemas.openxmlformats.org/drawingml/2006/main">
              <a:ext uri="{FF2B5EF4-FFF2-40B4-BE49-F238E27FC236}">
                <a16:creationId xmlns:a16="http://schemas.microsoft.com/office/drawing/2014/main" id="{328405EA-B23E-49E4-9A9F-05DBD66E7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9700" y="2494883"/>
            <a:ext cx="780616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3" name="dp44-comparison / n332 / text 1">
            <a:extLst xmlns:a="http://schemas.openxmlformats.org/drawingml/2006/main">
              <a:ext uri="{FF2B5EF4-FFF2-40B4-BE49-F238E27FC236}">
                <a16:creationId xmlns:a16="http://schemas.microsoft.com/office/drawing/2014/main" id="{814E5BB7-3202-4CE7-ADB2-81A4D321B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2464" y="2501265"/>
            <a:ext cx="1914525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InputStarted</a:t>
            </a:r>
          </a:p>
        </p:txBody>
      </p:sp>
      <p:sp>
        <p:nvSpPr>
          <p:cNvPr id="444" name="dp44-comparison / n333">
            <a:extLst xmlns:a="http://schemas.openxmlformats.org/drawingml/2006/main">
              <a:ext uri="{FF2B5EF4-FFF2-40B4-BE49-F238E27FC236}">
                <a16:creationId xmlns:a16="http://schemas.microsoft.com/office/drawing/2014/main" id="{49499456-A5DF-469C-90E5-E96C87E33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86082" y="3637217"/>
            <a:ext cx="1717967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5" name="dp44-comparison / n334 / text 1">
            <a:extLst xmlns:a="http://schemas.openxmlformats.org/drawingml/2006/main">
              <a:ext uri="{FF2B5EF4-FFF2-40B4-BE49-F238E27FC236}">
                <a16:creationId xmlns:a16="http://schemas.microsoft.com/office/drawing/2014/main" id="{343721F8-4F7D-4D14-A554-0200D777E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8846" y="3643598"/>
            <a:ext cx="2105978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Direct 후보 → 좁은 admission</a:t>
            </a:r>
          </a:p>
        </p:txBody>
      </p:sp>
      <p:sp>
        <p:nvSpPr>
          <p:cNvPr id="446" name="dp44-comparison / n335">
            <a:extLst xmlns:a="http://schemas.openxmlformats.org/drawingml/2006/main">
              <a:ext uri="{FF2B5EF4-FFF2-40B4-BE49-F238E27FC236}">
                <a16:creationId xmlns:a16="http://schemas.microsoft.com/office/drawing/2014/main" id="{F67AD130-95C7-4443-B7F0-E9F5FEA9A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0760" y="4760405"/>
            <a:ext cx="1036651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7" name="dp44-comparison / n336 / text 1">
            <a:extLst xmlns:a="http://schemas.openxmlformats.org/drawingml/2006/main">
              <a:ext uri="{FF2B5EF4-FFF2-40B4-BE49-F238E27FC236}">
                <a16:creationId xmlns:a16="http://schemas.microsoft.com/office/drawing/2014/main" id="{F737AAB2-BC24-4A52-B5D1-AA9206640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3524" y="4766786"/>
            <a:ext cx="1531620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2 허용된 근거 조회</a:t>
            </a:r>
          </a:p>
        </p:txBody>
      </p:sp>
      <p:sp>
        <p:nvSpPr>
          <p:cNvPr id="448" name="dp44-comparison / n337">
            <a:extLst xmlns:a="http://schemas.openxmlformats.org/drawingml/2006/main">
              <a:ext uri="{FF2B5EF4-FFF2-40B4-BE49-F238E27FC236}">
                <a16:creationId xmlns:a16="http://schemas.microsoft.com/office/drawing/2014/main" id="{BD19F594-8371-4DEA-BE1E-2E6D247CC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0760" y="5411343"/>
            <a:ext cx="1872023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9" name="dp44-comparison / n338 / text 1">
            <a:extLst xmlns:a="http://schemas.openxmlformats.org/drawingml/2006/main">
              <a:ext uri="{FF2B5EF4-FFF2-40B4-BE49-F238E27FC236}">
                <a16:creationId xmlns:a16="http://schemas.microsoft.com/office/drawing/2014/main" id="{BEC85378-A413-4219-BD43-D83C67AD6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3524" y="5417725"/>
            <a:ext cx="2137886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3 입력 / 근거 / revision / 예산</a:t>
            </a:r>
          </a:p>
        </p:txBody>
      </p:sp>
      <p:sp>
        <p:nvSpPr>
          <p:cNvPr id="450" name="dp44-comparison / n339">
            <a:extLst xmlns:a="http://schemas.openxmlformats.org/drawingml/2006/main">
              <a:ext uri="{FF2B5EF4-FFF2-40B4-BE49-F238E27FC236}">
                <a16:creationId xmlns:a16="http://schemas.microsoft.com/office/drawing/2014/main" id="{5BAEF850-7265-4C57-905E-528FE0FCF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0760" y="6011228"/>
            <a:ext cx="1487969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1" name="dp44-comparison / n340 / text 1">
            <a:extLst xmlns:a="http://schemas.openxmlformats.org/drawingml/2006/main">
              <a:ext uri="{FF2B5EF4-FFF2-40B4-BE49-F238E27FC236}">
                <a16:creationId xmlns:a16="http://schemas.microsoft.com/office/drawing/2014/main" id="{F92A87AF-2B35-486C-8B1E-F951095A4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3524" y="6017609"/>
            <a:ext cx="2169795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의미 제안 / 추가 근거 요구</a:t>
            </a:r>
          </a:p>
        </p:txBody>
      </p:sp>
      <p:sp>
        <p:nvSpPr>
          <p:cNvPr id="452" name="dp44-comparison / n341">
            <a:extLst xmlns:a="http://schemas.openxmlformats.org/drawingml/2006/main">
              <a:ext uri="{FF2B5EF4-FFF2-40B4-BE49-F238E27FC236}">
                <a16:creationId xmlns:a16="http://schemas.microsoft.com/office/drawing/2014/main" id="{8E0F7D89-5958-42F4-86BF-C07825D91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64251" y="4798695"/>
            <a:ext cx="1843815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3" name="dp44-comparison / n342 / text 1">
            <a:extLst xmlns:a="http://schemas.openxmlformats.org/drawingml/2006/main">
              <a:ext uri="{FF2B5EF4-FFF2-40B4-BE49-F238E27FC236}">
                <a16:creationId xmlns:a16="http://schemas.microsoft.com/office/drawing/2014/main" id="{D727414E-5160-40F1-9CBE-67C348E5F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77015" y="4805077"/>
            <a:ext cx="2157032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4 채택 의미 / hold / admission</a:t>
            </a:r>
          </a:p>
        </p:txBody>
      </p:sp>
      <p:sp>
        <p:nvSpPr>
          <p:cNvPr id="454" name="dp44-comparison / n343">
            <a:extLst xmlns:a="http://schemas.openxmlformats.org/drawingml/2006/main">
              <a:ext uri="{FF2B5EF4-FFF2-40B4-BE49-F238E27FC236}">
                <a16:creationId xmlns:a16="http://schemas.microsoft.com/office/drawing/2014/main" id="{B93A5565-1548-4701-9EFE-7AC1CFD5A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96045" y="5404961"/>
            <a:ext cx="1368630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5" name="dp44-comparison / n344 / text 1">
            <a:extLst xmlns:a="http://schemas.openxmlformats.org/drawingml/2006/main">
              <a:ext uri="{FF2B5EF4-FFF2-40B4-BE49-F238E27FC236}">
                <a16:creationId xmlns:a16="http://schemas.microsoft.com/office/drawing/2014/main" id="{77072AED-0A88-4343-B77D-E765F6689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08808" y="5411343"/>
            <a:ext cx="1531620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명령 / hold / 반환 사건</a:t>
            </a:r>
          </a:p>
        </p:txBody>
      </p:sp>
      <p:sp>
        <p:nvSpPr>
          <p:cNvPr id="456" name="dp44-comparison / n345">
            <a:extLst xmlns:a="http://schemas.openxmlformats.org/drawingml/2006/main">
              <a:ext uri="{FF2B5EF4-FFF2-40B4-BE49-F238E27FC236}">
                <a16:creationId xmlns:a16="http://schemas.microsoft.com/office/drawing/2014/main" id="{1A21CCD0-ECFB-4430-AFFE-39C7893D8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47099" y="5960174"/>
            <a:ext cx="1455039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7" name="dp44-comparison / n346 / text 1">
            <a:extLst xmlns:a="http://schemas.openxmlformats.org/drawingml/2006/main">
              <a:ext uri="{FF2B5EF4-FFF2-40B4-BE49-F238E27FC236}">
                <a16:creationId xmlns:a16="http://schemas.microsoft.com/office/drawing/2014/main" id="{25C8B944-0834-485B-BE87-985F806ED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59862" y="5966555"/>
            <a:ext cx="1455039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전송 / 외부 접수 / 질문 / 결과</a:t>
            </a:r>
          </a:p>
        </p:txBody>
      </p:sp>
      <p:sp>
        <p:nvSpPr>
          <p:cNvPr id="458" name="dp44-comparison / n347">
            <a:extLst xmlns:a="http://schemas.openxmlformats.org/drawingml/2006/main">
              <a:ext uri="{FF2B5EF4-FFF2-40B4-BE49-F238E27FC236}">
                <a16:creationId xmlns:a16="http://schemas.microsoft.com/office/drawing/2014/main" id="{F69568A9-1837-48C7-BE2F-8FF441D9D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55704" y="4620006"/>
            <a:ext cx="1631175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9" name="dp44-comparison / n348 / text 1">
            <a:extLst xmlns:a="http://schemas.openxmlformats.org/drawingml/2006/main">
              <a:ext uri="{FF2B5EF4-FFF2-40B4-BE49-F238E27FC236}">
                <a16:creationId xmlns:a16="http://schemas.microsoft.com/office/drawing/2014/main" id="{735C68F4-B803-423F-B2F2-28C37A984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68467" y="4626388"/>
            <a:ext cx="1965579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Q1: 확인 / 저장 후 대화 연결</a:t>
            </a:r>
          </a:p>
        </p:txBody>
      </p:sp>
      <p:sp>
        <p:nvSpPr>
          <p:cNvPr id="460" name="dp44-comparison / n349">
            <a:extLst xmlns:a="http://schemas.openxmlformats.org/drawingml/2006/main">
              <a:ext uri="{FF2B5EF4-FFF2-40B4-BE49-F238E27FC236}">
                <a16:creationId xmlns:a16="http://schemas.microsoft.com/office/drawing/2014/main" id="{721B53FC-3B3D-4292-872F-E82110E7B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66879" y="6725984"/>
            <a:ext cx="1787401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1" name="dp44-comparison / n350 / text 1">
            <a:extLst xmlns:a="http://schemas.openxmlformats.org/drawingml/2006/main">
              <a:ext uri="{FF2B5EF4-FFF2-40B4-BE49-F238E27FC236}">
                <a16:creationId xmlns:a16="http://schemas.microsoft.com/office/drawing/2014/main" id="{637BE695-EF31-4220-84B0-C28C0B712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79643" y="6732365"/>
            <a:ext cx="2201704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7 release / P2 / Q1 identity</a:t>
            </a:r>
          </a:p>
        </p:txBody>
      </p:sp>
      <p:sp>
        <p:nvSpPr>
          <p:cNvPr id="462" name="dp44-comparison / n351">
            <a:extLst xmlns:a="http://schemas.openxmlformats.org/drawingml/2006/main">
              <a:ext uri="{FF2B5EF4-FFF2-40B4-BE49-F238E27FC236}">
                <a16:creationId xmlns:a16="http://schemas.microsoft.com/office/drawing/2014/main" id="{F5D267D0-E58C-4989-B575-D5413B0DE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5233" y="6764274"/>
            <a:ext cx="2375415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3" name="dp44-comparison / n352 / text 1">
            <a:extLst xmlns:a="http://schemas.openxmlformats.org/drawingml/2006/main">
              <a:ext uri="{FF2B5EF4-FFF2-40B4-BE49-F238E27FC236}">
                <a16:creationId xmlns:a16="http://schemas.microsoft.com/office/drawing/2014/main" id="{4F437E0F-749A-45B0-A6BC-10BC821DD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997" y="6770656"/>
            <a:ext cx="3829050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실제 전달 / 중단 receipt / actual range</a:t>
            </a:r>
          </a:p>
        </p:txBody>
      </p:sp>
      <p:sp>
        <p:nvSpPr>
          <p:cNvPr id="464" name="dp44-comparison / n353">
            <a:extLst xmlns:a="http://schemas.openxmlformats.org/drawingml/2006/main">
              <a:ext uri="{FF2B5EF4-FFF2-40B4-BE49-F238E27FC236}">
                <a16:creationId xmlns:a16="http://schemas.microsoft.com/office/drawing/2014/main" id="{03F5BD62-9880-451F-826F-E44114A95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17644" y="6585585"/>
            <a:ext cx="802314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5" name="dp44-comparison / n354 / text 1">
            <a:extLst xmlns:a="http://schemas.openxmlformats.org/drawingml/2006/main">
              <a:ext uri="{FF2B5EF4-FFF2-40B4-BE49-F238E27FC236}">
                <a16:creationId xmlns:a16="http://schemas.microsoft.com/office/drawing/2014/main" id="{66CB558A-FFC7-4C86-AF90-9BEBDBD1B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30408" y="6591967"/>
            <a:ext cx="1359313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전달 기록 갱신</a:t>
            </a:r>
          </a:p>
        </p:txBody>
      </p:sp>
      <p:sp>
        <p:nvSpPr>
          <p:cNvPr id="466" name="dp44-comparison / n355">
            <a:extLst xmlns:a="http://schemas.openxmlformats.org/drawingml/2006/main">
              <a:ext uri="{FF2B5EF4-FFF2-40B4-BE49-F238E27FC236}">
                <a16:creationId xmlns:a16="http://schemas.microsoft.com/office/drawing/2014/main" id="{90A1261B-AB96-48F6-A2BA-FB13A0B00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28531" y="4862513"/>
            <a:ext cx="1540044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7" name="dp44-comparison / n356 / text 1">
            <a:extLst xmlns:a="http://schemas.openxmlformats.org/drawingml/2006/main">
              <a:ext uri="{FF2B5EF4-FFF2-40B4-BE49-F238E27FC236}">
                <a16:creationId xmlns:a16="http://schemas.microsoft.com/office/drawing/2014/main" id="{62DE4FFC-63C5-43C6-B3D2-F4A4D893C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1294" y="4868894"/>
            <a:ext cx="2201704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8 확인된 제시 → 질문 focus</a:t>
            </a:r>
          </a:p>
        </p:txBody>
      </p:sp>
      <p:sp>
        <p:nvSpPr>
          <p:cNvPr id="468" name="dp44-comparison / n357">
            <a:extLst xmlns:a="http://schemas.openxmlformats.org/drawingml/2006/main">
              <a:ext uri="{FF2B5EF4-FFF2-40B4-BE49-F238E27FC236}">
                <a16:creationId xmlns:a16="http://schemas.microsoft.com/office/drawing/2014/main" id="{0B08365A-6DE3-4BD7-B116-9D948A0DB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70633" y="3586163"/>
            <a:ext cx="1312215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9" name="dp44-comparison / n358 / text 1">
            <a:extLst xmlns:a="http://schemas.openxmlformats.org/drawingml/2006/main">
              <a:ext uri="{FF2B5EF4-FFF2-40B4-BE49-F238E27FC236}">
                <a16:creationId xmlns:a16="http://schemas.microsoft.com/office/drawing/2014/main" id="{06E99494-D170-4828-886D-9DF3DB761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83397" y="3592544"/>
            <a:ext cx="1978343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입력 / job / revision</a:t>
            </a:r>
          </a:p>
        </p:txBody>
      </p:sp>
      <p:sp>
        <p:nvSpPr>
          <p:cNvPr id="470" name="dp44-comparison / n359">
            <a:extLst xmlns:a="http://schemas.openxmlformats.org/drawingml/2006/main">
              <a:ext uri="{FF2B5EF4-FFF2-40B4-BE49-F238E27FC236}">
                <a16:creationId xmlns:a16="http://schemas.microsoft.com/office/drawing/2014/main" id="{A3C26F94-2199-48E8-9E42-F0FD9AE72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70633" y="4288155"/>
            <a:ext cx="1242782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1" name="dp44-comparison / n360 / text 1">
            <a:extLst xmlns:a="http://schemas.openxmlformats.org/drawingml/2006/main">
              <a:ext uri="{FF2B5EF4-FFF2-40B4-BE49-F238E27FC236}">
                <a16:creationId xmlns:a16="http://schemas.microsoft.com/office/drawing/2014/main" id="{DE3AE2DF-AA8C-47BB-8416-19C776105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83397" y="4294537"/>
            <a:ext cx="1914525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Q1 참조 / 준비 / 대기</a:t>
            </a:r>
          </a:p>
        </p:txBody>
      </p:sp>
      <p:sp>
        <p:nvSpPr>
          <p:cNvPr id="472" name="dp44-comparison / n361">
            <a:extLst xmlns:a="http://schemas.openxmlformats.org/drawingml/2006/main">
              <a:ext uri="{FF2B5EF4-FFF2-40B4-BE49-F238E27FC236}">
                <a16:creationId xmlns:a16="http://schemas.microsoft.com/office/drawing/2014/main" id="{B46B70D5-C633-47D5-88A9-4E24978D4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09386" y="4683824"/>
            <a:ext cx="1774382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3" name="dp44-comparison / n362 / text 1">
            <a:extLst xmlns:a="http://schemas.openxmlformats.org/drawingml/2006/main">
              <a:ext uri="{FF2B5EF4-FFF2-40B4-BE49-F238E27FC236}">
                <a16:creationId xmlns:a16="http://schemas.microsoft.com/office/drawing/2014/main" id="{1DF4618F-9B62-43A2-9A51-DBE4A8307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22149" y="4690205"/>
            <a:ext cx="2010251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5 채택 의미 / 허용 Notice 소비</a:t>
            </a:r>
          </a:p>
        </p:txBody>
      </p:sp>
      <p:sp>
        <p:nvSpPr>
          <p:cNvPr id="474" name="dp44-comparison / n363">
            <a:extLst xmlns:a="http://schemas.openxmlformats.org/drawingml/2006/main">
              <a:ext uri="{FF2B5EF4-FFF2-40B4-BE49-F238E27FC236}">
                <a16:creationId xmlns:a16="http://schemas.microsoft.com/office/drawing/2014/main" id="{DF40DEB3-8B2A-4ACA-9572-7C595189F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62317" y="5226272"/>
            <a:ext cx="808823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5" name="dp44-comparison / n364 / text 1">
            <a:extLst xmlns:a="http://schemas.openxmlformats.org/drawingml/2006/main">
              <a:ext uri="{FF2B5EF4-FFF2-40B4-BE49-F238E27FC236}">
                <a16:creationId xmlns:a16="http://schemas.microsoft.com/office/drawing/2014/main" id="{3206069A-3B6B-46E1-8069-59A87B97B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75080" y="5232654"/>
            <a:ext cx="1435894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후보 / Direct</a:t>
            </a:r>
          </a:p>
        </p:txBody>
      </p:sp>
      <p:sp>
        <p:nvSpPr>
          <p:cNvPr id="476" name="dp44-comparison / n365">
            <a:extLst xmlns:a="http://schemas.openxmlformats.org/drawingml/2006/main">
              <a:ext uri="{FF2B5EF4-FFF2-40B4-BE49-F238E27FC236}">
                <a16:creationId xmlns:a16="http://schemas.microsoft.com/office/drawing/2014/main" id="{5B362C7B-1CFF-46A7-8869-B50306956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90240" y="6023991"/>
            <a:ext cx="1435894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7" name="dp44-comparison / n366 / text 1">
            <a:extLst xmlns:a="http://schemas.openxmlformats.org/drawingml/2006/main">
              <a:ext uri="{FF2B5EF4-FFF2-40B4-BE49-F238E27FC236}">
                <a16:creationId xmlns:a16="http://schemas.microsoft.com/office/drawing/2014/main" id="{0A4E0618-CDA5-4174-B393-B11AFD6B1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03004" y="6030373"/>
            <a:ext cx="1435894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6 조건 충족 / 대기 / 폐기</a:t>
            </a:r>
          </a:p>
        </p:txBody>
      </p:sp>
      <p:sp>
        <p:nvSpPr>
          <p:cNvPr id="478" name="dp44-comparison / n367">
            <a:extLst xmlns:a="http://schemas.openxmlformats.org/drawingml/2006/main">
              <a:ext uri="{FF2B5EF4-FFF2-40B4-BE49-F238E27FC236}">
                <a16:creationId xmlns:a16="http://schemas.microsoft.com/office/drawing/2014/main" id="{A1F1985C-6277-4A70-8655-EDC09E05F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49438" y="4454081"/>
            <a:ext cx="1700609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9" name="dp44-comparison / n368 / text 1">
            <a:extLst xmlns:a="http://schemas.openxmlformats.org/drawingml/2006/main">
              <a:ext uri="{FF2B5EF4-FFF2-40B4-BE49-F238E27FC236}">
                <a16:creationId xmlns:a16="http://schemas.microsoft.com/office/drawing/2014/main" id="{CB39D699-C3CE-4B70-9C04-982B5F672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62201" y="4460462"/>
            <a:ext cx="2488883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credit / cancel: 처리량 조절</a:t>
            </a:r>
          </a:p>
        </p:txBody>
      </p:sp>
    </p:spTree>
    <p:extLst>
      <p:ext uri="{BB962C8B-B14F-4D97-AF65-F5344CB8AC3E}">
        <p14:creationId xmlns:p14="http://schemas.microsoft.com/office/powerpoint/2010/main" val="4288606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6" name="dp45-background / n1">
            <a:extLst xmlns:a="http://schemas.openxmlformats.org/drawingml/2006/main">
              <a:ext uri="{FF2B5EF4-FFF2-40B4-BE49-F238E27FC236}">
                <a16:creationId xmlns:a16="http://schemas.microsoft.com/office/drawing/2014/main" id="{2FF860B7-B093-4746-9986-417DB3F88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5-background / n2 / text 1">
            <a:extLst xmlns:a="http://schemas.openxmlformats.org/drawingml/2006/main">
              <a:ext uri="{FF2B5EF4-FFF2-40B4-BE49-F238E27FC236}">
                <a16:creationId xmlns:a16="http://schemas.microsoft.com/office/drawing/2014/main" id="{F81E66E2-37E8-4199-8895-20ED56109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11906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배경</a:t>
            </a:r>
          </a:p>
        </p:txBody>
      </p:sp>
      <p:sp>
        <p:nvSpPr>
          <p:cNvPr id="3" name="dp45-background / n3 / text 1">
            <a:extLst xmlns:a="http://schemas.openxmlformats.org/drawingml/2006/main">
              <a:ext uri="{FF2B5EF4-FFF2-40B4-BE49-F238E27FC236}">
                <a16:creationId xmlns:a16="http://schemas.microsoft.com/office/drawing/2014/main" id="{2DDBF2F2-3793-4DF0-9A8D-3C7531539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11400" y="238125"/>
            <a:ext cx="2667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04-45</a:t>
            </a:r>
          </a:p>
        </p:txBody>
      </p:sp>
      <p:sp>
        <p:nvSpPr>
          <p:cNvPr id="4" name="dp45-background / n4 / text 1">
            <a:extLst xmlns:a="http://schemas.openxmlformats.org/drawingml/2006/main">
              <a:ext uri="{FF2B5EF4-FFF2-40B4-BE49-F238E27FC236}">
                <a16:creationId xmlns:a16="http://schemas.microsoft.com/office/drawing/2014/main" id="{A8E77880-B172-4318-9BDD-4F7C7020C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695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04-45. 기능 정확성을 위한 VIA 기억과 Context 제공 설계</a:t>
            </a:r>
          </a:p>
        </p:txBody>
      </p:sp>
      <p:sp>
        <p:nvSpPr>
          <p:cNvPr id="5" name="dp45-background / n5 / path">
            <a:extLst xmlns:a="http://schemas.openxmlformats.org/drawingml/2006/main">
              <a:ext uri="{FF2B5EF4-FFF2-40B4-BE49-F238E27FC236}">
                <a16:creationId xmlns:a16="http://schemas.microsoft.com/office/drawing/2014/main" id="{62958FFF-DA5B-4284-B034-AA619266D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17068800" cy="953"/>
          </a:xfrm>
          <a:custGeom xmlns:a="http://schemas.openxmlformats.org/drawingml/2006/main">
            <a:pathLst>
              <a:path w="17068800" h="953">
                <a:moveTo>
                  <a:pt x="0" y="0"/>
                </a:moveTo>
                <a:lnTo>
                  <a:pt x="17068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5-background / n6">
            <a:extLst xmlns:a="http://schemas.openxmlformats.org/drawingml/2006/main">
              <a:ext uri="{FF2B5EF4-FFF2-40B4-BE49-F238E27FC236}">
                <a16:creationId xmlns:a16="http://schemas.microsoft.com/office/drawing/2014/main" id="{0A362CA7-27D6-4A3C-8749-D5EE71B80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7068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dp45-background / n7 / text 1">
            <a:extLst xmlns:a="http://schemas.openxmlformats.org/drawingml/2006/main">
              <a:ext uri="{FF2B5EF4-FFF2-40B4-BE49-F238E27FC236}">
                <a16:creationId xmlns:a16="http://schemas.microsoft.com/office/drawing/2014/main" id="{36907FD4-7343-4F11-9FFC-B422F5EB9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71625"/>
            <a:ext cx="16725900" cy="4972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과거 정정의 누락과 유효하지 않은 결과 재사용 위험</a:t>
            </a:r>
          </a:p>
        </p:txBody>
      </p:sp>
      <p:sp>
        <p:nvSpPr>
          <p:cNvPr id="8" name="dp45-background / n8 / path">
            <a:extLst xmlns:a="http://schemas.openxmlformats.org/drawingml/2006/main">
              <a:ext uri="{FF2B5EF4-FFF2-40B4-BE49-F238E27FC236}">
                <a16:creationId xmlns:a16="http://schemas.microsoft.com/office/drawing/2014/main" id="{28C1D16E-3686-4BE7-9318-2F78BAAC4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3825" y="2686050"/>
            <a:ext cx="953" cy="5495925"/>
          </a:xfrm>
          <a:custGeom xmlns:a="http://schemas.openxmlformats.org/drawingml/2006/main">
            <a:pathLst>
              <a:path w="953" h="5495925">
                <a:moveTo>
                  <a:pt x="0" y="0"/>
                </a:moveTo>
                <a:lnTo>
                  <a:pt x="0" y="54959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9" name="dp45-background / n9 / text 1">
            <a:extLst xmlns:a="http://schemas.openxmlformats.org/drawingml/2006/main">
              <a:ext uri="{FF2B5EF4-FFF2-40B4-BE49-F238E27FC236}">
                <a16:creationId xmlns:a16="http://schemas.microsoft.com/office/drawing/2014/main" id="{E07F2BF4-F853-44E5-A574-251CB0B7F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695575"/>
            <a:ext cx="567690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설계 고려 사항</a:t>
            </a:r>
          </a:p>
        </p:txBody>
      </p:sp>
      <p:sp>
        <p:nvSpPr>
          <p:cNvPr id="10" name="dp45-background / n10 / path">
            <a:extLst xmlns:a="http://schemas.openxmlformats.org/drawingml/2006/main">
              <a:ext uri="{FF2B5EF4-FFF2-40B4-BE49-F238E27FC236}">
                <a16:creationId xmlns:a16="http://schemas.microsoft.com/office/drawing/2014/main" id="{B230C032-4A4E-4CF5-8A7A-2770BC73E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458200"/>
            <a:ext cx="17068800" cy="953"/>
          </a:xfrm>
          <a:custGeom xmlns:a="http://schemas.openxmlformats.org/drawingml/2006/main">
            <a:pathLst>
              <a:path w="17068800" h="953">
                <a:moveTo>
                  <a:pt x="0" y="0"/>
                </a:moveTo>
                <a:lnTo>
                  <a:pt x="17068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11" name="dp45-background / n11 / text 1">
            <a:extLst xmlns:a="http://schemas.openxmlformats.org/drawingml/2006/main">
              <a:ext uri="{FF2B5EF4-FFF2-40B4-BE49-F238E27FC236}">
                <a16:creationId xmlns:a16="http://schemas.microsoft.com/office/drawing/2014/main" id="{C4972A74-D239-4DD8-8FC9-52AABFF9E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810625"/>
            <a:ext cx="1571625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설계 과제</a:t>
            </a:r>
          </a:p>
        </p:txBody>
      </p:sp>
      <p:sp>
        <p:nvSpPr>
          <p:cNvPr id="12" name="dp45-background / n12 / text 1">
            <a:extLst xmlns:a="http://schemas.openxmlformats.org/drawingml/2006/main">
              <a:ext uri="{FF2B5EF4-FFF2-40B4-BE49-F238E27FC236}">
                <a16:creationId xmlns:a16="http://schemas.microsoft.com/office/drawing/2014/main" id="{3EC0616B-3F2D-44EE-A72A-FDF497D10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8763000"/>
            <a:ext cx="15392400" cy="4281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과거 기록을 연결한 Context의 생산, 조회와 갱신 책임 설계</a:t>
            </a:r>
          </a:p>
        </p:txBody>
      </p:sp>
      <p:sp>
        <p:nvSpPr>
          <p:cNvPr id="13" name="dp45-background / n13 / text 1">
            <a:extLst xmlns:a="http://schemas.openxmlformats.org/drawingml/2006/main">
              <a:ext uri="{FF2B5EF4-FFF2-40B4-BE49-F238E27FC236}">
                <a16:creationId xmlns:a16="http://schemas.microsoft.com/office/drawing/2014/main" id="{DFD76979-18D0-4EDC-AB23-DC9A3F35C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9277350"/>
            <a:ext cx="153924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과거 정보 참조 / 장기 User Memory 등록은 별도 사용자 지시</a:t>
            </a:r>
          </a:p>
        </p:txBody>
      </p:sp>
      <p:sp>
        <p:nvSpPr>
          <p:cNvPr id="14" name="dp45-background / n14 / text 1">
            <a:extLst xmlns:a="http://schemas.openxmlformats.org/drawingml/2006/main">
              <a:ext uri="{FF2B5EF4-FFF2-40B4-BE49-F238E27FC236}">
                <a16:creationId xmlns:a16="http://schemas.microsoft.com/office/drawing/2014/main" id="{2B364901-F054-469B-A2CC-AE23E38F5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858375"/>
            <a:ext cx="120015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품질 관점: 기능 정확성 / 반응성 / 자원 활용성</a:t>
            </a:r>
          </a:p>
        </p:txBody>
      </p:sp>
      <p:sp>
        <p:nvSpPr>
          <p:cNvPr id="15" name="dp45-background / n15 / text 1">
            <a:extLst xmlns:a="http://schemas.openxmlformats.org/drawingml/2006/main">
              <a:ext uri="{FF2B5EF4-FFF2-40B4-BE49-F238E27FC236}">
                <a16:creationId xmlns:a16="http://schemas.microsoft.com/office/drawing/2014/main" id="{13D79F7E-5F6E-4259-A5A7-687B98259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9858375"/>
            <a:ext cx="45720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후보 / 미선정 / 미측정</a:t>
            </a:r>
          </a:p>
        </p:txBody>
      </p:sp>
      <p:sp>
        <p:nvSpPr>
          <p:cNvPr id="16" name="dp45-background / n16 / text 1">
            <a:extLst xmlns:a="http://schemas.openxmlformats.org/drawingml/2006/main">
              <a:ext uri="{FF2B5EF4-FFF2-40B4-BE49-F238E27FC236}">
                <a16:creationId xmlns:a16="http://schemas.microsoft.com/office/drawing/2014/main" id="{6CF221CD-93F5-4ECD-AFCA-2E940522F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05075"/>
            <a:ext cx="1057275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지난번 / 서로 연결해야 할 세 종류의 기록</a:t>
            </a:r>
          </a:p>
        </p:txBody>
      </p:sp>
      <p:sp>
        <p:nvSpPr>
          <p:cNvPr id="17" name="dp45-background / n17">
            <a:extLst xmlns:a="http://schemas.openxmlformats.org/drawingml/2006/main">
              <a:ext uri="{FF2B5EF4-FFF2-40B4-BE49-F238E27FC236}">
                <a16:creationId xmlns:a16="http://schemas.microsoft.com/office/drawing/2014/main" id="{01843ECC-C238-45E3-AA8A-1BB135898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33725"/>
            <a:ext cx="3333750" cy="2733675"/>
          </a:xfrm>
          <a:custGeom xmlns:a="http://schemas.openxmlformats.org/drawingml/2006/main">
            <a:pathLst>
              <a:path w="3333750" h="2733675">
                <a:moveTo>
                  <a:pt x="0" y="0"/>
                </a:moveTo>
                <a:lnTo>
                  <a:pt x="3162300" y="0"/>
                </a:lnTo>
                <a:lnTo>
                  <a:pt x="3333750" y="171450"/>
                </a:lnTo>
                <a:lnTo>
                  <a:pt x="3333750" y="2733675"/>
                </a:lnTo>
                <a:lnTo>
                  <a:pt x="0" y="2733675"/>
                </a:lnTo>
                <a:close/>
              </a:path>
            </a:pathLst>
          </a:custGeom>
          <a:solidFill xmlns:a="http://schemas.openxmlformats.org/drawingml/2006/main">
            <a:srgbClr val="F4F6F8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8" name="dp45-background / n17 / fold">
            <a:extLst xmlns:a="http://schemas.openxmlformats.org/drawingml/2006/main">
              <a:ext uri="{FF2B5EF4-FFF2-40B4-BE49-F238E27FC236}">
                <a16:creationId xmlns:a16="http://schemas.microsoft.com/office/drawing/2014/main" id="{32AFB2D4-4F5B-4111-9CC4-641BE1604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133725"/>
            <a:ext cx="171450" cy="171450"/>
          </a:xfrm>
          <a:custGeom xmlns:a="http://schemas.openxmlformats.org/drawingml/2006/main">
            <a:pathLst>
              <a:path w="171450" h="171450">
                <a:moveTo>
                  <a:pt x="0" y="0"/>
                </a:moveTo>
                <a:lnTo>
                  <a:pt x="0" y="171450"/>
                </a:lnTo>
                <a:lnTo>
                  <a:pt x="171450" y="17145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9" name="dp45-background / n18">
            <a:extLst xmlns:a="http://schemas.openxmlformats.org/drawingml/2006/main">
              <a:ext uri="{FF2B5EF4-FFF2-40B4-BE49-F238E27FC236}">
                <a16:creationId xmlns:a16="http://schemas.microsoft.com/office/drawing/2014/main" id="{13C2657C-3499-412D-876D-0444DC00A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133725"/>
            <a:ext cx="3333750" cy="2733675"/>
          </a:xfrm>
          <a:custGeom xmlns:a="http://schemas.openxmlformats.org/drawingml/2006/main">
            <a:pathLst>
              <a:path w="3333750" h="2733675">
                <a:moveTo>
                  <a:pt x="0" y="0"/>
                </a:moveTo>
                <a:lnTo>
                  <a:pt x="3162300" y="0"/>
                </a:lnTo>
                <a:lnTo>
                  <a:pt x="3333750" y="171450"/>
                </a:lnTo>
                <a:lnTo>
                  <a:pt x="3333750" y="2733675"/>
                </a:lnTo>
                <a:lnTo>
                  <a:pt x="0" y="2733675"/>
                </a:lnTo>
                <a:close/>
              </a:path>
            </a:pathLst>
          </a:custGeom>
          <a:solidFill xmlns:a="http://schemas.openxmlformats.org/drawingml/2006/main">
            <a:srgbClr val="F4F6F8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20" name="dp45-background / n18 / fold">
            <a:extLst xmlns:a="http://schemas.openxmlformats.org/drawingml/2006/main">
              <a:ext uri="{FF2B5EF4-FFF2-40B4-BE49-F238E27FC236}">
                <a16:creationId xmlns:a16="http://schemas.microsoft.com/office/drawing/2014/main" id="{D8B1FD3A-F490-4A6B-AA88-29307048B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133725"/>
            <a:ext cx="171450" cy="171450"/>
          </a:xfrm>
          <a:custGeom xmlns:a="http://schemas.openxmlformats.org/drawingml/2006/main">
            <a:pathLst>
              <a:path w="171450" h="171450">
                <a:moveTo>
                  <a:pt x="0" y="0"/>
                </a:moveTo>
                <a:lnTo>
                  <a:pt x="0" y="171450"/>
                </a:lnTo>
                <a:lnTo>
                  <a:pt x="171450" y="17145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21" name="dp45-background / n19">
            <a:extLst xmlns:a="http://schemas.openxmlformats.org/drawingml/2006/main">
              <a:ext uri="{FF2B5EF4-FFF2-40B4-BE49-F238E27FC236}">
                <a16:creationId xmlns:a16="http://schemas.microsoft.com/office/drawing/2014/main" id="{DBAB633C-6264-4A2F-8BFF-D60C0F823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133725"/>
            <a:ext cx="3333750" cy="2733675"/>
          </a:xfrm>
          <a:custGeom xmlns:a="http://schemas.openxmlformats.org/drawingml/2006/main">
            <a:pathLst>
              <a:path w="3333750" h="2733675">
                <a:moveTo>
                  <a:pt x="0" y="0"/>
                </a:moveTo>
                <a:lnTo>
                  <a:pt x="3162300" y="0"/>
                </a:lnTo>
                <a:lnTo>
                  <a:pt x="3333750" y="171450"/>
                </a:lnTo>
                <a:lnTo>
                  <a:pt x="3333750" y="2733675"/>
                </a:lnTo>
                <a:lnTo>
                  <a:pt x="0" y="2733675"/>
                </a:lnTo>
                <a:close/>
              </a:path>
            </a:pathLst>
          </a:custGeom>
          <a:solidFill xmlns:a="http://schemas.openxmlformats.org/drawingml/2006/main">
            <a:srgbClr val="F4F6F8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22" name="dp45-background / n19 / fold">
            <a:extLst xmlns:a="http://schemas.openxmlformats.org/drawingml/2006/main">
              <a:ext uri="{FF2B5EF4-FFF2-40B4-BE49-F238E27FC236}">
                <a16:creationId xmlns:a16="http://schemas.microsoft.com/office/drawing/2014/main" id="{8EE558DF-8134-4D2B-9A85-AF44A132D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3133725"/>
            <a:ext cx="171450" cy="171450"/>
          </a:xfrm>
          <a:custGeom xmlns:a="http://schemas.openxmlformats.org/drawingml/2006/main">
            <a:pathLst>
              <a:path w="171450" h="171450">
                <a:moveTo>
                  <a:pt x="0" y="0"/>
                </a:moveTo>
                <a:lnTo>
                  <a:pt x="0" y="171450"/>
                </a:lnTo>
                <a:lnTo>
                  <a:pt x="171450" y="17145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23" name="dp45-background / n20 / text 1">
            <a:extLst xmlns:a="http://schemas.openxmlformats.org/drawingml/2006/main">
              <a:ext uri="{FF2B5EF4-FFF2-40B4-BE49-F238E27FC236}">
                <a16:creationId xmlns:a16="http://schemas.microsoft.com/office/drawing/2014/main" id="{CF8A26E0-36B4-4AFA-B002-F46C0A2E1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05175"/>
            <a:ext cx="295275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정정 Request</a:t>
            </a:r>
          </a:p>
        </p:txBody>
      </p:sp>
      <p:sp>
        <p:nvSpPr>
          <p:cNvPr id="24" name="dp45-background / n21 / text 1">
            <a:extLst xmlns:a="http://schemas.openxmlformats.org/drawingml/2006/main">
              <a:ext uri="{FF2B5EF4-FFF2-40B4-BE49-F238E27FC236}">
                <a16:creationId xmlns:a16="http://schemas.microsoft.com/office/drawing/2014/main" id="{38E5FAE1-8FB8-472E-84CA-89236F12F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86200"/>
            <a:ext cx="2952750" cy="4005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“결론 먼저,</a:t>
            </a:r>
          </a:p>
        </p:txBody>
      </p:sp>
      <p:sp>
        <p:nvSpPr>
          <p:cNvPr id="25" name="dp45-background / n21 / text 2">
            <a:extLst xmlns:a="http://schemas.openxmlformats.org/drawingml/2006/main">
              <a:ext uri="{FF2B5EF4-FFF2-40B4-BE49-F238E27FC236}">
                <a16:creationId xmlns:a16="http://schemas.microsoft.com/office/drawing/2014/main" id="{8E90F678-E9A7-4227-9723-204033464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38625"/>
            <a:ext cx="2952750" cy="4005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짧은 문장으로</a:t>
            </a:r>
          </a:p>
        </p:txBody>
      </p:sp>
      <p:sp>
        <p:nvSpPr>
          <p:cNvPr id="26" name="dp45-background / n21 / text 3">
            <a:extLst xmlns:a="http://schemas.openxmlformats.org/drawingml/2006/main">
              <a:ext uri="{FF2B5EF4-FFF2-40B4-BE49-F238E27FC236}">
                <a16:creationId xmlns:a16="http://schemas.microsoft.com/office/drawing/2014/main" id="{82692EC3-8436-45E5-8FAB-1A931CE06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91050"/>
            <a:ext cx="2952750" cy="4005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바꿔줘.”</a:t>
            </a:r>
          </a:p>
        </p:txBody>
      </p:sp>
      <p:sp>
        <p:nvSpPr>
          <p:cNvPr id="27" name="dp45-background / n22 / text 1">
            <a:extLst xmlns:a="http://schemas.openxmlformats.org/drawingml/2006/main">
              <a:ext uri="{FF2B5EF4-FFF2-40B4-BE49-F238E27FC236}">
                <a16:creationId xmlns:a16="http://schemas.microsoft.com/office/drawing/2014/main" id="{6AA14CD4-050E-4C2D-BA5F-5B32C815A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448300"/>
            <a:ext cx="29527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사용자가 고친 내용</a:t>
            </a:r>
          </a:p>
        </p:txBody>
      </p:sp>
      <p:sp>
        <p:nvSpPr>
          <p:cNvPr id="28" name="dp45-background / n23 / text 1">
            <a:extLst xmlns:a="http://schemas.openxmlformats.org/drawingml/2006/main">
              <a:ext uri="{FF2B5EF4-FFF2-40B4-BE49-F238E27FC236}">
                <a16:creationId xmlns:a16="http://schemas.microsoft.com/office/drawing/2014/main" id="{E2DFDB3E-7958-4F4C-BFA9-0CAB96BA9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305175"/>
            <a:ext cx="295275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수정 전후 결과</a:t>
            </a:r>
          </a:p>
        </p:txBody>
      </p:sp>
      <p:sp>
        <p:nvSpPr>
          <p:cNvPr id="29" name="dp45-background / n24 / text 1">
            <a:extLst xmlns:a="http://schemas.openxmlformats.org/drawingml/2006/main">
              <a:ext uri="{FF2B5EF4-FFF2-40B4-BE49-F238E27FC236}">
                <a16:creationId xmlns:a16="http://schemas.microsoft.com/office/drawing/2014/main" id="{B377D498-F595-4225-BCC8-BC312336E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838575"/>
            <a:ext cx="29527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수정 전</a:t>
            </a:r>
          </a:p>
        </p:txBody>
      </p:sp>
      <p:sp>
        <p:nvSpPr>
          <p:cNvPr id="30" name="dp45-background / n25 / text 1">
            <a:extLst xmlns:a="http://schemas.openxmlformats.org/drawingml/2006/main">
              <a:ext uri="{FF2B5EF4-FFF2-40B4-BE49-F238E27FC236}">
                <a16:creationId xmlns:a16="http://schemas.microsoft.com/office/drawing/2014/main" id="{5A85E3C4-C3DF-4638-A174-85D1603EA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162425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배경 설명 … 결론</a:t>
            </a:r>
          </a:p>
        </p:txBody>
      </p:sp>
      <p:sp>
        <p:nvSpPr>
          <p:cNvPr id="31" name="dp45-background / n26 / path">
            <a:extLst xmlns:a="http://schemas.openxmlformats.org/drawingml/2006/main">
              <a:ext uri="{FF2B5EF4-FFF2-40B4-BE49-F238E27FC236}">
                <a16:creationId xmlns:a16="http://schemas.microsoft.com/office/drawing/2014/main" id="{E1450662-CC6C-4BA1-9E6A-D6A268D00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581525"/>
            <a:ext cx="2952750" cy="953"/>
          </a:xfrm>
          <a:custGeom xmlns:a="http://schemas.openxmlformats.org/drawingml/2006/main">
            <a:pathLst>
              <a:path w="2952750" h="953">
                <a:moveTo>
                  <a:pt x="0" y="0"/>
                </a:moveTo>
                <a:lnTo>
                  <a:pt x="2952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solid"/>
          </a:ln>
        </p:spPr>
      </p:sp>
      <p:sp>
        <p:nvSpPr>
          <p:cNvPr id="32" name="dp45-background / n27 / text 1">
            <a:extLst xmlns:a="http://schemas.openxmlformats.org/drawingml/2006/main">
              <a:ext uri="{FF2B5EF4-FFF2-40B4-BE49-F238E27FC236}">
                <a16:creationId xmlns:a16="http://schemas.microsoft.com/office/drawing/2014/main" id="{9A6E2CD1-1DF1-4271-BA9F-544558249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819650"/>
            <a:ext cx="29527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수정 후</a:t>
            </a:r>
          </a:p>
        </p:txBody>
      </p:sp>
      <p:sp>
        <p:nvSpPr>
          <p:cNvPr id="33" name="dp45-background / n28 / text 1">
            <a:extLst xmlns:a="http://schemas.openxmlformats.org/drawingml/2006/main">
              <a:ext uri="{FF2B5EF4-FFF2-40B4-BE49-F238E27FC236}">
                <a16:creationId xmlns:a16="http://schemas.microsoft.com/office/drawing/2014/main" id="{8C528FF7-3C58-4C1E-8644-DD1DAC7B1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5219700"/>
            <a:ext cx="295275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결론 먼저 / 짧은 문장</a:t>
            </a:r>
          </a:p>
        </p:txBody>
      </p:sp>
      <p:sp>
        <p:nvSpPr>
          <p:cNvPr id="34" name="dp45-background / n29 / text 1">
            <a:extLst xmlns:a="http://schemas.openxmlformats.org/drawingml/2006/main">
              <a:ext uri="{FF2B5EF4-FFF2-40B4-BE49-F238E27FC236}">
                <a16:creationId xmlns:a16="http://schemas.microsoft.com/office/drawing/2014/main" id="{5B7BB975-EAC3-4D0C-BADB-DDF7D607A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305175"/>
            <a:ext cx="295275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실제 전달 기록</a:t>
            </a:r>
          </a:p>
        </p:txBody>
      </p:sp>
      <p:sp>
        <p:nvSpPr>
          <p:cNvPr id="35" name="dp45-background / n30 / text 1">
            <a:extLst xmlns:a="http://schemas.openxmlformats.org/drawingml/2006/main">
              <a:ext uri="{FF2B5EF4-FFF2-40B4-BE49-F238E27FC236}">
                <a16:creationId xmlns:a16="http://schemas.microsoft.com/office/drawing/2014/main" id="{4D5A718E-407B-4514-903D-2AC64101C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924300"/>
            <a:ext cx="2952750" cy="3729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수정 후 결과 전달</a:t>
            </a:r>
          </a:p>
        </p:txBody>
      </p:sp>
      <p:sp>
        <p:nvSpPr>
          <p:cNvPr id="36" name="dp45-background / n31 / text 1">
            <a:extLst xmlns:a="http://schemas.openxmlformats.org/drawingml/2006/main">
              <a:ext uri="{FF2B5EF4-FFF2-40B4-BE49-F238E27FC236}">
                <a16:creationId xmlns:a16="http://schemas.microsoft.com/office/drawing/2014/main" id="{4AD6CA66-E395-4DAC-927A-3DA5A0ED8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676775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어느 결과 버전을</a:t>
            </a:r>
          </a:p>
        </p:txBody>
      </p:sp>
      <p:sp>
        <p:nvSpPr>
          <p:cNvPr id="37" name="dp45-background / n31 / text 2">
            <a:extLst xmlns:a="http://schemas.openxmlformats.org/drawingml/2006/main">
              <a:ext uri="{FF2B5EF4-FFF2-40B4-BE49-F238E27FC236}">
                <a16:creationId xmlns:a16="http://schemas.microsoft.com/office/drawing/2014/main" id="{465FE225-495A-4FAD-A8C6-C04F6FBC2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000625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실제로 받았는지 확인</a:t>
            </a:r>
          </a:p>
        </p:txBody>
      </p:sp>
      <p:sp>
        <p:nvSpPr>
          <p:cNvPr id="38" name="dp45-background / n32 / path">
            <a:extLst xmlns:a="http://schemas.openxmlformats.org/drawingml/2006/main">
              <a:ext uri="{FF2B5EF4-FFF2-40B4-BE49-F238E27FC236}">
                <a16:creationId xmlns:a16="http://schemas.microsoft.com/office/drawing/2014/main" id="{93566356-A331-4D8B-B34A-056C50D9A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4486275"/>
            <a:ext cx="114300" cy="953"/>
          </a:xfrm>
          <a:custGeom xmlns:a="http://schemas.openxmlformats.org/drawingml/2006/main">
            <a:pathLst>
              <a:path w="114300" h="953">
                <a:moveTo>
                  <a:pt x="0" y="0"/>
                </a:moveTo>
                <a:lnTo>
                  <a:pt x="114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solid"/>
          </a:ln>
        </p:spPr>
      </p:sp>
      <p:sp>
        <p:nvSpPr>
          <p:cNvPr id="39" name="dp45-background / n32 / arrow">
            <a:extLst xmlns:a="http://schemas.openxmlformats.org/drawingml/2006/main">
              <a:ext uri="{FF2B5EF4-FFF2-40B4-BE49-F238E27FC236}">
                <a16:creationId xmlns:a16="http://schemas.microsoft.com/office/drawing/2014/main" id="{7150E62B-4700-4FE5-9B52-F1DE14EFB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1455" y="442531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40" name="dp45-background / n33 / path">
            <a:extLst xmlns:a="http://schemas.openxmlformats.org/drawingml/2006/main">
              <a:ext uri="{FF2B5EF4-FFF2-40B4-BE49-F238E27FC236}">
                <a16:creationId xmlns:a16="http://schemas.microsoft.com/office/drawing/2014/main" id="{651660A6-65F6-47FC-8263-83A6A5B11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575" y="4486275"/>
            <a:ext cx="114300" cy="953"/>
          </a:xfrm>
          <a:custGeom xmlns:a="http://schemas.openxmlformats.org/drawingml/2006/main">
            <a:pathLst>
              <a:path w="114300" h="953">
                <a:moveTo>
                  <a:pt x="0" y="0"/>
                </a:moveTo>
                <a:lnTo>
                  <a:pt x="114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solid"/>
          </a:ln>
        </p:spPr>
      </p:sp>
      <p:sp>
        <p:nvSpPr>
          <p:cNvPr id="41" name="dp45-background / n33 / arrow">
            <a:extLst xmlns:a="http://schemas.openxmlformats.org/drawingml/2006/main">
              <a:ext uri="{FF2B5EF4-FFF2-40B4-BE49-F238E27FC236}">
                <a16:creationId xmlns:a16="http://schemas.microsoft.com/office/drawing/2014/main" id="{A77F71E4-D937-417F-B4BB-6A17C8DBB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0955" y="442531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42" name="dp45-background / n34 / path">
            <a:extLst xmlns:a="http://schemas.openxmlformats.org/drawingml/2006/main">
              <a:ext uri="{FF2B5EF4-FFF2-40B4-BE49-F238E27FC236}">
                <a16:creationId xmlns:a16="http://schemas.microsoft.com/office/drawing/2014/main" id="{6C732A7C-191A-4C40-9099-B2D79F43A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924550"/>
            <a:ext cx="7239000" cy="228600"/>
          </a:xfrm>
          <a:custGeom xmlns:a="http://schemas.openxmlformats.org/drawingml/2006/main">
            <a:pathLst>
              <a:path w="7239000" h="228600">
                <a:moveTo>
                  <a:pt x="0" y="0"/>
                </a:moveTo>
                <a:lnTo>
                  <a:pt x="0" y="228600"/>
                </a:lnTo>
                <a:lnTo>
                  <a:pt x="7239000" y="228600"/>
                </a:lnTo>
                <a:lnTo>
                  <a:pt x="7239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43" name="dp45-background / n35 / text 1">
            <a:extLst xmlns:a="http://schemas.openxmlformats.org/drawingml/2006/main">
              <a:ext uri="{FF2B5EF4-FFF2-40B4-BE49-F238E27FC236}">
                <a16:creationId xmlns:a16="http://schemas.microsoft.com/office/drawing/2014/main" id="{E7948A3C-5BC9-4BCE-A117-7B2035A91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57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이번 / 새 보고서의 Request</a:t>
            </a:r>
          </a:p>
        </p:txBody>
      </p:sp>
      <p:sp>
        <p:nvSpPr>
          <p:cNvPr id="44" name="dp45-background / n36">
            <a:extLst xmlns:a="http://schemas.openxmlformats.org/drawingml/2006/main">
              <a:ext uri="{FF2B5EF4-FFF2-40B4-BE49-F238E27FC236}">
                <a16:creationId xmlns:a16="http://schemas.microsoft.com/office/drawing/2014/main" id="{AC780B01-A586-4918-BDE8-5700EFD22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743700"/>
            <a:ext cx="10572750" cy="771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0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dp45-background / n37 / text 1">
            <a:extLst xmlns:a="http://schemas.openxmlformats.org/drawingml/2006/main">
              <a:ext uri="{FF2B5EF4-FFF2-40B4-BE49-F238E27FC236}">
                <a16:creationId xmlns:a16="http://schemas.microsoft.com/office/drawing/2014/main" id="{BA56DE07-AF28-4514-9C7A-BAB6E29E6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934200"/>
            <a:ext cx="101917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“지난번에 내가 고친 표현 방식으로 이번 보고서도 정리해줘.”</a:t>
            </a:r>
          </a:p>
        </p:txBody>
      </p:sp>
      <p:sp>
        <p:nvSpPr>
          <p:cNvPr id="46" name="dp45-background / n38">
            <a:extLst xmlns:a="http://schemas.openxmlformats.org/drawingml/2006/main">
              <a:ext uri="{FF2B5EF4-FFF2-40B4-BE49-F238E27FC236}">
                <a16:creationId xmlns:a16="http://schemas.microsoft.com/office/drawing/2014/main" id="{8585BDBE-C3F7-496D-80E4-3519462F4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724775"/>
            <a:ext cx="10572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8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dp45-background / n39 / path">
            <a:extLst xmlns:a="http://schemas.openxmlformats.org/drawingml/2006/main">
              <a:ext uri="{FF2B5EF4-FFF2-40B4-BE49-F238E27FC236}">
                <a16:creationId xmlns:a16="http://schemas.microsoft.com/office/drawing/2014/main" id="{37704E6C-4A40-472E-B661-C0818A98C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5975" y="6153150"/>
            <a:ext cx="5457825" cy="1838325"/>
          </a:xfrm>
          <a:custGeom xmlns:a="http://schemas.openxmlformats.org/drawingml/2006/main">
            <a:pathLst>
              <a:path w="5457825" h="1838325">
                <a:moveTo>
                  <a:pt x="0" y="0"/>
                </a:moveTo>
                <a:lnTo>
                  <a:pt x="5457825" y="0"/>
                </a:lnTo>
                <a:lnTo>
                  <a:pt x="5457825" y="1838325"/>
                </a:lnTo>
                <a:lnTo>
                  <a:pt x="5286375" y="1838325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087E8B"/>
            </a:solidFill>
            <a:prstDash val="solid"/>
          </a:ln>
        </p:spPr>
      </p:sp>
      <p:sp>
        <p:nvSpPr>
          <p:cNvPr id="48" name="dp45-background / n39 / arrow">
            <a:extLst xmlns:a="http://schemas.openxmlformats.org/drawingml/2006/main">
              <a:ext uri="{FF2B5EF4-FFF2-40B4-BE49-F238E27FC236}">
                <a16:creationId xmlns:a16="http://schemas.microsoft.com/office/drawing/2014/main" id="{71344144-939A-45BA-89BD-9C2237F12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7900035"/>
            <a:ext cx="182880" cy="182880"/>
          </a:xfrm>
          <a:custGeom xmlns:a="http://schemas.openxmlformats.org/drawingml/2006/main">
            <a:pathLst>
              <a:path w="182880" h="182880">
                <a:moveTo>
                  <a:pt x="182880" y="0"/>
                </a:moveTo>
                <a:lnTo>
                  <a:pt x="0" y="91440"/>
                </a:lnTo>
                <a:lnTo>
                  <a:pt x="182880" y="182880"/>
                </a:lnTo>
              </a:path>
            </a:pathLst>
          </a:custGeom>
          <a:noFill xmlns:a="http://schemas.openxmlformats.org/drawingml/2006/main"/>
          <a:ln xmlns:a="http://schemas.openxmlformats.org/drawingml/2006/main" w="36576">
            <a:solidFill>
              <a:srgbClr val="087E8B"/>
            </a:solidFill>
            <a:prstDash val="solid"/>
          </a:ln>
        </p:spPr>
      </p:sp>
      <p:sp>
        <p:nvSpPr>
          <p:cNvPr id="49" name="dp45-background / n40 / text 1">
            <a:extLst xmlns:a="http://schemas.openxmlformats.org/drawingml/2006/main">
              <a:ext uri="{FF2B5EF4-FFF2-40B4-BE49-F238E27FC236}">
                <a16:creationId xmlns:a16="http://schemas.microsoft.com/office/drawing/2014/main" id="{AEC0371D-BB59-4F74-9CA3-C8EC7C4A4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858125"/>
            <a:ext cx="10191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이번 Request에 연결할 과거 Context / 정정 내용, 결과 버전과 실제 전달</a:t>
            </a:r>
          </a:p>
        </p:txBody>
      </p:sp>
      <p:sp>
        <p:nvSpPr>
          <p:cNvPr id="50" name="dp45-background / n41 / text 1">
            <a:extLst xmlns:a="http://schemas.openxmlformats.org/drawingml/2006/main">
              <a:ext uri="{FF2B5EF4-FFF2-40B4-BE49-F238E27FC236}">
                <a16:creationId xmlns:a16="http://schemas.microsoft.com/office/drawing/2014/main" id="{023A3A73-FB05-4798-9E2A-ECCE995C6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3381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기록 간 관계의 복원</a:t>
            </a:r>
          </a:p>
        </p:txBody>
      </p:sp>
      <p:sp>
        <p:nvSpPr>
          <p:cNvPr id="51" name="dp45-background / n42 / text 1">
            <a:extLst xmlns:a="http://schemas.openxmlformats.org/drawingml/2006/main">
              <a:ext uri="{FF2B5EF4-FFF2-40B4-BE49-F238E27FC236}">
                <a16:creationId xmlns:a16="http://schemas.microsoft.com/office/drawing/2014/main" id="{A569ADA8-7387-4DF9-800E-5E4F552E8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3781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정정 내용과 결과 버전 및 실제 전달의 연결</a:t>
            </a:r>
          </a:p>
        </p:txBody>
      </p:sp>
      <p:sp>
        <p:nvSpPr>
          <p:cNvPr id="52" name="dp45-background / n43 / text 1">
            <a:extLst xmlns:a="http://schemas.openxmlformats.org/drawingml/2006/main">
              <a:ext uri="{FF2B5EF4-FFF2-40B4-BE49-F238E27FC236}">
                <a16:creationId xmlns:a16="http://schemas.microsoft.com/office/drawing/2014/main" id="{8ED3CFD8-5450-4C1A-B8BF-331716A85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4905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재사용 정보의 유효성</a:t>
            </a:r>
          </a:p>
        </p:txBody>
      </p:sp>
      <p:sp>
        <p:nvSpPr>
          <p:cNvPr id="53" name="dp45-background / n44 / text 1">
            <a:extLst xmlns:a="http://schemas.openxmlformats.org/drawingml/2006/main">
              <a:ext uri="{FF2B5EF4-FFF2-40B4-BE49-F238E27FC236}">
                <a16:creationId xmlns:a16="http://schemas.microsoft.com/office/drawing/2014/main" id="{9463F37F-F1EF-4B67-B864-6507DDEDA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5305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원본 수정과 삭제 및 요약 누락의 확인</a:t>
            </a:r>
          </a:p>
        </p:txBody>
      </p:sp>
      <p:sp>
        <p:nvSpPr>
          <p:cNvPr id="54" name="dp45-background / n45 / text 1">
            <a:extLst xmlns:a="http://schemas.openxmlformats.org/drawingml/2006/main">
              <a:ext uri="{FF2B5EF4-FFF2-40B4-BE49-F238E27FC236}">
                <a16:creationId xmlns:a16="http://schemas.microsoft.com/office/drawing/2014/main" id="{336C93EE-8D58-4688-B545-3C0F4F6CD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6429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반복 조회와 유지 비용</a:t>
            </a:r>
          </a:p>
        </p:txBody>
      </p:sp>
      <p:sp>
        <p:nvSpPr>
          <p:cNvPr id="55" name="dp45-background / n46 / text 1">
            <a:extLst xmlns:a="http://schemas.openxmlformats.org/drawingml/2006/main">
              <a:ext uri="{FF2B5EF4-FFF2-40B4-BE49-F238E27FC236}">
                <a16:creationId xmlns:a16="http://schemas.microsoft.com/office/drawing/2014/main" id="{B2C1E82D-DDA7-47AA-ACDE-E50C97C2D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6829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Context 생산과 조회 및 갱신 비용의 균형</a:t>
            </a:r>
          </a:p>
        </p:txBody>
      </p:sp>
    </p:spTree>
    <p:extLst>
      <p:ext uri="{BB962C8B-B14F-4D97-AF65-F5344CB8AC3E}">
        <p14:creationId xmlns:p14="http://schemas.microsoft.com/office/powerpoint/2010/main" val="181608198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5" name="dp45-comparison / n1">
            <a:extLst xmlns:a="http://schemas.openxmlformats.org/drawingml/2006/main">
              <a:ext uri="{FF2B5EF4-FFF2-40B4-BE49-F238E27FC236}">
                <a16:creationId xmlns:a16="http://schemas.microsoft.com/office/drawing/2014/main" id="{2EE0230F-16C9-49F5-AEAD-DB70B979B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5-comparison / n2 / text 1">
            <a:extLst xmlns:a="http://schemas.openxmlformats.org/drawingml/2006/main">
              <a:ext uri="{FF2B5EF4-FFF2-40B4-BE49-F238E27FC236}">
                <a16:creationId xmlns:a16="http://schemas.microsoft.com/office/drawing/2014/main" id="{1D0693D3-D61B-4D0C-A47E-95490F825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09550"/>
            <a:ext cx="1238250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설계 비교</a:t>
            </a:r>
          </a:p>
        </p:txBody>
      </p:sp>
      <p:sp>
        <p:nvSpPr>
          <p:cNvPr id="3" name="dp45-comparison / n3 / text 1">
            <a:extLst xmlns:a="http://schemas.openxmlformats.org/drawingml/2006/main">
              <a:ext uri="{FF2B5EF4-FFF2-40B4-BE49-F238E27FC236}">
                <a16:creationId xmlns:a16="http://schemas.microsoft.com/office/drawing/2014/main" id="{08D13897-BF4B-446C-8800-31966194E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209550"/>
            <a:ext cx="4286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비교 / 장단점 / QA Trade-off</a:t>
            </a:r>
          </a:p>
        </p:txBody>
      </p:sp>
      <p:sp>
        <p:nvSpPr>
          <p:cNvPr id="4" name="dp45-comparison / n4 / text 1">
            <a:extLst xmlns:a="http://schemas.openxmlformats.org/drawingml/2006/main">
              <a:ext uri="{FF2B5EF4-FFF2-40B4-BE49-F238E27FC236}">
                <a16:creationId xmlns:a16="http://schemas.microsoft.com/office/drawing/2014/main" id="{EFB44652-DD1E-4D43-B5BB-E46462DB1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19125"/>
            <a:ext cx="17526000" cy="5386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04-45. 기능 정확성을 위한 VIA 기억과 Context 제공 설계</a:t>
            </a:r>
          </a:p>
        </p:txBody>
      </p:sp>
      <p:sp>
        <p:nvSpPr>
          <p:cNvPr id="5" name="dp45-comparison / n5 / path">
            <a:extLst xmlns:a="http://schemas.openxmlformats.org/drawingml/2006/main">
              <a:ext uri="{FF2B5EF4-FFF2-40B4-BE49-F238E27FC236}">
                <a16:creationId xmlns:a16="http://schemas.microsoft.com/office/drawing/2014/main" id="{B9B0277F-37C6-48D1-803B-926A54CD3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152525"/>
            <a:ext cx="17526000" cy="953"/>
          </a:xfrm>
          <a:custGeom xmlns:a="http://schemas.openxmlformats.org/drawingml/2006/main">
            <a:pathLst>
              <a:path w="17526000" h="953">
                <a:moveTo>
                  <a:pt x="0" y="0"/>
                </a:moveTo>
                <a:lnTo>
                  <a:pt x="17526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5-comparison / n6 / text 1">
            <a:extLst xmlns:a="http://schemas.openxmlformats.org/drawingml/2006/main">
              <a:ext uri="{FF2B5EF4-FFF2-40B4-BE49-F238E27FC236}">
                <a16:creationId xmlns:a16="http://schemas.microsoft.com/office/drawing/2014/main" id="{C4807079-8F1E-465D-8825-D3242020C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352550"/>
            <a:ext cx="145732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“지난번에 내가 고친 표현 방식으로 이번 보고서도 정리해줘.”</a:t>
            </a:r>
          </a:p>
        </p:txBody>
      </p:sp>
      <p:sp>
        <p:nvSpPr>
          <p:cNvPr id="7" name="dp45-comparison / n7 / text 1">
            <a:extLst xmlns:a="http://schemas.openxmlformats.org/drawingml/2006/main">
              <a:ext uri="{FF2B5EF4-FFF2-40B4-BE49-F238E27FC236}">
                <a16:creationId xmlns:a16="http://schemas.microsoft.com/office/drawing/2014/main" id="{7AF5EC3A-6528-45E6-98E5-4A0CE993B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0" y="1381125"/>
            <a:ext cx="2762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수치와 점수 / 예상 예시</a:t>
            </a:r>
          </a:p>
        </p:txBody>
      </p:sp>
      <p:sp>
        <p:nvSpPr>
          <p:cNvPr id="8" name="dp45-comparison / n8">
            <a:extLst xmlns:a="http://schemas.openxmlformats.org/drawingml/2006/main">
              <a:ext uri="{FF2B5EF4-FFF2-40B4-BE49-F238E27FC236}">
                <a16:creationId xmlns:a16="http://schemas.microsoft.com/office/drawing/2014/main" id="{139D776E-6FFD-4199-80C4-5EB8A77DB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790700"/>
            <a:ext cx="175260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7C7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9" name="dp45-comparison / n9 / text 1">
            <a:extLst xmlns:a="http://schemas.openxmlformats.org/drawingml/2006/main">
              <a:ext uri="{FF2B5EF4-FFF2-40B4-BE49-F238E27FC236}">
                <a16:creationId xmlns:a16="http://schemas.microsoft.com/office/drawing/2014/main" id="{86A81C66-E693-4B4F-8F09-AD4636A1C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52625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설계안</a:t>
            </a:r>
          </a:p>
        </p:txBody>
      </p:sp>
      <p:sp>
        <p:nvSpPr>
          <p:cNvPr id="10" name="dp45-comparison / n10">
            <a:extLst xmlns:a="http://schemas.openxmlformats.org/drawingml/2006/main">
              <a:ext uri="{FF2B5EF4-FFF2-40B4-BE49-F238E27FC236}">
                <a16:creationId xmlns:a16="http://schemas.microsoft.com/office/drawing/2014/main" id="{760F7D8A-D1C5-4388-ADA0-0BEF5AB5A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314575"/>
            <a:ext cx="17526000" cy="525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1" name="dp45-comparison / n11 / text 1">
            <a:extLst xmlns:a="http://schemas.openxmlformats.org/drawingml/2006/main">
              <a:ext uri="{FF2B5EF4-FFF2-40B4-BE49-F238E27FC236}">
                <a16:creationId xmlns:a16="http://schemas.microsoft.com/office/drawing/2014/main" id="{DF56FFC1-EA23-4BFD-88C9-BEE9074D5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4765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구조</a:t>
            </a:r>
          </a:p>
        </p:txBody>
      </p:sp>
      <p:sp>
        <p:nvSpPr>
          <p:cNvPr id="12" name="dp45-comparison / n12">
            <a:extLst xmlns:a="http://schemas.openxmlformats.org/drawingml/2006/main">
              <a:ext uri="{FF2B5EF4-FFF2-40B4-BE49-F238E27FC236}">
                <a16:creationId xmlns:a16="http://schemas.microsoft.com/office/drawing/2014/main" id="{C2984B63-8A6F-4BB1-9E9C-E8E911639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7572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3" name="dp45-comparison / n13 / text 1">
            <a:extLst xmlns:a="http://schemas.openxmlformats.org/drawingml/2006/main">
              <a:ext uri="{FF2B5EF4-FFF2-40B4-BE49-F238E27FC236}">
                <a16:creationId xmlns:a16="http://schemas.microsoft.com/office/drawing/2014/main" id="{959F7A90-E2F6-40D0-BE1B-F35D11517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7734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장점</a:t>
            </a:r>
          </a:p>
        </p:txBody>
      </p:sp>
      <p:sp>
        <p:nvSpPr>
          <p:cNvPr id="14" name="dp45-comparison / n14">
            <a:extLst xmlns:a="http://schemas.openxmlformats.org/drawingml/2006/main">
              <a:ext uri="{FF2B5EF4-FFF2-40B4-BE49-F238E27FC236}">
                <a16:creationId xmlns:a16="http://schemas.microsoft.com/office/drawing/2014/main" id="{127E22F5-7FEB-4CA7-84FA-8CCD57A3D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8334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5" name="dp45-comparison / n15 / text 1">
            <a:extLst xmlns:a="http://schemas.openxmlformats.org/drawingml/2006/main">
              <a:ext uri="{FF2B5EF4-FFF2-40B4-BE49-F238E27FC236}">
                <a16:creationId xmlns:a16="http://schemas.microsoft.com/office/drawing/2014/main" id="{C07133CB-9587-4F7E-B112-523CA0F77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8496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단점</a:t>
            </a:r>
          </a:p>
        </p:txBody>
      </p:sp>
      <p:sp>
        <p:nvSpPr>
          <p:cNvPr id="16" name="dp45-comparison / n16">
            <a:extLst xmlns:a="http://schemas.openxmlformats.org/drawingml/2006/main">
              <a:ext uri="{FF2B5EF4-FFF2-40B4-BE49-F238E27FC236}">
                <a16:creationId xmlns:a16="http://schemas.microsoft.com/office/drawing/2014/main" id="{1CAB26E1-0C01-444F-92DC-8F3F97EE6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9096375"/>
            <a:ext cx="175260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7" name="dp45-comparison / n17 / text 1">
            <a:extLst xmlns:a="http://schemas.openxmlformats.org/drawingml/2006/main">
              <a:ext uri="{FF2B5EF4-FFF2-40B4-BE49-F238E27FC236}">
                <a16:creationId xmlns:a16="http://schemas.microsoft.com/office/drawing/2014/main" id="{D5EAA908-DEAC-4856-BF23-1DD46759E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258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QA</a:t>
            </a:r>
          </a:p>
        </p:txBody>
      </p:sp>
      <p:sp>
        <p:nvSpPr>
          <p:cNvPr id="18" name="dp45-comparison / n17 / text 2">
            <a:extLst xmlns:a="http://schemas.openxmlformats.org/drawingml/2006/main">
              <a:ext uri="{FF2B5EF4-FFF2-40B4-BE49-F238E27FC236}">
                <a16:creationId xmlns:a16="http://schemas.microsoft.com/office/drawing/2014/main" id="{D204BF3B-8F85-4DED-A424-A275791B5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50595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Trade-off</a:t>
            </a:r>
          </a:p>
        </p:txBody>
      </p:sp>
      <p:sp>
        <p:nvSpPr>
          <p:cNvPr id="19" name="dp45-comparison / n18 / path">
            <a:extLst xmlns:a="http://schemas.openxmlformats.org/drawingml/2006/main">
              <a:ext uri="{FF2B5EF4-FFF2-40B4-BE49-F238E27FC236}">
                <a16:creationId xmlns:a16="http://schemas.microsoft.com/office/drawing/2014/main" id="{41CFC32E-4B60-4F73-888D-E479195DD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0" name="dp45-comparison / n19 / path">
            <a:extLst xmlns:a="http://schemas.openxmlformats.org/drawingml/2006/main">
              <a:ext uri="{FF2B5EF4-FFF2-40B4-BE49-F238E27FC236}">
                <a16:creationId xmlns:a16="http://schemas.microsoft.com/office/drawing/2014/main" id="{D6D04710-5A1C-48D4-86E1-8A7ABC338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1" name="dp45-comparison / n20 / text 1">
            <a:extLst xmlns:a="http://schemas.openxmlformats.org/drawingml/2006/main">
              <a:ext uri="{FF2B5EF4-FFF2-40B4-BE49-F238E27FC236}">
                <a16:creationId xmlns:a16="http://schemas.microsoft.com/office/drawing/2014/main" id="{F3090DA8-C7CE-422A-9223-8C25896AC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A 원본 서비스 조합</a:t>
            </a:r>
          </a:p>
        </p:txBody>
      </p:sp>
      <p:sp>
        <p:nvSpPr>
          <p:cNvPr id="22" name="dp45-comparison / n21 / text 1">
            <a:extLst xmlns:a="http://schemas.openxmlformats.org/drawingml/2006/main">
              <a:ext uri="{FF2B5EF4-FFF2-40B4-BE49-F238E27FC236}">
                <a16:creationId xmlns:a16="http://schemas.microsoft.com/office/drawing/2014/main" id="{9E83D60B-92FC-43F7-9350-A632F1A33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필요한 요청 중심의 처리로 전체 메모리 13.2 GB (메모리 효율성 ↑)</a:t>
            </a:r>
          </a:p>
        </p:txBody>
      </p:sp>
      <p:sp>
        <p:nvSpPr>
          <p:cNvPr id="23" name="dp45-comparison / n22 / text 1">
            <a:extLst xmlns:a="http://schemas.openxmlformats.org/drawingml/2006/main">
              <a:ext uri="{FF2B5EF4-FFF2-40B4-BE49-F238E27FC236}">
                <a16:creationId xmlns:a16="http://schemas.microsoft.com/office/drawing/2014/main" id="{7824C92F-2591-47A5-8272-35B8AF7B2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반복 교차 결합의 관계 누락으로 정확 처리율 90% (기능 정확성 ↓)</a:t>
            </a:r>
          </a:p>
        </p:txBody>
      </p:sp>
      <p:sp>
        <p:nvSpPr>
          <p:cNvPr id="24" name="dp45-comparison / n23 / text 1">
            <a:extLst xmlns:a="http://schemas.openxmlformats.org/drawingml/2006/main">
              <a:ext uri="{FF2B5EF4-FFF2-40B4-BE49-F238E27FC236}">
                <a16:creationId xmlns:a16="http://schemas.microsoft.com/office/drawing/2014/main" id="{6B429E6D-9EF6-4F45-A55D-E8EF97051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8734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여러 원본 조회와 결합으로 평균 VIA 처리시간 7.0 s (요청 완료 신속성 ↓)</a:t>
            </a:r>
          </a:p>
        </p:txBody>
      </p:sp>
      <p:sp>
        <p:nvSpPr>
          <p:cNvPr id="25" name="dp45-comparison / n24 / text 1">
            <a:extLst xmlns:a="http://schemas.openxmlformats.org/drawingml/2006/main">
              <a:ext uri="{FF2B5EF4-FFF2-40B4-BE49-F238E27FC236}">
                <a16:creationId xmlns:a16="http://schemas.microsoft.com/office/drawing/2014/main" id="{9C1A8D1B-F437-4C79-BA88-3CA6CDCF0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V-01 기능 정확성</a:t>
            </a:r>
          </a:p>
        </p:txBody>
      </p:sp>
      <p:sp>
        <p:nvSpPr>
          <p:cNvPr id="26" name="dp45-comparison / n25 / text 1">
            <a:extLst xmlns:a="http://schemas.openxmlformats.org/drawingml/2006/main">
              <a:ext uri="{FF2B5EF4-FFF2-40B4-BE49-F238E27FC236}">
                <a16:creationId xmlns:a16="http://schemas.microsoft.com/office/drawing/2014/main" id="{45BA2F62-12C3-4BA1-9BA2-3FBD59B10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27" name="dp45-comparison / n26 / text 1">
            <a:extLst xmlns:a="http://schemas.openxmlformats.org/drawingml/2006/main">
              <a:ext uri="{FF2B5EF4-FFF2-40B4-BE49-F238E27FC236}">
                <a16:creationId xmlns:a16="http://schemas.microsoft.com/office/drawing/2014/main" id="{52FFC8E0-7AD8-4BFF-AD5C-C9C810CCE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90%</a:t>
            </a:r>
          </a:p>
        </p:txBody>
      </p:sp>
      <p:sp>
        <p:nvSpPr>
          <p:cNvPr id="28" name="dp45-comparison / n27 / text 1">
            <a:extLst xmlns:a="http://schemas.openxmlformats.org/drawingml/2006/main">
              <a:ext uri="{FF2B5EF4-FFF2-40B4-BE49-F238E27FC236}">
                <a16:creationId xmlns:a16="http://schemas.microsoft.com/office/drawing/2014/main" id="{2A041B85-8023-4FF9-82A7-54279B488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정확 처리율 ↑</a:t>
            </a:r>
          </a:p>
        </p:txBody>
      </p:sp>
      <p:sp>
        <p:nvSpPr>
          <p:cNvPr id="29" name="dp45-comparison / n28 / text 1">
            <a:extLst xmlns:a="http://schemas.openxmlformats.org/drawingml/2006/main">
              <a:ext uri="{FF2B5EF4-FFF2-40B4-BE49-F238E27FC236}">
                <a16:creationId xmlns:a16="http://schemas.microsoft.com/office/drawing/2014/main" id="{1998C629-C441-464F-A52C-92A0818EE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30" name="dp45-comparison / n29 / text 1">
            <a:extLst xmlns:a="http://schemas.openxmlformats.org/drawingml/2006/main">
              <a:ext uri="{FF2B5EF4-FFF2-40B4-BE49-F238E27FC236}">
                <a16:creationId xmlns:a16="http://schemas.microsoft.com/office/drawing/2014/main" id="{4CD4B075-5D28-4E1A-A84F-6293B2781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31" name="dp45-comparison / n30 / text 1">
            <a:extLst xmlns:a="http://schemas.openxmlformats.org/drawingml/2006/main">
              <a:ext uri="{FF2B5EF4-FFF2-40B4-BE49-F238E27FC236}">
                <a16:creationId xmlns:a16="http://schemas.microsoft.com/office/drawing/2014/main" id="{96BDB475-B376-470F-BFD9-C4795ADD3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7.0 s</a:t>
            </a:r>
          </a:p>
        </p:txBody>
      </p:sp>
      <p:sp>
        <p:nvSpPr>
          <p:cNvPr id="32" name="dp45-comparison / n31 / text 1">
            <a:extLst xmlns:a="http://schemas.openxmlformats.org/drawingml/2006/main">
              <a:ext uri="{FF2B5EF4-FFF2-40B4-BE49-F238E27FC236}">
                <a16:creationId xmlns:a16="http://schemas.microsoft.com/office/drawing/2014/main" id="{B814A734-7115-42AB-80C7-800FF1EE1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VIA 처리시간 ↓</a:t>
            </a:r>
          </a:p>
        </p:txBody>
      </p:sp>
      <p:sp>
        <p:nvSpPr>
          <p:cNvPr id="33" name="dp45-comparison / n32 / text 1">
            <a:extLst xmlns:a="http://schemas.openxmlformats.org/drawingml/2006/main">
              <a:ext uri="{FF2B5EF4-FFF2-40B4-BE49-F238E27FC236}">
                <a16:creationId xmlns:a16="http://schemas.microsoft.com/office/drawing/2014/main" id="{ADBBEF08-C385-403C-A19F-C91277909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V-06 메모리 효율성</a:t>
            </a:r>
          </a:p>
        </p:txBody>
      </p:sp>
      <p:sp>
        <p:nvSpPr>
          <p:cNvPr id="34" name="dp45-comparison / n33 / text 1">
            <a:extLst xmlns:a="http://schemas.openxmlformats.org/drawingml/2006/main">
              <a:ext uri="{FF2B5EF4-FFF2-40B4-BE49-F238E27FC236}">
                <a16:creationId xmlns:a16="http://schemas.microsoft.com/office/drawing/2014/main" id="{98B526E6-7535-409C-BD3C-C35A34804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35" name="dp45-comparison / n34 / text 1">
            <a:extLst xmlns:a="http://schemas.openxmlformats.org/drawingml/2006/main">
              <a:ext uri="{FF2B5EF4-FFF2-40B4-BE49-F238E27FC236}">
                <a16:creationId xmlns:a16="http://schemas.microsoft.com/office/drawing/2014/main" id="{FC163348-F14E-4A0D-8F3E-4CBF15F0B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13.2 GB</a:t>
            </a:r>
          </a:p>
        </p:txBody>
      </p:sp>
      <p:sp>
        <p:nvSpPr>
          <p:cNvPr id="36" name="dp45-comparison / n35 / text 1">
            <a:extLst xmlns:a="http://schemas.openxmlformats.org/drawingml/2006/main">
              <a:ext uri="{FF2B5EF4-FFF2-40B4-BE49-F238E27FC236}">
                <a16:creationId xmlns:a16="http://schemas.microsoft.com/office/drawing/2014/main" id="{3849434C-35D1-4959-AE7F-4254AB9AA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최대 전체 메모리 ↓</a:t>
            </a:r>
          </a:p>
        </p:txBody>
      </p:sp>
      <p:sp>
        <p:nvSpPr>
          <p:cNvPr id="37" name="dp45-comparison / n36 / text 1">
            <a:extLst xmlns:a="http://schemas.openxmlformats.org/drawingml/2006/main">
              <a:ext uri="{FF2B5EF4-FFF2-40B4-BE49-F238E27FC236}">
                <a16:creationId xmlns:a16="http://schemas.microsoft.com/office/drawing/2014/main" id="{E674131A-693E-415D-93F1-B22C4DA05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B 공통 파생 기억의 생산과 조회</a:t>
            </a:r>
          </a:p>
        </p:txBody>
      </p:sp>
      <p:sp>
        <p:nvSpPr>
          <p:cNvPr id="38" name="dp45-comparison / n37 / text 1">
            <a:extLst xmlns:a="http://schemas.openxmlformats.org/drawingml/2006/main">
              <a:ext uri="{FF2B5EF4-FFF2-40B4-BE49-F238E27FC236}">
                <a16:creationId xmlns:a16="http://schemas.microsoft.com/office/drawing/2014/main" id="{D0E834A7-2C3B-4A81-904A-6DDDDDF68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검증된 과거 관계 재사용으로 정확 처리율 94% (기능 정확성 ↑)</a:t>
            </a:r>
          </a:p>
        </p:txBody>
      </p:sp>
      <p:sp>
        <p:nvSpPr>
          <p:cNvPr id="39" name="dp45-comparison / n38 / text 1">
            <a:extLst xmlns:a="http://schemas.openxmlformats.org/drawingml/2006/main">
              <a:ext uri="{FF2B5EF4-FFF2-40B4-BE49-F238E27FC236}">
                <a16:creationId xmlns:a16="http://schemas.microsoft.com/office/drawing/2014/main" id="{8D0B2D7C-11EB-4810-B0C3-4E16C5C1D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7972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원본별 교차 결합 축소로 평균 VIA 처리시간 4.5 s (요청 완료 신속성 ↑)</a:t>
            </a:r>
          </a:p>
        </p:txBody>
      </p:sp>
      <p:sp>
        <p:nvSpPr>
          <p:cNvPr id="40" name="dp45-comparison / n39 / text 1">
            <a:extLst xmlns:a="http://schemas.openxmlformats.org/drawingml/2006/main">
              <a:ext uri="{FF2B5EF4-FFF2-40B4-BE49-F238E27FC236}">
                <a16:creationId xmlns:a16="http://schemas.microsoft.com/office/drawing/2014/main" id="{EB3EAA9C-E9E2-4BE6-A057-89D8D371C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관계 생산 session과 KV로 전체 메모리 14.0 GB (메모리 효율성 ↓)</a:t>
            </a:r>
          </a:p>
        </p:txBody>
      </p:sp>
      <p:sp>
        <p:nvSpPr>
          <p:cNvPr id="41" name="dp45-comparison / n40 / text 1">
            <a:extLst xmlns:a="http://schemas.openxmlformats.org/drawingml/2006/main">
              <a:ext uri="{FF2B5EF4-FFF2-40B4-BE49-F238E27FC236}">
                <a16:creationId xmlns:a16="http://schemas.microsoft.com/office/drawing/2014/main" id="{80130C1E-FA5A-4070-99A1-B687561AA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V-01 기능 정확성</a:t>
            </a:r>
          </a:p>
        </p:txBody>
      </p:sp>
      <p:sp>
        <p:nvSpPr>
          <p:cNvPr id="42" name="dp45-comparison / n41 / text 1">
            <a:extLst xmlns:a="http://schemas.openxmlformats.org/drawingml/2006/main">
              <a:ext uri="{FF2B5EF4-FFF2-40B4-BE49-F238E27FC236}">
                <a16:creationId xmlns:a16="http://schemas.microsoft.com/office/drawing/2014/main" id="{201341A6-ADC2-43ED-B6F0-F06D31E95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43" name="dp45-comparison / n42 / text 1">
            <a:extLst xmlns:a="http://schemas.openxmlformats.org/drawingml/2006/main">
              <a:ext uri="{FF2B5EF4-FFF2-40B4-BE49-F238E27FC236}">
                <a16:creationId xmlns:a16="http://schemas.microsoft.com/office/drawing/2014/main" id="{0852A140-EAE5-4553-966F-54C469366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94%</a:t>
            </a:r>
          </a:p>
        </p:txBody>
      </p:sp>
      <p:sp>
        <p:nvSpPr>
          <p:cNvPr id="44" name="dp45-comparison / n43 / text 1">
            <a:extLst xmlns:a="http://schemas.openxmlformats.org/drawingml/2006/main">
              <a:ext uri="{FF2B5EF4-FFF2-40B4-BE49-F238E27FC236}">
                <a16:creationId xmlns:a16="http://schemas.microsoft.com/office/drawing/2014/main" id="{9265C4E5-7C33-4474-907A-B01BF81B0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정확 처리율 ↑</a:t>
            </a:r>
          </a:p>
        </p:txBody>
      </p:sp>
      <p:sp>
        <p:nvSpPr>
          <p:cNvPr id="45" name="dp45-comparison / n44 / text 1">
            <a:extLst xmlns:a="http://schemas.openxmlformats.org/drawingml/2006/main">
              <a:ext uri="{FF2B5EF4-FFF2-40B4-BE49-F238E27FC236}">
                <a16:creationId xmlns:a16="http://schemas.microsoft.com/office/drawing/2014/main" id="{4A59B5F0-D2B4-4636-801B-F2340F5F3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46" name="dp45-comparison / n45 / text 1">
            <a:extLst xmlns:a="http://schemas.openxmlformats.org/drawingml/2006/main">
              <a:ext uri="{FF2B5EF4-FFF2-40B4-BE49-F238E27FC236}">
                <a16:creationId xmlns:a16="http://schemas.microsoft.com/office/drawing/2014/main" id="{A4F08D85-FBC1-4F71-9A3E-C7F4AF567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47" name="dp45-comparison / n46 / text 1">
            <a:extLst xmlns:a="http://schemas.openxmlformats.org/drawingml/2006/main">
              <a:ext uri="{FF2B5EF4-FFF2-40B4-BE49-F238E27FC236}">
                <a16:creationId xmlns:a16="http://schemas.microsoft.com/office/drawing/2014/main" id="{6AB7F3AC-FB05-4131-BDBF-D663B3823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4.5 s</a:t>
            </a:r>
          </a:p>
        </p:txBody>
      </p:sp>
      <p:sp>
        <p:nvSpPr>
          <p:cNvPr id="48" name="dp45-comparison / n47 / text 1">
            <a:extLst xmlns:a="http://schemas.openxmlformats.org/drawingml/2006/main">
              <a:ext uri="{FF2B5EF4-FFF2-40B4-BE49-F238E27FC236}">
                <a16:creationId xmlns:a16="http://schemas.microsoft.com/office/drawing/2014/main" id="{318D4007-1165-4E03-9AC3-8C4F72584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VIA 처리시간 ↓</a:t>
            </a:r>
          </a:p>
        </p:txBody>
      </p:sp>
      <p:sp>
        <p:nvSpPr>
          <p:cNvPr id="49" name="dp45-comparison / n48 / text 1">
            <a:extLst xmlns:a="http://schemas.openxmlformats.org/drawingml/2006/main">
              <a:ext uri="{FF2B5EF4-FFF2-40B4-BE49-F238E27FC236}">
                <a16:creationId xmlns:a16="http://schemas.microsoft.com/office/drawing/2014/main" id="{3C2D9FBF-F2FF-450B-A828-BA15BF0D5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V-06 메모리 효율성</a:t>
            </a:r>
          </a:p>
        </p:txBody>
      </p:sp>
      <p:sp>
        <p:nvSpPr>
          <p:cNvPr id="50" name="dp45-comparison / n49 / text 1">
            <a:extLst xmlns:a="http://schemas.openxmlformats.org/drawingml/2006/main">
              <a:ext uri="{FF2B5EF4-FFF2-40B4-BE49-F238E27FC236}">
                <a16:creationId xmlns:a16="http://schemas.microsoft.com/office/drawing/2014/main" id="{757E26EC-149C-4D8A-A8BE-58BB6128A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51" name="dp45-comparison / n50 / text 1">
            <a:extLst xmlns:a="http://schemas.openxmlformats.org/drawingml/2006/main">
              <a:ext uri="{FF2B5EF4-FFF2-40B4-BE49-F238E27FC236}">
                <a16:creationId xmlns:a16="http://schemas.microsoft.com/office/drawing/2014/main" id="{FCF883DB-2387-46BF-BAA3-DF2F4C07E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14.0 GB</a:t>
            </a:r>
          </a:p>
        </p:txBody>
      </p:sp>
      <p:sp>
        <p:nvSpPr>
          <p:cNvPr id="52" name="dp45-comparison / n51 / text 1">
            <a:extLst xmlns:a="http://schemas.openxmlformats.org/drawingml/2006/main">
              <a:ext uri="{FF2B5EF4-FFF2-40B4-BE49-F238E27FC236}">
                <a16:creationId xmlns:a16="http://schemas.microsoft.com/office/drawing/2014/main" id="{A495CF09-6B12-4922-AB8C-08A7FE16A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최대 전체 메모리 ↓</a:t>
            </a:r>
          </a:p>
        </p:txBody>
      </p:sp>
      <p:sp>
        <p:nvSpPr>
          <p:cNvPr id="53" name="dp45-comparison / n52 / text 1">
            <a:extLst xmlns:a="http://schemas.openxmlformats.org/drawingml/2006/main">
              <a:ext uri="{FF2B5EF4-FFF2-40B4-BE49-F238E27FC236}">
                <a16:creationId xmlns:a16="http://schemas.microsoft.com/office/drawing/2014/main" id="{E2A69A84-7893-4B99-8A59-C46633AE5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0067925"/>
            <a:ext cx="14478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비교 예시 조건: 게시 범위 안 과거 관계의 반복 재사용 / A의 index와 cache도 허용</a:t>
            </a:r>
          </a:p>
        </p:txBody>
      </p:sp>
      <p:sp>
        <p:nvSpPr>
          <p:cNvPr id="54" name="dp45-comparison / n53 / text 1">
            <a:extLst xmlns:a="http://schemas.openxmlformats.org/drawingml/2006/main">
              <a:ext uri="{FF2B5EF4-FFF2-40B4-BE49-F238E27FC236}">
                <a16:creationId xmlns:a16="http://schemas.microsoft.com/office/drawing/2014/main" id="{6419076C-3A8D-4D4B-8F84-62762B2FA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6625" y="10067925"/>
            <a:ext cx="30003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● 많을수록 우수 / 미측정</a:t>
            </a:r>
          </a:p>
        </p:txBody>
      </p:sp>
      <p:sp>
        <p:nvSpPr>
          <p:cNvPr id="55" name="dp45-comparison / n56">
            <a:extLst xmlns:a="http://schemas.openxmlformats.org/drawingml/2006/main">
              <a:ext uri="{FF2B5EF4-FFF2-40B4-BE49-F238E27FC236}">
                <a16:creationId xmlns:a16="http://schemas.microsoft.com/office/drawing/2014/main" id="{289BB004-472B-49F2-AC63-688B16A41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705100"/>
            <a:ext cx="2381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56" name="dp45-comparison / n57 / text 1">
            <a:extLst xmlns:a="http://schemas.openxmlformats.org/drawingml/2006/main">
              <a:ext uri="{FF2B5EF4-FFF2-40B4-BE49-F238E27FC236}">
                <a16:creationId xmlns:a16="http://schemas.microsoft.com/office/drawing/2014/main" id="{D782C291-CC9F-4496-B3AE-240FAE84A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779395"/>
            <a:ext cx="2209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57" name="dp45-comparison / n60">
            <a:extLst xmlns:a="http://schemas.openxmlformats.org/drawingml/2006/main">
              <a:ext uri="{FF2B5EF4-FFF2-40B4-BE49-F238E27FC236}">
                <a16:creationId xmlns:a16="http://schemas.microsoft.com/office/drawing/2014/main" id="{033268DF-B9F6-4BC6-8699-5F97E7989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705100"/>
            <a:ext cx="2381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58" name="dp45-comparison / n61 / text 1">
            <a:extLst xmlns:a="http://schemas.openxmlformats.org/drawingml/2006/main">
              <a:ext uri="{FF2B5EF4-FFF2-40B4-BE49-F238E27FC236}">
                <a16:creationId xmlns:a16="http://schemas.microsoft.com/office/drawing/2014/main" id="{93A687C9-30AA-46C4-A25C-C10814D04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2779395"/>
            <a:ext cx="2209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59" name="dp45-comparison / n64">
            <a:extLst xmlns:a="http://schemas.openxmlformats.org/drawingml/2006/main">
              <a:ext uri="{FF2B5EF4-FFF2-40B4-BE49-F238E27FC236}">
                <a16:creationId xmlns:a16="http://schemas.microsoft.com/office/drawing/2014/main" id="{305B71C6-F75C-440A-B5E1-AF931907E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705100"/>
            <a:ext cx="2381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60" name="dp45-comparison / n65 / text 1">
            <a:extLst xmlns:a="http://schemas.openxmlformats.org/drawingml/2006/main">
              <a:ext uri="{FF2B5EF4-FFF2-40B4-BE49-F238E27FC236}">
                <a16:creationId xmlns:a16="http://schemas.microsoft.com/office/drawing/2014/main" id="{12622F17-8681-4FEB-AF5B-269D04E54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779395"/>
            <a:ext cx="2209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Response Manager</a:t>
            </a:r>
          </a:p>
        </p:txBody>
      </p:sp>
      <p:sp>
        <p:nvSpPr>
          <p:cNvPr id="61" name="dp45-comparison / n68">
            <a:extLst xmlns:a="http://schemas.openxmlformats.org/drawingml/2006/main">
              <a:ext uri="{FF2B5EF4-FFF2-40B4-BE49-F238E27FC236}">
                <a16:creationId xmlns:a16="http://schemas.microsoft.com/office/drawing/2014/main" id="{D2221AAB-4C61-47B8-B76A-63C10E898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3733800"/>
            <a:ext cx="7800975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C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62" name="dp45-comparison / n69 / text 1">
            <a:extLst xmlns:a="http://schemas.openxmlformats.org/drawingml/2006/main">
              <a:ext uri="{FF2B5EF4-FFF2-40B4-BE49-F238E27FC236}">
                <a16:creationId xmlns:a16="http://schemas.microsoft.com/office/drawing/2014/main" id="{3F09C08A-2247-4F9F-BEA4-11D52C587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829050"/>
            <a:ext cx="755332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Context Manager</a:t>
            </a:r>
          </a:p>
        </p:txBody>
      </p:sp>
      <p:sp>
        <p:nvSpPr>
          <p:cNvPr id="63" name="dp45-comparison / n72">
            <a:extLst xmlns:a="http://schemas.openxmlformats.org/drawingml/2006/main">
              <a:ext uri="{FF2B5EF4-FFF2-40B4-BE49-F238E27FC236}">
                <a16:creationId xmlns:a16="http://schemas.microsoft.com/office/drawing/2014/main" id="{669BA4CC-9DEE-4440-B7E9-40DA55198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4324350"/>
            <a:ext cx="23622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64" name="dp45-comparison / n73 / text 1">
            <a:extLst xmlns:a="http://schemas.openxmlformats.org/drawingml/2006/main">
              <a:ext uri="{FF2B5EF4-FFF2-40B4-BE49-F238E27FC236}">
                <a16:creationId xmlns:a16="http://schemas.microsoft.com/office/drawing/2014/main" id="{5EB182A1-0371-4821-A3DE-A1608B133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411504"/>
            <a:ext cx="21907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Context Composer</a:t>
            </a:r>
          </a:p>
        </p:txBody>
      </p:sp>
      <p:sp>
        <p:nvSpPr>
          <p:cNvPr id="65" name="dp45-comparison / n74">
            <a:extLst xmlns:a="http://schemas.openxmlformats.org/drawingml/2006/main">
              <a:ext uri="{FF2B5EF4-FFF2-40B4-BE49-F238E27FC236}">
                <a16:creationId xmlns:a16="http://schemas.microsoft.com/office/drawing/2014/main" id="{002FB286-CDAC-4031-B915-EA376769D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5381625"/>
            <a:ext cx="2476500" cy="4476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66" name="dp45-comparison / n75 / text 1">
            <a:extLst xmlns:a="http://schemas.openxmlformats.org/drawingml/2006/main">
              <a:ext uri="{FF2B5EF4-FFF2-40B4-BE49-F238E27FC236}">
                <a16:creationId xmlns:a16="http://schemas.microsoft.com/office/drawing/2014/main" id="{06BEE14B-8DAC-4C2A-80AD-81163D31A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5543550"/>
            <a:ext cx="23050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Source View Cache</a:t>
            </a:r>
          </a:p>
        </p:txBody>
      </p:sp>
      <p:sp>
        <p:nvSpPr>
          <p:cNvPr id="67" name="dp45-comparison / n76">
            <a:extLst xmlns:a="http://schemas.openxmlformats.org/drawingml/2006/main">
              <a:ext uri="{FF2B5EF4-FFF2-40B4-BE49-F238E27FC236}">
                <a16:creationId xmlns:a16="http://schemas.microsoft.com/office/drawing/2014/main" id="{12BC36DA-A427-47F5-ACEC-8BC4D0BC8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5381625"/>
            <a:ext cx="2286000" cy="4476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68" name="dp45-comparison / n77 / text 1">
            <a:extLst xmlns:a="http://schemas.openxmlformats.org/drawingml/2006/main">
              <a:ext uri="{FF2B5EF4-FFF2-40B4-BE49-F238E27FC236}">
                <a16:creationId xmlns:a16="http://schemas.microsoft.com/office/drawing/2014/main" id="{96A632BC-C182-4B5E-9C09-6C71AEC18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5543550"/>
            <a:ext cx="21145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Evidence Set</a:t>
            </a:r>
          </a:p>
        </p:txBody>
      </p:sp>
      <p:sp>
        <p:nvSpPr>
          <p:cNvPr id="69" name="dp45-comparison / n78 / path">
            <a:extLst xmlns:a="http://schemas.openxmlformats.org/drawingml/2006/main">
              <a:ext uri="{FF2B5EF4-FFF2-40B4-BE49-F238E27FC236}">
                <a16:creationId xmlns:a16="http://schemas.microsoft.com/office/drawing/2014/main" id="{009EE144-8B44-4B90-81BD-67B422D50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6525" y="3076575"/>
            <a:ext cx="2667000" cy="1247775"/>
          </a:xfrm>
          <a:custGeom xmlns:a="http://schemas.openxmlformats.org/drawingml/2006/main">
            <a:pathLst>
              <a:path w="2667000" h="1247775">
                <a:moveTo>
                  <a:pt x="2667000" y="1247775"/>
                </a:moveTo>
                <a:lnTo>
                  <a:pt x="2667000" y="552450"/>
                </a:lnTo>
                <a:lnTo>
                  <a:pt x="0" y="55245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70" name="dp45-comparison / n78 / arrow">
            <a:extLst xmlns:a="http://schemas.openxmlformats.org/drawingml/2006/main">
              <a:ext uri="{FF2B5EF4-FFF2-40B4-BE49-F238E27FC236}">
                <a16:creationId xmlns:a16="http://schemas.microsoft.com/office/drawing/2014/main" id="{CD2901FE-C721-4D9C-B598-A6B26B703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5565" y="307657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1" name="dp45-comparison / n79 / path">
            <a:extLst xmlns:a="http://schemas.openxmlformats.org/drawingml/2006/main">
              <a:ext uri="{FF2B5EF4-FFF2-40B4-BE49-F238E27FC236}">
                <a16:creationId xmlns:a16="http://schemas.microsoft.com/office/drawing/2014/main" id="{C6BB8E88-EC22-4700-A50B-31A5A2BF5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3076575"/>
            <a:ext cx="2762250" cy="1247775"/>
          </a:xfrm>
          <a:custGeom xmlns:a="http://schemas.openxmlformats.org/drawingml/2006/main">
            <a:pathLst>
              <a:path w="2762250" h="1247775">
                <a:moveTo>
                  <a:pt x="0" y="0"/>
                </a:moveTo>
                <a:lnTo>
                  <a:pt x="0" y="1123950"/>
                </a:lnTo>
                <a:lnTo>
                  <a:pt x="2762250" y="1123950"/>
                </a:lnTo>
                <a:lnTo>
                  <a:pt x="2762250" y="12477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72" name="dp45-comparison / n79 / arrow">
            <a:extLst xmlns:a="http://schemas.openxmlformats.org/drawingml/2006/main">
              <a:ext uri="{FF2B5EF4-FFF2-40B4-BE49-F238E27FC236}">
                <a16:creationId xmlns:a16="http://schemas.microsoft.com/office/drawing/2014/main" id="{22F28FEB-D0AA-459F-8EF4-ECF8E6BA3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9265" y="420243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3" name="dp45-comparison / n80 / path">
            <a:extLst xmlns:a="http://schemas.openxmlformats.org/drawingml/2006/main">
              <a:ext uri="{FF2B5EF4-FFF2-40B4-BE49-F238E27FC236}">
                <a16:creationId xmlns:a16="http://schemas.microsoft.com/office/drawing/2014/main" id="{7146F435-4108-4ABB-AAAD-48E0A776E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3076575"/>
            <a:ext cx="47625" cy="1247775"/>
          </a:xfrm>
          <a:custGeom xmlns:a="http://schemas.openxmlformats.org/drawingml/2006/main">
            <a:pathLst>
              <a:path w="47625" h="1247775">
                <a:moveTo>
                  <a:pt x="0" y="1247775"/>
                </a:moveTo>
                <a:lnTo>
                  <a:pt x="0" y="552450"/>
                </a:lnTo>
                <a:lnTo>
                  <a:pt x="47625" y="552450"/>
                </a:lnTo>
                <a:lnTo>
                  <a:pt x="47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74" name="dp45-comparison / n80 / arrow">
            <a:extLst xmlns:a="http://schemas.openxmlformats.org/drawingml/2006/main">
              <a:ext uri="{FF2B5EF4-FFF2-40B4-BE49-F238E27FC236}">
                <a16:creationId xmlns:a16="http://schemas.microsoft.com/office/drawing/2014/main" id="{19A385C4-AD4A-4E99-8614-6246B7142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0190" y="307657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5" name="dp45-comparison / n81 / path">
            <a:extLst xmlns:a="http://schemas.openxmlformats.org/drawingml/2006/main">
              <a:ext uri="{FF2B5EF4-FFF2-40B4-BE49-F238E27FC236}">
                <a16:creationId xmlns:a16="http://schemas.microsoft.com/office/drawing/2014/main" id="{2B3821EF-B5A0-444B-931C-D272549A0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3076575"/>
            <a:ext cx="47625" cy="1247775"/>
          </a:xfrm>
          <a:custGeom xmlns:a="http://schemas.openxmlformats.org/drawingml/2006/main">
            <a:pathLst>
              <a:path w="47625" h="1247775">
                <a:moveTo>
                  <a:pt x="0" y="0"/>
                </a:moveTo>
                <a:lnTo>
                  <a:pt x="0" y="1123950"/>
                </a:lnTo>
                <a:lnTo>
                  <a:pt x="47625" y="1123950"/>
                </a:lnTo>
                <a:lnTo>
                  <a:pt x="47625" y="12477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76" name="dp45-comparison / n81 / arrow">
            <a:extLst xmlns:a="http://schemas.openxmlformats.org/drawingml/2006/main">
              <a:ext uri="{FF2B5EF4-FFF2-40B4-BE49-F238E27FC236}">
                <a16:creationId xmlns:a16="http://schemas.microsoft.com/office/drawing/2014/main" id="{263F7C25-C9D3-42E7-9987-685878485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9265" y="420243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7" name="dp45-comparison / n82 / path">
            <a:extLst xmlns:a="http://schemas.openxmlformats.org/drawingml/2006/main">
              <a:ext uri="{FF2B5EF4-FFF2-40B4-BE49-F238E27FC236}">
                <a16:creationId xmlns:a16="http://schemas.microsoft.com/office/drawing/2014/main" id="{BB0FCA38-54B7-4877-9EF1-27D0C5F97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3076575"/>
            <a:ext cx="2762250" cy="1247775"/>
          </a:xfrm>
          <a:custGeom xmlns:a="http://schemas.openxmlformats.org/drawingml/2006/main">
            <a:pathLst>
              <a:path w="2762250" h="1247775">
                <a:moveTo>
                  <a:pt x="0" y="1247775"/>
                </a:moveTo>
                <a:lnTo>
                  <a:pt x="0" y="552450"/>
                </a:lnTo>
                <a:lnTo>
                  <a:pt x="2762250" y="552450"/>
                </a:lnTo>
                <a:lnTo>
                  <a:pt x="2762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78" name="dp45-comparison / n82 / arrow">
            <a:extLst xmlns:a="http://schemas.openxmlformats.org/drawingml/2006/main">
              <a:ext uri="{FF2B5EF4-FFF2-40B4-BE49-F238E27FC236}">
                <a16:creationId xmlns:a16="http://schemas.microsoft.com/office/drawing/2014/main" id="{6782E252-73B5-4ACB-A3B4-75FC178E5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4815" y="307657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9" name="dp45-comparison / n83 / path">
            <a:extLst xmlns:a="http://schemas.openxmlformats.org/drawingml/2006/main">
              <a:ext uri="{FF2B5EF4-FFF2-40B4-BE49-F238E27FC236}">
                <a16:creationId xmlns:a16="http://schemas.microsoft.com/office/drawing/2014/main" id="{0ACFC577-2CCA-4C7D-8DDB-DF8B966CD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3076575"/>
            <a:ext cx="2667000" cy="1247775"/>
          </a:xfrm>
          <a:custGeom xmlns:a="http://schemas.openxmlformats.org/drawingml/2006/main">
            <a:pathLst>
              <a:path w="2667000" h="1247775">
                <a:moveTo>
                  <a:pt x="2667000" y="0"/>
                </a:moveTo>
                <a:lnTo>
                  <a:pt x="2667000" y="1123950"/>
                </a:lnTo>
                <a:lnTo>
                  <a:pt x="0" y="1123950"/>
                </a:lnTo>
                <a:lnTo>
                  <a:pt x="0" y="12477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80" name="dp45-comparison / n83 / arrow">
            <a:extLst xmlns:a="http://schemas.openxmlformats.org/drawingml/2006/main">
              <a:ext uri="{FF2B5EF4-FFF2-40B4-BE49-F238E27FC236}">
                <a16:creationId xmlns:a16="http://schemas.microsoft.com/office/drawing/2014/main" id="{3FD064B5-891B-49CD-81FF-53642F3C7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9265" y="420243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81" name="dp45-comparison / n86 / path">
            <a:extLst xmlns:a="http://schemas.openxmlformats.org/drawingml/2006/main">
              <a:ext uri="{FF2B5EF4-FFF2-40B4-BE49-F238E27FC236}">
                <a16:creationId xmlns:a16="http://schemas.microsoft.com/office/drawing/2014/main" id="{5A23B4CE-6C7A-4C13-986F-C1A37F63E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524375"/>
            <a:ext cx="1285875" cy="857250"/>
          </a:xfrm>
          <a:custGeom xmlns:a="http://schemas.openxmlformats.org/drawingml/2006/main">
            <a:pathLst>
              <a:path w="1285875" h="857250">
                <a:moveTo>
                  <a:pt x="1285875" y="4763"/>
                </a:moveTo>
                <a:lnTo>
                  <a:pt x="0" y="0"/>
                </a:lnTo>
                <a:lnTo>
                  <a:pt x="0" y="8572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82" name="dp45-comparison / n86 / arrow">
            <a:extLst xmlns:a="http://schemas.openxmlformats.org/drawingml/2006/main">
              <a:ext uri="{FF2B5EF4-FFF2-40B4-BE49-F238E27FC236}">
                <a16:creationId xmlns:a16="http://schemas.microsoft.com/office/drawing/2014/main" id="{3A9929B3-1262-4DF1-82F4-E9F97B457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8940" y="525970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83" name="dp45-comparison / n87 / path">
            <a:extLst xmlns:a="http://schemas.openxmlformats.org/drawingml/2006/main">
              <a:ext uri="{FF2B5EF4-FFF2-40B4-BE49-F238E27FC236}">
                <a16:creationId xmlns:a16="http://schemas.microsoft.com/office/drawing/2014/main" id="{41BF936D-78AF-42B1-A637-F5ABAFCDC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733925"/>
            <a:ext cx="1228725" cy="876300"/>
          </a:xfrm>
          <a:custGeom xmlns:a="http://schemas.openxmlformats.org/drawingml/2006/main">
            <a:pathLst>
              <a:path w="1228725" h="876300">
                <a:moveTo>
                  <a:pt x="0" y="871538"/>
                </a:moveTo>
                <a:lnTo>
                  <a:pt x="1228725" y="876300"/>
                </a:lnTo>
                <a:lnTo>
                  <a:pt x="12287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84" name="dp45-comparison / n87 / arrow">
            <a:extLst xmlns:a="http://schemas.openxmlformats.org/drawingml/2006/main">
              <a:ext uri="{FF2B5EF4-FFF2-40B4-BE49-F238E27FC236}">
                <a16:creationId xmlns:a16="http://schemas.microsoft.com/office/drawing/2014/main" id="{702CC87B-1B5E-4881-ABC3-170DA3AB8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5915" y="473392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85" name="dp45-comparison / n88 / path">
            <a:extLst xmlns:a="http://schemas.openxmlformats.org/drawingml/2006/main">
              <a:ext uri="{FF2B5EF4-FFF2-40B4-BE49-F238E27FC236}">
                <a16:creationId xmlns:a16="http://schemas.microsoft.com/office/drawing/2014/main" id="{656C35DB-4AE5-456D-8CD4-490FCB3ED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4524375"/>
            <a:ext cx="1381125" cy="857250"/>
          </a:xfrm>
          <a:custGeom xmlns:a="http://schemas.openxmlformats.org/drawingml/2006/main">
            <a:pathLst>
              <a:path w="1381125" h="857250">
                <a:moveTo>
                  <a:pt x="0" y="4763"/>
                </a:moveTo>
                <a:lnTo>
                  <a:pt x="1381125" y="0"/>
                </a:lnTo>
                <a:lnTo>
                  <a:pt x="1381125" y="8572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86" name="dp45-comparison / n88 / arrow">
            <a:extLst xmlns:a="http://schemas.openxmlformats.org/drawingml/2006/main">
              <a:ext uri="{FF2B5EF4-FFF2-40B4-BE49-F238E27FC236}">
                <a16:creationId xmlns:a16="http://schemas.microsoft.com/office/drawing/2014/main" id="{E2484438-39F5-4DA6-B403-5C0E7EA55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8140" y="525970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87" name="dp45-comparison / n95 / path">
            <a:extLst xmlns:a="http://schemas.openxmlformats.org/drawingml/2006/main">
              <a:ext uri="{FF2B5EF4-FFF2-40B4-BE49-F238E27FC236}">
                <a16:creationId xmlns:a16="http://schemas.microsoft.com/office/drawing/2014/main" id="{0C2B7EBB-36AB-443F-A255-03C1AD838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890838"/>
            <a:ext cx="323850" cy="2719388"/>
          </a:xfrm>
          <a:custGeom xmlns:a="http://schemas.openxmlformats.org/drawingml/2006/main">
            <a:pathLst>
              <a:path w="323850" h="2719388">
                <a:moveTo>
                  <a:pt x="123825" y="0"/>
                </a:moveTo>
                <a:lnTo>
                  <a:pt x="0" y="4763"/>
                </a:lnTo>
                <a:lnTo>
                  <a:pt x="0" y="2719388"/>
                </a:lnTo>
                <a:lnTo>
                  <a:pt x="323850" y="27146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solid"/>
          </a:ln>
        </p:spPr>
      </p:sp>
      <p:sp>
        <p:nvSpPr>
          <p:cNvPr id="88" name="dp45-comparison / n95 / arrow">
            <a:extLst xmlns:a="http://schemas.openxmlformats.org/drawingml/2006/main">
              <a:ext uri="{FF2B5EF4-FFF2-40B4-BE49-F238E27FC236}">
                <a16:creationId xmlns:a16="http://schemas.microsoft.com/office/drawing/2014/main" id="{AA7F176C-063A-488F-9FFC-1ABA7CDB7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8847" y="5546302"/>
            <a:ext cx="122803" cy="121907"/>
          </a:xfrm>
          <a:custGeom xmlns:a="http://schemas.openxmlformats.org/drawingml/2006/main">
            <a:pathLst>
              <a:path w="122803" h="121907">
                <a:moveTo>
                  <a:pt x="1793" y="121907"/>
                </a:moveTo>
                <a:lnTo>
                  <a:pt x="122803" y="59161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89" name="dp45-comparison / n96">
            <a:extLst xmlns:a="http://schemas.openxmlformats.org/drawingml/2006/main">
              <a:ext uri="{FF2B5EF4-FFF2-40B4-BE49-F238E27FC236}">
                <a16:creationId xmlns:a16="http://schemas.microsoft.com/office/drawing/2014/main" id="{1413BBFA-935F-4A0C-A30B-17C54BBCF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6353175"/>
            <a:ext cx="2476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90" name="dp45-comparison / n97 / text 1">
            <a:extLst xmlns:a="http://schemas.openxmlformats.org/drawingml/2006/main">
              <a:ext uri="{FF2B5EF4-FFF2-40B4-BE49-F238E27FC236}">
                <a16:creationId xmlns:a16="http://schemas.microsoft.com/office/drawing/2014/main" id="{6D353AC7-3A12-4384-BD6F-CD7983CCC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6432233"/>
            <a:ext cx="23050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91" name="dp45-comparison / n98">
            <a:extLst xmlns:a="http://schemas.openxmlformats.org/drawingml/2006/main">
              <a:ext uri="{FF2B5EF4-FFF2-40B4-BE49-F238E27FC236}">
                <a16:creationId xmlns:a16="http://schemas.microsoft.com/office/drawing/2014/main" id="{46DDD891-1E43-440C-82A5-5EBC71721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6353175"/>
            <a:ext cx="2609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92" name="dp45-comparison / n99 / text 1">
            <a:extLst xmlns:a="http://schemas.openxmlformats.org/drawingml/2006/main">
              <a:ext uri="{FF2B5EF4-FFF2-40B4-BE49-F238E27FC236}">
                <a16:creationId xmlns:a16="http://schemas.microsoft.com/office/drawing/2014/main" id="{027FEC58-5D80-464E-ACF4-2CAFB413D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6432233"/>
            <a:ext cx="24384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93" name="dp45-comparison / n100">
            <a:extLst xmlns:a="http://schemas.openxmlformats.org/drawingml/2006/main">
              <a:ext uri="{FF2B5EF4-FFF2-40B4-BE49-F238E27FC236}">
                <a16:creationId xmlns:a16="http://schemas.microsoft.com/office/drawing/2014/main" id="{C06D2479-17D4-4BDD-9060-30C8075A9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6324600"/>
            <a:ext cx="1676400" cy="4476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94" name="dp45-comparison / n101 / text 1">
            <a:extLst xmlns:a="http://schemas.openxmlformats.org/drawingml/2006/main">
              <a:ext uri="{FF2B5EF4-FFF2-40B4-BE49-F238E27FC236}">
                <a16:creationId xmlns:a16="http://schemas.microsoft.com/office/drawing/2014/main" id="{7DA26B5E-1130-4615-84F0-2E83E14C6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6486525"/>
            <a:ext cx="15049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User Memory</a:t>
            </a:r>
          </a:p>
        </p:txBody>
      </p:sp>
      <p:sp>
        <p:nvSpPr>
          <p:cNvPr id="95" name="dp45-comparison / n102 / path">
            <a:extLst xmlns:a="http://schemas.openxmlformats.org/drawingml/2006/main">
              <a:ext uri="{FF2B5EF4-FFF2-40B4-BE49-F238E27FC236}">
                <a16:creationId xmlns:a16="http://schemas.microsoft.com/office/drawing/2014/main" id="{36C9B0C5-DC02-4DD5-814F-4CE685D06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4733925"/>
            <a:ext cx="2667000" cy="1619250"/>
          </a:xfrm>
          <a:custGeom xmlns:a="http://schemas.openxmlformats.org/drawingml/2006/main">
            <a:pathLst>
              <a:path w="2667000" h="1619250">
                <a:moveTo>
                  <a:pt x="0" y="1619250"/>
                </a:moveTo>
                <a:lnTo>
                  <a:pt x="0" y="1323975"/>
                </a:lnTo>
                <a:lnTo>
                  <a:pt x="2667000" y="1323975"/>
                </a:lnTo>
                <a:lnTo>
                  <a:pt x="2667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96" name="dp45-comparison / n102 / arrow">
            <a:extLst xmlns:a="http://schemas.openxmlformats.org/drawingml/2006/main">
              <a:ext uri="{FF2B5EF4-FFF2-40B4-BE49-F238E27FC236}">
                <a16:creationId xmlns:a16="http://schemas.microsoft.com/office/drawing/2014/main" id="{5CCAE552-EECA-4074-A7C4-453815901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5915" y="473392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97" name="dp45-comparison / n103 / path">
            <a:extLst xmlns:a="http://schemas.openxmlformats.org/drawingml/2006/main">
              <a:ext uri="{FF2B5EF4-FFF2-40B4-BE49-F238E27FC236}">
                <a16:creationId xmlns:a16="http://schemas.microsoft.com/office/drawing/2014/main" id="{1D6EC064-D242-474D-AB34-0E49486CE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5829300"/>
            <a:ext cx="5029200" cy="523875"/>
          </a:xfrm>
          <a:custGeom xmlns:a="http://schemas.openxmlformats.org/drawingml/2006/main">
            <a:pathLst>
              <a:path w="5029200" h="523875">
                <a:moveTo>
                  <a:pt x="5029200" y="0"/>
                </a:moveTo>
                <a:lnTo>
                  <a:pt x="5029200" y="485775"/>
                </a:lnTo>
                <a:lnTo>
                  <a:pt x="0" y="485775"/>
                </a:lnTo>
                <a:lnTo>
                  <a:pt x="0" y="5238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98" name="dp45-comparison / n103 / arrow">
            <a:extLst xmlns:a="http://schemas.openxmlformats.org/drawingml/2006/main">
              <a:ext uri="{FF2B5EF4-FFF2-40B4-BE49-F238E27FC236}">
                <a16:creationId xmlns:a16="http://schemas.microsoft.com/office/drawing/2014/main" id="{BD65E363-DD7F-4A26-86D8-465B30BA3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8940" y="62312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99" name="dp45-comparison / n106 / path">
            <a:extLst xmlns:a="http://schemas.openxmlformats.org/drawingml/2006/main">
              <a:ext uri="{FF2B5EF4-FFF2-40B4-BE49-F238E27FC236}">
                <a16:creationId xmlns:a16="http://schemas.microsoft.com/office/drawing/2014/main" id="{74D25BD7-4C69-47F7-A377-60B0448AC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6543675"/>
            <a:ext cx="609600" cy="953"/>
          </a:xfrm>
          <a:custGeom xmlns:a="http://schemas.openxmlformats.org/drawingml/2006/main">
            <a:pathLst>
              <a:path w="609600" h="953">
                <a:moveTo>
                  <a:pt x="0" y="0"/>
                </a:moveTo>
                <a:lnTo>
                  <a:pt x="609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100" name="dp45-comparison / n106 / arrow">
            <a:extLst xmlns:a="http://schemas.openxmlformats.org/drawingml/2006/main">
              <a:ext uri="{FF2B5EF4-FFF2-40B4-BE49-F238E27FC236}">
                <a16:creationId xmlns:a16="http://schemas.microsoft.com/office/drawing/2014/main" id="{F13EDCF3-3F9F-4641-884D-F8C09EE5D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5805" y="648271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101" name="dp45-comparison / n111 / path">
            <a:extLst xmlns:a="http://schemas.openxmlformats.org/drawingml/2006/main">
              <a:ext uri="{FF2B5EF4-FFF2-40B4-BE49-F238E27FC236}">
                <a16:creationId xmlns:a16="http://schemas.microsoft.com/office/drawing/2014/main" id="{DA16411F-0511-47CE-888D-9C49A74F5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6543675"/>
            <a:ext cx="3648075" cy="485775"/>
          </a:xfrm>
          <a:custGeom xmlns:a="http://schemas.openxmlformats.org/drawingml/2006/main">
            <a:pathLst>
              <a:path w="3648075" h="485775">
                <a:moveTo>
                  <a:pt x="0" y="0"/>
                </a:moveTo>
                <a:lnTo>
                  <a:pt x="180975" y="0"/>
                </a:lnTo>
                <a:lnTo>
                  <a:pt x="180975" y="485775"/>
                </a:lnTo>
                <a:lnTo>
                  <a:pt x="3448050" y="485775"/>
                </a:lnTo>
                <a:lnTo>
                  <a:pt x="3448050" y="0"/>
                </a:lnTo>
                <a:lnTo>
                  <a:pt x="3648075" y="4763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02" name="dp45-comparison / n111 / arrow">
            <a:extLst xmlns:a="http://schemas.openxmlformats.org/drawingml/2006/main">
              <a:ext uri="{FF2B5EF4-FFF2-40B4-BE49-F238E27FC236}">
                <a16:creationId xmlns:a16="http://schemas.microsoft.com/office/drawing/2014/main" id="{B495EB52-2996-4D0C-A716-C46B33FF3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864" y="6484593"/>
            <a:ext cx="123336" cy="121885"/>
          </a:xfrm>
          <a:custGeom xmlns:a="http://schemas.openxmlformats.org/drawingml/2006/main">
            <a:pathLst>
              <a:path w="123336" h="121885">
                <a:moveTo>
                  <a:pt x="0" y="121885"/>
                </a:moveTo>
                <a:lnTo>
                  <a:pt x="123336" y="63845"/>
                </a:lnTo>
                <a:lnTo>
                  <a:pt x="290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103" name="dp45-comparison / n54">
            <a:extLst xmlns:a="http://schemas.openxmlformats.org/drawingml/2006/main">
              <a:ext uri="{FF2B5EF4-FFF2-40B4-BE49-F238E27FC236}">
                <a16:creationId xmlns:a16="http://schemas.microsoft.com/office/drawing/2014/main" id="{FF83EEBE-E3C8-40F2-AE76-F6494B2A5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2400300"/>
            <a:ext cx="5970270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" name="dp45-comparison / n55 / text 1">
            <a:extLst xmlns:a="http://schemas.openxmlformats.org/drawingml/2006/main">
              <a:ext uri="{FF2B5EF4-FFF2-40B4-BE49-F238E27FC236}">
                <a16:creationId xmlns:a16="http://schemas.microsoft.com/office/drawing/2014/main" id="{1F27391F-E823-4D7A-B512-E9EA252DD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409825"/>
            <a:ext cx="78009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동일 이력: D2 보고서 → R7 “짧은 문장, 결론 먼저” → D3 수정 → P4 전달</a:t>
            </a:r>
          </a:p>
        </p:txBody>
      </p:sp>
      <p:sp>
        <p:nvSpPr>
          <p:cNvPr id="105" name="dp45-comparison / n58">
            <a:extLst xmlns:a="http://schemas.openxmlformats.org/drawingml/2006/main">
              <a:ext uri="{FF2B5EF4-FFF2-40B4-BE49-F238E27FC236}">
                <a16:creationId xmlns:a16="http://schemas.microsoft.com/office/drawing/2014/main" id="{3BFCD30B-A56E-4D5E-A401-BDBBFE826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124200"/>
            <a:ext cx="1679258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" name="dp45-comparison / n59 / text 1">
            <a:extLst xmlns:a="http://schemas.openxmlformats.org/drawingml/2006/main">
              <a:ext uri="{FF2B5EF4-FFF2-40B4-BE49-F238E27FC236}">
                <a16:creationId xmlns:a16="http://schemas.microsoft.com/office/drawing/2014/main" id="{ED7CC117-BB74-47AE-9239-D58909858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133725"/>
            <a:ext cx="2362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R7 원문과 정정 관계</a:t>
            </a:r>
          </a:p>
        </p:txBody>
      </p:sp>
      <p:sp>
        <p:nvSpPr>
          <p:cNvPr id="107" name="dp45-comparison / n62">
            <a:extLst xmlns:a="http://schemas.openxmlformats.org/drawingml/2006/main">
              <a:ext uri="{FF2B5EF4-FFF2-40B4-BE49-F238E27FC236}">
                <a16:creationId xmlns:a16="http://schemas.microsoft.com/office/drawing/2014/main" id="{7C984025-049B-4B93-AC6B-61771F57B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3124200"/>
            <a:ext cx="1569149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dp45-comparison / n63 / text 1">
            <a:extLst xmlns:a="http://schemas.openxmlformats.org/drawingml/2006/main">
              <a:ext uri="{FF2B5EF4-FFF2-40B4-BE49-F238E27FC236}">
                <a16:creationId xmlns:a16="http://schemas.microsoft.com/office/drawing/2014/main" id="{F6A60258-A2E9-44E4-9F61-5A14BA4C1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133725"/>
            <a:ext cx="2362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D2 → D3 확정 결과</a:t>
            </a:r>
          </a:p>
        </p:txBody>
      </p:sp>
      <p:sp>
        <p:nvSpPr>
          <p:cNvPr id="109" name="dp45-comparison / n66">
            <a:extLst xmlns:a="http://schemas.openxmlformats.org/drawingml/2006/main">
              <a:ext uri="{FF2B5EF4-FFF2-40B4-BE49-F238E27FC236}">
                <a16:creationId xmlns:a16="http://schemas.microsoft.com/office/drawing/2014/main" id="{1EDA7099-AD60-4B5B-839D-7635F1079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124200"/>
            <a:ext cx="1517333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dp45-comparison / n67 / text 1">
            <a:extLst xmlns:a="http://schemas.openxmlformats.org/drawingml/2006/main">
              <a:ext uri="{FF2B5EF4-FFF2-40B4-BE49-F238E27FC236}">
                <a16:creationId xmlns:a16="http://schemas.microsoft.com/office/drawing/2014/main" id="{E21034FB-C1D7-4523-B925-59AE8C831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133725"/>
            <a:ext cx="2362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P4 실제 전달 기록</a:t>
            </a:r>
          </a:p>
        </p:txBody>
      </p:sp>
      <p:sp>
        <p:nvSpPr>
          <p:cNvPr id="111" name="dp45-comparison / n70">
            <a:extLst xmlns:a="http://schemas.openxmlformats.org/drawingml/2006/main">
              <a:ext uri="{FF2B5EF4-FFF2-40B4-BE49-F238E27FC236}">
                <a16:creationId xmlns:a16="http://schemas.microsoft.com/office/drawing/2014/main" id="{A1EC9AE7-42B6-4992-8D98-07CFA721B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409950"/>
            <a:ext cx="3657981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" name="dp45-comparison / n71 / text 1">
            <a:extLst xmlns:a="http://schemas.openxmlformats.org/drawingml/2006/main">
              <a:ext uri="{FF2B5EF4-FFF2-40B4-BE49-F238E27FC236}">
                <a16:creationId xmlns:a16="http://schemas.microsoft.com/office/drawing/2014/main" id="{82A6A14F-B2D9-42BE-8F52-8647C8DC0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419475"/>
            <a:ext cx="7696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원본 owner 유지 / 수정과 삭제 및 권한 철회</a:t>
            </a:r>
          </a:p>
        </p:txBody>
      </p:sp>
      <p:sp>
        <p:nvSpPr>
          <p:cNvPr id="113" name="dp45-comparison / n84">
            <a:extLst xmlns:a="http://schemas.openxmlformats.org/drawingml/2006/main">
              <a:ext uri="{FF2B5EF4-FFF2-40B4-BE49-F238E27FC236}">
                <a16:creationId xmlns:a16="http://schemas.microsoft.com/office/drawing/2014/main" id="{22388BB2-F276-4092-BE46-CAE52E1B0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4095750"/>
            <a:ext cx="4143756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" name="dp45-comparison / n85 / text 1">
            <a:extLst xmlns:a="http://schemas.openxmlformats.org/drawingml/2006/main">
              <a:ext uri="{FF2B5EF4-FFF2-40B4-BE49-F238E27FC236}">
                <a16:creationId xmlns:a16="http://schemas.microsoft.com/office/drawing/2014/main" id="{E951C319-8305-451A-B0B9-045132B53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4105275"/>
            <a:ext cx="75723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1 R9의 범위 읽기 / 원문과 버전 및 누락 범위 반환</a:t>
            </a:r>
          </a:p>
        </p:txBody>
      </p:sp>
      <p:sp>
        <p:nvSpPr>
          <p:cNvPr id="115" name="dp45-comparison / n89">
            <a:extLst xmlns:a="http://schemas.openxmlformats.org/drawingml/2006/main">
              <a:ext uri="{FF2B5EF4-FFF2-40B4-BE49-F238E27FC236}">
                <a16:creationId xmlns:a16="http://schemas.microsoft.com/office/drawing/2014/main" id="{25E74578-9463-44F7-83F8-642D4693B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4895850"/>
            <a:ext cx="2139125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" name="dp45-comparison / n90 / text 1">
            <a:extLst xmlns:a="http://schemas.openxmlformats.org/drawingml/2006/main">
              <a:ext uri="{FF2B5EF4-FFF2-40B4-BE49-F238E27FC236}">
                <a16:creationId xmlns:a16="http://schemas.microsoft.com/office/drawing/2014/main" id="{493E742D-6D42-4ED0-B08E-0E3C5AB76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1175" y="4905375"/>
            <a:ext cx="26193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원본별 요약과 색인 재사용</a:t>
            </a:r>
          </a:p>
        </p:txBody>
      </p:sp>
      <p:sp>
        <p:nvSpPr>
          <p:cNvPr id="117" name="dp45-comparison / n91">
            <a:extLst xmlns:a="http://schemas.openxmlformats.org/drawingml/2006/main">
              <a:ext uri="{FF2B5EF4-FFF2-40B4-BE49-F238E27FC236}">
                <a16:creationId xmlns:a16="http://schemas.microsoft.com/office/drawing/2014/main" id="{2355CC24-8253-4D60-A1E9-58955944A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6575" y="4895850"/>
            <a:ext cx="1918906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dp45-comparison / n92 / text 1">
            <a:extLst xmlns:a="http://schemas.openxmlformats.org/drawingml/2006/main">
              <a:ext uri="{FF2B5EF4-FFF2-40B4-BE49-F238E27FC236}">
                <a16:creationId xmlns:a16="http://schemas.microsoft.com/office/drawing/2014/main" id="{9FBF4EA7-D293-4205-BAB2-7FA243837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4905375"/>
            <a:ext cx="22669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2 이번 Request에 결합</a:t>
            </a:r>
          </a:p>
        </p:txBody>
      </p:sp>
      <p:sp>
        <p:nvSpPr>
          <p:cNvPr id="119" name="dp45-comparison / n93">
            <a:extLst xmlns:a="http://schemas.openxmlformats.org/drawingml/2006/main">
              <a:ext uri="{FF2B5EF4-FFF2-40B4-BE49-F238E27FC236}">
                <a16:creationId xmlns:a16="http://schemas.microsoft.com/office/drawing/2014/main" id="{3EE72126-A65B-4023-B142-9E7C37635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5848350"/>
            <a:ext cx="414528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" name="dp45-comparison / n94 / text 1">
            <a:extLst xmlns:a="http://schemas.openxmlformats.org/drawingml/2006/main">
              <a:ext uri="{FF2B5EF4-FFF2-40B4-BE49-F238E27FC236}">
                <a16:creationId xmlns:a16="http://schemas.microsoft.com/office/drawing/2014/main" id="{F0D802C9-5B0D-4663-9AC9-F00824F92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5857875"/>
            <a:ext cx="7334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원본 변경의 부분 무효화 / cache 적중 시 재조합 축소</a:t>
            </a:r>
          </a:p>
        </p:txBody>
      </p:sp>
      <p:sp>
        <p:nvSpPr>
          <p:cNvPr id="121" name="dp45-comparison / n104">
            <a:extLst xmlns:a="http://schemas.openxmlformats.org/drawingml/2006/main">
              <a:ext uri="{FF2B5EF4-FFF2-40B4-BE49-F238E27FC236}">
                <a16:creationId xmlns:a16="http://schemas.microsoft.com/office/drawing/2014/main" id="{57B6526D-4881-4369-B7BA-BE77EBD51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6096000"/>
            <a:ext cx="4273296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" name="dp45-comparison / n105 / text 1">
            <a:extLst xmlns:a="http://schemas.openxmlformats.org/drawingml/2006/main">
              <a:ext uri="{FF2B5EF4-FFF2-40B4-BE49-F238E27FC236}">
                <a16:creationId xmlns:a16="http://schemas.microsoft.com/office/drawing/2014/main" id="{87A58D99-1030-4F0B-936B-E9BAFE909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6105525"/>
            <a:ext cx="61912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R9 조회 / Context + 출처 + 버전 + 누락 범위 반환</a:t>
            </a:r>
          </a:p>
        </p:txBody>
      </p:sp>
      <p:sp>
        <p:nvSpPr>
          <p:cNvPr id="123" name="dp45-comparison / n107">
            <a:extLst xmlns:a="http://schemas.openxmlformats.org/drawingml/2006/main">
              <a:ext uri="{FF2B5EF4-FFF2-40B4-BE49-F238E27FC236}">
                <a16:creationId xmlns:a16="http://schemas.microsoft.com/office/drawing/2014/main" id="{D8B2072F-5026-4F01-A552-F7936FDFB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6838950"/>
            <a:ext cx="2456498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" name="dp45-comparison / n108 / text 1">
            <a:extLst xmlns:a="http://schemas.openxmlformats.org/drawingml/2006/main">
              <a:ext uri="{FF2B5EF4-FFF2-40B4-BE49-F238E27FC236}">
                <a16:creationId xmlns:a16="http://schemas.microsoft.com/office/drawing/2014/main" id="{18E8F363-677D-4E57-B824-0EDD47FFF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6848475"/>
            <a:ext cx="27717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현재 Referent와 Task의 판단</a:t>
            </a:r>
          </a:p>
        </p:txBody>
      </p:sp>
      <p:sp>
        <p:nvSpPr>
          <p:cNvPr id="125" name="dp45-comparison / n109">
            <a:extLst xmlns:a="http://schemas.openxmlformats.org/drawingml/2006/main">
              <a:ext uri="{FF2B5EF4-FFF2-40B4-BE49-F238E27FC236}">
                <a16:creationId xmlns:a16="http://schemas.microsoft.com/office/drawing/2014/main" id="{C49EF6FF-F1C9-4C32-BF25-4CF0CBB91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6829425"/>
            <a:ext cx="1580388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dp45-comparison / n110 / text 1">
            <a:extLst xmlns:a="http://schemas.openxmlformats.org/drawingml/2006/main">
              <a:ext uri="{FF2B5EF4-FFF2-40B4-BE49-F238E27FC236}">
                <a16:creationId xmlns:a16="http://schemas.microsoft.com/office/drawing/2014/main" id="{2BC5E120-16D9-42A2-979F-FD2602507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6838950"/>
            <a:ext cx="16573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Context Manager 소유</a:t>
            </a:r>
          </a:p>
        </p:txBody>
      </p:sp>
      <p:sp>
        <p:nvSpPr>
          <p:cNvPr id="127" name="dp45-comparison / n110 / text 2">
            <a:extLst xmlns:a="http://schemas.openxmlformats.org/drawingml/2006/main">
              <a:ext uri="{FF2B5EF4-FFF2-40B4-BE49-F238E27FC236}">
                <a16:creationId xmlns:a16="http://schemas.microsoft.com/office/drawing/2014/main" id="{3FB44A27-55F8-47B5-863E-522875EE8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6998970"/>
            <a:ext cx="16573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명시 저장과 삭제</a:t>
            </a:r>
          </a:p>
        </p:txBody>
      </p:sp>
      <p:sp>
        <p:nvSpPr>
          <p:cNvPr id="128" name="dp45-comparison / n112">
            <a:extLst xmlns:a="http://schemas.openxmlformats.org/drawingml/2006/main">
              <a:ext uri="{FF2B5EF4-FFF2-40B4-BE49-F238E27FC236}">
                <a16:creationId xmlns:a16="http://schemas.microsoft.com/office/drawing/2014/main" id="{052BD6BD-B9D8-4E86-BB4D-904420878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7191375"/>
            <a:ext cx="6705410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" name="dp45-comparison / n113 / text 1">
            <a:extLst xmlns:a="http://schemas.openxmlformats.org/drawingml/2006/main">
              <a:ext uri="{FF2B5EF4-FFF2-40B4-BE49-F238E27FC236}">
                <a16:creationId xmlns:a16="http://schemas.microsoft.com/office/drawing/2014/main" id="{AA55666A-46C6-4BA6-9986-3D2236010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7200900"/>
            <a:ext cx="76581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사용과 채택: 현재 권한과 버전 검사 → State Store / Response 또는 Delegation</a:t>
            </a:r>
          </a:p>
        </p:txBody>
      </p:sp>
      <p:sp>
        <p:nvSpPr>
          <p:cNvPr id="130" name="dp45-comparison / n114">
            <a:extLst xmlns:a="http://schemas.openxmlformats.org/drawingml/2006/main">
              <a:ext uri="{FF2B5EF4-FFF2-40B4-BE49-F238E27FC236}">
                <a16:creationId xmlns:a16="http://schemas.microsoft.com/office/drawing/2014/main" id="{8E20C037-043E-4C84-B54B-87D3AF911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7400925"/>
            <a:ext cx="574548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" name="dp45-comparison / n115 / text 1">
            <a:extLst xmlns:a="http://schemas.openxmlformats.org/drawingml/2006/main">
              <a:ext uri="{FF2B5EF4-FFF2-40B4-BE49-F238E27FC236}">
                <a16:creationId xmlns:a16="http://schemas.microsoft.com/office/drawing/2014/main" id="{72794A5B-5515-404E-928C-E78722638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7410450"/>
            <a:ext cx="76581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공통: Model Access와 공유 Omni 1벌 / B의 관계 생산 session과 KV 추가</a:t>
            </a:r>
          </a:p>
        </p:txBody>
      </p:sp>
      <p:sp>
        <p:nvSpPr>
          <p:cNvPr id="132" name="dp45-comparison / n118">
            <a:extLst xmlns:a="http://schemas.openxmlformats.org/drawingml/2006/main">
              <a:ext uri="{FF2B5EF4-FFF2-40B4-BE49-F238E27FC236}">
                <a16:creationId xmlns:a16="http://schemas.microsoft.com/office/drawing/2014/main" id="{9B5CFA6C-98B5-4C8A-82D6-2FD4D8550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705100"/>
            <a:ext cx="2381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33" name="dp45-comparison / n119 / text 1">
            <a:extLst xmlns:a="http://schemas.openxmlformats.org/drawingml/2006/main">
              <a:ext uri="{FF2B5EF4-FFF2-40B4-BE49-F238E27FC236}">
                <a16:creationId xmlns:a16="http://schemas.microsoft.com/office/drawing/2014/main" id="{F0D6C076-6254-4A57-97C6-2D3EF79D6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779395"/>
            <a:ext cx="2209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134" name="dp45-comparison / n122">
            <a:extLst xmlns:a="http://schemas.openxmlformats.org/drawingml/2006/main">
              <a:ext uri="{FF2B5EF4-FFF2-40B4-BE49-F238E27FC236}">
                <a16:creationId xmlns:a16="http://schemas.microsoft.com/office/drawing/2014/main" id="{992B4AFD-B051-4073-A663-D68F2A1D0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2705100"/>
            <a:ext cx="2381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35" name="dp45-comparison / n123 / text 1">
            <a:extLst xmlns:a="http://schemas.openxmlformats.org/drawingml/2006/main">
              <a:ext uri="{FF2B5EF4-FFF2-40B4-BE49-F238E27FC236}">
                <a16:creationId xmlns:a16="http://schemas.microsoft.com/office/drawing/2014/main" id="{7FC8B3B0-A3E0-4462-94F2-29C5A7BD4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58725" y="2779395"/>
            <a:ext cx="2209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136" name="dp45-comparison / n126">
            <a:extLst xmlns:a="http://schemas.openxmlformats.org/drawingml/2006/main">
              <a:ext uri="{FF2B5EF4-FFF2-40B4-BE49-F238E27FC236}">
                <a16:creationId xmlns:a16="http://schemas.microsoft.com/office/drawing/2014/main" id="{2F0EF902-8201-4E27-910E-4FA03E242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87625" y="2705100"/>
            <a:ext cx="2381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37" name="dp45-comparison / n127 / text 1">
            <a:extLst xmlns:a="http://schemas.openxmlformats.org/drawingml/2006/main">
              <a:ext uri="{FF2B5EF4-FFF2-40B4-BE49-F238E27FC236}">
                <a16:creationId xmlns:a16="http://schemas.microsoft.com/office/drawing/2014/main" id="{E529B52F-3C7E-48FE-83AD-76807723E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73350" y="2779395"/>
            <a:ext cx="2209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Response Manager</a:t>
            </a:r>
          </a:p>
        </p:txBody>
      </p:sp>
      <p:sp>
        <p:nvSpPr>
          <p:cNvPr id="138" name="dp45-comparison / n130">
            <a:extLst xmlns:a="http://schemas.openxmlformats.org/drawingml/2006/main">
              <a:ext uri="{FF2B5EF4-FFF2-40B4-BE49-F238E27FC236}">
                <a16:creationId xmlns:a16="http://schemas.microsoft.com/office/drawing/2014/main" id="{6DF43398-CBA9-450A-A5B1-5373D5DAC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3733800"/>
            <a:ext cx="7800975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C"/>
          </a:solidFill>
          <a:ln xmlns:a="http://schemas.openxmlformats.org/drawingml/2006/main" w="16193">
            <a:solidFill>
              <a:srgbClr val="087E8B"/>
            </a:solidFill>
            <a:prstDash val="solid"/>
          </a:ln>
        </p:spPr>
      </p:sp>
      <p:sp>
        <p:nvSpPr>
          <p:cNvPr id="139" name="dp45-comparison / n131 / text 1">
            <a:extLst xmlns:a="http://schemas.openxmlformats.org/drawingml/2006/main">
              <a:ext uri="{FF2B5EF4-FFF2-40B4-BE49-F238E27FC236}">
                <a16:creationId xmlns:a16="http://schemas.microsoft.com/office/drawing/2014/main" id="{AC58376D-23E8-4D16-B920-F2EB8AA5A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3829050"/>
            <a:ext cx="755332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Context Manager</a:t>
            </a:r>
          </a:p>
        </p:txBody>
      </p:sp>
      <p:sp>
        <p:nvSpPr>
          <p:cNvPr id="140" name="dp45-comparison / n134">
            <a:extLst xmlns:a="http://schemas.openxmlformats.org/drawingml/2006/main">
              <a:ext uri="{FF2B5EF4-FFF2-40B4-BE49-F238E27FC236}">
                <a16:creationId xmlns:a16="http://schemas.microsoft.com/office/drawing/2014/main" id="{6BDEAEC0-4FD4-42E4-92FA-8A1619DCD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4333875"/>
            <a:ext cx="24003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087E8B"/>
            </a:solidFill>
            <a:prstDash val="solid"/>
          </a:ln>
        </p:spPr>
      </p:sp>
      <p:sp>
        <p:nvSpPr>
          <p:cNvPr id="141" name="dp45-comparison / n135 / text 1">
            <a:extLst xmlns:a="http://schemas.openxmlformats.org/drawingml/2006/main">
              <a:ext uri="{FF2B5EF4-FFF2-40B4-BE49-F238E27FC236}">
                <a16:creationId xmlns:a16="http://schemas.microsoft.com/office/drawing/2014/main" id="{4BEB2125-7E06-44E8-9969-9BEC79C56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4416266"/>
            <a:ext cx="22288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Memory Publisher</a:t>
            </a:r>
          </a:p>
        </p:txBody>
      </p:sp>
      <p:sp>
        <p:nvSpPr>
          <p:cNvPr id="142" name="dp45-comparison / n136">
            <a:extLst xmlns:a="http://schemas.openxmlformats.org/drawingml/2006/main">
              <a:ext uri="{FF2B5EF4-FFF2-40B4-BE49-F238E27FC236}">
                <a16:creationId xmlns:a16="http://schemas.microsoft.com/office/drawing/2014/main" id="{A5E0152E-4BAA-49F6-8B4E-B71C4FBE1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49225" y="4295775"/>
            <a:ext cx="2667000" cy="5238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43" name="dp45-comparison / n137 / text 1">
            <a:extLst xmlns:a="http://schemas.openxmlformats.org/drawingml/2006/main">
              <a:ext uri="{FF2B5EF4-FFF2-40B4-BE49-F238E27FC236}">
                <a16:creationId xmlns:a16="http://schemas.microsoft.com/office/drawing/2014/main" id="{7B25C506-B724-41FE-8461-F5621E457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4950" y="4457700"/>
            <a:ext cx="24955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Episodic Memory</a:t>
            </a:r>
          </a:p>
        </p:txBody>
      </p:sp>
      <p:sp>
        <p:nvSpPr>
          <p:cNvPr id="144" name="dp45-comparison / n137 / text 2">
            <a:extLst xmlns:a="http://schemas.openxmlformats.org/drawingml/2006/main">
              <a:ext uri="{FF2B5EF4-FFF2-40B4-BE49-F238E27FC236}">
                <a16:creationId xmlns:a16="http://schemas.microsoft.com/office/drawing/2014/main" id="{53ED5AC2-0B29-41D5-AA33-CB0783B49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4950" y="4652010"/>
            <a:ext cx="24955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Repository</a:t>
            </a:r>
          </a:p>
        </p:txBody>
      </p:sp>
      <p:sp>
        <p:nvSpPr>
          <p:cNvPr id="145" name="dp45-comparison / n138">
            <a:extLst xmlns:a="http://schemas.openxmlformats.org/drawingml/2006/main">
              <a:ext uri="{FF2B5EF4-FFF2-40B4-BE49-F238E27FC236}">
                <a16:creationId xmlns:a16="http://schemas.microsoft.com/office/drawing/2014/main" id="{0200F595-71CA-4D8C-AEC2-3589E392D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73400" y="4333875"/>
            <a:ext cx="16859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087E8B"/>
            </a:solidFill>
            <a:prstDash val="solid"/>
          </a:ln>
        </p:spPr>
      </p:sp>
      <p:sp>
        <p:nvSpPr>
          <p:cNvPr id="146" name="dp45-comparison / n139 / text 1">
            <a:extLst xmlns:a="http://schemas.openxmlformats.org/drawingml/2006/main">
              <a:ext uri="{FF2B5EF4-FFF2-40B4-BE49-F238E27FC236}">
                <a16:creationId xmlns:a16="http://schemas.microsoft.com/office/drawing/2014/main" id="{8D8677D0-7011-4099-B3A1-FD2EF9F90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59125" y="4428649"/>
            <a:ext cx="15144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Evidence Reader</a:t>
            </a:r>
          </a:p>
        </p:txBody>
      </p:sp>
      <p:sp>
        <p:nvSpPr>
          <p:cNvPr id="147" name="dp45-comparison / n140 / path">
            <a:extLst xmlns:a="http://schemas.openxmlformats.org/drawingml/2006/main">
              <a:ext uri="{FF2B5EF4-FFF2-40B4-BE49-F238E27FC236}">
                <a16:creationId xmlns:a16="http://schemas.microsoft.com/office/drawing/2014/main" id="{0865C351-7936-4AA1-93F6-00904CFC4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076575"/>
            <a:ext cx="200025" cy="1257300"/>
          </a:xfrm>
          <a:custGeom xmlns:a="http://schemas.openxmlformats.org/drawingml/2006/main">
            <a:pathLst>
              <a:path w="200025" h="1257300">
                <a:moveTo>
                  <a:pt x="0" y="0"/>
                </a:moveTo>
                <a:lnTo>
                  <a:pt x="0" y="619125"/>
                </a:lnTo>
                <a:lnTo>
                  <a:pt x="200025" y="619125"/>
                </a:lnTo>
                <a:lnTo>
                  <a:pt x="200025" y="12573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48" name="dp45-comparison / n140 / arrow">
            <a:extLst xmlns:a="http://schemas.openxmlformats.org/drawingml/2006/main">
              <a:ext uri="{FF2B5EF4-FFF2-40B4-BE49-F238E27FC236}">
                <a16:creationId xmlns:a16="http://schemas.microsoft.com/office/drawing/2014/main" id="{C10EBAEB-C8E1-45ED-BD13-8294D1DBC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3315" y="42119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49" name="dp45-comparison / n141 / path">
            <a:extLst xmlns:a="http://schemas.openxmlformats.org/drawingml/2006/main">
              <a:ext uri="{FF2B5EF4-FFF2-40B4-BE49-F238E27FC236}">
                <a16:creationId xmlns:a16="http://schemas.microsoft.com/office/drawing/2014/main" id="{D3D578E1-B1A4-476F-ABE8-10461AB91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076575"/>
            <a:ext cx="200025" cy="1257300"/>
          </a:xfrm>
          <a:custGeom xmlns:a="http://schemas.openxmlformats.org/drawingml/2006/main">
            <a:pathLst>
              <a:path w="200025" h="1257300">
                <a:moveTo>
                  <a:pt x="200025" y="1257300"/>
                </a:moveTo>
                <a:lnTo>
                  <a:pt x="200025" y="533400"/>
                </a:lnTo>
                <a:lnTo>
                  <a:pt x="0" y="53340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150" name="dp45-comparison / n141 / arrow">
            <a:extLst xmlns:a="http://schemas.openxmlformats.org/drawingml/2006/main">
              <a:ext uri="{FF2B5EF4-FFF2-40B4-BE49-F238E27FC236}">
                <a16:creationId xmlns:a16="http://schemas.microsoft.com/office/drawing/2014/main" id="{632A03F1-6F75-414B-8C55-2B0772710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2790" y="307657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51" name="dp45-comparison / n142 / path">
            <a:extLst xmlns:a="http://schemas.openxmlformats.org/drawingml/2006/main">
              <a:ext uri="{FF2B5EF4-FFF2-40B4-BE49-F238E27FC236}">
                <a16:creationId xmlns:a16="http://schemas.microsoft.com/office/drawing/2014/main" id="{7DB90C66-4DEF-4E2A-9516-F999DF1A0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44275" y="3076575"/>
            <a:ext cx="2514600" cy="1257300"/>
          </a:xfrm>
          <a:custGeom xmlns:a="http://schemas.openxmlformats.org/drawingml/2006/main">
            <a:pathLst>
              <a:path w="2514600" h="1257300">
                <a:moveTo>
                  <a:pt x="2514600" y="0"/>
                </a:moveTo>
                <a:lnTo>
                  <a:pt x="2514600" y="619125"/>
                </a:lnTo>
                <a:lnTo>
                  <a:pt x="0" y="619125"/>
                </a:lnTo>
                <a:lnTo>
                  <a:pt x="0" y="12573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52" name="dp45-comparison / n142 / arrow">
            <a:extLst xmlns:a="http://schemas.openxmlformats.org/drawingml/2006/main">
              <a:ext uri="{FF2B5EF4-FFF2-40B4-BE49-F238E27FC236}">
                <a16:creationId xmlns:a16="http://schemas.microsoft.com/office/drawing/2014/main" id="{FBAB4629-806B-4247-874F-1F8839425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3315" y="42119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53" name="dp45-comparison / n143 / path">
            <a:extLst xmlns:a="http://schemas.openxmlformats.org/drawingml/2006/main">
              <a:ext uri="{FF2B5EF4-FFF2-40B4-BE49-F238E27FC236}">
                <a16:creationId xmlns:a16="http://schemas.microsoft.com/office/drawing/2014/main" id="{EFE4D7B8-C3C6-42F3-B611-D62DEE254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3076575"/>
            <a:ext cx="2514600" cy="1257300"/>
          </a:xfrm>
          <a:custGeom xmlns:a="http://schemas.openxmlformats.org/drawingml/2006/main">
            <a:pathLst>
              <a:path w="2514600" h="1257300">
                <a:moveTo>
                  <a:pt x="0" y="1257300"/>
                </a:moveTo>
                <a:lnTo>
                  <a:pt x="0" y="533400"/>
                </a:lnTo>
                <a:lnTo>
                  <a:pt x="2514600" y="533400"/>
                </a:lnTo>
                <a:lnTo>
                  <a:pt x="2514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154" name="dp45-comparison / n143 / arrow">
            <a:extLst xmlns:a="http://schemas.openxmlformats.org/drawingml/2006/main">
              <a:ext uri="{FF2B5EF4-FFF2-40B4-BE49-F238E27FC236}">
                <a16:creationId xmlns:a16="http://schemas.microsoft.com/office/drawing/2014/main" id="{48108C43-E8B7-481F-9FCC-8D91A4AAE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07415" y="307657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55" name="dp45-comparison / n144 / path">
            <a:extLst xmlns:a="http://schemas.openxmlformats.org/drawingml/2006/main">
              <a:ext uri="{FF2B5EF4-FFF2-40B4-BE49-F238E27FC236}">
                <a16:creationId xmlns:a16="http://schemas.microsoft.com/office/drawing/2014/main" id="{F61D4CF4-0DB7-4EE2-A6E7-08D77EA76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44275" y="3076575"/>
            <a:ext cx="5229225" cy="1257300"/>
          </a:xfrm>
          <a:custGeom xmlns:a="http://schemas.openxmlformats.org/drawingml/2006/main">
            <a:pathLst>
              <a:path w="5229225" h="1257300">
                <a:moveTo>
                  <a:pt x="5229225" y="0"/>
                </a:moveTo>
                <a:lnTo>
                  <a:pt x="5229225" y="619125"/>
                </a:lnTo>
                <a:lnTo>
                  <a:pt x="0" y="619125"/>
                </a:lnTo>
                <a:lnTo>
                  <a:pt x="0" y="12573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56" name="dp45-comparison / n144 / arrow">
            <a:extLst xmlns:a="http://schemas.openxmlformats.org/drawingml/2006/main">
              <a:ext uri="{FF2B5EF4-FFF2-40B4-BE49-F238E27FC236}">
                <a16:creationId xmlns:a16="http://schemas.microsoft.com/office/drawing/2014/main" id="{BEAA2DDC-EFF7-4F53-AA56-5BFFCA9DE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3315" y="42119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57" name="dp45-comparison / n145 / path">
            <a:extLst xmlns:a="http://schemas.openxmlformats.org/drawingml/2006/main">
              <a:ext uri="{FF2B5EF4-FFF2-40B4-BE49-F238E27FC236}">
                <a16:creationId xmlns:a16="http://schemas.microsoft.com/office/drawing/2014/main" id="{D58F4369-9909-4053-BE52-CF9050106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3076575"/>
            <a:ext cx="5229225" cy="1257300"/>
          </a:xfrm>
          <a:custGeom xmlns:a="http://schemas.openxmlformats.org/drawingml/2006/main">
            <a:pathLst>
              <a:path w="5229225" h="1257300">
                <a:moveTo>
                  <a:pt x="0" y="1257300"/>
                </a:moveTo>
                <a:lnTo>
                  <a:pt x="0" y="533400"/>
                </a:lnTo>
                <a:lnTo>
                  <a:pt x="5229225" y="533400"/>
                </a:lnTo>
                <a:lnTo>
                  <a:pt x="5229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158" name="dp45-comparison / n145 / arrow">
            <a:extLst xmlns:a="http://schemas.openxmlformats.org/drawingml/2006/main">
              <a:ext uri="{FF2B5EF4-FFF2-40B4-BE49-F238E27FC236}">
                <a16:creationId xmlns:a16="http://schemas.microsoft.com/office/drawing/2014/main" id="{65F92926-8B2F-496E-8907-22FCFC13A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22040" y="307657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59" name="dp45-comparison / n148 / path">
            <a:extLst xmlns:a="http://schemas.openxmlformats.org/drawingml/2006/main">
              <a:ext uri="{FF2B5EF4-FFF2-40B4-BE49-F238E27FC236}">
                <a16:creationId xmlns:a16="http://schemas.microsoft.com/office/drawing/2014/main" id="{86FD7DCA-5D3C-40A9-A78F-C705B0B79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49175" y="4533900"/>
            <a:ext cx="400050" cy="23813"/>
          </a:xfrm>
          <a:custGeom xmlns:a="http://schemas.openxmlformats.org/drawingml/2006/main">
            <a:pathLst>
              <a:path w="400050" h="23813">
                <a:moveTo>
                  <a:pt x="0" y="0"/>
                </a:moveTo>
                <a:lnTo>
                  <a:pt x="400050" y="23813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60" name="dp45-comparison / n148 / arrow">
            <a:extLst xmlns:a="http://schemas.openxmlformats.org/drawingml/2006/main">
              <a:ext uri="{FF2B5EF4-FFF2-40B4-BE49-F238E27FC236}">
                <a16:creationId xmlns:a16="http://schemas.microsoft.com/office/drawing/2014/main" id="{F9520F94-99F3-457E-A0F7-403BB3A30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23898" y="4489616"/>
            <a:ext cx="125327" cy="121705"/>
          </a:xfrm>
          <a:custGeom xmlns:a="http://schemas.openxmlformats.org/drawingml/2006/main">
            <a:pathLst>
              <a:path w="125327" h="121705">
                <a:moveTo>
                  <a:pt x="0" y="121705"/>
                </a:moveTo>
                <a:lnTo>
                  <a:pt x="125327" y="68097"/>
                </a:lnTo>
                <a:lnTo>
                  <a:pt x="7244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61" name="dp45-comparison / n149 / path">
            <a:extLst xmlns:a="http://schemas.openxmlformats.org/drawingml/2006/main">
              <a:ext uri="{FF2B5EF4-FFF2-40B4-BE49-F238E27FC236}">
                <a16:creationId xmlns:a16="http://schemas.microsoft.com/office/drawing/2014/main" id="{4662958A-D901-4B92-A61D-96F71DFFE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6225" y="4448175"/>
            <a:ext cx="257175" cy="23813"/>
          </a:xfrm>
          <a:custGeom xmlns:a="http://schemas.openxmlformats.org/drawingml/2006/main">
            <a:pathLst>
              <a:path w="257175" h="23813">
                <a:moveTo>
                  <a:pt x="257175" y="0"/>
                </a:moveTo>
                <a:lnTo>
                  <a:pt x="0" y="23813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62" name="dp45-comparison / n149 / arrow">
            <a:extLst xmlns:a="http://schemas.openxmlformats.org/drawingml/2006/main">
              <a:ext uri="{FF2B5EF4-FFF2-40B4-BE49-F238E27FC236}">
                <a16:creationId xmlns:a16="http://schemas.microsoft.com/office/drawing/2014/main" id="{18833177-2369-439B-9F65-62E608214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6225" y="4400046"/>
            <a:ext cx="127021" cy="121401"/>
          </a:xfrm>
          <a:custGeom xmlns:a="http://schemas.openxmlformats.org/drawingml/2006/main">
            <a:pathLst>
              <a:path w="127021" h="121401">
                <a:moveTo>
                  <a:pt x="115780" y="0"/>
                </a:moveTo>
                <a:lnTo>
                  <a:pt x="0" y="71941"/>
                </a:lnTo>
                <a:lnTo>
                  <a:pt x="127021" y="121401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63" name="dp45-comparison / n150 / path">
            <a:extLst xmlns:a="http://schemas.openxmlformats.org/drawingml/2006/main">
              <a:ext uri="{FF2B5EF4-FFF2-40B4-BE49-F238E27FC236}">
                <a16:creationId xmlns:a16="http://schemas.microsoft.com/office/drawing/2014/main" id="{8506F47F-F215-4417-B242-23363F9B0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6225" y="4638675"/>
            <a:ext cx="257175" cy="23813"/>
          </a:xfrm>
          <a:custGeom xmlns:a="http://schemas.openxmlformats.org/drawingml/2006/main">
            <a:pathLst>
              <a:path w="257175" h="23813">
                <a:moveTo>
                  <a:pt x="0" y="23813"/>
                </a:moveTo>
                <a:lnTo>
                  <a:pt x="2571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164" name="dp45-comparison / n150 / arrow">
            <a:extLst xmlns:a="http://schemas.openxmlformats.org/drawingml/2006/main">
              <a:ext uri="{FF2B5EF4-FFF2-40B4-BE49-F238E27FC236}">
                <a16:creationId xmlns:a16="http://schemas.microsoft.com/office/drawing/2014/main" id="{B016D5A9-E7D5-4252-BEC0-54782282D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46379" y="4589215"/>
            <a:ext cx="127021" cy="121401"/>
          </a:xfrm>
          <a:custGeom xmlns:a="http://schemas.openxmlformats.org/drawingml/2006/main">
            <a:pathLst>
              <a:path w="127021" h="121401">
                <a:moveTo>
                  <a:pt x="11241" y="121401"/>
                </a:moveTo>
                <a:lnTo>
                  <a:pt x="127021" y="494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65" name="dp45-comparison / n155 / path">
            <a:extLst xmlns:a="http://schemas.openxmlformats.org/drawingml/2006/main">
              <a:ext uri="{FF2B5EF4-FFF2-40B4-BE49-F238E27FC236}">
                <a16:creationId xmlns:a16="http://schemas.microsoft.com/office/drawing/2014/main" id="{5F70B33F-D353-4C0E-B62E-92C08D7DA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9025" y="4733925"/>
            <a:ext cx="5367338" cy="676275"/>
          </a:xfrm>
          <a:custGeom xmlns:a="http://schemas.openxmlformats.org/drawingml/2006/main">
            <a:pathLst>
              <a:path w="5367338" h="676275">
                <a:moveTo>
                  <a:pt x="5367338" y="0"/>
                </a:moveTo>
                <a:lnTo>
                  <a:pt x="5362575" y="676275"/>
                </a:lnTo>
                <a:lnTo>
                  <a:pt x="0" y="6762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166" name="dp45-comparison / n155 / arrow">
            <a:extLst xmlns:a="http://schemas.openxmlformats.org/drawingml/2006/main">
              <a:ext uri="{FF2B5EF4-FFF2-40B4-BE49-F238E27FC236}">
                <a16:creationId xmlns:a16="http://schemas.microsoft.com/office/drawing/2014/main" id="{7A9E4474-E3E2-4199-8037-FD49ADF6A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8065" y="473392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67" name="dp45-comparison / n158 / path">
            <a:extLst xmlns:a="http://schemas.openxmlformats.org/drawingml/2006/main">
              <a:ext uri="{FF2B5EF4-FFF2-40B4-BE49-F238E27FC236}">
                <a16:creationId xmlns:a16="http://schemas.microsoft.com/office/drawing/2014/main" id="{E70F8F73-0541-4E71-9198-DC280761E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628900"/>
            <a:ext cx="6715125" cy="1905000"/>
          </a:xfrm>
          <a:custGeom xmlns:a="http://schemas.openxmlformats.org/drawingml/2006/main">
            <a:pathLst>
              <a:path w="6715125" h="1905000">
                <a:moveTo>
                  <a:pt x="6410325" y="1905000"/>
                </a:moveTo>
                <a:lnTo>
                  <a:pt x="6715125" y="1905000"/>
                </a:lnTo>
                <a:lnTo>
                  <a:pt x="6715125" y="0"/>
                </a:lnTo>
                <a:lnTo>
                  <a:pt x="0" y="0"/>
                </a:lnTo>
                <a:lnTo>
                  <a:pt x="0" y="762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B63732"/>
            </a:solidFill>
            <a:prstDash val="solid"/>
          </a:ln>
        </p:spPr>
      </p:sp>
      <p:sp>
        <p:nvSpPr>
          <p:cNvPr id="168" name="dp45-comparison / n158 / arrow">
            <a:extLst xmlns:a="http://schemas.openxmlformats.org/drawingml/2006/main">
              <a:ext uri="{FF2B5EF4-FFF2-40B4-BE49-F238E27FC236}">
                <a16:creationId xmlns:a16="http://schemas.microsoft.com/office/drawing/2014/main" id="{F2944994-1889-4571-9162-8922269A1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88040" y="258318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B63732"/>
            </a:solidFill>
            <a:prstDash val="solid"/>
          </a:ln>
        </p:spPr>
      </p:sp>
      <p:sp>
        <p:nvSpPr>
          <p:cNvPr id="169" name="dp45-comparison / n159 / path">
            <a:extLst xmlns:a="http://schemas.openxmlformats.org/drawingml/2006/main">
              <a:ext uri="{FF2B5EF4-FFF2-40B4-BE49-F238E27FC236}">
                <a16:creationId xmlns:a16="http://schemas.microsoft.com/office/drawing/2014/main" id="{B7EC6698-8BD2-48E3-9D00-455262A03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667000"/>
            <a:ext cx="6581775" cy="1943100"/>
          </a:xfrm>
          <a:custGeom xmlns:a="http://schemas.openxmlformats.org/drawingml/2006/main">
            <a:pathLst>
              <a:path w="6581775" h="1943100">
                <a:moveTo>
                  <a:pt x="0" y="38100"/>
                </a:moveTo>
                <a:lnTo>
                  <a:pt x="0" y="0"/>
                </a:lnTo>
                <a:lnTo>
                  <a:pt x="6581775" y="0"/>
                </a:lnTo>
                <a:lnTo>
                  <a:pt x="6581775" y="1943100"/>
                </a:lnTo>
                <a:lnTo>
                  <a:pt x="6334125" y="19431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B63732"/>
            </a:solidFill>
            <a:prstDash val="dash"/>
          </a:ln>
        </p:spPr>
      </p:sp>
      <p:sp>
        <p:nvSpPr>
          <p:cNvPr id="170" name="dp45-comparison / n159 / arrow">
            <a:extLst xmlns:a="http://schemas.openxmlformats.org/drawingml/2006/main">
              <a:ext uri="{FF2B5EF4-FFF2-40B4-BE49-F238E27FC236}">
                <a16:creationId xmlns:a16="http://schemas.microsoft.com/office/drawing/2014/main" id="{B4978D96-3A8B-4E87-9F55-383A30B5D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59325" y="454914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0"/>
                </a:moveTo>
                <a:lnTo>
                  <a:pt x="0" y="60960"/>
                </a:lnTo>
                <a:lnTo>
                  <a:pt x="12192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B63732"/>
            </a:solidFill>
            <a:prstDash val="solid"/>
          </a:ln>
        </p:spPr>
      </p:sp>
      <p:sp>
        <p:nvSpPr>
          <p:cNvPr id="171" name="dp45-comparison / n160 / path">
            <a:extLst xmlns:a="http://schemas.openxmlformats.org/drawingml/2006/main">
              <a:ext uri="{FF2B5EF4-FFF2-40B4-BE49-F238E27FC236}">
                <a16:creationId xmlns:a16="http://schemas.microsoft.com/office/drawing/2014/main" id="{46683D2D-D12B-457F-B6B6-C8244BFB3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63625" y="2628900"/>
            <a:ext cx="4000500" cy="1905000"/>
          </a:xfrm>
          <a:custGeom xmlns:a="http://schemas.openxmlformats.org/drawingml/2006/main">
            <a:pathLst>
              <a:path w="4000500" h="1905000">
                <a:moveTo>
                  <a:pt x="3695700" y="1905000"/>
                </a:moveTo>
                <a:lnTo>
                  <a:pt x="4000500" y="1905000"/>
                </a:lnTo>
                <a:lnTo>
                  <a:pt x="4000500" y="0"/>
                </a:lnTo>
                <a:lnTo>
                  <a:pt x="0" y="0"/>
                </a:lnTo>
                <a:lnTo>
                  <a:pt x="0" y="762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B63732"/>
            </a:solidFill>
            <a:prstDash val="solid"/>
          </a:ln>
        </p:spPr>
      </p:sp>
      <p:sp>
        <p:nvSpPr>
          <p:cNvPr id="172" name="dp45-comparison / n160 / arrow">
            <a:extLst xmlns:a="http://schemas.openxmlformats.org/drawingml/2006/main">
              <a:ext uri="{FF2B5EF4-FFF2-40B4-BE49-F238E27FC236}">
                <a16:creationId xmlns:a16="http://schemas.microsoft.com/office/drawing/2014/main" id="{5041CE13-B3B3-4B20-96B2-BBFD05886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02665" y="258318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B63732"/>
            </a:solidFill>
            <a:prstDash val="solid"/>
          </a:ln>
        </p:spPr>
      </p:sp>
      <p:sp>
        <p:nvSpPr>
          <p:cNvPr id="173" name="dp45-comparison / n161 / path">
            <a:extLst xmlns:a="http://schemas.openxmlformats.org/drawingml/2006/main">
              <a:ext uri="{FF2B5EF4-FFF2-40B4-BE49-F238E27FC236}">
                <a16:creationId xmlns:a16="http://schemas.microsoft.com/office/drawing/2014/main" id="{10AAEBBA-E1FD-4269-8B00-4A8A0EAD9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39825" y="2667000"/>
            <a:ext cx="3867150" cy="1943100"/>
          </a:xfrm>
          <a:custGeom xmlns:a="http://schemas.openxmlformats.org/drawingml/2006/main">
            <a:pathLst>
              <a:path w="3867150" h="1943100">
                <a:moveTo>
                  <a:pt x="0" y="38100"/>
                </a:moveTo>
                <a:lnTo>
                  <a:pt x="0" y="0"/>
                </a:lnTo>
                <a:lnTo>
                  <a:pt x="3867150" y="0"/>
                </a:lnTo>
                <a:lnTo>
                  <a:pt x="3867150" y="1943100"/>
                </a:lnTo>
                <a:lnTo>
                  <a:pt x="3619500" y="19431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B63732"/>
            </a:solidFill>
            <a:prstDash val="dash"/>
          </a:ln>
        </p:spPr>
      </p:sp>
      <p:sp>
        <p:nvSpPr>
          <p:cNvPr id="174" name="dp45-comparison / n161 / arrow">
            <a:extLst xmlns:a="http://schemas.openxmlformats.org/drawingml/2006/main">
              <a:ext uri="{FF2B5EF4-FFF2-40B4-BE49-F238E27FC236}">
                <a16:creationId xmlns:a16="http://schemas.microsoft.com/office/drawing/2014/main" id="{74276E52-B4BA-496D-AB87-438663AFD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59325" y="454914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0"/>
                </a:moveTo>
                <a:lnTo>
                  <a:pt x="0" y="60960"/>
                </a:lnTo>
                <a:lnTo>
                  <a:pt x="12192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B63732"/>
            </a:solidFill>
            <a:prstDash val="solid"/>
          </a:ln>
        </p:spPr>
      </p:sp>
      <p:sp>
        <p:nvSpPr>
          <p:cNvPr id="175" name="dp45-comparison / n162 / path">
            <a:extLst xmlns:a="http://schemas.openxmlformats.org/drawingml/2006/main">
              <a:ext uri="{FF2B5EF4-FFF2-40B4-BE49-F238E27FC236}">
                <a16:creationId xmlns:a16="http://schemas.microsoft.com/office/drawing/2014/main" id="{2D657559-9471-476B-831D-7D7B5159C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8250" y="2628900"/>
            <a:ext cx="1285875" cy="1905000"/>
          </a:xfrm>
          <a:custGeom xmlns:a="http://schemas.openxmlformats.org/drawingml/2006/main">
            <a:pathLst>
              <a:path w="1285875" h="1905000">
                <a:moveTo>
                  <a:pt x="981075" y="1905000"/>
                </a:moveTo>
                <a:lnTo>
                  <a:pt x="1285875" y="1905000"/>
                </a:lnTo>
                <a:lnTo>
                  <a:pt x="1285875" y="0"/>
                </a:lnTo>
                <a:lnTo>
                  <a:pt x="0" y="0"/>
                </a:lnTo>
                <a:lnTo>
                  <a:pt x="0" y="762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B63732"/>
            </a:solidFill>
            <a:prstDash val="solid"/>
          </a:ln>
        </p:spPr>
      </p:sp>
      <p:sp>
        <p:nvSpPr>
          <p:cNvPr id="176" name="dp45-comparison / n162 / arrow">
            <a:extLst xmlns:a="http://schemas.openxmlformats.org/drawingml/2006/main">
              <a:ext uri="{FF2B5EF4-FFF2-40B4-BE49-F238E27FC236}">
                <a16:creationId xmlns:a16="http://schemas.microsoft.com/office/drawing/2014/main" id="{F6C73C37-B60B-4023-BAC0-F55254B69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17290" y="258318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B63732"/>
            </a:solidFill>
            <a:prstDash val="solid"/>
          </a:ln>
        </p:spPr>
      </p:sp>
      <p:sp>
        <p:nvSpPr>
          <p:cNvPr id="177" name="dp45-comparison / n163 / path">
            <a:extLst xmlns:a="http://schemas.openxmlformats.org/drawingml/2006/main">
              <a:ext uri="{FF2B5EF4-FFF2-40B4-BE49-F238E27FC236}">
                <a16:creationId xmlns:a16="http://schemas.microsoft.com/office/drawing/2014/main" id="{450EB018-A4D7-4B63-89A2-7CE8AF574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54450" y="2667000"/>
            <a:ext cx="1152525" cy="1943100"/>
          </a:xfrm>
          <a:custGeom xmlns:a="http://schemas.openxmlformats.org/drawingml/2006/main">
            <a:pathLst>
              <a:path w="1152525" h="1943100">
                <a:moveTo>
                  <a:pt x="0" y="38100"/>
                </a:moveTo>
                <a:lnTo>
                  <a:pt x="0" y="0"/>
                </a:lnTo>
                <a:lnTo>
                  <a:pt x="1152525" y="0"/>
                </a:lnTo>
                <a:lnTo>
                  <a:pt x="1152525" y="1943100"/>
                </a:lnTo>
                <a:lnTo>
                  <a:pt x="904875" y="19431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B63732"/>
            </a:solidFill>
            <a:prstDash val="dash"/>
          </a:ln>
        </p:spPr>
      </p:sp>
      <p:sp>
        <p:nvSpPr>
          <p:cNvPr id="178" name="dp45-comparison / n163 / arrow">
            <a:extLst xmlns:a="http://schemas.openxmlformats.org/drawingml/2006/main">
              <a:ext uri="{FF2B5EF4-FFF2-40B4-BE49-F238E27FC236}">
                <a16:creationId xmlns:a16="http://schemas.microsoft.com/office/drawing/2014/main" id="{B4E89D48-C198-48A8-9E5C-05B1060AD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59325" y="454914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0"/>
                </a:moveTo>
                <a:lnTo>
                  <a:pt x="0" y="60960"/>
                </a:lnTo>
                <a:lnTo>
                  <a:pt x="12192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B63732"/>
            </a:solidFill>
            <a:prstDash val="solid"/>
          </a:ln>
        </p:spPr>
      </p:sp>
      <p:sp>
        <p:nvSpPr>
          <p:cNvPr id="179" name="dp45-comparison / n166">
            <a:extLst xmlns:a="http://schemas.openxmlformats.org/drawingml/2006/main">
              <a:ext uri="{FF2B5EF4-FFF2-40B4-BE49-F238E27FC236}">
                <a16:creationId xmlns:a16="http://schemas.microsoft.com/office/drawing/2014/main" id="{8A6AF571-2706-416B-99FA-7D54F9E75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6353175"/>
            <a:ext cx="2476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80" name="dp45-comparison / n167 / text 1">
            <a:extLst xmlns:a="http://schemas.openxmlformats.org/drawingml/2006/main">
              <a:ext uri="{FF2B5EF4-FFF2-40B4-BE49-F238E27FC236}">
                <a16:creationId xmlns:a16="http://schemas.microsoft.com/office/drawing/2014/main" id="{A63B78DE-0CAC-430A-B547-7A318F1FF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6432233"/>
            <a:ext cx="23050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181" name="dp45-comparison / n168">
            <a:extLst xmlns:a="http://schemas.openxmlformats.org/drawingml/2006/main">
              <a:ext uri="{FF2B5EF4-FFF2-40B4-BE49-F238E27FC236}">
                <a16:creationId xmlns:a16="http://schemas.microsoft.com/office/drawing/2014/main" id="{598BEE06-FB94-4C9C-A54A-6CA736FF4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44475" y="6353175"/>
            <a:ext cx="2609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82" name="dp45-comparison / n169 / text 1">
            <a:extLst xmlns:a="http://schemas.openxmlformats.org/drawingml/2006/main">
              <a:ext uri="{FF2B5EF4-FFF2-40B4-BE49-F238E27FC236}">
                <a16:creationId xmlns:a16="http://schemas.microsoft.com/office/drawing/2014/main" id="{F6045F7C-8452-4FF1-978E-34BA4C35A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30200" y="6432233"/>
            <a:ext cx="24384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183" name="dp45-comparison / n170">
            <a:extLst xmlns:a="http://schemas.openxmlformats.org/drawingml/2006/main">
              <a:ext uri="{FF2B5EF4-FFF2-40B4-BE49-F238E27FC236}">
                <a16:creationId xmlns:a16="http://schemas.microsoft.com/office/drawing/2014/main" id="{F508B792-7DA9-48BA-B9C6-F33A32126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6324600"/>
            <a:ext cx="1676400" cy="4476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84" name="dp45-comparison / n171 / text 1">
            <a:extLst xmlns:a="http://schemas.openxmlformats.org/drawingml/2006/main">
              <a:ext uri="{FF2B5EF4-FFF2-40B4-BE49-F238E27FC236}">
                <a16:creationId xmlns:a16="http://schemas.microsoft.com/office/drawing/2014/main" id="{C56FA59E-D66A-455C-A75E-744630C32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68675" y="6486525"/>
            <a:ext cx="15049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User Memory</a:t>
            </a:r>
          </a:p>
        </p:txBody>
      </p:sp>
      <p:sp>
        <p:nvSpPr>
          <p:cNvPr id="185" name="dp45-comparison / n172 / path">
            <a:extLst xmlns:a="http://schemas.openxmlformats.org/drawingml/2006/main">
              <a:ext uri="{FF2B5EF4-FFF2-40B4-BE49-F238E27FC236}">
                <a16:creationId xmlns:a16="http://schemas.microsoft.com/office/drawing/2014/main" id="{4C7CD5E0-D3EB-441F-860B-B764D8142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4733925"/>
            <a:ext cx="5519738" cy="1619250"/>
          </a:xfrm>
          <a:custGeom xmlns:a="http://schemas.openxmlformats.org/drawingml/2006/main">
            <a:pathLst>
              <a:path w="5519738" h="1619250">
                <a:moveTo>
                  <a:pt x="0" y="1619250"/>
                </a:moveTo>
                <a:lnTo>
                  <a:pt x="0" y="1323975"/>
                </a:lnTo>
                <a:lnTo>
                  <a:pt x="5514975" y="1323975"/>
                </a:lnTo>
                <a:lnTo>
                  <a:pt x="5519738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86" name="dp45-comparison / n172 / arrow">
            <a:extLst xmlns:a="http://schemas.openxmlformats.org/drawingml/2006/main">
              <a:ext uri="{FF2B5EF4-FFF2-40B4-BE49-F238E27FC236}">
                <a16:creationId xmlns:a16="http://schemas.microsoft.com/office/drawing/2014/main" id="{5C908E48-15C9-45B7-B121-3D63878F9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54964" y="4733925"/>
            <a:ext cx="121919" cy="122138"/>
          </a:xfrm>
          <a:custGeom xmlns:a="http://schemas.openxmlformats.org/drawingml/2006/main">
            <a:pathLst>
              <a:path w="121919" h="122138">
                <a:moveTo>
                  <a:pt x="121919" y="122138"/>
                </a:moveTo>
                <a:lnTo>
                  <a:pt x="61398" y="0"/>
                </a:lnTo>
                <a:lnTo>
                  <a:pt x="0" y="12170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87" name="dp45-comparison / n173 / path">
            <a:extLst xmlns:a="http://schemas.openxmlformats.org/drawingml/2006/main">
              <a:ext uri="{FF2B5EF4-FFF2-40B4-BE49-F238E27FC236}">
                <a16:creationId xmlns:a16="http://schemas.microsoft.com/office/drawing/2014/main" id="{5F94915E-6336-422C-84BA-50A5BD9D3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6650" y="4733925"/>
            <a:ext cx="5510213" cy="1619250"/>
          </a:xfrm>
          <a:custGeom xmlns:a="http://schemas.openxmlformats.org/drawingml/2006/main">
            <a:pathLst>
              <a:path w="5510213" h="1619250">
                <a:moveTo>
                  <a:pt x="5510213" y="0"/>
                </a:moveTo>
                <a:lnTo>
                  <a:pt x="5505450" y="1581150"/>
                </a:lnTo>
                <a:lnTo>
                  <a:pt x="0" y="1581150"/>
                </a:lnTo>
                <a:lnTo>
                  <a:pt x="0" y="16192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188" name="dp45-comparison / n173 / arrow">
            <a:extLst xmlns:a="http://schemas.openxmlformats.org/drawingml/2006/main">
              <a:ext uri="{FF2B5EF4-FFF2-40B4-BE49-F238E27FC236}">
                <a16:creationId xmlns:a16="http://schemas.microsoft.com/office/drawing/2014/main" id="{356946FA-3AEC-4A20-A8F2-0EAD42DBC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5690" y="62312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89" name="dp45-comparison / n176 / path">
            <a:extLst xmlns:a="http://schemas.openxmlformats.org/drawingml/2006/main">
              <a:ext uri="{FF2B5EF4-FFF2-40B4-BE49-F238E27FC236}">
                <a16:creationId xmlns:a16="http://schemas.microsoft.com/office/drawing/2014/main" id="{F0B45DFF-9B52-49B1-95AE-77E22B13F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34875" y="6543675"/>
            <a:ext cx="609600" cy="953"/>
          </a:xfrm>
          <a:custGeom xmlns:a="http://schemas.openxmlformats.org/drawingml/2006/main">
            <a:pathLst>
              <a:path w="609600" h="953">
                <a:moveTo>
                  <a:pt x="0" y="0"/>
                </a:moveTo>
                <a:lnTo>
                  <a:pt x="609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90" name="dp45-comparison / n176 / arrow">
            <a:extLst xmlns:a="http://schemas.openxmlformats.org/drawingml/2006/main">
              <a:ext uri="{FF2B5EF4-FFF2-40B4-BE49-F238E27FC236}">
                <a16:creationId xmlns:a16="http://schemas.microsoft.com/office/drawing/2014/main" id="{11235A09-91FF-4263-AB0D-95FDC612E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22555" y="648271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91" name="dp45-comparison / n181 / path">
            <a:extLst xmlns:a="http://schemas.openxmlformats.org/drawingml/2006/main">
              <a:ext uri="{FF2B5EF4-FFF2-40B4-BE49-F238E27FC236}">
                <a16:creationId xmlns:a16="http://schemas.microsoft.com/office/drawing/2014/main" id="{BB43BEE9-81FF-4E70-A9DB-75AFA8D2E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34875" y="6543675"/>
            <a:ext cx="3648075" cy="485775"/>
          </a:xfrm>
          <a:custGeom xmlns:a="http://schemas.openxmlformats.org/drawingml/2006/main">
            <a:pathLst>
              <a:path w="3648075" h="485775">
                <a:moveTo>
                  <a:pt x="0" y="0"/>
                </a:moveTo>
                <a:lnTo>
                  <a:pt x="180975" y="0"/>
                </a:lnTo>
                <a:lnTo>
                  <a:pt x="180975" y="485775"/>
                </a:lnTo>
                <a:lnTo>
                  <a:pt x="3448050" y="485775"/>
                </a:lnTo>
                <a:lnTo>
                  <a:pt x="3448050" y="0"/>
                </a:lnTo>
                <a:lnTo>
                  <a:pt x="3648075" y="4763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92" name="dp45-comparison / n181 / arrow">
            <a:extLst xmlns:a="http://schemas.openxmlformats.org/drawingml/2006/main">
              <a:ext uri="{FF2B5EF4-FFF2-40B4-BE49-F238E27FC236}">
                <a16:creationId xmlns:a16="http://schemas.microsoft.com/office/drawing/2014/main" id="{77365A47-5782-4E03-BC82-35741559D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59614" y="6484593"/>
            <a:ext cx="123336" cy="121885"/>
          </a:xfrm>
          <a:custGeom xmlns:a="http://schemas.openxmlformats.org/drawingml/2006/main">
            <a:pathLst>
              <a:path w="123336" h="121885">
                <a:moveTo>
                  <a:pt x="0" y="121885"/>
                </a:moveTo>
                <a:lnTo>
                  <a:pt x="123336" y="63845"/>
                </a:lnTo>
                <a:lnTo>
                  <a:pt x="290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193" name="dp45-comparison / n116">
            <a:extLst xmlns:a="http://schemas.openxmlformats.org/drawingml/2006/main">
              <a:ext uri="{FF2B5EF4-FFF2-40B4-BE49-F238E27FC236}">
                <a16:creationId xmlns:a16="http://schemas.microsoft.com/office/drawing/2014/main" id="{69283E4B-097F-47CE-89F9-F5CBE0DFA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2400300"/>
            <a:ext cx="5970270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4" name="dp45-comparison / n117 / text 1">
            <a:extLst xmlns:a="http://schemas.openxmlformats.org/drawingml/2006/main">
              <a:ext uri="{FF2B5EF4-FFF2-40B4-BE49-F238E27FC236}">
                <a16:creationId xmlns:a16="http://schemas.microsoft.com/office/drawing/2014/main" id="{203A7D4F-BB40-4AFB-AF3E-A2C3D1A5B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409825"/>
            <a:ext cx="78009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동일 이력: D2 보고서 → R7 “짧은 문장, 결론 먼저” → D3 수정 → P4 전달</a:t>
            </a:r>
          </a:p>
        </p:txBody>
      </p:sp>
      <p:sp>
        <p:nvSpPr>
          <p:cNvPr id="195" name="dp45-comparison / n120">
            <a:extLst xmlns:a="http://schemas.openxmlformats.org/drawingml/2006/main">
              <a:ext uri="{FF2B5EF4-FFF2-40B4-BE49-F238E27FC236}">
                <a16:creationId xmlns:a16="http://schemas.microsoft.com/office/drawing/2014/main" id="{E43C86F0-1120-426B-984C-7F647E63D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124200"/>
            <a:ext cx="1679258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6" name="dp45-comparison / n121 / text 1">
            <a:extLst xmlns:a="http://schemas.openxmlformats.org/drawingml/2006/main">
              <a:ext uri="{FF2B5EF4-FFF2-40B4-BE49-F238E27FC236}">
                <a16:creationId xmlns:a16="http://schemas.microsoft.com/office/drawing/2014/main" id="{9CA3920A-0848-4AF4-A88B-FF046E8E8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133725"/>
            <a:ext cx="2362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R7 원문과 정정 관계</a:t>
            </a:r>
          </a:p>
        </p:txBody>
      </p:sp>
      <p:sp>
        <p:nvSpPr>
          <p:cNvPr id="197" name="dp45-comparison / n124">
            <a:extLst xmlns:a="http://schemas.openxmlformats.org/drawingml/2006/main">
              <a:ext uri="{FF2B5EF4-FFF2-40B4-BE49-F238E27FC236}">
                <a16:creationId xmlns:a16="http://schemas.microsoft.com/office/drawing/2014/main" id="{C0229BF4-A819-4E89-94F6-71E8A3752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82525" y="3124200"/>
            <a:ext cx="1569149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8" name="dp45-comparison / n125 / text 1">
            <a:extLst xmlns:a="http://schemas.openxmlformats.org/drawingml/2006/main">
              <a:ext uri="{FF2B5EF4-FFF2-40B4-BE49-F238E27FC236}">
                <a16:creationId xmlns:a16="http://schemas.microsoft.com/office/drawing/2014/main" id="{0FD2A9A4-3FC0-478F-A8E3-CDFD6A28D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01575" y="3133725"/>
            <a:ext cx="2362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D2 → D3 확정 결과</a:t>
            </a:r>
          </a:p>
        </p:txBody>
      </p:sp>
      <p:sp>
        <p:nvSpPr>
          <p:cNvPr id="199" name="dp45-comparison / n128">
            <a:extLst xmlns:a="http://schemas.openxmlformats.org/drawingml/2006/main">
              <a:ext uri="{FF2B5EF4-FFF2-40B4-BE49-F238E27FC236}">
                <a16:creationId xmlns:a16="http://schemas.microsoft.com/office/drawing/2014/main" id="{25ACB506-9644-41F3-BC53-49C2E81E8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97150" y="3124200"/>
            <a:ext cx="1517333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0" name="dp45-comparison / n129 / text 1">
            <a:extLst xmlns:a="http://schemas.openxmlformats.org/drawingml/2006/main">
              <a:ext uri="{FF2B5EF4-FFF2-40B4-BE49-F238E27FC236}">
                <a16:creationId xmlns:a16="http://schemas.microsoft.com/office/drawing/2014/main" id="{85E96283-2482-4CF3-B89F-04F03E2D7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16200" y="3133725"/>
            <a:ext cx="2362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P4 실제 전달 기록</a:t>
            </a:r>
          </a:p>
        </p:txBody>
      </p:sp>
      <p:sp>
        <p:nvSpPr>
          <p:cNvPr id="201" name="dp45-comparison / n132">
            <a:extLst xmlns:a="http://schemas.openxmlformats.org/drawingml/2006/main">
              <a:ext uri="{FF2B5EF4-FFF2-40B4-BE49-F238E27FC236}">
                <a16:creationId xmlns:a16="http://schemas.microsoft.com/office/drawing/2014/main" id="{9F9B7F7B-F0E1-4CA9-B1CA-B5003D0B2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409950"/>
            <a:ext cx="3657981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" name="dp45-comparison / n133 / text 1">
            <a:extLst xmlns:a="http://schemas.openxmlformats.org/drawingml/2006/main">
              <a:ext uri="{FF2B5EF4-FFF2-40B4-BE49-F238E27FC236}">
                <a16:creationId xmlns:a16="http://schemas.microsoft.com/office/drawing/2014/main" id="{DA78E692-8158-4CFD-99CD-857FBA879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419475"/>
            <a:ext cx="7696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원본 owner 유지 / 수정과 삭제 및 권한 철회</a:t>
            </a:r>
          </a:p>
        </p:txBody>
      </p:sp>
      <p:sp>
        <p:nvSpPr>
          <p:cNvPr id="203" name="dp45-comparison / n146">
            <a:extLst xmlns:a="http://schemas.openxmlformats.org/drawingml/2006/main">
              <a:ext uri="{FF2B5EF4-FFF2-40B4-BE49-F238E27FC236}">
                <a16:creationId xmlns:a16="http://schemas.microsoft.com/office/drawing/2014/main" id="{2D6455B4-801C-446D-BB14-54F15F99B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4095750"/>
            <a:ext cx="4655439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4" name="dp45-comparison / n147 / text 1">
            <a:extLst xmlns:a="http://schemas.openxmlformats.org/drawingml/2006/main">
              <a:ext uri="{FF2B5EF4-FFF2-40B4-BE49-F238E27FC236}">
                <a16:creationId xmlns:a16="http://schemas.microsoft.com/office/drawing/2014/main" id="{840E966A-1BA5-4072-93CE-5EBDC5224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4105275"/>
            <a:ext cx="71913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1 변경 알림 → 범위 읽기 → 원문과 버전 검사 → 관계 게시</a:t>
            </a:r>
          </a:p>
        </p:txBody>
      </p:sp>
      <p:sp>
        <p:nvSpPr>
          <p:cNvPr id="205" name="dp45-comparison / n151">
            <a:extLst xmlns:a="http://schemas.openxmlformats.org/drawingml/2006/main">
              <a:ext uri="{FF2B5EF4-FFF2-40B4-BE49-F238E27FC236}">
                <a16:creationId xmlns:a16="http://schemas.microsoft.com/office/drawing/2014/main" id="{392A15CA-0B8A-45B8-B0CF-CC3782336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4876800"/>
            <a:ext cx="2307336" cy="384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6" name="dp45-comparison / n152 / text 1">
            <a:extLst xmlns:a="http://schemas.openxmlformats.org/drawingml/2006/main">
              <a:ext uri="{FF2B5EF4-FFF2-40B4-BE49-F238E27FC236}">
                <a16:creationId xmlns:a16="http://schemas.microsoft.com/office/drawing/2014/main" id="{5633D052-74F4-437F-862A-BB8D6C289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77800" y="4886325"/>
            <a:ext cx="27051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정정 / 결과 개정 / 실제 전달</a:t>
            </a:r>
          </a:p>
        </p:txBody>
      </p:sp>
      <p:sp>
        <p:nvSpPr>
          <p:cNvPr id="207" name="dp45-comparison / n152 / text 2">
            <a:extLst xmlns:a="http://schemas.openxmlformats.org/drawingml/2006/main">
              <a:ext uri="{FF2B5EF4-FFF2-40B4-BE49-F238E27FC236}">
                <a16:creationId xmlns:a16="http://schemas.microsoft.com/office/drawing/2014/main" id="{EB90D611-41CE-482C-87FA-28B7EBC75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77800" y="5069205"/>
            <a:ext cx="27051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출처와 coverage / 지속 상태</a:t>
            </a:r>
          </a:p>
        </p:txBody>
      </p:sp>
      <p:sp>
        <p:nvSpPr>
          <p:cNvPr id="208" name="dp45-comparison / n153">
            <a:extLst xmlns:a="http://schemas.openxmlformats.org/drawingml/2006/main">
              <a:ext uri="{FF2B5EF4-FFF2-40B4-BE49-F238E27FC236}">
                <a16:creationId xmlns:a16="http://schemas.microsoft.com/office/drawing/2014/main" id="{7DA7D56D-E0DF-40C1-ACA9-A552D6479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54350" y="4914900"/>
            <a:ext cx="1496568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9" name="dp45-comparison / n154 / text 1">
            <a:extLst xmlns:a="http://schemas.openxmlformats.org/drawingml/2006/main">
              <a:ext uri="{FF2B5EF4-FFF2-40B4-BE49-F238E27FC236}">
                <a16:creationId xmlns:a16="http://schemas.microsoft.com/office/drawing/2014/main" id="{F30CFCE8-1E61-483E-9A9E-2ADB9278A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73400" y="4924425"/>
            <a:ext cx="16859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2 유효한 관계 조회</a:t>
            </a:r>
          </a:p>
        </p:txBody>
      </p:sp>
      <p:sp>
        <p:nvSpPr>
          <p:cNvPr id="210" name="dp45-comparison / n156">
            <a:extLst xmlns:a="http://schemas.openxmlformats.org/drawingml/2006/main">
              <a:ext uri="{FF2B5EF4-FFF2-40B4-BE49-F238E27FC236}">
                <a16:creationId xmlns:a16="http://schemas.microsoft.com/office/drawing/2014/main" id="{878F66AC-6EB6-48C8-8DB1-E4DB5045B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5486400"/>
            <a:ext cx="5183314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1" name="dp45-comparison / n157 / text 1">
            <a:extLst xmlns:a="http://schemas.openxmlformats.org/drawingml/2006/main">
              <a:ext uri="{FF2B5EF4-FFF2-40B4-BE49-F238E27FC236}">
                <a16:creationId xmlns:a16="http://schemas.microsoft.com/office/drawing/2014/main" id="{B115D9E6-71A4-4BD7-96FE-81D32F75D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5495925"/>
            <a:ext cx="7410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미게시 범위의 생산 요청 / 충돌 재검증 / 표현 밖 관계의 미지원</a:t>
            </a:r>
          </a:p>
        </p:txBody>
      </p:sp>
      <p:sp>
        <p:nvSpPr>
          <p:cNvPr id="212" name="dp45-comparison / n164">
            <a:extLst xmlns:a="http://schemas.openxmlformats.org/drawingml/2006/main">
              <a:ext uri="{FF2B5EF4-FFF2-40B4-BE49-F238E27FC236}">
                <a16:creationId xmlns:a16="http://schemas.microsoft.com/office/drawing/2014/main" id="{2593E0AA-B269-491D-803B-FF89776BB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5772150"/>
            <a:ext cx="4843272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3" name="dp45-comparison / n165 / text 1">
            <a:extLst xmlns:a="http://schemas.openxmlformats.org/drawingml/2006/main">
              <a:ext uri="{FF2B5EF4-FFF2-40B4-BE49-F238E27FC236}">
                <a16:creationId xmlns:a16="http://schemas.microsoft.com/office/drawing/2014/main" id="{D251AE1A-A1DC-44B3-A033-EE3A4A5EF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5781675"/>
            <a:ext cx="74104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모든 owner의 버전과 권한 재확인 / 수정과 삭제 즉시 사용 차단</a:t>
            </a:r>
          </a:p>
        </p:txBody>
      </p:sp>
      <p:sp>
        <p:nvSpPr>
          <p:cNvPr id="214" name="dp45-comparison / n174">
            <a:extLst xmlns:a="http://schemas.openxmlformats.org/drawingml/2006/main">
              <a:ext uri="{FF2B5EF4-FFF2-40B4-BE49-F238E27FC236}">
                <a16:creationId xmlns:a16="http://schemas.microsoft.com/office/drawing/2014/main" id="{98A7D162-6643-4B39-8FCD-6AE792045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6096000"/>
            <a:ext cx="4273296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5" name="dp45-comparison / n175 / text 1">
            <a:extLst xmlns:a="http://schemas.openxmlformats.org/drawingml/2006/main">
              <a:ext uri="{FF2B5EF4-FFF2-40B4-BE49-F238E27FC236}">
                <a16:creationId xmlns:a16="http://schemas.microsoft.com/office/drawing/2014/main" id="{D81FCB4F-8199-4B26-996B-33495ACED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6105525"/>
            <a:ext cx="61912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R9 조회 / Context + 출처 + 버전 + 누락 범위 반환</a:t>
            </a:r>
          </a:p>
        </p:txBody>
      </p:sp>
      <p:sp>
        <p:nvSpPr>
          <p:cNvPr id="216" name="dp45-comparison / n177">
            <a:extLst xmlns:a="http://schemas.openxmlformats.org/drawingml/2006/main">
              <a:ext uri="{FF2B5EF4-FFF2-40B4-BE49-F238E27FC236}">
                <a16:creationId xmlns:a16="http://schemas.microsoft.com/office/drawing/2014/main" id="{27DA4C30-9577-4B82-BCFB-6FA4A0ADF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25425" y="6838950"/>
            <a:ext cx="2456498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7" name="dp45-comparison / n178 / text 1">
            <a:extLst xmlns:a="http://schemas.openxmlformats.org/drawingml/2006/main">
              <a:ext uri="{FF2B5EF4-FFF2-40B4-BE49-F238E27FC236}">
                <a16:creationId xmlns:a16="http://schemas.microsoft.com/office/drawing/2014/main" id="{56D16AD1-9879-46FB-A84D-0AD934643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44475" y="6848475"/>
            <a:ext cx="27717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현재 Referent와 Task의 판단</a:t>
            </a:r>
          </a:p>
        </p:txBody>
      </p:sp>
      <p:sp>
        <p:nvSpPr>
          <p:cNvPr id="218" name="dp45-comparison / n179">
            <a:extLst xmlns:a="http://schemas.openxmlformats.org/drawingml/2006/main">
              <a:ext uri="{FF2B5EF4-FFF2-40B4-BE49-F238E27FC236}">
                <a16:creationId xmlns:a16="http://schemas.microsoft.com/office/drawing/2014/main" id="{734E4D2C-344A-4707-953E-401066B0E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6829425"/>
            <a:ext cx="1580388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9" name="dp45-comparison / n180 / text 1">
            <a:extLst xmlns:a="http://schemas.openxmlformats.org/drawingml/2006/main">
              <a:ext uri="{FF2B5EF4-FFF2-40B4-BE49-F238E27FC236}">
                <a16:creationId xmlns:a16="http://schemas.microsoft.com/office/drawing/2014/main" id="{E52C7E80-9419-4659-9E30-152215DC6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0" y="6838950"/>
            <a:ext cx="16573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Context Manager 소유</a:t>
            </a:r>
          </a:p>
        </p:txBody>
      </p:sp>
      <p:sp>
        <p:nvSpPr>
          <p:cNvPr id="220" name="dp45-comparison / n180 / text 2">
            <a:extLst xmlns:a="http://schemas.openxmlformats.org/drawingml/2006/main">
              <a:ext uri="{FF2B5EF4-FFF2-40B4-BE49-F238E27FC236}">
                <a16:creationId xmlns:a16="http://schemas.microsoft.com/office/drawing/2014/main" id="{194E444F-0AE8-4599-BFC6-82D1965E4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0" y="6998970"/>
            <a:ext cx="16573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명시 저장과 삭제</a:t>
            </a:r>
          </a:p>
        </p:txBody>
      </p:sp>
      <p:sp>
        <p:nvSpPr>
          <p:cNvPr id="221" name="dp45-comparison / n182">
            <a:extLst xmlns:a="http://schemas.openxmlformats.org/drawingml/2006/main">
              <a:ext uri="{FF2B5EF4-FFF2-40B4-BE49-F238E27FC236}">
                <a16:creationId xmlns:a16="http://schemas.microsoft.com/office/drawing/2014/main" id="{CF521FA0-46DC-42AC-868D-94963DFE7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7191375"/>
            <a:ext cx="6705410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2" name="dp45-comparison / n183 / text 1">
            <a:extLst xmlns:a="http://schemas.openxmlformats.org/drawingml/2006/main">
              <a:ext uri="{FF2B5EF4-FFF2-40B4-BE49-F238E27FC236}">
                <a16:creationId xmlns:a16="http://schemas.microsoft.com/office/drawing/2014/main" id="{55723D61-2788-4701-A6FF-213D00342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7200900"/>
            <a:ext cx="76581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사용과 채택: 현재 권한과 버전 검사 → State Store / Response 또는 Delegation</a:t>
            </a:r>
          </a:p>
        </p:txBody>
      </p:sp>
      <p:sp>
        <p:nvSpPr>
          <p:cNvPr id="223" name="dp45-comparison / n184">
            <a:extLst xmlns:a="http://schemas.openxmlformats.org/drawingml/2006/main">
              <a:ext uri="{FF2B5EF4-FFF2-40B4-BE49-F238E27FC236}">
                <a16:creationId xmlns:a16="http://schemas.microsoft.com/office/drawing/2014/main" id="{DE26F569-63D0-4A17-BF05-AEEA5CB96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7400925"/>
            <a:ext cx="574548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4" name="dp45-comparison / n185 / text 1">
            <a:extLst xmlns:a="http://schemas.openxmlformats.org/drawingml/2006/main">
              <a:ext uri="{FF2B5EF4-FFF2-40B4-BE49-F238E27FC236}">
                <a16:creationId xmlns:a16="http://schemas.microsoft.com/office/drawing/2014/main" id="{7C530EE3-26BD-42DB-BA5E-2266F50C3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7410450"/>
            <a:ext cx="76581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공통: Model Access와 공유 Omni 1벌 / B의 관계 생산 session과 KV 추가</a:t>
            </a:r>
          </a:p>
        </p:txBody>
      </p:sp>
    </p:spTree>
    <p:extLst>
      <p:ext uri="{BB962C8B-B14F-4D97-AF65-F5344CB8AC3E}">
        <p14:creationId xmlns:p14="http://schemas.microsoft.com/office/powerpoint/2010/main" val="17360328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2026-10-08T11:10:07.7400000Z</dcterms:created>
  <dcterms:modified xsi:type="dcterms:W3CDTF">2026-10-08T11:10:07.7400000Z</dcterms:modified>
</coreProperties>
</file>