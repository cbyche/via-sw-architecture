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틀 해석기를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0" name="dp41-comparison / n1">
            <a:extLst xmlns:a="http://schemas.openxmlformats.org/drawingml/2006/main">
              <a:ext uri="{FF2B5EF4-FFF2-40B4-BE49-F238E27FC236}">
                <a16:creationId xmlns:a16="http://schemas.microsoft.com/office/drawing/2014/main" id="{E005E21F-BBCE-40BB-887D-8678501ECC5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C617C815-21B9-49ED-9255-FCA583DF34A6}"/>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3D191844-123A-41BF-9DBB-C7E8397C8DDA}"/>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DB893569-93A1-431B-B7C3-7CF859471389}"/>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29CB26AB-9F69-40D8-B8E3-C895331A886D}"/>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699F1E06-D1BC-41D6-9364-DABB3830095E}"/>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AD1CA595-2C21-4DC7-A73C-1A6859A71CF7}"/>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5AFFEAD6-D7B5-4DE7-9518-746DFAE95CFE}"/>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18E243C9-E839-4BAA-84EA-986842E70813}"/>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C74F7A5A-2542-4539-9F95-93233A6EAC7A}"/>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EC89B13B-4FCC-4737-88A7-AD3DB6B9D33E}"/>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227B9F7A-3B1D-48B5-9EA3-554A4EB4F562}"/>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43F6F81F-398B-428D-A981-DF9F95D0A7F7}"/>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08085D6C-40D1-4F50-9181-158891775A24}"/>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0E321873-3A8B-4EAE-A558-2125B34BDA33}"/>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61735327-751D-477E-B9E2-DE44D7C86D59}"/>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A0E5C1D9-E696-4A80-9F74-073B22811EF3}"/>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FA6C23E3-06FC-4093-B81F-D9F2E9B0DBC6}"/>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BD8645F5-F2D5-4DA1-82B2-978B485C4B03}"/>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83FF8A50-6987-4EA8-9D90-6595793A01D1}"/>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BA50B5EB-A920-4845-A3D5-8547B8DE0513}"/>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4A598FEA-3723-4EBC-98E6-088C3487FB6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8A41A6B2-B0DC-4A40-BC3D-E9F59DCC634B}"/>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4BB43493-E2CC-4CB6-B3CA-DD3938DF3802}"/>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9F4F9C46-A109-4B4F-A686-DF78A9B63561}"/>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0B6FE558-9C92-4F4C-8676-4DFAC1EEF03A}"/>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6871DFF6-3E94-42B5-8E03-82ACBB0B773B}"/>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D9B3FE43-DEA5-4FD8-95AD-DE37ECEAF773}"/>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F13DBDDC-C2B7-4A5F-8174-48DA39C8DB1C}"/>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FE4DE76B-CAC1-4674-B9E7-F9D554EA2066}"/>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993EAB80-FEA1-42C1-A275-343DC9C67E92}"/>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8EC28E72-8124-44EB-B5F7-A3B8D9A79F25}"/>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4EF1B76F-0C49-42AF-B1DB-C60AA7AF6EF6}"/>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AFFF2943-5261-432B-A96F-F0A952A4C4A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1486837E-C77A-47D9-AA4E-A78BA5943B93}"/>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98932D92-9C96-4DEA-A029-071EB5F61690}"/>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241FD3DB-92D1-4046-83A6-7075607BBD64}"/>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1533D034-9FFD-4477-83DC-64A794EEB4A9}"/>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38F54711-5745-4042-8E7D-6C033018BA59}"/>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B3C5D937-5733-4720-B766-30E89190FCB9}"/>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F04C914E-C88B-4362-8B97-4561FEDB2303}"/>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0F0E2D50-E833-46AC-9FDF-914AC969252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7B74D19E-6AF4-48E6-A32F-ECA0395DB849}"/>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AFCDFBE7-8E06-4C23-93E6-DD70C3B90427}"/>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3B3DB8B9-F4FD-4752-95BC-387F1E2A9516}"/>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3B6B47CB-3B8D-43CB-99C2-EE22435765F0}"/>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2289ABA5-BCDC-4FE2-99DB-D124C850CF53}"/>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8" name="dp41-comparison / n47 / text 1">
            <a:extLst xmlns:a="http://schemas.openxmlformats.org/drawingml/2006/main">
              <a:ext uri="{FF2B5EF4-FFF2-40B4-BE49-F238E27FC236}">
                <a16:creationId xmlns:a16="http://schemas.microsoft.com/office/drawing/2014/main" id="{08CC285A-6D3D-4CE3-8B6A-4A83CE427297}"/>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9" name="dp41-comparison / n48">
            <a:extLst xmlns:a="http://schemas.openxmlformats.org/drawingml/2006/main">
              <a:ext uri="{FF2B5EF4-FFF2-40B4-BE49-F238E27FC236}">
                <a16:creationId xmlns:a16="http://schemas.microsoft.com/office/drawing/2014/main" id="{025E302A-522E-4444-B52B-595F1B700523}"/>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563B6C4E-23B3-445F-AFC9-B2AD432F314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7134EAD2-B8F4-4649-89BE-70FB1222C8FA}"/>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 path">
            <a:extLst xmlns:a="http://schemas.openxmlformats.org/drawingml/2006/main">
              <a:ext uri="{FF2B5EF4-FFF2-40B4-BE49-F238E27FC236}">
                <a16:creationId xmlns:a16="http://schemas.microsoft.com/office/drawing/2014/main" id="{FBFEDC9D-E09B-4CE4-BA4F-23CC442EAAC9}"/>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3" name="dp41-comparison / n51 / arrow">
            <a:extLst xmlns:a="http://schemas.openxmlformats.org/drawingml/2006/main">
              <a:ext uri="{FF2B5EF4-FFF2-40B4-BE49-F238E27FC236}">
                <a16:creationId xmlns:a16="http://schemas.microsoft.com/office/drawing/2014/main" id="{6D5CDA89-4433-4D91-BD99-0910AA6406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4" name="dp41-comparison / n52 / text 1">
            <a:extLst xmlns:a="http://schemas.openxmlformats.org/drawingml/2006/main">
              <a:ext uri="{FF2B5EF4-FFF2-40B4-BE49-F238E27FC236}">
                <a16:creationId xmlns:a16="http://schemas.microsoft.com/office/drawing/2014/main" id="{B5F208AA-E146-4E97-9AFC-04218441BA83}"/>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5" name="dp41-comparison / n53 / path">
            <a:extLst xmlns:a="http://schemas.openxmlformats.org/drawingml/2006/main">
              <a:ext uri="{FF2B5EF4-FFF2-40B4-BE49-F238E27FC236}">
                <a16:creationId xmlns:a16="http://schemas.microsoft.com/office/drawing/2014/main" id="{5C8E7B15-4B6F-4653-BD64-8894D11B4FEB}"/>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6" name="dp41-comparison / n53 / arrow">
            <a:extLst xmlns:a="http://schemas.openxmlformats.org/drawingml/2006/main">
              <a:ext uri="{FF2B5EF4-FFF2-40B4-BE49-F238E27FC236}">
                <a16:creationId xmlns:a16="http://schemas.microsoft.com/office/drawing/2014/main" id="{7081E6A4-2B0A-4835-B5A5-9216F5FA0880}"/>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4 / text 1">
            <a:extLst xmlns:a="http://schemas.openxmlformats.org/drawingml/2006/main">
              <a:ext uri="{FF2B5EF4-FFF2-40B4-BE49-F238E27FC236}">
                <a16:creationId xmlns:a16="http://schemas.microsoft.com/office/drawing/2014/main" id="{9E6BEF2C-919C-45AC-81DE-1AAD736C9D5C}"/>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8" name="dp41-comparison / n55 / text 1">
            <a:extLst xmlns:a="http://schemas.openxmlformats.org/drawingml/2006/main">
              <a:ext uri="{FF2B5EF4-FFF2-40B4-BE49-F238E27FC236}">
                <a16:creationId xmlns:a16="http://schemas.microsoft.com/office/drawing/2014/main" id="{E7FD4A00-CFA9-4CAC-9493-42B7A2401D73}"/>
              </a:ext>
            </a:extLst>
          </p:cNvPr>
          <p:cNvSpPr>
            <a:spLocks xmlns:a="http://schemas.openxmlformats.org/drawingml/2006/main" noGrp="1"/>
          </p:cNvSpPr>
          <p:nvPr/>
        </p:nvSpPr>
        <p:spPr>
          <a:xfrm xmlns:a="http://schemas.openxmlformats.org/drawingml/2006/main">
            <a:off x="514350" y="68103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59" name="dp41-comparison / n56">
            <a:extLst xmlns:a="http://schemas.openxmlformats.org/drawingml/2006/main">
              <a:ext uri="{FF2B5EF4-FFF2-40B4-BE49-F238E27FC236}">
                <a16:creationId xmlns:a16="http://schemas.microsoft.com/office/drawing/2014/main" id="{A473607D-4735-468F-B76F-A6ECAC8D5F34}"/>
              </a:ext>
            </a:extLst>
          </p:cNvPr>
          <p:cNvSpPr>
            <a:spLocks xmlns:a="http://schemas.openxmlformats.org/drawingml/2006/main" noGrp="1"/>
          </p:cNvSpPr>
          <p:nvPr/>
        </p:nvSpPr>
        <p:spPr>
          <a:xfrm xmlns:a="http://schemas.openxmlformats.org/drawingml/2006/main">
            <a:off x="504825" y="69818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88E7959A-3339-43FA-A485-3BFE85A314FD}"/>
              </a:ext>
            </a:extLst>
          </p:cNvPr>
          <p:cNvSpPr>
            <a:spLocks xmlns:a="http://schemas.openxmlformats.org/drawingml/2006/main" noGrp="1"/>
          </p:cNvSpPr>
          <p:nvPr/>
        </p:nvSpPr>
        <p:spPr>
          <a:xfrm xmlns:a="http://schemas.openxmlformats.org/drawingml/2006/main">
            <a:off x="590550" y="70056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1" name="dp41-comparison / n58 / text 1">
            <a:extLst xmlns:a="http://schemas.openxmlformats.org/drawingml/2006/main">
              <a:ext uri="{FF2B5EF4-FFF2-40B4-BE49-F238E27FC236}">
                <a16:creationId xmlns:a16="http://schemas.microsoft.com/office/drawing/2014/main" id="{D05628FF-8AA9-46B6-B1C6-9A634ECBDD53}"/>
              </a:ext>
            </a:extLst>
          </p:cNvPr>
          <p:cNvSpPr>
            <a:spLocks xmlns:a="http://schemas.openxmlformats.org/drawingml/2006/main" noGrp="1"/>
          </p:cNvSpPr>
          <p:nvPr/>
        </p:nvSpPr>
        <p:spPr>
          <a:xfrm xmlns:a="http://schemas.openxmlformats.org/drawingml/2006/main">
            <a:off x="847725" y="70104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2" name="dp41-comparison / n59">
            <a:extLst xmlns:a="http://schemas.openxmlformats.org/drawingml/2006/main">
              <a:ext uri="{FF2B5EF4-FFF2-40B4-BE49-F238E27FC236}">
                <a16:creationId xmlns:a16="http://schemas.microsoft.com/office/drawing/2014/main" id="{31065A03-B0FE-481C-B2B3-07FA2FD12352}"/>
              </a:ext>
            </a:extLst>
          </p:cNvPr>
          <p:cNvSpPr>
            <a:spLocks xmlns:a="http://schemas.openxmlformats.org/drawingml/2006/main" noGrp="1"/>
          </p:cNvSpPr>
          <p:nvPr/>
        </p:nvSpPr>
        <p:spPr>
          <a:xfrm xmlns:a="http://schemas.openxmlformats.org/drawingml/2006/main">
            <a:off x="504825" y="7229475"/>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0 / text 1">
            <a:extLst xmlns:a="http://schemas.openxmlformats.org/drawingml/2006/main">
              <a:ext uri="{FF2B5EF4-FFF2-40B4-BE49-F238E27FC236}">
                <a16:creationId xmlns:a16="http://schemas.microsoft.com/office/drawing/2014/main" id="{5DF651EB-0B66-4BF7-996A-995B61B72044}"/>
              </a:ext>
            </a:extLst>
          </p:cNvPr>
          <p:cNvSpPr>
            <a:spLocks xmlns:a="http://schemas.openxmlformats.org/drawingml/2006/main" noGrp="1"/>
          </p:cNvSpPr>
          <p:nvPr/>
        </p:nvSpPr>
        <p:spPr>
          <a:xfrm xmlns:a="http://schemas.openxmlformats.org/drawingml/2006/main">
            <a:off x="590550" y="725328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4" name="dp41-comparison / n61 / text 1">
            <a:extLst xmlns:a="http://schemas.openxmlformats.org/drawingml/2006/main">
              <a:ext uri="{FF2B5EF4-FFF2-40B4-BE49-F238E27FC236}">
                <a16:creationId xmlns:a16="http://schemas.microsoft.com/office/drawing/2014/main" id="{F9F6980A-46E3-4A6C-8FFF-C549A63B0EF9}"/>
              </a:ext>
            </a:extLst>
          </p:cNvPr>
          <p:cNvSpPr>
            <a:spLocks xmlns:a="http://schemas.openxmlformats.org/drawingml/2006/main" noGrp="1"/>
          </p:cNvSpPr>
          <p:nvPr/>
        </p:nvSpPr>
        <p:spPr>
          <a:xfrm xmlns:a="http://schemas.openxmlformats.org/drawingml/2006/main">
            <a:off x="847725" y="725805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5" name="dp41-comparison / n64">
            <a:extLst xmlns:a="http://schemas.openxmlformats.org/drawingml/2006/main">
              <a:ext uri="{FF2B5EF4-FFF2-40B4-BE49-F238E27FC236}">
                <a16:creationId xmlns:a16="http://schemas.microsoft.com/office/drawing/2014/main" id="{15BE18F2-5797-42E9-8178-779B96EC97C0}"/>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6" name="dp41-comparison / n65 / text 1">
            <a:extLst xmlns:a="http://schemas.openxmlformats.org/drawingml/2006/main">
              <a:ext uri="{FF2B5EF4-FFF2-40B4-BE49-F238E27FC236}">
                <a16:creationId xmlns:a16="http://schemas.microsoft.com/office/drawing/2014/main" id="{F60CA8F2-5F8F-482B-95D3-608BDA418A7A}"/>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7" name="dp41-comparison / n66">
            <a:extLst xmlns:a="http://schemas.openxmlformats.org/drawingml/2006/main">
              <a:ext uri="{FF2B5EF4-FFF2-40B4-BE49-F238E27FC236}">
                <a16:creationId xmlns:a16="http://schemas.microsoft.com/office/drawing/2014/main" id="{2538EB67-D75F-4C8A-931E-3FF3FFF86FC3}"/>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515FE439-8FEF-4C79-B45C-E103EEEAA413}"/>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9" name="dp41-comparison / n68 / path">
            <a:extLst xmlns:a="http://schemas.openxmlformats.org/drawingml/2006/main">
              <a:ext uri="{FF2B5EF4-FFF2-40B4-BE49-F238E27FC236}">
                <a16:creationId xmlns:a16="http://schemas.microsoft.com/office/drawing/2014/main" id="{3EC194D5-FF79-4567-BC15-FA1568D896EB}"/>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0" name="dp41-comparison / n68 / arrow">
            <a:extLst xmlns:a="http://schemas.openxmlformats.org/drawingml/2006/main">
              <a:ext uri="{FF2B5EF4-FFF2-40B4-BE49-F238E27FC236}">
                <a16:creationId xmlns:a16="http://schemas.microsoft.com/office/drawing/2014/main" id="{0DAF1F80-7449-4100-967B-6F39C93CC8F1}"/>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1" name="dp41-comparison / n69 / path">
            <a:extLst xmlns:a="http://schemas.openxmlformats.org/drawingml/2006/main">
              <a:ext uri="{FF2B5EF4-FFF2-40B4-BE49-F238E27FC236}">
                <a16:creationId xmlns:a16="http://schemas.microsoft.com/office/drawing/2014/main" id="{7BCF5B5B-84D2-4EE6-AF87-69038EADC031}"/>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2" name="dp41-comparison / n69 / arrow">
            <a:extLst xmlns:a="http://schemas.openxmlformats.org/drawingml/2006/main">
              <a:ext uri="{FF2B5EF4-FFF2-40B4-BE49-F238E27FC236}">
                <a16:creationId xmlns:a16="http://schemas.microsoft.com/office/drawing/2014/main" id="{8E77D190-8A3E-4D2D-BB1A-27A87AD3E11E}"/>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0">
            <a:extLst xmlns:a="http://schemas.openxmlformats.org/drawingml/2006/main">
              <a:ext uri="{FF2B5EF4-FFF2-40B4-BE49-F238E27FC236}">
                <a16:creationId xmlns:a16="http://schemas.microsoft.com/office/drawing/2014/main" id="{A5DA166E-D560-44C4-ABB6-4DF1ABCB0F92}"/>
              </a:ext>
            </a:extLst>
          </p:cNvPr>
          <p:cNvSpPr>
            <a:spLocks xmlns:a="http://schemas.openxmlformats.org/drawingml/2006/main" noGrp="1"/>
          </p:cNvSpPr>
          <p:nvPr/>
        </p:nvSpPr>
        <p:spPr>
          <a:xfrm xmlns:a="http://schemas.openxmlformats.org/drawingml/2006/main">
            <a:off x="1476375" y="3257550"/>
            <a:ext cx="7953375" cy="2000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4" name="dp41-comparison / n71 / text 1">
            <a:extLst xmlns:a="http://schemas.openxmlformats.org/drawingml/2006/main">
              <a:ext uri="{FF2B5EF4-FFF2-40B4-BE49-F238E27FC236}">
                <a16:creationId xmlns:a16="http://schemas.microsoft.com/office/drawing/2014/main" id="{C6E324C4-F767-4192-9262-2172A972AB18}"/>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5" name="dp41-comparison / n74 / path">
            <a:extLst xmlns:a="http://schemas.openxmlformats.org/drawingml/2006/main">
              <a:ext uri="{FF2B5EF4-FFF2-40B4-BE49-F238E27FC236}">
                <a16:creationId xmlns:a16="http://schemas.microsoft.com/office/drawing/2014/main" id="{F8314EDB-7037-4471-BD2F-19D54C817332}"/>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6" name="dp41-comparison / n74 / arrow">
            <a:extLst xmlns:a="http://schemas.openxmlformats.org/drawingml/2006/main">
              <a:ext uri="{FF2B5EF4-FFF2-40B4-BE49-F238E27FC236}">
                <a16:creationId xmlns:a16="http://schemas.microsoft.com/office/drawing/2014/main" id="{44A599CD-2102-4902-BFC5-729F91532CF9}"/>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7" name="dp41-comparison / n77">
            <a:extLst xmlns:a="http://schemas.openxmlformats.org/drawingml/2006/main">
              <a:ext uri="{FF2B5EF4-FFF2-40B4-BE49-F238E27FC236}">
                <a16:creationId xmlns:a16="http://schemas.microsoft.com/office/drawing/2014/main" id="{47B7EB45-D8C2-4CFF-9ABE-EEE255DE6EE3}"/>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8 / text 1">
            <a:extLst xmlns:a="http://schemas.openxmlformats.org/drawingml/2006/main">
              <a:ext uri="{FF2B5EF4-FFF2-40B4-BE49-F238E27FC236}">
                <a16:creationId xmlns:a16="http://schemas.microsoft.com/office/drawing/2014/main" id="{D747D27F-2B6B-42D2-A299-9F1FCC01D208}"/>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9" name="dp41-comparison / n81">
            <a:extLst xmlns:a="http://schemas.openxmlformats.org/drawingml/2006/main">
              <a:ext uri="{FF2B5EF4-FFF2-40B4-BE49-F238E27FC236}">
                <a16:creationId xmlns:a16="http://schemas.microsoft.com/office/drawing/2014/main" id="{C72B421C-E379-497D-8FB3-A58FADEB5531}"/>
              </a:ext>
            </a:extLst>
          </p:cNvPr>
          <p:cNvSpPr>
            <a:spLocks xmlns:a="http://schemas.openxmlformats.org/drawingml/2006/main" noGrp="1"/>
          </p:cNvSpPr>
          <p:nvPr/>
        </p:nvSpPr>
        <p:spPr>
          <a:xfrm xmlns:a="http://schemas.openxmlformats.org/drawingml/2006/main">
            <a:off x="166687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2 / text 1">
            <a:extLst xmlns:a="http://schemas.openxmlformats.org/drawingml/2006/main">
              <a:ext uri="{FF2B5EF4-FFF2-40B4-BE49-F238E27FC236}">
                <a16:creationId xmlns:a16="http://schemas.microsoft.com/office/drawing/2014/main" id="{27F1E921-B80B-440C-A882-28DC884B47B1}"/>
              </a:ext>
            </a:extLst>
          </p:cNvPr>
          <p:cNvSpPr>
            <a:spLocks xmlns:a="http://schemas.openxmlformats.org/drawingml/2006/main" noGrp="1"/>
          </p:cNvSpPr>
          <p:nvPr/>
        </p:nvSpPr>
        <p:spPr>
          <a:xfrm xmlns:a="http://schemas.openxmlformats.org/drawingml/2006/main">
            <a:off x="175260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3">
            <a:extLst xmlns:a="http://schemas.openxmlformats.org/drawingml/2006/main">
              <a:ext uri="{FF2B5EF4-FFF2-40B4-BE49-F238E27FC236}">
                <a16:creationId xmlns:a16="http://schemas.microsoft.com/office/drawing/2014/main" id="{41EE70C7-406A-4911-A4BD-4801AF534406}"/>
              </a:ext>
            </a:extLst>
          </p:cNvPr>
          <p:cNvSpPr>
            <a:spLocks xmlns:a="http://schemas.openxmlformats.org/drawingml/2006/main" noGrp="1"/>
          </p:cNvSpPr>
          <p:nvPr/>
        </p:nvSpPr>
        <p:spPr>
          <a:xfrm xmlns:a="http://schemas.openxmlformats.org/drawingml/2006/main">
            <a:off x="762000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4 / text 1">
            <a:extLst xmlns:a="http://schemas.openxmlformats.org/drawingml/2006/main">
              <a:ext uri="{FF2B5EF4-FFF2-40B4-BE49-F238E27FC236}">
                <a16:creationId xmlns:a16="http://schemas.microsoft.com/office/drawing/2014/main" id="{EAFAB0DF-3BF4-4FA5-98B4-32610E33C9A9}"/>
              </a:ext>
            </a:extLst>
          </p:cNvPr>
          <p:cNvSpPr>
            <a:spLocks xmlns:a="http://schemas.openxmlformats.org/drawingml/2006/main" noGrp="1"/>
          </p:cNvSpPr>
          <p:nvPr/>
        </p:nvSpPr>
        <p:spPr>
          <a:xfrm xmlns:a="http://schemas.openxmlformats.org/drawingml/2006/main">
            <a:off x="770572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83" name="dp41-comparison / n85">
            <a:extLst xmlns:a="http://schemas.openxmlformats.org/drawingml/2006/main">
              <a:ext uri="{FF2B5EF4-FFF2-40B4-BE49-F238E27FC236}">
                <a16:creationId xmlns:a16="http://schemas.microsoft.com/office/drawing/2014/main" id="{1EA6836B-A442-441E-9AB5-9288DD4EF293}"/>
              </a:ext>
            </a:extLst>
          </p:cNvPr>
          <p:cNvSpPr>
            <a:spLocks xmlns:a="http://schemas.openxmlformats.org/drawingml/2006/main" noGrp="1"/>
          </p:cNvSpPr>
          <p:nvPr/>
        </p:nvSpPr>
        <p:spPr>
          <a:xfrm xmlns:a="http://schemas.openxmlformats.org/drawingml/2006/main">
            <a:off x="7143750" y="4819650"/>
            <a:ext cx="200025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6 / text 1">
            <a:extLst xmlns:a="http://schemas.openxmlformats.org/drawingml/2006/main">
              <a:ext uri="{FF2B5EF4-FFF2-40B4-BE49-F238E27FC236}">
                <a16:creationId xmlns:a16="http://schemas.microsoft.com/office/drawing/2014/main" id="{04F004EE-0724-4922-83FF-0BD68EF4B80E}"/>
              </a:ext>
            </a:extLst>
          </p:cNvPr>
          <p:cNvSpPr>
            <a:spLocks xmlns:a="http://schemas.openxmlformats.org/drawingml/2006/main" noGrp="1"/>
          </p:cNvSpPr>
          <p:nvPr/>
        </p:nvSpPr>
        <p:spPr>
          <a:xfrm xmlns:a="http://schemas.openxmlformats.org/drawingml/2006/main">
            <a:off x="7229475" y="4866799"/>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85" name="dp41-comparison / n87 / path">
            <a:extLst xmlns:a="http://schemas.openxmlformats.org/drawingml/2006/main">
              <a:ext uri="{FF2B5EF4-FFF2-40B4-BE49-F238E27FC236}">
                <a16:creationId xmlns:a16="http://schemas.microsoft.com/office/drawing/2014/main" id="{ABBE165F-D3F3-4126-9FD6-99349CD1EE4C}"/>
              </a:ext>
            </a:extLst>
          </p:cNvPr>
          <p:cNvSpPr>
            <a:spLocks xmlns:a="http://schemas.openxmlformats.org/drawingml/2006/main" noGrp="1"/>
          </p:cNvSpPr>
          <p:nvPr/>
        </p:nvSpPr>
        <p:spPr>
          <a:xfrm xmlns:a="http://schemas.openxmlformats.org/drawingml/2006/main">
            <a:off x="4000500" y="3762375"/>
            <a:ext cx="3619500" cy="953"/>
          </a:xfrm>
          <a:custGeom xmlns:a="http://schemas.openxmlformats.org/drawingml/2006/main">
            <a:pathLst>
              <a:path w="3619500" h="953">
                <a:moveTo>
                  <a:pt x="0" y="0"/>
                </a:moveTo>
                <a:lnTo>
                  <a:pt x="3619500" y="0"/>
                </a:lnTo>
              </a:path>
            </a:pathLst>
          </a:custGeom>
          <a:noFill xmlns:a="http://schemas.openxmlformats.org/drawingml/2006/main"/>
          <a:ln xmlns:a="http://schemas.openxmlformats.org/drawingml/2006/main" w="10478">
            <a:solidFill>
              <a:srgbClr val="000000"/>
            </a:solidFill>
            <a:prstDash val="solid"/>
          </a:ln>
        </p:spPr>
      </p:sp>
      <p:sp>
        <p:nvSpPr>
          <p:cNvPr id="86" name="dp41-comparison / n87 / arrow">
            <a:extLst xmlns:a="http://schemas.openxmlformats.org/drawingml/2006/main">
              <a:ext uri="{FF2B5EF4-FFF2-40B4-BE49-F238E27FC236}">
                <a16:creationId xmlns:a16="http://schemas.microsoft.com/office/drawing/2014/main" id="{E87EDB55-25E6-4143-B48D-3044F449227B}"/>
              </a:ext>
            </a:extLst>
          </p:cNvPr>
          <p:cNvSpPr>
            <a:spLocks xmlns:a="http://schemas.openxmlformats.org/drawingml/2006/main" noGrp="1"/>
          </p:cNvSpPr>
          <p:nvPr/>
        </p:nvSpPr>
        <p:spPr>
          <a:xfrm xmlns:a="http://schemas.openxmlformats.org/drawingml/2006/main">
            <a:off x="755294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1-comparison / n88 / path">
            <a:extLst xmlns:a="http://schemas.openxmlformats.org/drawingml/2006/main">
              <a:ext uri="{FF2B5EF4-FFF2-40B4-BE49-F238E27FC236}">
                <a16:creationId xmlns:a16="http://schemas.microsoft.com/office/drawing/2014/main" id="{9860B04D-86F2-486A-AA55-714F45BF8C9B}"/>
              </a:ext>
            </a:extLst>
          </p:cNvPr>
          <p:cNvSpPr>
            <a:spLocks xmlns:a="http://schemas.openxmlformats.org/drawingml/2006/main" noGrp="1"/>
          </p:cNvSpPr>
          <p:nvPr/>
        </p:nvSpPr>
        <p:spPr>
          <a:xfrm xmlns:a="http://schemas.openxmlformats.org/drawingml/2006/main">
            <a:off x="4000500" y="3914775"/>
            <a:ext cx="3619500" cy="953"/>
          </a:xfrm>
          <a:custGeom xmlns:a="http://schemas.openxmlformats.org/drawingml/2006/main">
            <a:pathLst>
              <a:path w="3619500" h="953">
                <a:moveTo>
                  <a:pt x="3619500" y="0"/>
                </a:moveTo>
                <a:lnTo>
                  <a:pt x="0" y="0"/>
                </a:lnTo>
              </a:path>
            </a:pathLst>
          </a:custGeom>
          <a:noFill xmlns:a="http://schemas.openxmlformats.org/drawingml/2006/main"/>
          <a:ln xmlns:a="http://schemas.openxmlformats.org/drawingml/2006/main" w="10478">
            <a:solidFill>
              <a:srgbClr val="000000"/>
            </a:solidFill>
            <a:prstDash val="dash"/>
          </a:ln>
        </p:spPr>
      </p:sp>
      <p:sp>
        <p:nvSpPr>
          <p:cNvPr id="88" name="dp41-comparison / n88 / arrow">
            <a:extLst xmlns:a="http://schemas.openxmlformats.org/drawingml/2006/main">
              <a:ext uri="{FF2B5EF4-FFF2-40B4-BE49-F238E27FC236}">
                <a16:creationId xmlns:a16="http://schemas.microsoft.com/office/drawing/2014/main" id="{E2A5289F-7B38-47BF-BCDC-2AF0AC6E86CE}"/>
              </a:ext>
            </a:extLst>
          </p:cNvPr>
          <p:cNvSpPr>
            <a:spLocks xmlns:a="http://schemas.openxmlformats.org/drawingml/2006/main" noGrp="1"/>
          </p:cNvSpPr>
          <p:nvPr/>
        </p:nvSpPr>
        <p:spPr>
          <a:xfrm xmlns:a="http://schemas.openxmlformats.org/drawingml/2006/main">
            <a:off x="40005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1-comparison / n95 / path">
            <a:extLst xmlns:a="http://schemas.openxmlformats.org/drawingml/2006/main">
              <a:ext uri="{FF2B5EF4-FFF2-40B4-BE49-F238E27FC236}">
                <a16:creationId xmlns:a16="http://schemas.microsoft.com/office/drawing/2014/main" id="{F90E7BB2-54FE-423F-8FAF-A6CA579F23FC}"/>
              </a:ext>
            </a:extLst>
          </p:cNvPr>
          <p:cNvSpPr>
            <a:spLocks xmlns:a="http://schemas.openxmlformats.org/drawingml/2006/main" noGrp="1"/>
          </p:cNvSpPr>
          <p:nvPr/>
        </p:nvSpPr>
        <p:spPr>
          <a:xfrm xmlns:a="http://schemas.openxmlformats.org/drawingml/2006/main">
            <a:off x="1571625" y="3838575"/>
            <a:ext cx="5572125" cy="1352550"/>
          </a:xfrm>
          <a:custGeom xmlns:a="http://schemas.openxmlformats.org/drawingml/2006/main">
            <a:pathLst>
              <a:path w="5572125" h="1352550">
                <a:moveTo>
                  <a:pt x="95250" y="0"/>
                </a:moveTo>
                <a:lnTo>
                  <a:pt x="0" y="0"/>
                </a:lnTo>
                <a:lnTo>
                  <a:pt x="0" y="1352550"/>
                </a:lnTo>
                <a:lnTo>
                  <a:pt x="5381625" y="1352550"/>
                </a:lnTo>
                <a:lnTo>
                  <a:pt x="5381625" y="1133475"/>
                </a:lnTo>
                <a:lnTo>
                  <a:pt x="5572125" y="1133475"/>
                </a:lnTo>
              </a:path>
            </a:pathLst>
          </a:custGeom>
          <a:noFill xmlns:a="http://schemas.openxmlformats.org/drawingml/2006/main"/>
          <a:ln xmlns:a="http://schemas.openxmlformats.org/drawingml/2006/main" w="10478">
            <a:solidFill>
              <a:srgbClr val="000000"/>
            </a:solidFill>
            <a:prstDash val="solid"/>
          </a:ln>
        </p:spPr>
      </p:sp>
      <p:sp>
        <p:nvSpPr>
          <p:cNvPr id="90" name="dp41-comparison / n95 / arrow">
            <a:extLst xmlns:a="http://schemas.openxmlformats.org/drawingml/2006/main">
              <a:ext uri="{FF2B5EF4-FFF2-40B4-BE49-F238E27FC236}">
                <a16:creationId xmlns:a16="http://schemas.microsoft.com/office/drawing/2014/main" id="{2D53FF0E-6EE9-44FE-885D-779E456FF514}"/>
              </a:ext>
            </a:extLst>
          </p:cNvPr>
          <p:cNvSpPr>
            <a:spLocks xmlns:a="http://schemas.openxmlformats.org/drawingml/2006/main" noGrp="1"/>
          </p:cNvSpPr>
          <p:nvPr/>
        </p:nvSpPr>
        <p:spPr>
          <a:xfrm xmlns:a="http://schemas.openxmlformats.org/drawingml/2006/main">
            <a:off x="7076694" y="4938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1" name="dp41-comparison / n98">
            <a:extLst xmlns:a="http://schemas.openxmlformats.org/drawingml/2006/main">
              <a:ext uri="{FF2B5EF4-FFF2-40B4-BE49-F238E27FC236}">
                <a16:creationId xmlns:a16="http://schemas.microsoft.com/office/drawing/2014/main" id="{74E08D4B-472A-4B62-88D8-5A421C355824}"/>
              </a:ext>
            </a:extLst>
          </p:cNvPr>
          <p:cNvSpPr>
            <a:spLocks xmlns:a="http://schemas.openxmlformats.org/drawingml/2006/main" noGrp="1"/>
          </p:cNvSpPr>
          <p:nvPr/>
        </p:nvSpPr>
        <p:spPr>
          <a:xfrm xmlns:a="http://schemas.openxmlformats.org/drawingml/2006/main">
            <a:off x="4362450"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2" name="dp41-comparison / n99 / text 1">
            <a:extLst xmlns:a="http://schemas.openxmlformats.org/drawingml/2006/main">
              <a:ext uri="{FF2B5EF4-FFF2-40B4-BE49-F238E27FC236}">
                <a16:creationId xmlns:a16="http://schemas.microsoft.com/office/drawing/2014/main" id="{A4F9BE2E-EDC8-4B47-A77A-AC6C09838DA9}"/>
              </a:ext>
            </a:extLst>
          </p:cNvPr>
          <p:cNvSpPr>
            <a:spLocks xmlns:a="http://schemas.openxmlformats.org/drawingml/2006/main" noGrp="1"/>
          </p:cNvSpPr>
          <p:nvPr/>
        </p:nvSpPr>
        <p:spPr>
          <a:xfrm xmlns:a="http://schemas.openxmlformats.org/drawingml/2006/main">
            <a:off x="4448175"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93" name="dp41-comparison / n100 / path">
            <a:extLst xmlns:a="http://schemas.openxmlformats.org/drawingml/2006/main">
              <a:ext uri="{FF2B5EF4-FFF2-40B4-BE49-F238E27FC236}">
                <a16:creationId xmlns:a16="http://schemas.microsoft.com/office/drawing/2014/main" id="{61471BE9-CC74-48AA-98C6-FAF579845AC0}"/>
              </a:ext>
            </a:extLst>
          </p:cNvPr>
          <p:cNvSpPr>
            <a:spLocks xmlns:a="http://schemas.openxmlformats.org/drawingml/2006/main" noGrp="1"/>
          </p:cNvSpPr>
          <p:nvPr/>
        </p:nvSpPr>
        <p:spPr>
          <a:xfrm xmlns:a="http://schemas.openxmlformats.org/drawingml/2006/main">
            <a:off x="5457825" y="3771900"/>
            <a:ext cx="4010025" cy="1733550"/>
          </a:xfrm>
          <a:custGeom xmlns:a="http://schemas.openxmlformats.org/drawingml/2006/main">
            <a:pathLst>
              <a:path w="4010025" h="1733550">
                <a:moveTo>
                  <a:pt x="3781425" y="0"/>
                </a:moveTo>
                <a:lnTo>
                  <a:pt x="4010025" y="0"/>
                </a:lnTo>
                <a:lnTo>
                  <a:pt x="4010025" y="1590675"/>
                </a:lnTo>
                <a:lnTo>
                  <a:pt x="0" y="1590675"/>
                </a:lnTo>
                <a:lnTo>
                  <a:pt x="0" y="1733550"/>
                </a:lnTo>
              </a:path>
            </a:pathLst>
          </a:custGeom>
          <a:noFill xmlns:a="http://schemas.openxmlformats.org/drawingml/2006/main"/>
          <a:ln xmlns:a="http://schemas.openxmlformats.org/drawingml/2006/main" w="10478">
            <a:solidFill>
              <a:srgbClr val="000000"/>
            </a:solidFill>
            <a:prstDash val="solid"/>
          </a:ln>
        </p:spPr>
      </p:sp>
      <p:sp>
        <p:nvSpPr>
          <p:cNvPr id="94" name="dp41-comparison / n100 / arrow">
            <a:extLst xmlns:a="http://schemas.openxmlformats.org/drawingml/2006/main">
              <a:ext uri="{FF2B5EF4-FFF2-40B4-BE49-F238E27FC236}">
                <a16:creationId xmlns:a16="http://schemas.microsoft.com/office/drawing/2014/main" id="{F8AC1123-EF8E-44EE-A09D-9963C15187F8}"/>
              </a:ext>
            </a:extLst>
          </p:cNvPr>
          <p:cNvSpPr>
            <a:spLocks xmlns:a="http://schemas.openxmlformats.org/drawingml/2006/main" noGrp="1"/>
          </p:cNvSpPr>
          <p:nvPr/>
        </p:nvSpPr>
        <p:spPr>
          <a:xfrm xmlns:a="http://schemas.openxmlformats.org/drawingml/2006/main">
            <a:off x="5424297"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5" name="dp41-comparison / n101 / path">
            <a:extLst xmlns:a="http://schemas.openxmlformats.org/drawingml/2006/main">
              <a:ext uri="{FF2B5EF4-FFF2-40B4-BE49-F238E27FC236}">
                <a16:creationId xmlns:a16="http://schemas.microsoft.com/office/drawing/2014/main" id="{9905C92A-368B-41D9-A9E8-9EA842E03493}"/>
              </a:ext>
            </a:extLst>
          </p:cNvPr>
          <p:cNvSpPr>
            <a:spLocks xmlns:a="http://schemas.openxmlformats.org/drawingml/2006/main" noGrp="1"/>
          </p:cNvSpPr>
          <p:nvPr/>
        </p:nvSpPr>
        <p:spPr>
          <a:xfrm xmlns:a="http://schemas.openxmlformats.org/drawingml/2006/main">
            <a:off x="5543550" y="3914775"/>
            <a:ext cx="3848100" cy="1590675"/>
          </a:xfrm>
          <a:custGeom xmlns:a="http://schemas.openxmlformats.org/drawingml/2006/main">
            <a:pathLst>
              <a:path w="3848100" h="1590675">
                <a:moveTo>
                  <a:pt x="0" y="1590675"/>
                </a:moveTo>
                <a:lnTo>
                  <a:pt x="0" y="1485900"/>
                </a:lnTo>
                <a:lnTo>
                  <a:pt x="3848100" y="148590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96" name="dp41-comparison / n101 / arrow">
            <a:extLst xmlns:a="http://schemas.openxmlformats.org/drawingml/2006/main">
              <a:ext uri="{FF2B5EF4-FFF2-40B4-BE49-F238E27FC236}">
                <a16:creationId xmlns:a16="http://schemas.microsoft.com/office/drawing/2014/main" id="{F3EE7A6A-319A-400C-A6B8-3F3E211B3BBD}"/>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7" name="dp41-comparison / n102">
            <a:extLst xmlns:a="http://schemas.openxmlformats.org/drawingml/2006/main">
              <a:ext uri="{FF2B5EF4-FFF2-40B4-BE49-F238E27FC236}">
                <a16:creationId xmlns:a16="http://schemas.microsoft.com/office/drawing/2014/main" id="{DB31AD76-34C9-4F2D-9729-D6895CB657AA}"/>
              </a:ext>
            </a:extLst>
          </p:cNvPr>
          <p:cNvSpPr>
            <a:spLocks xmlns:a="http://schemas.openxmlformats.org/drawingml/2006/main" noGrp="1"/>
          </p:cNvSpPr>
          <p:nvPr/>
        </p:nvSpPr>
        <p:spPr>
          <a:xfrm xmlns:a="http://schemas.openxmlformats.org/drawingml/2006/main">
            <a:off x="7096125"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8" name="dp41-comparison / n103 / text 1">
            <a:extLst xmlns:a="http://schemas.openxmlformats.org/drawingml/2006/main">
              <a:ext uri="{FF2B5EF4-FFF2-40B4-BE49-F238E27FC236}">
                <a16:creationId xmlns:a16="http://schemas.microsoft.com/office/drawing/2014/main" id="{C838818F-EE58-41DB-8EA1-65B7B0F8CF7A}"/>
              </a:ext>
            </a:extLst>
          </p:cNvPr>
          <p:cNvSpPr>
            <a:spLocks xmlns:a="http://schemas.openxmlformats.org/drawingml/2006/main" noGrp="1"/>
          </p:cNvSpPr>
          <p:nvPr/>
        </p:nvSpPr>
        <p:spPr>
          <a:xfrm xmlns:a="http://schemas.openxmlformats.org/drawingml/2006/main">
            <a:off x="7181850"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99" name="dp41-comparison / n104 / path">
            <a:extLst xmlns:a="http://schemas.openxmlformats.org/drawingml/2006/main">
              <a:ext uri="{FF2B5EF4-FFF2-40B4-BE49-F238E27FC236}">
                <a16:creationId xmlns:a16="http://schemas.microsoft.com/office/drawing/2014/main" id="{4340245D-4FEA-4EF5-BFE7-D5A8DFCE0556}"/>
              </a:ext>
            </a:extLst>
          </p:cNvPr>
          <p:cNvSpPr>
            <a:spLocks xmlns:a="http://schemas.openxmlformats.org/drawingml/2006/main" noGrp="1"/>
          </p:cNvSpPr>
          <p:nvPr/>
        </p:nvSpPr>
        <p:spPr>
          <a:xfrm xmlns:a="http://schemas.openxmlformats.org/drawingml/2006/main">
            <a:off x="8191500" y="3771900"/>
            <a:ext cx="1276350" cy="1733550"/>
          </a:xfrm>
          <a:custGeom xmlns:a="http://schemas.openxmlformats.org/drawingml/2006/main">
            <a:pathLst>
              <a:path w="1276350" h="1733550">
                <a:moveTo>
                  <a:pt x="1047750" y="0"/>
                </a:moveTo>
                <a:lnTo>
                  <a:pt x="1276350" y="0"/>
                </a:lnTo>
                <a:lnTo>
                  <a:pt x="1276350" y="1638300"/>
                </a:lnTo>
                <a:lnTo>
                  <a:pt x="0" y="1638300"/>
                </a:lnTo>
                <a:lnTo>
                  <a:pt x="0" y="1733550"/>
                </a:lnTo>
              </a:path>
            </a:pathLst>
          </a:custGeom>
          <a:noFill xmlns:a="http://schemas.openxmlformats.org/drawingml/2006/main"/>
          <a:ln xmlns:a="http://schemas.openxmlformats.org/drawingml/2006/main" w="10478">
            <a:solidFill>
              <a:srgbClr val="000000"/>
            </a:solidFill>
            <a:prstDash val="solid"/>
          </a:ln>
        </p:spPr>
      </p:sp>
      <p:sp>
        <p:nvSpPr>
          <p:cNvPr id="100" name="dp41-comparison / n104 / arrow">
            <a:extLst xmlns:a="http://schemas.openxmlformats.org/drawingml/2006/main">
              <a:ext uri="{FF2B5EF4-FFF2-40B4-BE49-F238E27FC236}">
                <a16:creationId xmlns:a16="http://schemas.microsoft.com/office/drawing/2014/main" id="{02EC15EC-80CA-41A2-8A8C-6686F423EA46}"/>
              </a:ext>
            </a:extLst>
          </p:cNvPr>
          <p:cNvSpPr>
            <a:spLocks xmlns:a="http://schemas.openxmlformats.org/drawingml/2006/main" noGrp="1"/>
          </p:cNvSpPr>
          <p:nvPr/>
        </p:nvSpPr>
        <p:spPr>
          <a:xfrm xmlns:a="http://schemas.openxmlformats.org/drawingml/2006/main">
            <a:off x="8157972"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05 / path">
            <a:extLst xmlns:a="http://schemas.openxmlformats.org/drawingml/2006/main">
              <a:ext uri="{FF2B5EF4-FFF2-40B4-BE49-F238E27FC236}">
                <a16:creationId xmlns:a16="http://schemas.microsoft.com/office/drawing/2014/main" id="{3F144621-2687-4758-88EE-445E4BCC6A6B}"/>
              </a:ext>
            </a:extLst>
          </p:cNvPr>
          <p:cNvSpPr>
            <a:spLocks xmlns:a="http://schemas.openxmlformats.org/drawingml/2006/main" noGrp="1"/>
          </p:cNvSpPr>
          <p:nvPr/>
        </p:nvSpPr>
        <p:spPr>
          <a:xfrm xmlns:a="http://schemas.openxmlformats.org/drawingml/2006/main">
            <a:off x="8277225" y="3914775"/>
            <a:ext cx="1114425" cy="1590675"/>
          </a:xfrm>
          <a:custGeom xmlns:a="http://schemas.openxmlformats.org/drawingml/2006/main">
            <a:pathLst>
              <a:path w="1114425" h="1590675">
                <a:moveTo>
                  <a:pt x="0" y="1590675"/>
                </a:moveTo>
                <a:lnTo>
                  <a:pt x="0" y="1533525"/>
                </a:lnTo>
                <a:lnTo>
                  <a:pt x="1114425" y="153352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02" name="dp41-comparison / n105 / arrow">
            <a:extLst xmlns:a="http://schemas.openxmlformats.org/drawingml/2006/main">
              <a:ext uri="{FF2B5EF4-FFF2-40B4-BE49-F238E27FC236}">
                <a16:creationId xmlns:a16="http://schemas.microsoft.com/office/drawing/2014/main" id="{0DC28CE3-ADCD-43C2-B834-2632F384FCCC}"/>
              </a:ext>
            </a:extLst>
          </p:cNvPr>
          <p:cNvSpPr>
            <a:spLocks xmlns:a="http://schemas.openxmlformats.org/drawingml/2006/main" noGrp="1"/>
          </p:cNvSpPr>
          <p:nvPr/>
        </p:nvSpPr>
        <p:spPr>
          <a:xfrm xmlns:a="http://schemas.openxmlformats.org/drawingml/2006/main">
            <a:off x="9239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3" name="dp41-comparison / n110 / path">
            <a:extLst xmlns:a="http://schemas.openxmlformats.org/drawingml/2006/main">
              <a:ext uri="{FF2B5EF4-FFF2-40B4-BE49-F238E27FC236}">
                <a16:creationId xmlns:a16="http://schemas.microsoft.com/office/drawing/2014/main" id="{84805846-081B-48C1-BC0E-8EFA67C63E6F}"/>
              </a:ext>
            </a:extLst>
          </p:cNvPr>
          <p:cNvSpPr>
            <a:spLocks xmlns:a="http://schemas.openxmlformats.org/drawingml/2006/main" noGrp="1"/>
          </p:cNvSpPr>
          <p:nvPr/>
        </p:nvSpPr>
        <p:spPr>
          <a:xfrm xmlns:a="http://schemas.openxmlformats.org/drawingml/2006/main">
            <a:off x="152400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4" name="dp41-comparison / n110 / arrow">
            <a:extLst xmlns:a="http://schemas.openxmlformats.org/drawingml/2006/main">
              <a:ext uri="{FF2B5EF4-FFF2-40B4-BE49-F238E27FC236}">
                <a16:creationId xmlns:a16="http://schemas.microsoft.com/office/drawing/2014/main" id="{D8E15D6B-5DD3-456A-BDCC-C673372ED247}"/>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5" name="dp41-comparison / n111 / path">
            <a:extLst xmlns:a="http://schemas.openxmlformats.org/drawingml/2006/main">
              <a:ext uri="{FF2B5EF4-FFF2-40B4-BE49-F238E27FC236}">
                <a16:creationId xmlns:a16="http://schemas.microsoft.com/office/drawing/2014/main" id="{C07E50A5-FB34-436A-A168-EFDF73990C01}"/>
              </a:ext>
            </a:extLst>
          </p:cNvPr>
          <p:cNvSpPr>
            <a:spLocks xmlns:a="http://schemas.openxmlformats.org/drawingml/2006/main" noGrp="1"/>
          </p:cNvSpPr>
          <p:nvPr/>
        </p:nvSpPr>
        <p:spPr>
          <a:xfrm xmlns:a="http://schemas.openxmlformats.org/drawingml/2006/main">
            <a:off x="142875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106" name="dp41-comparison / n111 / arrow">
            <a:extLst xmlns:a="http://schemas.openxmlformats.org/drawingml/2006/main">
              <a:ext uri="{FF2B5EF4-FFF2-40B4-BE49-F238E27FC236}">
                <a16:creationId xmlns:a16="http://schemas.microsoft.com/office/drawing/2014/main" id="{1EE93F44-1B51-4594-81D1-05F1470C09BE}"/>
              </a:ext>
            </a:extLst>
          </p:cNvPr>
          <p:cNvSpPr>
            <a:spLocks xmlns:a="http://schemas.openxmlformats.org/drawingml/2006/main" noGrp="1"/>
          </p:cNvSpPr>
          <p:nvPr/>
        </p:nvSpPr>
        <p:spPr>
          <a:xfrm xmlns:a="http://schemas.openxmlformats.org/drawingml/2006/main">
            <a:off x="159981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7" name="dp41-comparison / n112 / path">
            <a:extLst xmlns:a="http://schemas.openxmlformats.org/drawingml/2006/main">
              <a:ext uri="{FF2B5EF4-FFF2-40B4-BE49-F238E27FC236}">
                <a16:creationId xmlns:a16="http://schemas.microsoft.com/office/drawing/2014/main" id="{0DE6D052-8263-45BA-B204-2BEBDB54C3DB}"/>
              </a:ext>
            </a:extLst>
          </p:cNvPr>
          <p:cNvSpPr>
            <a:spLocks xmlns:a="http://schemas.openxmlformats.org/drawingml/2006/main" noGrp="1"/>
          </p:cNvSpPr>
          <p:nvPr/>
        </p:nvSpPr>
        <p:spPr>
          <a:xfrm xmlns:a="http://schemas.openxmlformats.org/drawingml/2006/main">
            <a:off x="1476375" y="5876925"/>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08" name="dp41-comparison / n115">
            <a:extLst xmlns:a="http://schemas.openxmlformats.org/drawingml/2006/main">
              <a:ext uri="{FF2B5EF4-FFF2-40B4-BE49-F238E27FC236}">
                <a16:creationId xmlns:a16="http://schemas.microsoft.com/office/drawing/2014/main" id="{568B5E45-D2FE-47D9-9ED2-4E3310EE2B68}"/>
              </a:ext>
            </a:extLst>
          </p:cNvPr>
          <p:cNvSpPr>
            <a:spLocks xmlns:a="http://schemas.openxmlformats.org/drawingml/2006/main" noGrp="1"/>
          </p:cNvSpPr>
          <p:nvPr/>
        </p:nvSpPr>
        <p:spPr>
          <a:xfrm xmlns:a="http://schemas.openxmlformats.org/drawingml/2006/main">
            <a:off x="1666875" y="6257925"/>
            <a:ext cx="1714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116 / text 1">
            <a:extLst xmlns:a="http://schemas.openxmlformats.org/drawingml/2006/main">
              <a:ext uri="{FF2B5EF4-FFF2-40B4-BE49-F238E27FC236}">
                <a16:creationId xmlns:a16="http://schemas.microsoft.com/office/drawing/2014/main" id="{BCD155AD-5778-475B-882C-68DA1AD238A5}"/>
              </a:ext>
            </a:extLst>
          </p:cNvPr>
          <p:cNvSpPr>
            <a:spLocks xmlns:a="http://schemas.openxmlformats.org/drawingml/2006/main" noGrp="1"/>
          </p:cNvSpPr>
          <p:nvPr/>
        </p:nvSpPr>
        <p:spPr>
          <a:xfrm xmlns:a="http://schemas.openxmlformats.org/drawingml/2006/main">
            <a:off x="1752600" y="6326981"/>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0" name="dp41-comparison / n117">
            <a:extLst xmlns:a="http://schemas.openxmlformats.org/drawingml/2006/main">
              <a:ext uri="{FF2B5EF4-FFF2-40B4-BE49-F238E27FC236}">
                <a16:creationId xmlns:a16="http://schemas.microsoft.com/office/drawing/2014/main" id="{63742A1C-1E08-429C-A897-F22CD11F5FBF}"/>
              </a:ext>
            </a:extLst>
          </p:cNvPr>
          <p:cNvSpPr>
            <a:spLocks xmlns:a="http://schemas.openxmlformats.org/drawingml/2006/main" noGrp="1"/>
          </p:cNvSpPr>
          <p:nvPr/>
        </p:nvSpPr>
        <p:spPr>
          <a:xfrm xmlns:a="http://schemas.openxmlformats.org/drawingml/2006/main">
            <a:off x="4048125" y="6181725"/>
            <a:ext cx="1428750" cy="4762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1" name="dp41-comparison / n118 / text 1">
            <a:extLst xmlns:a="http://schemas.openxmlformats.org/drawingml/2006/main">
              <a:ext uri="{FF2B5EF4-FFF2-40B4-BE49-F238E27FC236}">
                <a16:creationId xmlns:a16="http://schemas.microsoft.com/office/drawing/2014/main" id="{227426A2-959F-40C5-B11E-E4E3FE827888}"/>
              </a:ext>
            </a:extLst>
          </p:cNvPr>
          <p:cNvSpPr>
            <a:spLocks xmlns:a="http://schemas.openxmlformats.org/drawingml/2006/main" noGrp="1"/>
          </p:cNvSpPr>
          <p:nvPr/>
        </p:nvSpPr>
        <p:spPr>
          <a:xfrm xmlns:a="http://schemas.openxmlformats.org/drawingml/2006/main">
            <a:off x="4133850" y="6326981"/>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2" name="dp41-comparison / n119">
            <a:extLst xmlns:a="http://schemas.openxmlformats.org/drawingml/2006/main">
              <a:ext uri="{FF2B5EF4-FFF2-40B4-BE49-F238E27FC236}">
                <a16:creationId xmlns:a16="http://schemas.microsoft.com/office/drawing/2014/main" id="{1A178ED9-FFD8-4BC1-9B0E-A77EF2867AEB}"/>
              </a:ext>
            </a:extLst>
          </p:cNvPr>
          <p:cNvSpPr>
            <a:spLocks xmlns:a="http://schemas.openxmlformats.org/drawingml/2006/main" noGrp="1"/>
          </p:cNvSpPr>
          <p:nvPr/>
        </p:nvSpPr>
        <p:spPr>
          <a:xfrm xmlns:a="http://schemas.openxmlformats.org/drawingml/2006/main">
            <a:off x="6429375" y="6257925"/>
            <a:ext cx="2095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3" name="dp41-comparison / n120 / text 1">
            <a:extLst xmlns:a="http://schemas.openxmlformats.org/drawingml/2006/main">
              <a:ext uri="{FF2B5EF4-FFF2-40B4-BE49-F238E27FC236}">
                <a16:creationId xmlns:a16="http://schemas.microsoft.com/office/drawing/2014/main" id="{58AA76AD-17C3-46DB-B930-6DC877D75057}"/>
              </a:ext>
            </a:extLst>
          </p:cNvPr>
          <p:cNvSpPr>
            <a:spLocks xmlns:a="http://schemas.openxmlformats.org/drawingml/2006/main" noGrp="1"/>
          </p:cNvSpPr>
          <p:nvPr/>
        </p:nvSpPr>
        <p:spPr>
          <a:xfrm xmlns:a="http://schemas.openxmlformats.org/drawingml/2006/main">
            <a:off x="6515100" y="632698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14" name="dp41-comparison / n121">
            <a:extLst xmlns:a="http://schemas.openxmlformats.org/drawingml/2006/main">
              <a:ext uri="{FF2B5EF4-FFF2-40B4-BE49-F238E27FC236}">
                <a16:creationId xmlns:a16="http://schemas.microsoft.com/office/drawing/2014/main" id="{F2D6C580-B207-42C8-A4F2-DFBA405350F7}"/>
              </a:ext>
            </a:extLst>
          </p:cNvPr>
          <p:cNvSpPr>
            <a:spLocks xmlns:a="http://schemas.openxmlformats.org/drawingml/2006/main" noGrp="1"/>
          </p:cNvSpPr>
          <p:nvPr/>
        </p:nvSpPr>
        <p:spPr>
          <a:xfrm xmlns:a="http://schemas.openxmlformats.org/drawingml/2006/main">
            <a:off x="6953250" y="7105650"/>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22 / text 1">
            <a:extLst xmlns:a="http://schemas.openxmlformats.org/drawingml/2006/main">
              <a:ext uri="{FF2B5EF4-FFF2-40B4-BE49-F238E27FC236}">
                <a16:creationId xmlns:a16="http://schemas.microsoft.com/office/drawing/2014/main" id="{36DC58DA-8829-4A66-BA46-A3A09F45D2F8}"/>
              </a:ext>
            </a:extLst>
          </p:cNvPr>
          <p:cNvSpPr>
            <a:spLocks xmlns:a="http://schemas.openxmlformats.org/drawingml/2006/main" noGrp="1"/>
          </p:cNvSpPr>
          <p:nvPr/>
        </p:nvSpPr>
        <p:spPr>
          <a:xfrm xmlns:a="http://schemas.openxmlformats.org/drawingml/2006/main">
            <a:off x="7038975" y="7165181"/>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16" name="dp41-comparison / n123 / path">
            <a:extLst xmlns:a="http://schemas.openxmlformats.org/drawingml/2006/main">
              <a:ext uri="{FF2B5EF4-FFF2-40B4-BE49-F238E27FC236}">
                <a16:creationId xmlns:a16="http://schemas.microsoft.com/office/drawing/2014/main" id="{8A011BE3-1485-4889-93E0-0A4FC057F850}"/>
              </a:ext>
            </a:extLst>
          </p:cNvPr>
          <p:cNvSpPr>
            <a:spLocks xmlns:a="http://schemas.openxmlformats.org/drawingml/2006/main" noGrp="1"/>
          </p:cNvSpPr>
          <p:nvPr/>
        </p:nvSpPr>
        <p:spPr>
          <a:xfrm xmlns:a="http://schemas.openxmlformats.org/drawingml/2006/main">
            <a:off x="3381375" y="6419850"/>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17" name="dp41-comparison / n123 / arrow">
            <a:extLst xmlns:a="http://schemas.openxmlformats.org/drawingml/2006/main">
              <a:ext uri="{FF2B5EF4-FFF2-40B4-BE49-F238E27FC236}">
                <a16:creationId xmlns:a16="http://schemas.microsoft.com/office/drawing/2014/main" id="{D4CC4C24-1F21-4261-B4F6-F6D92D82DD77}"/>
              </a:ext>
            </a:extLst>
          </p:cNvPr>
          <p:cNvSpPr>
            <a:spLocks xmlns:a="http://schemas.openxmlformats.org/drawingml/2006/main" noGrp="1"/>
          </p:cNvSpPr>
          <p:nvPr/>
        </p:nvSpPr>
        <p:spPr>
          <a:xfrm xmlns:a="http://schemas.openxmlformats.org/drawingml/2006/main">
            <a:off x="398106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8" name="dp41-comparison / n124 / path">
            <a:extLst xmlns:a="http://schemas.openxmlformats.org/drawingml/2006/main">
              <a:ext uri="{FF2B5EF4-FFF2-40B4-BE49-F238E27FC236}">
                <a16:creationId xmlns:a16="http://schemas.microsoft.com/office/drawing/2014/main" id="{B8D74135-9E19-4573-A3F4-42D15D73D624}"/>
              </a:ext>
            </a:extLst>
          </p:cNvPr>
          <p:cNvSpPr>
            <a:spLocks xmlns:a="http://schemas.openxmlformats.org/drawingml/2006/main" noGrp="1"/>
          </p:cNvSpPr>
          <p:nvPr/>
        </p:nvSpPr>
        <p:spPr>
          <a:xfrm xmlns:a="http://schemas.openxmlformats.org/drawingml/2006/main">
            <a:off x="5476875" y="6419850"/>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19" name="dp41-comparison / n124 / arrow">
            <a:extLst xmlns:a="http://schemas.openxmlformats.org/drawingml/2006/main">
              <a:ext uri="{FF2B5EF4-FFF2-40B4-BE49-F238E27FC236}">
                <a16:creationId xmlns:a16="http://schemas.microsoft.com/office/drawing/2014/main" id="{506FDAC3-1063-4FA6-B8FA-4BA41D96535C}"/>
              </a:ext>
            </a:extLst>
          </p:cNvPr>
          <p:cNvSpPr>
            <a:spLocks xmlns:a="http://schemas.openxmlformats.org/drawingml/2006/main" noGrp="1"/>
          </p:cNvSpPr>
          <p:nvPr/>
        </p:nvSpPr>
        <p:spPr>
          <a:xfrm xmlns:a="http://schemas.openxmlformats.org/drawingml/2006/main">
            <a:off x="63623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0" name="dp41-comparison / n127 / path">
            <a:extLst xmlns:a="http://schemas.openxmlformats.org/drawingml/2006/main">
              <a:ext uri="{FF2B5EF4-FFF2-40B4-BE49-F238E27FC236}">
                <a16:creationId xmlns:a16="http://schemas.microsoft.com/office/drawing/2014/main" id="{E2DFC9CB-9C05-4F55-ADCA-82433E704B6D}"/>
              </a:ext>
            </a:extLst>
          </p:cNvPr>
          <p:cNvSpPr>
            <a:spLocks xmlns:a="http://schemas.openxmlformats.org/drawingml/2006/main" noGrp="1"/>
          </p:cNvSpPr>
          <p:nvPr/>
        </p:nvSpPr>
        <p:spPr>
          <a:xfrm xmlns:a="http://schemas.openxmlformats.org/drawingml/2006/main">
            <a:off x="2524125" y="6581775"/>
            <a:ext cx="4953000" cy="276225"/>
          </a:xfrm>
          <a:custGeom xmlns:a="http://schemas.openxmlformats.org/drawingml/2006/main">
            <a:pathLst>
              <a:path w="4953000" h="276225">
                <a:moveTo>
                  <a:pt x="4953000" y="0"/>
                </a:moveTo>
                <a:lnTo>
                  <a:pt x="4953000" y="276225"/>
                </a:lnTo>
                <a:lnTo>
                  <a:pt x="0" y="276225"/>
                </a:lnTo>
                <a:lnTo>
                  <a:pt x="0" y="0"/>
                </a:lnTo>
              </a:path>
            </a:pathLst>
          </a:custGeom>
          <a:noFill xmlns:a="http://schemas.openxmlformats.org/drawingml/2006/main"/>
          <a:ln xmlns:a="http://schemas.openxmlformats.org/drawingml/2006/main" w="10478">
            <a:solidFill>
              <a:srgbClr val="000000"/>
            </a:solidFill>
            <a:prstDash val="solid"/>
          </a:ln>
        </p:spPr>
      </p:sp>
      <p:sp>
        <p:nvSpPr>
          <p:cNvPr id="121" name="dp41-comparison / n127 / arrow">
            <a:extLst xmlns:a="http://schemas.openxmlformats.org/drawingml/2006/main">
              <a:ext uri="{FF2B5EF4-FFF2-40B4-BE49-F238E27FC236}">
                <a16:creationId xmlns:a16="http://schemas.microsoft.com/office/drawing/2014/main" id="{7E58D40B-F7A6-4D72-A4F6-C8F3A441D0B0}"/>
              </a:ext>
            </a:extLst>
          </p:cNvPr>
          <p:cNvSpPr>
            <a:spLocks xmlns:a="http://schemas.openxmlformats.org/drawingml/2006/main" noGrp="1"/>
          </p:cNvSpPr>
          <p:nvPr/>
        </p:nvSpPr>
        <p:spPr>
          <a:xfrm xmlns:a="http://schemas.openxmlformats.org/drawingml/2006/main">
            <a:off x="2490597" y="6581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2" name="dp41-comparison / n130 / path">
            <a:extLst xmlns:a="http://schemas.openxmlformats.org/drawingml/2006/main">
              <a:ext uri="{FF2B5EF4-FFF2-40B4-BE49-F238E27FC236}">
                <a16:creationId xmlns:a16="http://schemas.microsoft.com/office/drawing/2014/main" id="{2F2BC39A-42C7-4323-ADE5-0D4DA69953EE}"/>
              </a:ext>
            </a:extLst>
          </p:cNvPr>
          <p:cNvSpPr>
            <a:spLocks xmlns:a="http://schemas.openxmlformats.org/drawingml/2006/main" noGrp="1"/>
          </p:cNvSpPr>
          <p:nvPr/>
        </p:nvSpPr>
        <p:spPr>
          <a:xfrm xmlns:a="http://schemas.openxmlformats.org/drawingml/2006/main">
            <a:off x="4762500" y="6657975"/>
            <a:ext cx="2190750" cy="600075"/>
          </a:xfrm>
          <a:custGeom xmlns:a="http://schemas.openxmlformats.org/drawingml/2006/main">
            <a:pathLst>
              <a:path w="2190750" h="600075">
                <a:moveTo>
                  <a:pt x="0" y="0"/>
                </a:moveTo>
                <a:lnTo>
                  <a:pt x="0" y="600075"/>
                </a:lnTo>
                <a:lnTo>
                  <a:pt x="2190750" y="600075"/>
                </a:lnTo>
              </a:path>
            </a:pathLst>
          </a:custGeom>
          <a:noFill xmlns:a="http://schemas.openxmlformats.org/drawingml/2006/main"/>
          <a:ln xmlns:a="http://schemas.openxmlformats.org/drawingml/2006/main" w="10478">
            <a:solidFill>
              <a:srgbClr val="000000"/>
            </a:solidFill>
            <a:prstDash val="solid"/>
          </a:ln>
        </p:spPr>
      </p:sp>
      <p:sp>
        <p:nvSpPr>
          <p:cNvPr id="123" name="dp41-comparison / n130 / arrow">
            <a:extLst xmlns:a="http://schemas.openxmlformats.org/drawingml/2006/main">
              <a:ext uri="{FF2B5EF4-FFF2-40B4-BE49-F238E27FC236}">
                <a16:creationId xmlns:a16="http://schemas.microsoft.com/office/drawing/2014/main" id="{000A5163-F0F0-461E-A9A2-095745F257C2}"/>
              </a:ext>
            </a:extLst>
          </p:cNvPr>
          <p:cNvSpPr>
            <a:spLocks xmlns:a="http://schemas.openxmlformats.org/drawingml/2006/main" noGrp="1"/>
          </p:cNvSpPr>
          <p:nvPr/>
        </p:nvSpPr>
        <p:spPr>
          <a:xfrm xmlns:a="http://schemas.openxmlformats.org/drawingml/2006/main">
            <a:off x="6886194" y="7224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62">
            <a:extLst xmlns:a="http://schemas.openxmlformats.org/drawingml/2006/main">
              <a:ext uri="{FF2B5EF4-FFF2-40B4-BE49-F238E27FC236}">
                <a16:creationId xmlns:a16="http://schemas.microsoft.com/office/drawing/2014/main" id="{C75C8DEC-964C-4C02-941A-A1761BBB47DB}"/>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62 / fold">
            <a:extLst xmlns:a="http://schemas.openxmlformats.org/drawingml/2006/main">
              <a:ext uri="{FF2B5EF4-FFF2-40B4-BE49-F238E27FC236}">
                <a16:creationId xmlns:a16="http://schemas.microsoft.com/office/drawing/2014/main" id="{A4F0C5BF-7237-4643-B397-11134B7C02C6}"/>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63 / text 1">
            <a:extLst xmlns:a="http://schemas.openxmlformats.org/drawingml/2006/main">
              <a:ext uri="{FF2B5EF4-FFF2-40B4-BE49-F238E27FC236}">
                <a16:creationId xmlns:a16="http://schemas.microsoft.com/office/drawing/2014/main" id="{FC7DB665-1297-4858-B19B-4648BDA47A7B}"/>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27" name="dp41-comparison / n72">
            <a:extLst xmlns:a="http://schemas.openxmlformats.org/drawingml/2006/main">
              <a:ext uri="{FF2B5EF4-FFF2-40B4-BE49-F238E27FC236}">
                <a16:creationId xmlns:a16="http://schemas.microsoft.com/office/drawing/2014/main" id="{4519ADCD-791B-46B6-B9C1-F437AD2EECA0}"/>
              </a:ext>
            </a:extLst>
          </p:cNvPr>
          <p:cNvSpPr>
            <a:spLocks xmlns:a="http://schemas.openxmlformats.org/drawingml/2006/main" noGrp="1"/>
          </p:cNvSpPr>
          <p:nvPr/>
        </p:nvSpPr>
        <p:spPr>
          <a:xfrm xmlns:a="http://schemas.openxmlformats.org/drawingml/2006/main">
            <a:off x="736282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8" name="dp41-comparison / n73 / text 1">
            <a:extLst xmlns:a="http://schemas.openxmlformats.org/drawingml/2006/main">
              <a:ext uri="{FF2B5EF4-FFF2-40B4-BE49-F238E27FC236}">
                <a16:creationId xmlns:a16="http://schemas.microsoft.com/office/drawing/2014/main" id="{8D7AAD25-155F-4F03-BBE3-34A0B2E8C256}"/>
              </a:ext>
            </a:extLst>
          </p:cNvPr>
          <p:cNvSpPr>
            <a:spLocks xmlns:a="http://schemas.openxmlformats.org/drawingml/2006/main" noGrp="1"/>
          </p:cNvSpPr>
          <p:nvPr/>
        </p:nvSpPr>
        <p:spPr>
          <a:xfrm xmlns:a="http://schemas.openxmlformats.org/drawingml/2006/main">
            <a:off x="738187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129" name="dp41-comparison / n75">
            <a:extLst xmlns:a="http://schemas.openxmlformats.org/drawingml/2006/main">
              <a:ext uri="{FF2B5EF4-FFF2-40B4-BE49-F238E27FC236}">
                <a16:creationId xmlns:a16="http://schemas.microsoft.com/office/drawing/2014/main" id="{6EA8D792-FE41-405A-AEDF-58F4CA09206A}"/>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0" name="dp41-comparison / n76 / text 1">
            <a:extLst xmlns:a="http://schemas.openxmlformats.org/drawingml/2006/main">
              <a:ext uri="{FF2B5EF4-FFF2-40B4-BE49-F238E27FC236}">
                <a16:creationId xmlns:a16="http://schemas.microsoft.com/office/drawing/2014/main" id="{9FFBC049-3E10-4AC5-B04D-9AC2EA3F3D86}"/>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31" name="dp41-comparison / n79">
            <a:extLst xmlns:a="http://schemas.openxmlformats.org/drawingml/2006/main">
              <a:ext uri="{FF2B5EF4-FFF2-40B4-BE49-F238E27FC236}">
                <a16:creationId xmlns:a16="http://schemas.microsoft.com/office/drawing/2014/main" id="{675CFB2B-07DD-4222-B3B0-6B3614EC2C78}"/>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2" name="dp41-comparison / n80 / text 1">
            <a:extLst xmlns:a="http://schemas.openxmlformats.org/drawingml/2006/main">
              <a:ext uri="{FF2B5EF4-FFF2-40B4-BE49-F238E27FC236}">
                <a16:creationId xmlns:a16="http://schemas.microsoft.com/office/drawing/2014/main" id="{1A1B7D14-6CA7-4823-AE08-667B2C4805A1}"/>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33" name="dp41-comparison / n89">
            <a:extLst xmlns:a="http://schemas.openxmlformats.org/drawingml/2006/main">
              <a:ext uri="{FF2B5EF4-FFF2-40B4-BE49-F238E27FC236}">
                <a16:creationId xmlns:a16="http://schemas.microsoft.com/office/drawing/2014/main" id="{5EAA175D-49BC-4B3B-B4E0-BF25037D0BE9}"/>
              </a:ext>
            </a:extLst>
          </p:cNvPr>
          <p:cNvSpPr>
            <a:spLocks xmlns:a="http://schemas.openxmlformats.org/drawingml/2006/main" noGrp="1"/>
          </p:cNvSpPr>
          <p:nvPr/>
        </p:nvSpPr>
        <p:spPr>
          <a:xfrm xmlns:a="http://schemas.openxmlformats.org/drawingml/2006/main">
            <a:off x="4267200" y="356235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90 / text 1">
            <a:extLst xmlns:a="http://schemas.openxmlformats.org/drawingml/2006/main">
              <a:ext uri="{FF2B5EF4-FFF2-40B4-BE49-F238E27FC236}">
                <a16:creationId xmlns:a16="http://schemas.microsoft.com/office/drawing/2014/main" id="{A1E361F3-CD5B-40A5-9420-FF88569F3937}"/>
              </a:ext>
            </a:extLst>
          </p:cNvPr>
          <p:cNvSpPr>
            <a:spLocks xmlns:a="http://schemas.openxmlformats.org/drawingml/2006/main" noGrp="1"/>
          </p:cNvSpPr>
          <p:nvPr/>
        </p:nvSpPr>
        <p:spPr>
          <a:xfrm xmlns:a="http://schemas.openxmlformats.org/drawingml/2006/main">
            <a:off x="4286250" y="3571875"/>
            <a:ext cx="27146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요청 / 근거 반환</a:t>
            </a:r>
          </a:p>
        </p:txBody>
      </p:sp>
      <p:sp>
        <p:nvSpPr>
          <p:cNvPr id="135" name="dp41-comparison / n91">
            <a:extLst xmlns:a="http://schemas.openxmlformats.org/drawingml/2006/main">
              <a:ext uri="{FF2B5EF4-FFF2-40B4-BE49-F238E27FC236}">
                <a16:creationId xmlns:a16="http://schemas.microsoft.com/office/drawing/2014/main" id="{56F308A8-23FE-480C-A796-A0806509B6DB}"/>
              </a:ext>
            </a:extLst>
          </p:cNvPr>
          <p:cNvSpPr>
            <a:spLocks xmlns:a="http://schemas.openxmlformats.org/drawingml/2006/main" noGrp="1"/>
          </p:cNvSpPr>
          <p:nvPr/>
        </p:nvSpPr>
        <p:spPr>
          <a:xfrm xmlns:a="http://schemas.openxmlformats.org/drawingml/2006/main">
            <a:off x="4381500" y="4114800"/>
            <a:ext cx="2571750" cy="542925"/>
          </a:xfrm>
          <a:custGeom xmlns:a="http://schemas.openxmlformats.org/drawingml/2006/main">
            <a:pathLst>
              <a:path w="2571750" h="542925">
                <a:moveTo>
                  <a:pt x="0" y="0"/>
                </a:moveTo>
                <a:lnTo>
                  <a:pt x="2400300" y="0"/>
                </a:lnTo>
                <a:lnTo>
                  <a:pt x="2571750" y="171450"/>
                </a:lnTo>
                <a:lnTo>
                  <a:pt x="2571750" y="542925"/>
                </a:lnTo>
                <a:lnTo>
                  <a:pt x="0" y="5429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6" name="dp41-comparison / n91 / fold">
            <a:extLst xmlns:a="http://schemas.openxmlformats.org/drawingml/2006/main">
              <a:ext uri="{FF2B5EF4-FFF2-40B4-BE49-F238E27FC236}">
                <a16:creationId xmlns:a16="http://schemas.microsoft.com/office/drawing/2014/main" id="{68129055-D878-4D2F-B178-A76F60D4DE4F}"/>
              </a:ext>
            </a:extLst>
          </p:cNvPr>
          <p:cNvSpPr>
            <a:spLocks xmlns:a="http://schemas.openxmlformats.org/drawingml/2006/main" noGrp="1"/>
          </p:cNvSpPr>
          <p:nvPr/>
        </p:nvSpPr>
        <p:spPr>
          <a:xfrm xmlns:a="http://schemas.openxmlformats.org/drawingml/2006/main">
            <a:off x="6781800" y="4114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7" name="dp41-comparison / n92 / text 1">
            <a:extLst xmlns:a="http://schemas.openxmlformats.org/drawingml/2006/main">
              <a:ext uri="{FF2B5EF4-FFF2-40B4-BE49-F238E27FC236}">
                <a16:creationId xmlns:a16="http://schemas.microsoft.com/office/drawing/2014/main" id="{7852662C-52DA-4244-AF49-F0EBAFC2AAC6}"/>
              </a:ext>
            </a:extLst>
          </p:cNvPr>
          <p:cNvSpPr>
            <a:spLocks xmlns:a="http://schemas.openxmlformats.org/drawingml/2006/main" noGrp="1"/>
          </p:cNvSpPr>
          <p:nvPr/>
        </p:nvSpPr>
        <p:spPr>
          <a:xfrm xmlns:a="http://schemas.openxmlformats.org/drawingml/2006/main">
            <a:off x="4476750" y="4171950"/>
            <a:ext cx="2305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요청 (ReadRequest)</a:t>
            </a:r>
          </a:p>
        </p:txBody>
      </p:sp>
      <p:sp>
        <p:nvSpPr>
          <p:cNvPr id="138" name="dp41-comparison / n92 / text 2">
            <a:extLst xmlns:a="http://schemas.openxmlformats.org/drawingml/2006/main">
              <a:ext uri="{FF2B5EF4-FFF2-40B4-BE49-F238E27FC236}">
                <a16:creationId xmlns:a16="http://schemas.microsoft.com/office/drawing/2014/main" id="{34E192E8-AC66-44AA-8F26-BDF17C48FBEC}"/>
              </a:ext>
            </a:extLst>
          </p:cNvPr>
          <p:cNvSpPr>
            <a:spLocks xmlns:a="http://schemas.openxmlformats.org/drawingml/2006/main" noGrp="1"/>
          </p:cNvSpPr>
          <p:nvPr/>
        </p:nvSpPr>
        <p:spPr>
          <a:xfrm xmlns:a="http://schemas.openxmlformats.org/drawingml/2006/main">
            <a:off x="4476750" y="4320540"/>
            <a:ext cx="2305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“아까 보고서” / “이 표”</a:t>
            </a:r>
          </a:p>
        </p:txBody>
      </p:sp>
      <p:sp>
        <p:nvSpPr>
          <p:cNvPr id="139" name="dp41-comparison / n93">
            <a:extLst xmlns:a="http://schemas.openxmlformats.org/drawingml/2006/main">
              <a:ext uri="{FF2B5EF4-FFF2-40B4-BE49-F238E27FC236}">
                <a16:creationId xmlns:a16="http://schemas.microsoft.com/office/drawing/2014/main" id="{B62CA353-A644-48E1-8877-DA3BA446C1C5}"/>
              </a:ext>
            </a:extLst>
          </p:cNvPr>
          <p:cNvSpPr>
            <a:spLocks xmlns:a="http://schemas.openxmlformats.org/drawingml/2006/main" noGrp="1"/>
          </p:cNvSpPr>
          <p:nvPr/>
        </p:nvSpPr>
        <p:spPr>
          <a:xfrm xmlns:a="http://schemas.openxmlformats.org/drawingml/2006/main">
            <a:off x="7143750" y="4114800"/>
            <a:ext cx="2095500" cy="542925"/>
          </a:xfrm>
          <a:custGeom xmlns:a="http://schemas.openxmlformats.org/drawingml/2006/main">
            <a:pathLst>
              <a:path w="2095500" h="542925">
                <a:moveTo>
                  <a:pt x="0" y="0"/>
                </a:moveTo>
                <a:lnTo>
                  <a:pt x="1924050" y="0"/>
                </a:lnTo>
                <a:lnTo>
                  <a:pt x="2095500" y="171450"/>
                </a:lnTo>
                <a:lnTo>
                  <a:pt x="2095500" y="542925"/>
                </a:lnTo>
                <a:lnTo>
                  <a:pt x="0" y="5429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0" name="dp41-comparison / n93 / fold">
            <a:extLst xmlns:a="http://schemas.openxmlformats.org/drawingml/2006/main">
              <a:ext uri="{FF2B5EF4-FFF2-40B4-BE49-F238E27FC236}">
                <a16:creationId xmlns:a16="http://schemas.microsoft.com/office/drawing/2014/main" id="{C20448C3-5246-40D9-B88E-9E9BCF632F54}"/>
              </a:ext>
            </a:extLst>
          </p:cNvPr>
          <p:cNvSpPr>
            <a:spLocks xmlns:a="http://schemas.openxmlformats.org/drawingml/2006/main" noGrp="1"/>
          </p:cNvSpPr>
          <p:nvPr/>
        </p:nvSpPr>
        <p:spPr>
          <a:xfrm xmlns:a="http://schemas.openxmlformats.org/drawingml/2006/main">
            <a:off x="9067800" y="4114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1" name="dp41-comparison / n94 / text 1">
            <a:extLst xmlns:a="http://schemas.openxmlformats.org/drawingml/2006/main">
              <a:ext uri="{FF2B5EF4-FFF2-40B4-BE49-F238E27FC236}">
                <a16:creationId xmlns:a16="http://schemas.microsoft.com/office/drawing/2014/main" id="{675F0B4F-F6EC-4F9C-8332-572035ABC6CE}"/>
              </a:ext>
            </a:extLst>
          </p:cNvPr>
          <p:cNvSpPr>
            <a:spLocks xmlns:a="http://schemas.openxmlformats.org/drawingml/2006/main" noGrp="1"/>
          </p:cNvSpPr>
          <p:nvPr/>
        </p:nvSpPr>
        <p:spPr>
          <a:xfrm xmlns:a="http://schemas.openxmlformats.org/drawingml/2006/main">
            <a:off x="7239000" y="4171950"/>
            <a:ext cx="1828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결과 (EvidenceBundle)</a:t>
            </a:r>
          </a:p>
        </p:txBody>
      </p:sp>
      <p:sp>
        <p:nvSpPr>
          <p:cNvPr id="142" name="dp41-comparison / n94 / text 2">
            <a:extLst xmlns:a="http://schemas.openxmlformats.org/drawingml/2006/main">
              <a:ext uri="{FF2B5EF4-FFF2-40B4-BE49-F238E27FC236}">
                <a16:creationId xmlns:a16="http://schemas.microsoft.com/office/drawing/2014/main" id="{50887A97-705F-4F27-956E-6EB6B02EF871}"/>
              </a:ext>
            </a:extLst>
          </p:cNvPr>
          <p:cNvSpPr>
            <a:spLocks xmlns:a="http://schemas.openxmlformats.org/drawingml/2006/main" noGrp="1"/>
          </p:cNvSpPr>
          <p:nvPr/>
        </p:nvSpPr>
        <p:spPr>
          <a:xfrm xmlns:a="http://schemas.openxmlformats.org/drawingml/2006/main">
            <a:off x="7239000" y="4320540"/>
            <a:ext cx="18288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 / Task2 + 선택한 표</a:t>
            </a:r>
          </a:p>
        </p:txBody>
      </p:sp>
      <p:sp>
        <p:nvSpPr>
          <p:cNvPr id="143" name="dp41-comparison / n96">
            <a:extLst xmlns:a="http://schemas.openxmlformats.org/drawingml/2006/main">
              <a:ext uri="{FF2B5EF4-FFF2-40B4-BE49-F238E27FC236}">
                <a16:creationId xmlns:a16="http://schemas.microsoft.com/office/drawing/2014/main" id="{876BC4DE-3A92-40A4-B7BF-375C140AEDDD}"/>
              </a:ext>
            </a:extLst>
          </p:cNvPr>
          <p:cNvSpPr>
            <a:spLocks xmlns:a="http://schemas.openxmlformats.org/drawingml/2006/main" noGrp="1"/>
          </p:cNvSpPr>
          <p:nvPr/>
        </p:nvSpPr>
        <p:spPr>
          <a:xfrm xmlns:a="http://schemas.openxmlformats.org/drawingml/2006/main">
            <a:off x="1666875" y="4724400"/>
            <a:ext cx="5048250" cy="447675"/>
          </a:xfrm>
          <a:custGeom xmlns:a="http://schemas.openxmlformats.org/drawingml/2006/main">
            <a:pathLst>
              <a:path w="5048250" h="447675">
                <a:moveTo>
                  <a:pt x="0" y="0"/>
                </a:moveTo>
                <a:lnTo>
                  <a:pt x="4876800" y="0"/>
                </a:lnTo>
                <a:lnTo>
                  <a:pt x="5048250" y="171450"/>
                </a:lnTo>
                <a:lnTo>
                  <a:pt x="50482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44" name="dp41-comparison / n96 / fold">
            <a:extLst xmlns:a="http://schemas.openxmlformats.org/drawingml/2006/main">
              <a:ext uri="{FF2B5EF4-FFF2-40B4-BE49-F238E27FC236}">
                <a16:creationId xmlns:a16="http://schemas.microsoft.com/office/drawing/2014/main" id="{8FDF7792-3AB0-4519-9472-D47FA35D9232}"/>
              </a:ext>
            </a:extLst>
          </p:cNvPr>
          <p:cNvSpPr>
            <a:spLocks xmlns:a="http://schemas.openxmlformats.org/drawingml/2006/main" noGrp="1"/>
          </p:cNvSpPr>
          <p:nvPr/>
        </p:nvSpPr>
        <p:spPr>
          <a:xfrm xmlns:a="http://schemas.openxmlformats.org/drawingml/2006/main">
            <a:off x="6543675" y="47244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45" name="dp41-comparison / n97 / text 1">
            <a:extLst xmlns:a="http://schemas.openxmlformats.org/drawingml/2006/main">
              <a:ext uri="{FF2B5EF4-FFF2-40B4-BE49-F238E27FC236}">
                <a16:creationId xmlns:a16="http://schemas.microsoft.com/office/drawing/2014/main" id="{AF3A3FE7-C477-4F2C-A55F-6CE140949330}"/>
              </a:ext>
            </a:extLst>
          </p:cNvPr>
          <p:cNvSpPr>
            <a:spLocks xmlns:a="http://schemas.openxmlformats.org/drawingml/2006/main" noGrp="1"/>
          </p:cNvSpPr>
          <p:nvPr/>
        </p:nvSpPr>
        <p:spPr>
          <a:xfrm xmlns:a="http://schemas.openxmlformats.org/drawingml/2006/main">
            <a:off x="1762125" y="478155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모델의 의미 제안 (MeaningProposal): Task1에 표 추가</a:t>
            </a:r>
          </a:p>
        </p:txBody>
      </p:sp>
      <p:sp>
        <p:nvSpPr>
          <p:cNvPr id="146" name="dp41-comparison / n97 / text 2">
            <a:extLst xmlns:a="http://schemas.openxmlformats.org/drawingml/2006/main">
              <a:ext uri="{FF2B5EF4-FFF2-40B4-BE49-F238E27FC236}">
                <a16:creationId xmlns:a16="http://schemas.microsoft.com/office/drawing/2014/main" id="{5DE46F78-B8DE-4EAF-B052-B2E02448B3D3}"/>
              </a:ext>
            </a:extLst>
          </p:cNvPr>
          <p:cNvSpPr>
            <a:spLocks xmlns:a="http://schemas.openxmlformats.org/drawingml/2006/main" noGrp="1"/>
          </p:cNvSpPr>
          <p:nvPr/>
        </p:nvSpPr>
        <p:spPr>
          <a:xfrm xmlns:a="http://schemas.openxmlformats.org/drawingml/2006/main">
            <a:off x="1762125" y="493014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수정된 보고서 결과 → 메일 초안 / 메일 발송 금지</a:t>
            </a:r>
          </a:p>
        </p:txBody>
      </p:sp>
      <p:sp>
        <p:nvSpPr>
          <p:cNvPr id="147" name="dp41-comparison / n106">
            <a:extLst xmlns:a="http://schemas.openxmlformats.org/drawingml/2006/main">
              <a:ext uri="{FF2B5EF4-FFF2-40B4-BE49-F238E27FC236}">
                <a16:creationId xmlns:a16="http://schemas.microsoft.com/office/drawing/2014/main" id="{28FF1CC8-6B03-463A-9D50-CBB618196B34}"/>
              </a:ext>
            </a:extLst>
          </p:cNvPr>
          <p:cNvSpPr>
            <a:spLocks xmlns:a="http://schemas.openxmlformats.org/drawingml/2006/main" noGrp="1"/>
          </p:cNvSpPr>
          <p:nvPr/>
        </p:nvSpPr>
        <p:spPr>
          <a:xfrm xmlns:a="http://schemas.openxmlformats.org/drawingml/2006/main">
            <a:off x="1647825" y="5514975"/>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7 / text 1">
            <a:extLst xmlns:a="http://schemas.openxmlformats.org/drawingml/2006/main">
              <a:ext uri="{FF2B5EF4-FFF2-40B4-BE49-F238E27FC236}">
                <a16:creationId xmlns:a16="http://schemas.microsoft.com/office/drawing/2014/main" id="{720A143E-31CF-460B-A11B-1309515408C2}"/>
              </a:ext>
            </a:extLst>
          </p:cNvPr>
          <p:cNvSpPr>
            <a:spLocks xmlns:a="http://schemas.openxmlformats.org/drawingml/2006/main" noGrp="1"/>
          </p:cNvSpPr>
          <p:nvPr/>
        </p:nvSpPr>
        <p:spPr>
          <a:xfrm xmlns:a="http://schemas.openxmlformats.org/drawingml/2006/main">
            <a:off x="1666875" y="5524500"/>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149" name="dp41-comparison / n108">
            <a:extLst xmlns:a="http://schemas.openxmlformats.org/drawingml/2006/main">
              <a:ext uri="{FF2B5EF4-FFF2-40B4-BE49-F238E27FC236}">
                <a16:creationId xmlns:a16="http://schemas.microsoft.com/office/drawing/2014/main" id="{73BCD8B0-1215-483F-BBDB-7ADD855ED257}"/>
              </a:ext>
            </a:extLst>
          </p:cNvPr>
          <p:cNvSpPr>
            <a:spLocks xmlns:a="http://schemas.openxmlformats.org/drawingml/2006/main" noGrp="1"/>
          </p:cNvSpPr>
          <p:nvPr/>
        </p:nvSpPr>
        <p:spPr>
          <a:xfrm xmlns:a="http://schemas.openxmlformats.org/drawingml/2006/main">
            <a:off x="4267200" y="5276850"/>
            <a:ext cx="269138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9 / text 1">
            <a:extLst xmlns:a="http://schemas.openxmlformats.org/drawingml/2006/main">
              <a:ext uri="{FF2B5EF4-FFF2-40B4-BE49-F238E27FC236}">
                <a16:creationId xmlns:a16="http://schemas.microsoft.com/office/drawing/2014/main" id="{69676FBA-D6FD-42F8-9D7F-DD5C375112D6}"/>
              </a:ext>
            </a:extLst>
          </p:cNvPr>
          <p:cNvSpPr>
            <a:spLocks xmlns:a="http://schemas.openxmlformats.org/drawingml/2006/main" noGrp="1"/>
          </p:cNvSpPr>
          <p:nvPr/>
        </p:nvSpPr>
        <p:spPr>
          <a:xfrm xmlns:a="http://schemas.openxmlformats.org/drawingml/2006/main">
            <a:off x="4286250" y="5286375"/>
            <a:ext cx="4810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양방향 연결은 Module 간 호출 / 결과 반환</a:t>
            </a:r>
          </a:p>
        </p:txBody>
      </p:sp>
      <p:sp>
        <p:nvSpPr>
          <p:cNvPr id="151" name="dp41-comparison / n113">
            <a:extLst xmlns:a="http://schemas.openxmlformats.org/drawingml/2006/main">
              <a:ext uri="{FF2B5EF4-FFF2-40B4-BE49-F238E27FC236}">
                <a16:creationId xmlns:a16="http://schemas.microsoft.com/office/drawing/2014/main" id="{471D6691-F2C5-4507-BF82-73405243997B}"/>
              </a:ext>
            </a:extLst>
          </p:cNvPr>
          <p:cNvSpPr>
            <a:spLocks xmlns:a="http://schemas.openxmlformats.org/drawingml/2006/main" noGrp="1"/>
          </p:cNvSpPr>
          <p:nvPr/>
        </p:nvSpPr>
        <p:spPr>
          <a:xfrm xmlns:a="http://schemas.openxmlformats.org/drawingml/2006/main">
            <a:off x="1647825" y="5905500"/>
            <a:ext cx="28285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14 / text 1">
            <a:extLst xmlns:a="http://schemas.openxmlformats.org/drawingml/2006/main">
              <a:ext uri="{FF2B5EF4-FFF2-40B4-BE49-F238E27FC236}">
                <a16:creationId xmlns:a16="http://schemas.microsoft.com/office/drawing/2014/main" id="{647A344B-0219-4CE6-A44B-BE72049CDAAE}"/>
              </a:ext>
            </a:extLst>
          </p:cNvPr>
          <p:cNvSpPr>
            <a:spLocks xmlns:a="http://schemas.openxmlformats.org/drawingml/2006/main" noGrp="1"/>
          </p:cNvSpPr>
          <p:nvPr/>
        </p:nvSpPr>
        <p:spPr>
          <a:xfrm xmlns:a="http://schemas.openxmlformats.org/drawingml/2006/main">
            <a:off x="1666875" y="5915025"/>
            <a:ext cx="7620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실행 순서도 — 반복 제어와 종료 조건</a:t>
            </a:r>
          </a:p>
        </p:txBody>
      </p:sp>
      <p:sp>
        <p:nvSpPr>
          <p:cNvPr id="153" name="dp41-comparison / n125">
            <a:extLst xmlns:a="http://schemas.openxmlformats.org/drawingml/2006/main">
              <a:ext uri="{FF2B5EF4-FFF2-40B4-BE49-F238E27FC236}">
                <a16:creationId xmlns:a16="http://schemas.microsoft.com/office/drawing/2014/main" id="{5A7C7601-D89C-436B-8080-883294399E5D}"/>
              </a:ext>
            </a:extLst>
          </p:cNvPr>
          <p:cNvSpPr>
            <a:spLocks xmlns:a="http://schemas.openxmlformats.org/drawingml/2006/main" noGrp="1"/>
          </p:cNvSpPr>
          <p:nvPr/>
        </p:nvSpPr>
        <p:spPr>
          <a:xfrm xmlns:a="http://schemas.openxmlformats.org/drawingml/2006/main">
            <a:off x="5600700" y="6181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1-comparison / n126 / text 1">
            <a:extLst xmlns:a="http://schemas.openxmlformats.org/drawingml/2006/main">
              <a:ext uri="{FF2B5EF4-FFF2-40B4-BE49-F238E27FC236}">
                <a16:creationId xmlns:a16="http://schemas.microsoft.com/office/drawing/2014/main" id="{A58035D1-8BDC-4363-B863-0D9C798037CE}"/>
              </a:ext>
            </a:extLst>
          </p:cNvPr>
          <p:cNvSpPr>
            <a:spLocks xmlns:a="http://schemas.openxmlformats.org/drawingml/2006/main" noGrp="1"/>
          </p:cNvSpPr>
          <p:nvPr/>
        </p:nvSpPr>
        <p:spPr>
          <a:xfrm xmlns:a="http://schemas.openxmlformats.org/drawingml/2006/main">
            <a:off x="5619750" y="6191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55" name="dp41-comparison / n128">
            <a:extLst xmlns:a="http://schemas.openxmlformats.org/drawingml/2006/main">
              <a:ext uri="{FF2B5EF4-FFF2-40B4-BE49-F238E27FC236}">
                <a16:creationId xmlns:a16="http://schemas.microsoft.com/office/drawing/2014/main" id="{6F878C4F-A980-4DEC-8000-B9ACC2754224}"/>
              </a:ext>
            </a:extLst>
          </p:cNvPr>
          <p:cNvSpPr>
            <a:spLocks xmlns:a="http://schemas.openxmlformats.org/drawingml/2006/main" noGrp="1"/>
          </p:cNvSpPr>
          <p:nvPr/>
        </p:nvSpPr>
        <p:spPr>
          <a:xfrm xmlns:a="http://schemas.openxmlformats.org/drawingml/2006/main">
            <a:off x="2962275" y="665797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6" name="dp41-comparison / n129 / text 1">
            <a:extLst xmlns:a="http://schemas.openxmlformats.org/drawingml/2006/main">
              <a:ext uri="{FF2B5EF4-FFF2-40B4-BE49-F238E27FC236}">
                <a16:creationId xmlns:a16="http://schemas.microsoft.com/office/drawing/2014/main" id="{D500091D-B73F-48FC-AB4E-7B9951B48603}"/>
              </a:ext>
            </a:extLst>
          </p:cNvPr>
          <p:cNvSpPr>
            <a:spLocks xmlns:a="http://schemas.openxmlformats.org/drawingml/2006/main" noGrp="1"/>
          </p:cNvSpPr>
          <p:nvPr/>
        </p:nvSpPr>
        <p:spPr>
          <a:xfrm xmlns:a="http://schemas.openxmlformats.org/drawingml/2006/main">
            <a:off x="2981325" y="666750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근거를 받아 모델 재호출 / 필요하면 반복</a:t>
            </a:r>
          </a:p>
        </p:txBody>
      </p:sp>
      <p:sp>
        <p:nvSpPr>
          <p:cNvPr id="157" name="dp41-comparison / n131">
            <a:extLst xmlns:a="http://schemas.openxmlformats.org/drawingml/2006/main">
              <a:ext uri="{FF2B5EF4-FFF2-40B4-BE49-F238E27FC236}">
                <a16:creationId xmlns:a16="http://schemas.microsoft.com/office/drawing/2014/main" id="{2B46FB32-40C5-40AC-AF11-D30CC667744B}"/>
              </a:ext>
            </a:extLst>
          </p:cNvPr>
          <p:cNvSpPr>
            <a:spLocks xmlns:a="http://schemas.openxmlformats.org/drawingml/2006/main" noGrp="1"/>
          </p:cNvSpPr>
          <p:nvPr/>
        </p:nvSpPr>
        <p:spPr>
          <a:xfrm xmlns:a="http://schemas.openxmlformats.org/drawingml/2006/main">
            <a:off x="4933950" y="7058025"/>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8" name="dp41-comparison / n132 / text 1">
            <a:extLst xmlns:a="http://schemas.openxmlformats.org/drawingml/2006/main">
              <a:ext uri="{FF2B5EF4-FFF2-40B4-BE49-F238E27FC236}">
                <a16:creationId xmlns:a16="http://schemas.microsoft.com/office/drawing/2014/main" id="{75266291-ED63-4642-AEF7-15F6C2A5C479}"/>
              </a:ext>
            </a:extLst>
          </p:cNvPr>
          <p:cNvSpPr>
            <a:spLocks xmlns:a="http://schemas.openxmlformats.org/drawingml/2006/main" noGrp="1"/>
          </p:cNvSpPr>
          <p:nvPr/>
        </p:nvSpPr>
        <p:spPr>
          <a:xfrm xmlns:a="http://schemas.openxmlformats.org/drawingml/2006/main">
            <a:off x="4953000" y="7067550"/>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59" name="dp41-comparison / n135">
            <a:extLst xmlns:a="http://schemas.openxmlformats.org/drawingml/2006/main">
              <a:ext uri="{FF2B5EF4-FFF2-40B4-BE49-F238E27FC236}">
                <a16:creationId xmlns:a16="http://schemas.microsoft.com/office/drawing/2014/main" id="{C6D63CD9-FB10-47AB-8F6A-DCA43ED06C94}"/>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0" name="dp41-comparison / n136 / text 1">
            <a:extLst xmlns:a="http://schemas.openxmlformats.org/drawingml/2006/main">
              <a:ext uri="{FF2B5EF4-FFF2-40B4-BE49-F238E27FC236}">
                <a16:creationId xmlns:a16="http://schemas.microsoft.com/office/drawing/2014/main" id="{4DF472D6-E950-40A2-B6A8-4BB88213F78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61" name="dp41-comparison / n137">
            <a:extLst xmlns:a="http://schemas.openxmlformats.org/drawingml/2006/main">
              <a:ext uri="{FF2B5EF4-FFF2-40B4-BE49-F238E27FC236}">
                <a16:creationId xmlns:a16="http://schemas.microsoft.com/office/drawing/2014/main" id="{69647A54-7636-421C-BB87-6773B12FC7EA}"/>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38 / text 1">
            <a:extLst xmlns:a="http://schemas.openxmlformats.org/drawingml/2006/main">
              <a:ext uri="{FF2B5EF4-FFF2-40B4-BE49-F238E27FC236}">
                <a16:creationId xmlns:a16="http://schemas.microsoft.com/office/drawing/2014/main" id="{6AB0FFB6-E9B8-4645-8ACF-6D44059F6F57}"/>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63" name="dp41-comparison / n139 / path">
            <a:extLst xmlns:a="http://schemas.openxmlformats.org/drawingml/2006/main">
              <a:ext uri="{FF2B5EF4-FFF2-40B4-BE49-F238E27FC236}">
                <a16:creationId xmlns:a16="http://schemas.microsoft.com/office/drawing/2014/main" id="{D99775F0-EB61-4581-BF6E-AE238DF8BED9}"/>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64" name="dp41-comparison / n139 / arrow">
            <a:extLst xmlns:a="http://schemas.openxmlformats.org/drawingml/2006/main">
              <a:ext uri="{FF2B5EF4-FFF2-40B4-BE49-F238E27FC236}">
                <a16:creationId xmlns:a16="http://schemas.microsoft.com/office/drawing/2014/main" id="{12D5C997-27DB-4033-B54B-FDE69D13F74A}"/>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5" name="dp41-comparison / n140 / path">
            <a:extLst xmlns:a="http://schemas.openxmlformats.org/drawingml/2006/main">
              <a:ext uri="{FF2B5EF4-FFF2-40B4-BE49-F238E27FC236}">
                <a16:creationId xmlns:a16="http://schemas.microsoft.com/office/drawing/2014/main" id="{90554A4B-826C-44C6-9095-A020EA1860A5}"/>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0 / arrow">
            <a:extLst xmlns:a="http://schemas.openxmlformats.org/drawingml/2006/main">
              <a:ext uri="{FF2B5EF4-FFF2-40B4-BE49-F238E27FC236}">
                <a16:creationId xmlns:a16="http://schemas.microsoft.com/office/drawing/2014/main" id="{4EF83C30-49D5-451D-9BFA-A837AE136689}"/>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1">
            <a:extLst xmlns:a="http://schemas.openxmlformats.org/drawingml/2006/main">
              <a:ext uri="{FF2B5EF4-FFF2-40B4-BE49-F238E27FC236}">
                <a16:creationId xmlns:a16="http://schemas.microsoft.com/office/drawing/2014/main" id="{B64164AA-1C81-4B95-9D32-1959AD0D4F22}"/>
              </a:ext>
            </a:extLst>
          </p:cNvPr>
          <p:cNvSpPr>
            <a:spLocks xmlns:a="http://schemas.openxmlformats.org/drawingml/2006/main" noGrp="1"/>
          </p:cNvSpPr>
          <p:nvPr/>
        </p:nvSpPr>
        <p:spPr>
          <a:xfrm xmlns:a="http://schemas.openxmlformats.org/drawingml/2006/main">
            <a:off x="9763125" y="3257550"/>
            <a:ext cx="7953375" cy="2000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8" name="dp41-comparison / n142 / text 1">
            <a:extLst xmlns:a="http://schemas.openxmlformats.org/drawingml/2006/main">
              <a:ext uri="{FF2B5EF4-FFF2-40B4-BE49-F238E27FC236}">
                <a16:creationId xmlns:a16="http://schemas.microsoft.com/office/drawing/2014/main" id="{75735DD4-680C-4122-89DF-9C50E8BB73AC}"/>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69" name="dp41-comparison / n145 / path">
            <a:extLst xmlns:a="http://schemas.openxmlformats.org/drawingml/2006/main">
              <a:ext uri="{FF2B5EF4-FFF2-40B4-BE49-F238E27FC236}">
                <a16:creationId xmlns:a16="http://schemas.microsoft.com/office/drawing/2014/main" id="{5B40EAE2-B0F5-41BD-BDED-959C2B49F21F}"/>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70" name="dp41-comparison / n145 / arrow">
            <a:extLst xmlns:a="http://schemas.openxmlformats.org/drawingml/2006/main">
              <a:ext uri="{FF2B5EF4-FFF2-40B4-BE49-F238E27FC236}">
                <a16:creationId xmlns:a16="http://schemas.microsoft.com/office/drawing/2014/main" id="{C806231E-902B-4CA6-8344-7DDFA15CD02B}"/>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1" name="dp41-comparison / n148">
            <a:extLst xmlns:a="http://schemas.openxmlformats.org/drawingml/2006/main">
              <a:ext uri="{FF2B5EF4-FFF2-40B4-BE49-F238E27FC236}">
                <a16:creationId xmlns:a16="http://schemas.microsoft.com/office/drawing/2014/main" id="{AFA7261E-D528-4BCB-8777-B6C0C98668E3}"/>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72" name="dp41-comparison / n149 / text 1">
            <a:extLst xmlns:a="http://schemas.openxmlformats.org/drawingml/2006/main">
              <a:ext uri="{FF2B5EF4-FFF2-40B4-BE49-F238E27FC236}">
                <a16:creationId xmlns:a16="http://schemas.microsoft.com/office/drawing/2014/main" id="{E9F9C076-698F-43E0-ABE1-59C0EEC2D910}"/>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73" name="dp41-comparison / n152">
            <a:extLst xmlns:a="http://schemas.openxmlformats.org/drawingml/2006/main">
              <a:ext uri="{FF2B5EF4-FFF2-40B4-BE49-F238E27FC236}">
                <a16:creationId xmlns:a16="http://schemas.microsoft.com/office/drawing/2014/main" id="{68593D55-30D8-4899-8D54-34CD653A2D78}"/>
              </a:ext>
            </a:extLst>
          </p:cNvPr>
          <p:cNvSpPr>
            <a:spLocks xmlns:a="http://schemas.openxmlformats.org/drawingml/2006/main" noGrp="1"/>
          </p:cNvSpPr>
          <p:nvPr/>
        </p:nvSpPr>
        <p:spPr>
          <a:xfrm xmlns:a="http://schemas.openxmlformats.org/drawingml/2006/main">
            <a:off x="9953625" y="3667125"/>
            <a:ext cx="2333625"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74" name="dp41-comparison / n153 / text 1">
            <a:extLst xmlns:a="http://schemas.openxmlformats.org/drawingml/2006/main">
              <a:ext uri="{FF2B5EF4-FFF2-40B4-BE49-F238E27FC236}">
                <a16:creationId xmlns:a16="http://schemas.microsoft.com/office/drawing/2014/main" id="{A69A5718-E897-4175-82DA-7BD73FC647A8}"/>
              </a:ext>
            </a:extLst>
          </p:cNvPr>
          <p:cNvSpPr>
            <a:spLocks xmlns:a="http://schemas.openxmlformats.org/drawingml/2006/main" noGrp="1"/>
          </p:cNvSpPr>
          <p:nvPr/>
        </p:nvSpPr>
        <p:spPr>
          <a:xfrm xmlns:a="http://schemas.openxmlformats.org/drawingml/2006/main">
            <a:off x="10039350" y="3727133"/>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틀 해석기</a:t>
            </a:r>
          </a:p>
        </p:txBody>
      </p:sp>
      <p:sp>
        <p:nvSpPr>
          <p:cNvPr id="175" name="dp41-comparison / n154">
            <a:extLst xmlns:a="http://schemas.openxmlformats.org/drawingml/2006/main">
              <a:ext uri="{FF2B5EF4-FFF2-40B4-BE49-F238E27FC236}">
                <a16:creationId xmlns:a16="http://schemas.microsoft.com/office/drawing/2014/main" id="{6DE5CA80-19B5-48EB-9DA2-111DED229F80}"/>
              </a:ext>
            </a:extLst>
          </p:cNvPr>
          <p:cNvSpPr>
            <a:spLocks xmlns:a="http://schemas.openxmlformats.org/drawingml/2006/main" noGrp="1"/>
          </p:cNvSpPr>
          <p:nvPr/>
        </p:nvSpPr>
        <p:spPr>
          <a:xfrm xmlns:a="http://schemas.openxmlformats.org/drawingml/2006/main">
            <a:off x="15906750" y="3667125"/>
            <a:ext cx="1619250" cy="342900"/>
          </a:xfrm>
          <a:prstGeom xmlns:a="http://schemas.openxmlformats.org/drawingml/2006/main" prst="roundRect">
            <a:avLst>
              <a:gd name="adj" fmla="val 22222"/>
            </a:avLst>
          </a:prstGeom>
          <a:solidFill xmlns:a="http://schemas.openxmlformats.org/drawingml/2006/main">
            <a:srgbClr val="FFFFFF"/>
          </a:solidFill>
          <a:ln xmlns:a="http://schemas.openxmlformats.org/drawingml/2006/main" w="9525">
            <a:solidFill>
              <a:srgbClr val="000000"/>
            </a:solidFill>
            <a:prstDash val="solid"/>
          </a:ln>
        </p:spPr>
      </p:sp>
      <p:sp>
        <p:nvSpPr>
          <p:cNvPr id="176" name="dp41-comparison / n155 / text 1">
            <a:extLst xmlns:a="http://schemas.openxmlformats.org/drawingml/2006/main">
              <a:ext uri="{FF2B5EF4-FFF2-40B4-BE49-F238E27FC236}">
                <a16:creationId xmlns:a16="http://schemas.microsoft.com/office/drawing/2014/main" id="{E734F66B-744A-43AF-BD3D-48696CEDB589}"/>
              </a:ext>
            </a:extLst>
          </p:cNvPr>
          <p:cNvSpPr>
            <a:spLocks xmlns:a="http://schemas.openxmlformats.org/drawingml/2006/main" noGrp="1"/>
          </p:cNvSpPr>
          <p:nvPr/>
        </p:nvSpPr>
        <p:spPr>
          <a:xfrm xmlns:a="http://schemas.openxmlformats.org/drawingml/2006/main">
            <a:off x="15992475" y="37457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77" name="dp41-comparison / n156">
            <a:extLst xmlns:a="http://schemas.openxmlformats.org/drawingml/2006/main">
              <a:ext uri="{FF2B5EF4-FFF2-40B4-BE49-F238E27FC236}">
                <a16:creationId xmlns:a16="http://schemas.microsoft.com/office/drawing/2014/main" id="{298C9765-62F4-4709-AFBE-65E1E47903CB}"/>
              </a:ext>
            </a:extLst>
          </p:cNvPr>
          <p:cNvSpPr>
            <a:spLocks xmlns:a="http://schemas.openxmlformats.org/drawingml/2006/main" noGrp="1"/>
          </p:cNvSpPr>
          <p:nvPr/>
        </p:nvSpPr>
        <p:spPr>
          <a:xfrm xmlns:a="http://schemas.openxmlformats.org/drawingml/2006/main">
            <a:off x="15430500" y="4819650"/>
            <a:ext cx="2000250"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178" name="dp41-comparison / n157 / text 1">
            <a:extLst xmlns:a="http://schemas.openxmlformats.org/drawingml/2006/main">
              <a:ext uri="{FF2B5EF4-FFF2-40B4-BE49-F238E27FC236}">
                <a16:creationId xmlns:a16="http://schemas.microsoft.com/office/drawing/2014/main" id="{C722750B-1462-4777-9E18-D76DF12F97AE}"/>
              </a:ext>
            </a:extLst>
          </p:cNvPr>
          <p:cNvSpPr>
            <a:spLocks xmlns:a="http://schemas.openxmlformats.org/drawingml/2006/main" noGrp="1"/>
          </p:cNvSpPr>
          <p:nvPr/>
        </p:nvSpPr>
        <p:spPr>
          <a:xfrm xmlns:a="http://schemas.openxmlformats.org/drawingml/2006/main">
            <a:off x="15516225" y="4866799"/>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79" name="dp41-comparison / n158">
            <a:extLst xmlns:a="http://schemas.openxmlformats.org/drawingml/2006/main">
              <a:ext uri="{FF2B5EF4-FFF2-40B4-BE49-F238E27FC236}">
                <a16:creationId xmlns:a16="http://schemas.microsoft.com/office/drawing/2014/main" id="{CD17F744-5566-4DEC-88E6-508BD8850BC8}"/>
              </a:ext>
            </a:extLst>
          </p:cNvPr>
          <p:cNvSpPr>
            <a:spLocks xmlns:a="http://schemas.openxmlformats.org/drawingml/2006/main" noGrp="1"/>
          </p:cNvSpPr>
          <p:nvPr/>
        </p:nvSpPr>
        <p:spPr>
          <a:xfrm xmlns:a="http://schemas.openxmlformats.org/drawingml/2006/main">
            <a:off x="12715875" y="3667125"/>
            <a:ext cx="2857500" cy="342900"/>
          </a:xfrm>
          <a:prstGeom xmlns:a="http://schemas.openxmlformats.org/drawingml/2006/main" prst="roundRect">
            <a:avLst>
              <a:gd name="adj" fmla="val 22222"/>
            </a:avLst>
          </a:prstGeom>
          <a:solidFill xmlns:a="http://schemas.openxmlformats.org/drawingml/2006/main">
            <a:srgbClr val="FFF0DD"/>
          </a:solidFill>
          <a:ln xmlns:a="http://schemas.openxmlformats.org/drawingml/2006/main" w="17145">
            <a:solidFill>
              <a:srgbClr val="B8753F"/>
            </a:solidFill>
            <a:prstDash val="solid"/>
          </a:ln>
        </p:spPr>
      </p:sp>
      <p:sp>
        <p:nvSpPr>
          <p:cNvPr id="180" name="dp41-comparison / n159 / text 1">
            <a:extLst xmlns:a="http://schemas.openxmlformats.org/drawingml/2006/main">
              <a:ext uri="{FF2B5EF4-FFF2-40B4-BE49-F238E27FC236}">
                <a16:creationId xmlns:a16="http://schemas.microsoft.com/office/drawing/2014/main" id="{D5158C1D-225C-4270-B085-CA3D732A5B7C}"/>
              </a:ext>
            </a:extLst>
          </p:cNvPr>
          <p:cNvSpPr>
            <a:spLocks xmlns:a="http://schemas.openxmlformats.org/drawingml/2006/main" noGrp="1"/>
          </p:cNvSpPr>
          <p:nvPr/>
        </p:nvSpPr>
        <p:spPr>
          <a:xfrm xmlns:a="http://schemas.openxmlformats.org/drawingml/2006/main">
            <a:off x="12801600" y="37333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Resolution Engine</a:t>
            </a:r>
          </a:p>
        </p:txBody>
      </p:sp>
      <p:sp>
        <p:nvSpPr>
          <p:cNvPr id="181" name="dp41-comparison / n160 / path">
            <a:extLst xmlns:a="http://schemas.openxmlformats.org/drawingml/2006/main">
              <a:ext uri="{FF2B5EF4-FFF2-40B4-BE49-F238E27FC236}">
                <a16:creationId xmlns:a16="http://schemas.microsoft.com/office/drawing/2014/main" id="{4FBB17A9-ECC0-4ADC-A124-BA9A6224A3B1}"/>
              </a:ext>
            </a:extLst>
          </p:cNvPr>
          <p:cNvSpPr>
            <a:spLocks xmlns:a="http://schemas.openxmlformats.org/drawingml/2006/main" noGrp="1"/>
          </p:cNvSpPr>
          <p:nvPr/>
        </p:nvSpPr>
        <p:spPr>
          <a:xfrm xmlns:a="http://schemas.openxmlformats.org/drawingml/2006/main">
            <a:off x="12287250" y="37623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2" name="dp41-comparison / n160 / arrow">
            <a:extLst xmlns:a="http://schemas.openxmlformats.org/drawingml/2006/main">
              <a:ext uri="{FF2B5EF4-FFF2-40B4-BE49-F238E27FC236}">
                <a16:creationId xmlns:a16="http://schemas.microsoft.com/office/drawing/2014/main" id="{1C268868-D168-4FD4-A3B9-2B10344BCAC9}"/>
              </a:ext>
            </a:extLst>
          </p:cNvPr>
          <p:cNvSpPr>
            <a:spLocks xmlns:a="http://schemas.openxmlformats.org/drawingml/2006/main" noGrp="1"/>
          </p:cNvSpPr>
          <p:nvPr/>
        </p:nvSpPr>
        <p:spPr>
          <a:xfrm xmlns:a="http://schemas.openxmlformats.org/drawingml/2006/main">
            <a:off x="12648819"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3" name="dp41-comparison / n161 / path">
            <a:extLst xmlns:a="http://schemas.openxmlformats.org/drawingml/2006/main">
              <a:ext uri="{FF2B5EF4-FFF2-40B4-BE49-F238E27FC236}">
                <a16:creationId xmlns:a16="http://schemas.microsoft.com/office/drawing/2014/main" id="{2B373EAD-6BB3-4B2B-B76B-6AE66D3969B6}"/>
              </a:ext>
            </a:extLst>
          </p:cNvPr>
          <p:cNvSpPr>
            <a:spLocks xmlns:a="http://schemas.openxmlformats.org/drawingml/2006/main" noGrp="1"/>
          </p:cNvSpPr>
          <p:nvPr/>
        </p:nvSpPr>
        <p:spPr>
          <a:xfrm xmlns:a="http://schemas.openxmlformats.org/drawingml/2006/main">
            <a:off x="12287250" y="3914775"/>
            <a:ext cx="428625" cy="142875"/>
          </a:xfrm>
          <a:custGeom xmlns:a="http://schemas.openxmlformats.org/drawingml/2006/main">
            <a:pathLst>
              <a:path w="428625" h="142875">
                <a:moveTo>
                  <a:pt x="428625" y="0"/>
                </a:moveTo>
                <a:lnTo>
                  <a:pt x="285750" y="0"/>
                </a:lnTo>
                <a:lnTo>
                  <a:pt x="285750" y="142875"/>
                </a:lnTo>
                <a:lnTo>
                  <a:pt x="114300" y="142875"/>
                </a:lnTo>
                <a:lnTo>
                  <a:pt x="114300" y="0"/>
                </a:lnTo>
                <a:lnTo>
                  <a:pt x="0" y="0"/>
                </a:lnTo>
              </a:path>
            </a:pathLst>
          </a:custGeom>
          <a:noFill xmlns:a="http://schemas.openxmlformats.org/drawingml/2006/main"/>
          <a:ln xmlns:a="http://schemas.openxmlformats.org/drawingml/2006/main" w="10478">
            <a:solidFill>
              <a:srgbClr val="000000"/>
            </a:solidFill>
            <a:prstDash val="solid"/>
          </a:ln>
        </p:spPr>
      </p:sp>
      <p:sp>
        <p:nvSpPr>
          <p:cNvPr id="184" name="dp41-comparison / n161 / arrow">
            <a:extLst xmlns:a="http://schemas.openxmlformats.org/drawingml/2006/main">
              <a:ext uri="{FF2B5EF4-FFF2-40B4-BE49-F238E27FC236}">
                <a16:creationId xmlns:a16="http://schemas.microsoft.com/office/drawing/2014/main" id="{5119567C-2F5B-41EC-B5D3-E1275F4B0126}"/>
              </a:ext>
            </a:extLst>
          </p:cNvPr>
          <p:cNvSpPr>
            <a:spLocks xmlns:a="http://schemas.openxmlformats.org/drawingml/2006/main" noGrp="1"/>
          </p:cNvSpPr>
          <p:nvPr/>
        </p:nvSpPr>
        <p:spPr>
          <a:xfrm xmlns:a="http://schemas.openxmlformats.org/drawingml/2006/main">
            <a:off x="1228725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5" name="dp41-comparison / n164 / path">
            <a:extLst xmlns:a="http://schemas.openxmlformats.org/drawingml/2006/main">
              <a:ext uri="{FF2B5EF4-FFF2-40B4-BE49-F238E27FC236}">
                <a16:creationId xmlns:a16="http://schemas.microsoft.com/office/drawing/2014/main" id="{4317BA7B-9CB5-4B7B-8AE7-3572653994D7}"/>
              </a:ext>
            </a:extLst>
          </p:cNvPr>
          <p:cNvSpPr>
            <a:spLocks xmlns:a="http://schemas.openxmlformats.org/drawingml/2006/main" noGrp="1"/>
          </p:cNvSpPr>
          <p:nvPr/>
        </p:nvSpPr>
        <p:spPr>
          <a:xfrm xmlns:a="http://schemas.openxmlformats.org/drawingml/2006/main">
            <a:off x="15573375" y="376237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64 / arrow">
            <a:extLst xmlns:a="http://schemas.openxmlformats.org/drawingml/2006/main">
              <a:ext uri="{FF2B5EF4-FFF2-40B4-BE49-F238E27FC236}">
                <a16:creationId xmlns:a16="http://schemas.microsoft.com/office/drawing/2014/main" id="{392DCB02-CCF3-454E-98EE-C05E3E68031D}"/>
              </a:ext>
            </a:extLst>
          </p:cNvPr>
          <p:cNvSpPr>
            <a:spLocks xmlns:a="http://schemas.openxmlformats.org/drawingml/2006/main" noGrp="1"/>
          </p:cNvSpPr>
          <p:nvPr/>
        </p:nvSpPr>
        <p:spPr>
          <a:xfrm xmlns:a="http://schemas.openxmlformats.org/drawingml/2006/main">
            <a:off x="15839694" y="37288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65 / path">
            <a:extLst xmlns:a="http://schemas.openxmlformats.org/drawingml/2006/main">
              <a:ext uri="{FF2B5EF4-FFF2-40B4-BE49-F238E27FC236}">
                <a16:creationId xmlns:a16="http://schemas.microsoft.com/office/drawing/2014/main" id="{09229EC0-DCE7-452A-A145-5288C6AA1DB1}"/>
              </a:ext>
            </a:extLst>
          </p:cNvPr>
          <p:cNvSpPr>
            <a:spLocks xmlns:a="http://schemas.openxmlformats.org/drawingml/2006/main" noGrp="1"/>
          </p:cNvSpPr>
          <p:nvPr/>
        </p:nvSpPr>
        <p:spPr>
          <a:xfrm xmlns:a="http://schemas.openxmlformats.org/drawingml/2006/main">
            <a:off x="15573375" y="3914775"/>
            <a:ext cx="333375" cy="953"/>
          </a:xfrm>
          <a:custGeom xmlns:a="http://schemas.openxmlformats.org/drawingml/2006/main">
            <a:pathLst>
              <a:path w="333375" h="953">
                <a:moveTo>
                  <a:pt x="333375" y="0"/>
                </a:moveTo>
                <a:lnTo>
                  <a:pt x="0" y="0"/>
                </a:lnTo>
              </a:path>
            </a:pathLst>
          </a:custGeom>
          <a:noFill xmlns:a="http://schemas.openxmlformats.org/drawingml/2006/main"/>
          <a:ln xmlns:a="http://schemas.openxmlformats.org/drawingml/2006/main" w="10478">
            <a:solidFill>
              <a:srgbClr val="000000"/>
            </a:solidFill>
            <a:prstDash val="dash"/>
          </a:ln>
        </p:spPr>
      </p:sp>
      <p:sp>
        <p:nvSpPr>
          <p:cNvPr id="188" name="dp41-comparison / n165 / arrow">
            <a:extLst xmlns:a="http://schemas.openxmlformats.org/drawingml/2006/main">
              <a:ext uri="{FF2B5EF4-FFF2-40B4-BE49-F238E27FC236}">
                <a16:creationId xmlns:a16="http://schemas.microsoft.com/office/drawing/2014/main" id="{8AFCDC43-BBB7-4A92-92C0-933BBB528268}"/>
              </a:ext>
            </a:extLst>
          </p:cNvPr>
          <p:cNvSpPr>
            <a:spLocks xmlns:a="http://schemas.openxmlformats.org/drawingml/2006/main" noGrp="1"/>
          </p:cNvSpPr>
          <p:nvPr/>
        </p:nvSpPr>
        <p:spPr>
          <a:xfrm xmlns:a="http://schemas.openxmlformats.org/drawingml/2006/main">
            <a:off x="15573375"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9" name="dp41-comparison / n174 / path">
            <a:extLst xmlns:a="http://schemas.openxmlformats.org/drawingml/2006/main">
              <a:ext uri="{FF2B5EF4-FFF2-40B4-BE49-F238E27FC236}">
                <a16:creationId xmlns:a16="http://schemas.microsoft.com/office/drawing/2014/main" id="{478D97BC-4429-452B-B018-759B16E1B099}"/>
              </a:ext>
            </a:extLst>
          </p:cNvPr>
          <p:cNvSpPr>
            <a:spLocks xmlns:a="http://schemas.openxmlformats.org/drawingml/2006/main" noGrp="1"/>
          </p:cNvSpPr>
          <p:nvPr/>
        </p:nvSpPr>
        <p:spPr>
          <a:xfrm xmlns:a="http://schemas.openxmlformats.org/drawingml/2006/main">
            <a:off x="15573375" y="3971925"/>
            <a:ext cx="857250" cy="847725"/>
          </a:xfrm>
          <a:custGeom xmlns:a="http://schemas.openxmlformats.org/drawingml/2006/main">
            <a:pathLst>
              <a:path w="857250" h="847725">
                <a:moveTo>
                  <a:pt x="0" y="0"/>
                </a:moveTo>
                <a:lnTo>
                  <a:pt x="161925" y="0"/>
                </a:lnTo>
                <a:lnTo>
                  <a:pt x="161925" y="771525"/>
                </a:lnTo>
                <a:lnTo>
                  <a:pt x="857250" y="771525"/>
                </a:lnTo>
                <a:lnTo>
                  <a:pt x="857250" y="847725"/>
                </a:lnTo>
              </a:path>
            </a:pathLst>
          </a:custGeom>
          <a:noFill xmlns:a="http://schemas.openxmlformats.org/drawingml/2006/main"/>
          <a:ln xmlns:a="http://schemas.openxmlformats.org/drawingml/2006/main" w="10478">
            <a:solidFill>
              <a:srgbClr val="000000"/>
            </a:solidFill>
            <a:prstDash val="solid"/>
          </a:ln>
        </p:spPr>
      </p:sp>
      <p:sp>
        <p:nvSpPr>
          <p:cNvPr id="190" name="dp41-comparison / n174 / arrow">
            <a:extLst xmlns:a="http://schemas.openxmlformats.org/drawingml/2006/main">
              <a:ext uri="{FF2B5EF4-FFF2-40B4-BE49-F238E27FC236}">
                <a16:creationId xmlns:a16="http://schemas.microsoft.com/office/drawing/2014/main" id="{1CF9D3C7-6E42-4E68-B882-B3AABD50CD35}"/>
              </a:ext>
            </a:extLst>
          </p:cNvPr>
          <p:cNvSpPr>
            <a:spLocks xmlns:a="http://schemas.openxmlformats.org/drawingml/2006/main" noGrp="1"/>
          </p:cNvSpPr>
          <p:nvPr/>
        </p:nvSpPr>
        <p:spPr>
          <a:xfrm xmlns:a="http://schemas.openxmlformats.org/drawingml/2006/main">
            <a:off x="16397097" y="47525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1" name="dp41-comparison / n177">
            <a:extLst xmlns:a="http://schemas.openxmlformats.org/drawingml/2006/main">
              <a:ext uri="{FF2B5EF4-FFF2-40B4-BE49-F238E27FC236}">
                <a16:creationId xmlns:a16="http://schemas.microsoft.com/office/drawing/2014/main" id="{6C313304-D1CE-4527-93E4-70DBCB0DB441}"/>
              </a:ext>
            </a:extLst>
          </p:cNvPr>
          <p:cNvSpPr>
            <a:spLocks xmlns:a="http://schemas.openxmlformats.org/drawingml/2006/main" noGrp="1"/>
          </p:cNvSpPr>
          <p:nvPr/>
        </p:nvSpPr>
        <p:spPr>
          <a:xfrm xmlns:a="http://schemas.openxmlformats.org/drawingml/2006/main">
            <a:off x="12649200"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78 / text 1">
            <a:extLst xmlns:a="http://schemas.openxmlformats.org/drawingml/2006/main">
              <a:ext uri="{FF2B5EF4-FFF2-40B4-BE49-F238E27FC236}">
                <a16:creationId xmlns:a16="http://schemas.microsoft.com/office/drawing/2014/main" id="{C1D72856-F7EB-4B1E-A9FC-53D98CFF3988}"/>
              </a:ext>
            </a:extLst>
          </p:cNvPr>
          <p:cNvSpPr>
            <a:spLocks xmlns:a="http://schemas.openxmlformats.org/drawingml/2006/main" noGrp="1"/>
          </p:cNvSpPr>
          <p:nvPr/>
        </p:nvSpPr>
        <p:spPr>
          <a:xfrm xmlns:a="http://schemas.openxmlformats.org/drawingml/2006/main">
            <a:off x="12734925"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93" name="dp41-comparison / n179 / path">
            <a:extLst xmlns:a="http://schemas.openxmlformats.org/drawingml/2006/main">
              <a:ext uri="{FF2B5EF4-FFF2-40B4-BE49-F238E27FC236}">
                <a16:creationId xmlns:a16="http://schemas.microsoft.com/office/drawing/2014/main" id="{713C1571-21C6-4D43-9E6F-048EBA30444E}"/>
              </a:ext>
            </a:extLst>
          </p:cNvPr>
          <p:cNvSpPr>
            <a:spLocks xmlns:a="http://schemas.openxmlformats.org/drawingml/2006/main" noGrp="1"/>
          </p:cNvSpPr>
          <p:nvPr/>
        </p:nvSpPr>
        <p:spPr>
          <a:xfrm xmlns:a="http://schemas.openxmlformats.org/drawingml/2006/main">
            <a:off x="13744575" y="3771900"/>
            <a:ext cx="4010025" cy="1733550"/>
          </a:xfrm>
          <a:custGeom xmlns:a="http://schemas.openxmlformats.org/drawingml/2006/main">
            <a:pathLst>
              <a:path w="4010025" h="1733550">
                <a:moveTo>
                  <a:pt x="3781425" y="0"/>
                </a:moveTo>
                <a:lnTo>
                  <a:pt x="4010025" y="0"/>
                </a:lnTo>
                <a:lnTo>
                  <a:pt x="4010025" y="1590675"/>
                </a:lnTo>
                <a:lnTo>
                  <a:pt x="0" y="1590675"/>
                </a:lnTo>
                <a:lnTo>
                  <a:pt x="0" y="1733550"/>
                </a:lnTo>
              </a:path>
            </a:pathLst>
          </a:custGeom>
          <a:noFill xmlns:a="http://schemas.openxmlformats.org/drawingml/2006/main"/>
          <a:ln xmlns:a="http://schemas.openxmlformats.org/drawingml/2006/main" w="10478">
            <a:solidFill>
              <a:srgbClr val="000000"/>
            </a:solidFill>
            <a:prstDash val="solid"/>
          </a:ln>
        </p:spPr>
      </p:sp>
      <p:sp>
        <p:nvSpPr>
          <p:cNvPr id="194" name="dp41-comparison / n179 / arrow">
            <a:extLst xmlns:a="http://schemas.openxmlformats.org/drawingml/2006/main">
              <a:ext uri="{FF2B5EF4-FFF2-40B4-BE49-F238E27FC236}">
                <a16:creationId xmlns:a16="http://schemas.microsoft.com/office/drawing/2014/main" id="{374AA534-26DC-4834-95B0-85B7A7D69E9D}"/>
              </a:ext>
            </a:extLst>
          </p:cNvPr>
          <p:cNvSpPr>
            <a:spLocks xmlns:a="http://schemas.openxmlformats.org/drawingml/2006/main" noGrp="1"/>
          </p:cNvSpPr>
          <p:nvPr/>
        </p:nvSpPr>
        <p:spPr>
          <a:xfrm xmlns:a="http://schemas.openxmlformats.org/drawingml/2006/main">
            <a:off x="13711047"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5" name="dp41-comparison / n180 / path">
            <a:extLst xmlns:a="http://schemas.openxmlformats.org/drawingml/2006/main">
              <a:ext uri="{FF2B5EF4-FFF2-40B4-BE49-F238E27FC236}">
                <a16:creationId xmlns:a16="http://schemas.microsoft.com/office/drawing/2014/main" id="{185C3B9C-FB33-4D3E-B680-8843590DF32A}"/>
              </a:ext>
            </a:extLst>
          </p:cNvPr>
          <p:cNvSpPr>
            <a:spLocks xmlns:a="http://schemas.openxmlformats.org/drawingml/2006/main" noGrp="1"/>
          </p:cNvSpPr>
          <p:nvPr/>
        </p:nvSpPr>
        <p:spPr>
          <a:xfrm xmlns:a="http://schemas.openxmlformats.org/drawingml/2006/main">
            <a:off x="13830300" y="3914775"/>
            <a:ext cx="3848100" cy="1590675"/>
          </a:xfrm>
          <a:custGeom xmlns:a="http://schemas.openxmlformats.org/drawingml/2006/main">
            <a:pathLst>
              <a:path w="3848100" h="1590675">
                <a:moveTo>
                  <a:pt x="0" y="1590675"/>
                </a:moveTo>
                <a:lnTo>
                  <a:pt x="0" y="1485900"/>
                </a:lnTo>
                <a:lnTo>
                  <a:pt x="3848100" y="148590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96" name="dp41-comparison / n180 / arrow">
            <a:extLst xmlns:a="http://schemas.openxmlformats.org/drawingml/2006/main">
              <a:ext uri="{FF2B5EF4-FFF2-40B4-BE49-F238E27FC236}">
                <a16:creationId xmlns:a16="http://schemas.microsoft.com/office/drawing/2014/main" id="{5F62722B-D29B-4843-AA60-6BD3FF578EE6}"/>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7" name="dp41-comparison / n181">
            <a:extLst xmlns:a="http://schemas.openxmlformats.org/drawingml/2006/main">
              <a:ext uri="{FF2B5EF4-FFF2-40B4-BE49-F238E27FC236}">
                <a16:creationId xmlns:a16="http://schemas.microsoft.com/office/drawing/2014/main" id="{BD97205E-BA4E-4D0C-85D4-D86E532E7F79}"/>
              </a:ext>
            </a:extLst>
          </p:cNvPr>
          <p:cNvSpPr>
            <a:spLocks xmlns:a="http://schemas.openxmlformats.org/drawingml/2006/main" noGrp="1"/>
          </p:cNvSpPr>
          <p:nvPr/>
        </p:nvSpPr>
        <p:spPr>
          <a:xfrm xmlns:a="http://schemas.openxmlformats.org/drawingml/2006/main">
            <a:off x="15382875" y="5505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8" name="dp41-comparison / n182 / text 1">
            <a:extLst xmlns:a="http://schemas.openxmlformats.org/drawingml/2006/main">
              <a:ext uri="{FF2B5EF4-FFF2-40B4-BE49-F238E27FC236}">
                <a16:creationId xmlns:a16="http://schemas.microsoft.com/office/drawing/2014/main" id="{EB978147-9F64-4862-86D9-3BD1904E0377}"/>
              </a:ext>
            </a:extLst>
          </p:cNvPr>
          <p:cNvSpPr>
            <a:spLocks xmlns:a="http://schemas.openxmlformats.org/drawingml/2006/main" noGrp="1"/>
          </p:cNvSpPr>
          <p:nvPr/>
        </p:nvSpPr>
        <p:spPr>
          <a:xfrm xmlns:a="http://schemas.openxmlformats.org/drawingml/2006/main">
            <a:off x="15468600" y="5528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99" name="dp41-comparison / n183 / path">
            <a:extLst xmlns:a="http://schemas.openxmlformats.org/drawingml/2006/main">
              <a:ext uri="{FF2B5EF4-FFF2-40B4-BE49-F238E27FC236}">
                <a16:creationId xmlns:a16="http://schemas.microsoft.com/office/drawing/2014/main" id="{ED790CC5-236B-4F2C-BBF6-F62675CB8B8B}"/>
              </a:ext>
            </a:extLst>
          </p:cNvPr>
          <p:cNvSpPr>
            <a:spLocks xmlns:a="http://schemas.openxmlformats.org/drawingml/2006/main" noGrp="1"/>
          </p:cNvSpPr>
          <p:nvPr/>
        </p:nvSpPr>
        <p:spPr>
          <a:xfrm xmlns:a="http://schemas.openxmlformats.org/drawingml/2006/main">
            <a:off x="16478250" y="3771900"/>
            <a:ext cx="1276350" cy="1733550"/>
          </a:xfrm>
          <a:custGeom xmlns:a="http://schemas.openxmlformats.org/drawingml/2006/main">
            <a:pathLst>
              <a:path w="1276350" h="1733550">
                <a:moveTo>
                  <a:pt x="1047750" y="0"/>
                </a:moveTo>
                <a:lnTo>
                  <a:pt x="1276350" y="0"/>
                </a:lnTo>
                <a:lnTo>
                  <a:pt x="1276350" y="1638300"/>
                </a:lnTo>
                <a:lnTo>
                  <a:pt x="0" y="1638300"/>
                </a:lnTo>
                <a:lnTo>
                  <a:pt x="0" y="1733550"/>
                </a:lnTo>
              </a:path>
            </a:pathLst>
          </a:custGeom>
          <a:noFill xmlns:a="http://schemas.openxmlformats.org/drawingml/2006/main"/>
          <a:ln xmlns:a="http://schemas.openxmlformats.org/drawingml/2006/main" w="10478">
            <a:solidFill>
              <a:srgbClr val="000000"/>
            </a:solidFill>
            <a:prstDash val="solid"/>
          </a:ln>
        </p:spPr>
      </p:sp>
      <p:sp>
        <p:nvSpPr>
          <p:cNvPr id="200" name="dp41-comparison / n183 / arrow">
            <a:extLst xmlns:a="http://schemas.openxmlformats.org/drawingml/2006/main">
              <a:ext uri="{FF2B5EF4-FFF2-40B4-BE49-F238E27FC236}">
                <a16:creationId xmlns:a16="http://schemas.microsoft.com/office/drawing/2014/main" id="{B23E0983-25E4-4141-9E6A-C9780E0C9FAF}"/>
              </a:ext>
            </a:extLst>
          </p:cNvPr>
          <p:cNvSpPr>
            <a:spLocks xmlns:a="http://schemas.openxmlformats.org/drawingml/2006/main" noGrp="1"/>
          </p:cNvSpPr>
          <p:nvPr/>
        </p:nvSpPr>
        <p:spPr>
          <a:xfrm xmlns:a="http://schemas.openxmlformats.org/drawingml/2006/main">
            <a:off x="16444722" y="5438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01" name="dp41-comparison / n184 / path">
            <a:extLst xmlns:a="http://schemas.openxmlformats.org/drawingml/2006/main">
              <a:ext uri="{FF2B5EF4-FFF2-40B4-BE49-F238E27FC236}">
                <a16:creationId xmlns:a16="http://schemas.microsoft.com/office/drawing/2014/main" id="{EC62BAD7-71F5-40FB-88A3-9EA409D8D2CD}"/>
              </a:ext>
            </a:extLst>
          </p:cNvPr>
          <p:cNvSpPr>
            <a:spLocks xmlns:a="http://schemas.openxmlformats.org/drawingml/2006/main" noGrp="1"/>
          </p:cNvSpPr>
          <p:nvPr/>
        </p:nvSpPr>
        <p:spPr>
          <a:xfrm xmlns:a="http://schemas.openxmlformats.org/drawingml/2006/main">
            <a:off x="16563975" y="3914775"/>
            <a:ext cx="1114425" cy="1590675"/>
          </a:xfrm>
          <a:custGeom xmlns:a="http://schemas.openxmlformats.org/drawingml/2006/main">
            <a:pathLst>
              <a:path w="1114425" h="1590675">
                <a:moveTo>
                  <a:pt x="0" y="1590675"/>
                </a:moveTo>
                <a:lnTo>
                  <a:pt x="0" y="1533525"/>
                </a:lnTo>
                <a:lnTo>
                  <a:pt x="1114425" y="153352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202" name="dp41-comparison / n184 / arrow">
            <a:extLst xmlns:a="http://schemas.openxmlformats.org/drawingml/2006/main">
              <a:ext uri="{FF2B5EF4-FFF2-40B4-BE49-F238E27FC236}">
                <a16:creationId xmlns:a16="http://schemas.microsoft.com/office/drawing/2014/main" id="{B5B2D407-1F23-4385-BCE4-A29B9CCAF88A}"/>
              </a:ext>
            </a:extLst>
          </p:cNvPr>
          <p:cNvSpPr>
            <a:spLocks xmlns:a="http://schemas.openxmlformats.org/drawingml/2006/main" noGrp="1"/>
          </p:cNvSpPr>
          <p:nvPr/>
        </p:nvSpPr>
        <p:spPr>
          <a:xfrm xmlns:a="http://schemas.openxmlformats.org/drawingml/2006/main">
            <a:off x="17526000" y="38812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3" name="dp41-comparison / n189 / path">
            <a:extLst xmlns:a="http://schemas.openxmlformats.org/drawingml/2006/main">
              <a:ext uri="{FF2B5EF4-FFF2-40B4-BE49-F238E27FC236}">
                <a16:creationId xmlns:a16="http://schemas.microsoft.com/office/drawing/2014/main" id="{0C549C47-E6E1-4BE4-B7C6-F01FEAD4913B}"/>
              </a:ext>
            </a:extLst>
          </p:cNvPr>
          <p:cNvSpPr>
            <a:spLocks xmlns:a="http://schemas.openxmlformats.org/drawingml/2006/main" noGrp="1"/>
          </p:cNvSpPr>
          <p:nvPr/>
        </p:nvSpPr>
        <p:spPr>
          <a:xfrm xmlns:a="http://schemas.openxmlformats.org/drawingml/2006/main">
            <a:off x="9810750" y="3019425"/>
            <a:ext cx="142875" cy="819150"/>
          </a:xfrm>
          <a:custGeom xmlns:a="http://schemas.openxmlformats.org/drawingml/2006/main">
            <a:pathLst>
              <a:path w="142875" h="819150">
                <a:moveTo>
                  <a:pt x="142875" y="819150"/>
                </a:moveTo>
                <a:lnTo>
                  <a:pt x="0" y="819150"/>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204" name="dp41-comparison / n189 / arrow">
            <a:extLst xmlns:a="http://schemas.openxmlformats.org/drawingml/2006/main">
              <a:ext uri="{FF2B5EF4-FFF2-40B4-BE49-F238E27FC236}">
                <a16:creationId xmlns:a16="http://schemas.microsoft.com/office/drawing/2014/main" id="{2C0E6B8F-424A-495D-A19E-AEE1F906FB73}"/>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5" name="dp41-comparison / n190 / path">
            <a:extLst xmlns:a="http://schemas.openxmlformats.org/drawingml/2006/main">
              <a:ext uri="{FF2B5EF4-FFF2-40B4-BE49-F238E27FC236}">
                <a16:creationId xmlns:a16="http://schemas.microsoft.com/office/drawing/2014/main" id="{A0B0FCF4-EB2F-449C-B65E-558869F294A3}"/>
              </a:ext>
            </a:extLst>
          </p:cNvPr>
          <p:cNvSpPr>
            <a:spLocks xmlns:a="http://schemas.openxmlformats.org/drawingml/2006/main" noGrp="1"/>
          </p:cNvSpPr>
          <p:nvPr/>
        </p:nvSpPr>
        <p:spPr>
          <a:xfrm xmlns:a="http://schemas.openxmlformats.org/drawingml/2006/main">
            <a:off x="9715500" y="3019425"/>
            <a:ext cx="238125" cy="933450"/>
          </a:xfrm>
          <a:custGeom xmlns:a="http://schemas.openxmlformats.org/drawingml/2006/main">
            <a:pathLst>
              <a:path w="238125" h="933450">
                <a:moveTo>
                  <a:pt x="238125" y="0"/>
                </a:moveTo>
                <a:lnTo>
                  <a:pt x="0" y="0"/>
                </a:lnTo>
                <a:lnTo>
                  <a:pt x="0" y="933450"/>
                </a:lnTo>
                <a:lnTo>
                  <a:pt x="238125" y="933450"/>
                </a:lnTo>
              </a:path>
            </a:pathLst>
          </a:custGeom>
          <a:noFill xmlns:a="http://schemas.openxmlformats.org/drawingml/2006/main"/>
          <a:ln xmlns:a="http://schemas.openxmlformats.org/drawingml/2006/main" w="10478">
            <a:solidFill>
              <a:srgbClr val="000000"/>
            </a:solidFill>
            <a:prstDash val="dash"/>
          </a:ln>
        </p:spPr>
      </p:sp>
      <p:sp>
        <p:nvSpPr>
          <p:cNvPr id="206" name="dp41-comparison / n190 / arrow">
            <a:extLst xmlns:a="http://schemas.openxmlformats.org/drawingml/2006/main">
              <a:ext uri="{FF2B5EF4-FFF2-40B4-BE49-F238E27FC236}">
                <a16:creationId xmlns:a16="http://schemas.microsoft.com/office/drawing/2014/main" id="{67E1B8C2-1232-4E96-8AF7-8115B575BFB7}"/>
              </a:ext>
            </a:extLst>
          </p:cNvPr>
          <p:cNvSpPr>
            <a:spLocks xmlns:a="http://schemas.openxmlformats.org/drawingml/2006/main" noGrp="1"/>
          </p:cNvSpPr>
          <p:nvPr/>
        </p:nvSpPr>
        <p:spPr>
          <a:xfrm xmlns:a="http://schemas.openxmlformats.org/drawingml/2006/main">
            <a:off x="9886569" y="3919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7" name="dp41-comparison / n191 / path">
            <a:extLst xmlns:a="http://schemas.openxmlformats.org/drawingml/2006/main">
              <a:ext uri="{FF2B5EF4-FFF2-40B4-BE49-F238E27FC236}">
                <a16:creationId xmlns:a16="http://schemas.microsoft.com/office/drawing/2014/main" id="{3F8FA75D-B316-4AB7-B30D-5C43953BD2AE}"/>
              </a:ext>
            </a:extLst>
          </p:cNvPr>
          <p:cNvSpPr>
            <a:spLocks xmlns:a="http://schemas.openxmlformats.org/drawingml/2006/main" noGrp="1"/>
          </p:cNvSpPr>
          <p:nvPr/>
        </p:nvSpPr>
        <p:spPr>
          <a:xfrm xmlns:a="http://schemas.openxmlformats.org/drawingml/2006/main">
            <a:off x="9763125" y="5876925"/>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08" name="dp41-comparison / n194">
            <a:extLst xmlns:a="http://schemas.openxmlformats.org/drawingml/2006/main">
              <a:ext uri="{FF2B5EF4-FFF2-40B4-BE49-F238E27FC236}">
                <a16:creationId xmlns:a16="http://schemas.microsoft.com/office/drawing/2014/main" id="{1072CF26-EE81-47D3-BA12-6A4890C068BC}"/>
              </a:ext>
            </a:extLst>
          </p:cNvPr>
          <p:cNvSpPr>
            <a:spLocks xmlns:a="http://schemas.openxmlformats.org/drawingml/2006/main" noGrp="1"/>
          </p:cNvSpPr>
          <p:nvPr/>
        </p:nvSpPr>
        <p:spPr>
          <a:xfrm xmlns:a="http://schemas.openxmlformats.org/drawingml/2006/main">
            <a:off x="9858375" y="6257925"/>
            <a:ext cx="16192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9" name="dp41-comparison / n195 / text 1">
            <a:extLst xmlns:a="http://schemas.openxmlformats.org/drawingml/2006/main">
              <a:ext uri="{FF2B5EF4-FFF2-40B4-BE49-F238E27FC236}">
                <a16:creationId xmlns:a16="http://schemas.microsoft.com/office/drawing/2014/main" id="{2724B4A1-3833-489F-A932-7A33EF038CD5}"/>
              </a:ext>
            </a:extLst>
          </p:cNvPr>
          <p:cNvSpPr>
            <a:spLocks xmlns:a="http://schemas.openxmlformats.org/drawingml/2006/main" noGrp="1"/>
          </p:cNvSpPr>
          <p:nvPr/>
        </p:nvSpPr>
        <p:spPr>
          <a:xfrm xmlns:a="http://schemas.openxmlformats.org/drawingml/2006/main">
            <a:off x="9944100" y="6326981"/>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요청 틀 생산</a:t>
            </a:r>
          </a:p>
        </p:txBody>
      </p:sp>
      <p:sp>
        <p:nvSpPr>
          <p:cNvPr id="210" name="dp41-comparison / n196">
            <a:extLst xmlns:a="http://schemas.openxmlformats.org/drawingml/2006/main">
              <a:ext uri="{FF2B5EF4-FFF2-40B4-BE49-F238E27FC236}">
                <a16:creationId xmlns:a16="http://schemas.microsoft.com/office/drawing/2014/main" id="{A638DE2F-7E6D-4C31-A6CD-4452A8E077DE}"/>
              </a:ext>
            </a:extLst>
          </p:cNvPr>
          <p:cNvSpPr>
            <a:spLocks xmlns:a="http://schemas.openxmlformats.org/drawingml/2006/main" noGrp="1"/>
          </p:cNvSpPr>
          <p:nvPr/>
        </p:nvSpPr>
        <p:spPr>
          <a:xfrm xmlns:a="http://schemas.openxmlformats.org/drawingml/2006/main">
            <a:off x="11906250" y="6257925"/>
            <a:ext cx="1476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1" name="dp41-comparison / n197 / text 1">
            <a:extLst xmlns:a="http://schemas.openxmlformats.org/drawingml/2006/main">
              <a:ext uri="{FF2B5EF4-FFF2-40B4-BE49-F238E27FC236}">
                <a16:creationId xmlns:a16="http://schemas.microsoft.com/office/drawing/2014/main" id="{558AAF29-BB20-4575-9024-29FE27BEC756}"/>
              </a:ext>
            </a:extLst>
          </p:cNvPr>
          <p:cNvSpPr>
            <a:spLocks xmlns:a="http://schemas.openxmlformats.org/drawingml/2006/main" noGrp="1"/>
          </p:cNvSpPr>
          <p:nvPr/>
        </p:nvSpPr>
        <p:spPr>
          <a:xfrm xmlns:a="http://schemas.openxmlformats.org/drawingml/2006/main">
            <a:off x="11991975" y="6326981"/>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12" name="dp41-comparison / n198">
            <a:extLst xmlns:a="http://schemas.openxmlformats.org/drawingml/2006/main">
              <a:ext uri="{FF2B5EF4-FFF2-40B4-BE49-F238E27FC236}">
                <a16:creationId xmlns:a16="http://schemas.microsoft.com/office/drawing/2014/main" id="{9DC9F4F7-4A28-41FC-92BD-1B16EB3DC014}"/>
              </a:ext>
            </a:extLst>
          </p:cNvPr>
          <p:cNvSpPr>
            <a:spLocks xmlns:a="http://schemas.openxmlformats.org/drawingml/2006/main" noGrp="1"/>
          </p:cNvSpPr>
          <p:nvPr/>
        </p:nvSpPr>
        <p:spPr>
          <a:xfrm xmlns:a="http://schemas.openxmlformats.org/drawingml/2006/main">
            <a:off x="13811250" y="6181725"/>
            <a:ext cx="1333500" cy="4762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13" name="dp41-comparison / n199 / text 1">
            <a:extLst xmlns:a="http://schemas.openxmlformats.org/drawingml/2006/main">
              <a:ext uri="{FF2B5EF4-FFF2-40B4-BE49-F238E27FC236}">
                <a16:creationId xmlns:a16="http://schemas.microsoft.com/office/drawing/2014/main" id="{D75E325D-09C2-48E8-AA3E-75E290923BBB}"/>
              </a:ext>
            </a:extLst>
          </p:cNvPr>
          <p:cNvSpPr>
            <a:spLocks xmlns:a="http://schemas.openxmlformats.org/drawingml/2006/main" noGrp="1"/>
          </p:cNvSpPr>
          <p:nvPr/>
        </p:nvSpPr>
        <p:spPr>
          <a:xfrm xmlns:a="http://schemas.openxmlformats.org/drawingml/2006/main">
            <a:off x="13896975" y="6326981"/>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14" name="dp41-comparison / n200">
            <a:extLst xmlns:a="http://schemas.openxmlformats.org/drawingml/2006/main">
              <a:ext uri="{FF2B5EF4-FFF2-40B4-BE49-F238E27FC236}">
                <a16:creationId xmlns:a16="http://schemas.microsoft.com/office/drawing/2014/main" id="{9EB091A4-F556-472F-A037-4FDBE2BEECEB}"/>
              </a:ext>
            </a:extLst>
          </p:cNvPr>
          <p:cNvSpPr>
            <a:spLocks xmlns:a="http://schemas.openxmlformats.org/drawingml/2006/main" noGrp="1"/>
          </p:cNvSpPr>
          <p:nvPr/>
        </p:nvSpPr>
        <p:spPr>
          <a:xfrm xmlns:a="http://schemas.openxmlformats.org/drawingml/2006/main">
            <a:off x="15811500" y="6257925"/>
            <a:ext cx="1714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5" name="dp41-comparison / n201 / text 1">
            <a:extLst xmlns:a="http://schemas.openxmlformats.org/drawingml/2006/main">
              <a:ext uri="{FF2B5EF4-FFF2-40B4-BE49-F238E27FC236}">
                <a16:creationId xmlns:a16="http://schemas.microsoft.com/office/drawing/2014/main" id="{D80E9E3D-5874-49E3-BE2B-3E206FEB6FD1}"/>
              </a:ext>
            </a:extLst>
          </p:cNvPr>
          <p:cNvSpPr>
            <a:spLocks xmlns:a="http://schemas.openxmlformats.org/drawingml/2006/main" noGrp="1"/>
          </p:cNvSpPr>
          <p:nvPr/>
        </p:nvSpPr>
        <p:spPr>
          <a:xfrm xmlns:a="http://schemas.openxmlformats.org/drawingml/2006/main">
            <a:off x="15897225" y="6326981"/>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16" name="dp41-comparison / n202">
            <a:extLst xmlns:a="http://schemas.openxmlformats.org/drawingml/2006/main">
              <a:ext uri="{FF2B5EF4-FFF2-40B4-BE49-F238E27FC236}">
                <a16:creationId xmlns:a16="http://schemas.microsoft.com/office/drawing/2014/main" id="{F935192E-2C38-4576-885C-47FA4B7C0A67}"/>
              </a:ext>
            </a:extLst>
          </p:cNvPr>
          <p:cNvSpPr>
            <a:spLocks xmlns:a="http://schemas.openxmlformats.org/drawingml/2006/main" noGrp="1"/>
          </p:cNvSpPr>
          <p:nvPr/>
        </p:nvSpPr>
        <p:spPr>
          <a:xfrm xmlns:a="http://schemas.openxmlformats.org/drawingml/2006/main">
            <a:off x="9953625" y="7105650"/>
            <a:ext cx="209550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7" name="dp41-comparison / n203 / text 1">
            <a:extLst xmlns:a="http://schemas.openxmlformats.org/drawingml/2006/main">
              <a:ext uri="{FF2B5EF4-FFF2-40B4-BE49-F238E27FC236}">
                <a16:creationId xmlns:a16="http://schemas.microsoft.com/office/drawing/2014/main" id="{456DD065-CD70-4E95-AA04-7E539C44453D}"/>
              </a:ext>
            </a:extLst>
          </p:cNvPr>
          <p:cNvSpPr>
            <a:spLocks xmlns:a="http://schemas.openxmlformats.org/drawingml/2006/main" noGrp="1"/>
          </p:cNvSpPr>
          <p:nvPr/>
        </p:nvSpPr>
        <p:spPr>
          <a:xfrm xmlns:a="http://schemas.openxmlformats.org/drawingml/2006/main">
            <a:off x="10039350" y="7165181"/>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18" name="dp41-comparison / n204">
            <a:extLst xmlns:a="http://schemas.openxmlformats.org/drawingml/2006/main">
              <a:ext uri="{FF2B5EF4-FFF2-40B4-BE49-F238E27FC236}">
                <a16:creationId xmlns:a16="http://schemas.microsoft.com/office/drawing/2014/main" id="{3A982308-A770-4F11-9B51-591C975994DE}"/>
              </a:ext>
            </a:extLst>
          </p:cNvPr>
          <p:cNvSpPr>
            <a:spLocks xmlns:a="http://schemas.openxmlformats.org/drawingml/2006/main" noGrp="1"/>
          </p:cNvSpPr>
          <p:nvPr/>
        </p:nvSpPr>
        <p:spPr>
          <a:xfrm xmlns:a="http://schemas.openxmlformats.org/drawingml/2006/main">
            <a:off x="15621000" y="7105650"/>
            <a:ext cx="190500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19" name="dp41-comparison / n205 / text 1">
            <a:extLst xmlns:a="http://schemas.openxmlformats.org/drawingml/2006/main">
              <a:ext uri="{FF2B5EF4-FFF2-40B4-BE49-F238E27FC236}">
                <a16:creationId xmlns:a16="http://schemas.microsoft.com/office/drawing/2014/main" id="{61079825-5F82-46EE-B2AA-70BE2E38230C}"/>
              </a:ext>
            </a:extLst>
          </p:cNvPr>
          <p:cNvSpPr>
            <a:spLocks xmlns:a="http://schemas.openxmlformats.org/drawingml/2006/main" noGrp="1"/>
          </p:cNvSpPr>
          <p:nvPr/>
        </p:nvSpPr>
        <p:spPr>
          <a:xfrm xmlns:a="http://schemas.openxmlformats.org/drawingml/2006/main">
            <a:off x="15706725" y="7165181"/>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20" name="dp41-comparison / n206 / path">
            <a:extLst xmlns:a="http://schemas.openxmlformats.org/drawingml/2006/main">
              <a:ext uri="{FF2B5EF4-FFF2-40B4-BE49-F238E27FC236}">
                <a16:creationId xmlns:a16="http://schemas.microsoft.com/office/drawing/2014/main" id="{350827C0-906C-4325-AEBF-58B440292097}"/>
              </a:ext>
            </a:extLst>
          </p:cNvPr>
          <p:cNvSpPr>
            <a:spLocks xmlns:a="http://schemas.openxmlformats.org/drawingml/2006/main" noGrp="1"/>
          </p:cNvSpPr>
          <p:nvPr/>
        </p:nvSpPr>
        <p:spPr>
          <a:xfrm xmlns:a="http://schemas.openxmlformats.org/drawingml/2006/main">
            <a:off x="11477625" y="64198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21" name="dp41-comparison / n206 / arrow">
            <a:extLst xmlns:a="http://schemas.openxmlformats.org/drawingml/2006/main">
              <a:ext uri="{FF2B5EF4-FFF2-40B4-BE49-F238E27FC236}">
                <a16:creationId xmlns:a16="http://schemas.microsoft.com/office/drawing/2014/main" id="{26492D9A-FE6E-4CA0-A841-4EF32166F959}"/>
              </a:ext>
            </a:extLst>
          </p:cNvPr>
          <p:cNvSpPr>
            <a:spLocks xmlns:a="http://schemas.openxmlformats.org/drawingml/2006/main" noGrp="1"/>
          </p:cNvSpPr>
          <p:nvPr/>
        </p:nvSpPr>
        <p:spPr>
          <a:xfrm xmlns:a="http://schemas.openxmlformats.org/drawingml/2006/main">
            <a:off x="1183919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2" name="dp41-comparison / n207 / path">
            <a:extLst xmlns:a="http://schemas.openxmlformats.org/drawingml/2006/main">
              <a:ext uri="{FF2B5EF4-FFF2-40B4-BE49-F238E27FC236}">
                <a16:creationId xmlns:a16="http://schemas.microsoft.com/office/drawing/2014/main" id="{8FB46D25-A296-404E-A51A-9E292049C756}"/>
              </a:ext>
            </a:extLst>
          </p:cNvPr>
          <p:cNvSpPr>
            <a:spLocks xmlns:a="http://schemas.openxmlformats.org/drawingml/2006/main" noGrp="1"/>
          </p:cNvSpPr>
          <p:nvPr/>
        </p:nvSpPr>
        <p:spPr>
          <a:xfrm xmlns:a="http://schemas.openxmlformats.org/drawingml/2006/main">
            <a:off x="13382625" y="6419850"/>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23" name="dp41-comparison / n207 / arrow">
            <a:extLst xmlns:a="http://schemas.openxmlformats.org/drawingml/2006/main">
              <a:ext uri="{FF2B5EF4-FFF2-40B4-BE49-F238E27FC236}">
                <a16:creationId xmlns:a16="http://schemas.microsoft.com/office/drawing/2014/main" id="{5F232A10-8EB2-4CB3-BAD0-58B9D040E567}"/>
              </a:ext>
            </a:extLst>
          </p:cNvPr>
          <p:cNvSpPr>
            <a:spLocks xmlns:a="http://schemas.openxmlformats.org/drawingml/2006/main" noGrp="1"/>
          </p:cNvSpPr>
          <p:nvPr/>
        </p:nvSpPr>
        <p:spPr>
          <a:xfrm xmlns:a="http://schemas.openxmlformats.org/drawingml/2006/main">
            <a:off x="1374419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4" name="dp41-comparison / n208 / path">
            <a:extLst xmlns:a="http://schemas.openxmlformats.org/drawingml/2006/main">
              <a:ext uri="{FF2B5EF4-FFF2-40B4-BE49-F238E27FC236}">
                <a16:creationId xmlns:a16="http://schemas.microsoft.com/office/drawing/2014/main" id="{A9CFDC83-31A9-49D8-B171-AC6329DE41AD}"/>
              </a:ext>
            </a:extLst>
          </p:cNvPr>
          <p:cNvSpPr>
            <a:spLocks xmlns:a="http://schemas.openxmlformats.org/drawingml/2006/main" noGrp="1"/>
          </p:cNvSpPr>
          <p:nvPr/>
        </p:nvSpPr>
        <p:spPr>
          <a:xfrm xmlns:a="http://schemas.openxmlformats.org/drawingml/2006/main">
            <a:off x="15144750" y="6419850"/>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25" name="dp41-comparison / n208 / arrow">
            <a:extLst xmlns:a="http://schemas.openxmlformats.org/drawingml/2006/main">
              <a:ext uri="{FF2B5EF4-FFF2-40B4-BE49-F238E27FC236}">
                <a16:creationId xmlns:a16="http://schemas.microsoft.com/office/drawing/2014/main" id="{03843FA4-C228-45C5-8800-32EBE4F5061D}"/>
              </a:ext>
            </a:extLst>
          </p:cNvPr>
          <p:cNvSpPr>
            <a:spLocks xmlns:a="http://schemas.openxmlformats.org/drawingml/2006/main" noGrp="1"/>
          </p:cNvSpPr>
          <p:nvPr/>
        </p:nvSpPr>
        <p:spPr>
          <a:xfrm xmlns:a="http://schemas.openxmlformats.org/drawingml/2006/main">
            <a:off x="15744444"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26" name="dp41-comparison / n211 / path">
            <a:extLst xmlns:a="http://schemas.openxmlformats.org/drawingml/2006/main">
              <a:ext uri="{FF2B5EF4-FFF2-40B4-BE49-F238E27FC236}">
                <a16:creationId xmlns:a16="http://schemas.microsoft.com/office/drawing/2014/main" id="{20669293-AC92-4099-8CCE-3AF1CB4D1A04}"/>
              </a:ext>
            </a:extLst>
          </p:cNvPr>
          <p:cNvSpPr>
            <a:spLocks xmlns:a="http://schemas.openxmlformats.org/drawingml/2006/main" noGrp="1"/>
          </p:cNvSpPr>
          <p:nvPr/>
        </p:nvSpPr>
        <p:spPr>
          <a:xfrm xmlns:a="http://schemas.openxmlformats.org/drawingml/2006/main">
            <a:off x="12644438" y="6581775"/>
            <a:ext cx="4024313" cy="209550"/>
          </a:xfrm>
          <a:custGeom xmlns:a="http://schemas.openxmlformats.org/drawingml/2006/main">
            <a:pathLst>
              <a:path w="4024313" h="209550">
                <a:moveTo>
                  <a:pt x="4024313" y="0"/>
                </a:moveTo>
                <a:lnTo>
                  <a:pt x="4024313" y="209550"/>
                </a:lnTo>
                <a:lnTo>
                  <a:pt x="0" y="209550"/>
                </a:lnTo>
                <a:lnTo>
                  <a:pt x="0" y="0"/>
                </a:lnTo>
              </a:path>
            </a:pathLst>
          </a:custGeom>
          <a:noFill xmlns:a="http://schemas.openxmlformats.org/drawingml/2006/main"/>
          <a:ln xmlns:a="http://schemas.openxmlformats.org/drawingml/2006/main" w="10478">
            <a:solidFill>
              <a:srgbClr val="000000"/>
            </a:solidFill>
            <a:prstDash val="solid"/>
          </a:ln>
        </p:spPr>
      </p:sp>
      <p:sp>
        <p:nvSpPr>
          <p:cNvPr id="227" name="dp41-comparison / n211 / arrow">
            <a:extLst xmlns:a="http://schemas.openxmlformats.org/drawingml/2006/main">
              <a:ext uri="{FF2B5EF4-FFF2-40B4-BE49-F238E27FC236}">
                <a16:creationId xmlns:a16="http://schemas.microsoft.com/office/drawing/2014/main" id="{770C1BDB-CEF7-4FBE-ACAC-A9FA032962E5}"/>
              </a:ext>
            </a:extLst>
          </p:cNvPr>
          <p:cNvSpPr>
            <a:spLocks xmlns:a="http://schemas.openxmlformats.org/drawingml/2006/main" noGrp="1"/>
          </p:cNvSpPr>
          <p:nvPr/>
        </p:nvSpPr>
        <p:spPr>
          <a:xfrm xmlns:a="http://schemas.openxmlformats.org/drawingml/2006/main">
            <a:off x="12610910" y="6581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28" name="dp41-comparison / n214 / path">
            <a:extLst xmlns:a="http://schemas.openxmlformats.org/drawingml/2006/main">
              <a:ext uri="{FF2B5EF4-FFF2-40B4-BE49-F238E27FC236}">
                <a16:creationId xmlns:a16="http://schemas.microsoft.com/office/drawing/2014/main" id="{A8CA4ABB-E2D9-485C-8080-7BF36F3CCD11}"/>
              </a:ext>
            </a:extLst>
          </p:cNvPr>
          <p:cNvSpPr>
            <a:spLocks xmlns:a="http://schemas.openxmlformats.org/drawingml/2006/main" noGrp="1"/>
          </p:cNvSpPr>
          <p:nvPr/>
        </p:nvSpPr>
        <p:spPr>
          <a:xfrm xmlns:a="http://schemas.openxmlformats.org/drawingml/2006/main">
            <a:off x="12049125" y="6657975"/>
            <a:ext cx="2428875" cy="600075"/>
          </a:xfrm>
          <a:custGeom xmlns:a="http://schemas.openxmlformats.org/drawingml/2006/main">
            <a:pathLst>
              <a:path w="2428875" h="600075">
                <a:moveTo>
                  <a:pt x="2428875" y="0"/>
                </a:moveTo>
                <a:lnTo>
                  <a:pt x="2428875" y="342900"/>
                </a:lnTo>
                <a:lnTo>
                  <a:pt x="142875" y="342900"/>
                </a:lnTo>
                <a:lnTo>
                  <a:pt x="142875" y="600075"/>
                </a:lnTo>
                <a:lnTo>
                  <a:pt x="0" y="600075"/>
                </a:lnTo>
              </a:path>
            </a:pathLst>
          </a:custGeom>
          <a:noFill xmlns:a="http://schemas.openxmlformats.org/drawingml/2006/main"/>
          <a:ln xmlns:a="http://schemas.openxmlformats.org/drawingml/2006/main" w="10478">
            <a:solidFill>
              <a:srgbClr val="000000"/>
            </a:solidFill>
            <a:prstDash val="solid"/>
          </a:ln>
        </p:spPr>
      </p:sp>
      <p:sp>
        <p:nvSpPr>
          <p:cNvPr id="229" name="dp41-comparison / n214 / arrow">
            <a:extLst xmlns:a="http://schemas.openxmlformats.org/drawingml/2006/main">
              <a:ext uri="{FF2B5EF4-FFF2-40B4-BE49-F238E27FC236}">
                <a16:creationId xmlns:a16="http://schemas.microsoft.com/office/drawing/2014/main" id="{8661CF87-A7E6-4EAE-919C-AD68A186A133}"/>
              </a:ext>
            </a:extLst>
          </p:cNvPr>
          <p:cNvSpPr>
            <a:spLocks xmlns:a="http://schemas.openxmlformats.org/drawingml/2006/main" noGrp="1"/>
          </p:cNvSpPr>
          <p:nvPr/>
        </p:nvSpPr>
        <p:spPr>
          <a:xfrm xmlns:a="http://schemas.openxmlformats.org/drawingml/2006/main">
            <a:off x="12049125" y="7224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0" name="dp41-comparison / n217 / path">
            <a:extLst xmlns:a="http://schemas.openxmlformats.org/drawingml/2006/main">
              <a:ext uri="{FF2B5EF4-FFF2-40B4-BE49-F238E27FC236}">
                <a16:creationId xmlns:a16="http://schemas.microsoft.com/office/drawing/2014/main" id="{DB851FDC-B747-4249-BBBF-631488CB5E3A}"/>
              </a:ext>
            </a:extLst>
          </p:cNvPr>
          <p:cNvSpPr>
            <a:spLocks xmlns:a="http://schemas.openxmlformats.org/drawingml/2006/main" noGrp="1"/>
          </p:cNvSpPr>
          <p:nvPr/>
        </p:nvSpPr>
        <p:spPr>
          <a:xfrm xmlns:a="http://schemas.openxmlformats.org/drawingml/2006/main">
            <a:off x="11001375" y="6791325"/>
            <a:ext cx="1643063" cy="314325"/>
          </a:xfrm>
          <a:custGeom xmlns:a="http://schemas.openxmlformats.org/drawingml/2006/main">
            <a:pathLst>
              <a:path w="1643063" h="314325">
                <a:moveTo>
                  <a:pt x="0" y="314325"/>
                </a:moveTo>
                <a:lnTo>
                  <a:pt x="0" y="171450"/>
                </a:lnTo>
                <a:lnTo>
                  <a:pt x="1643063" y="17145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31" name="dp41-comparison / n220 / path">
            <a:extLst xmlns:a="http://schemas.openxmlformats.org/drawingml/2006/main">
              <a:ext uri="{FF2B5EF4-FFF2-40B4-BE49-F238E27FC236}">
                <a16:creationId xmlns:a16="http://schemas.microsoft.com/office/drawing/2014/main" id="{615F711A-3AB9-4561-BB36-DC9E6DAC6DF2}"/>
              </a:ext>
            </a:extLst>
          </p:cNvPr>
          <p:cNvSpPr>
            <a:spLocks xmlns:a="http://schemas.openxmlformats.org/drawingml/2006/main" noGrp="1"/>
          </p:cNvSpPr>
          <p:nvPr/>
        </p:nvSpPr>
        <p:spPr>
          <a:xfrm xmlns:a="http://schemas.openxmlformats.org/drawingml/2006/main">
            <a:off x="14478000" y="6657975"/>
            <a:ext cx="1143000" cy="600075"/>
          </a:xfrm>
          <a:custGeom xmlns:a="http://schemas.openxmlformats.org/drawingml/2006/main">
            <a:pathLst>
              <a:path w="1143000" h="600075">
                <a:moveTo>
                  <a:pt x="0" y="0"/>
                </a:moveTo>
                <a:lnTo>
                  <a:pt x="0" y="600075"/>
                </a:lnTo>
                <a:lnTo>
                  <a:pt x="1143000" y="600075"/>
                </a:lnTo>
              </a:path>
            </a:pathLst>
          </a:custGeom>
          <a:noFill xmlns:a="http://schemas.openxmlformats.org/drawingml/2006/main"/>
          <a:ln xmlns:a="http://schemas.openxmlformats.org/drawingml/2006/main" w="10478">
            <a:solidFill>
              <a:srgbClr val="000000"/>
            </a:solidFill>
            <a:prstDash val="solid"/>
          </a:ln>
        </p:spPr>
      </p:sp>
      <p:sp>
        <p:nvSpPr>
          <p:cNvPr id="232" name="dp41-comparison / n220 / arrow">
            <a:extLst xmlns:a="http://schemas.openxmlformats.org/drawingml/2006/main">
              <a:ext uri="{FF2B5EF4-FFF2-40B4-BE49-F238E27FC236}">
                <a16:creationId xmlns:a16="http://schemas.microsoft.com/office/drawing/2014/main" id="{CBABBC52-5672-44C7-8A59-9AC421A314FF}"/>
              </a:ext>
            </a:extLst>
          </p:cNvPr>
          <p:cNvSpPr>
            <a:spLocks xmlns:a="http://schemas.openxmlformats.org/drawingml/2006/main" noGrp="1"/>
          </p:cNvSpPr>
          <p:nvPr/>
        </p:nvSpPr>
        <p:spPr>
          <a:xfrm xmlns:a="http://schemas.openxmlformats.org/drawingml/2006/main">
            <a:off x="15553944" y="7224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33" name="dp41-comparison / n133">
            <a:extLst xmlns:a="http://schemas.openxmlformats.org/drawingml/2006/main">
              <a:ext uri="{FF2B5EF4-FFF2-40B4-BE49-F238E27FC236}">
                <a16:creationId xmlns:a16="http://schemas.microsoft.com/office/drawing/2014/main" id="{692867FE-BC8A-4859-8B1C-E3EE8E256247}"/>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34" name="dp41-comparison / n133 / fold">
            <a:extLst xmlns:a="http://schemas.openxmlformats.org/drawingml/2006/main">
              <a:ext uri="{FF2B5EF4-FFF2-40B4-BE49-F238E27FC236}">
                <a16:creationId xmlns:a16="http://schemas.microsoft.com/office/drawing/2014/main" id="{81898FF7-C7A4-4283-B2DA-385C58D9BE56}"/>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35" name="dp41-comparison / n134 / text 1">
            <a:extLst xmlns:a="http://schemas.openxmlformats.org/drawingml/2006/main">
              <a:ext uri="{FF2B5EF4-FFF2-40B4-BE49-F238E27FC236}">
                <a16:creationId xmlns:a16="http://schemas.microsoft.com/office/drawing/2014/main" id="{A1212205-6A6A-4BAF-9A57-D787BD7A90B4}"/>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36" name="dp41-comparison / n143">
            <a:extLst xmlns:a="http://schemas.openxmlformats.org/drawingml/2006/main">
              <a:ext uri="{FF2B5EF4-FFF2-40B4-BE49-F238E27FC236}">
                <a16:creationId xmlns:a16="http://schemas.microsoft.com/office/drawing/2014/main" id="{420D6260-B9D4-40E1-82F0-9CD440763895}"/>
              </a:ext>
            </a:extLst>
          </p:cNvPr>
          <p:cNvSpPr>
            <a:spLocks xmlns:a="http://schemas.openxmlformats.org/drawingml/2006/main" noGrp="1"/>
          </p:cNvSpPr>
          <p:nvPr/>
        </p:nvSpPr>
        <p:spPr>
          <a:xfrm xmlns:a="http://schemas.openxmlformats.org/drawingml/2006/main">
            <a:off x="15649575" y="3305175"/>
            <a:ext cx="106375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1-comparison / n144 / text 1">
            <a:extLst xmlns:a="http://schemas.openxmlformats.org/drawingml/2006/main">
              <a:ext uri="{FF2B5EF4-FFF2-40B4-BE49-F238E27FC236}">
                <a16:creationId xmlns:a16="http://schemas.microsoft.com/office/drawing/2014/main" id="{9B6AC77F-B57E-4364-B828-356E12836CBE}"/>
              </a:ext>
            </a:extLst>
          </p:cNvPr>
          <p:cNvSpPr>
            <a:spLocks xmlns:a="http://schemas.openxmlformats.org/drawingml/2006/main" noGrp="1"/>
          </p:cNvSpPr>
          <p:nvPr/>
        </p:nvSpPr>
        <p:spPr>
          <a:xfrm xmlns:a="http://schemas.openxmlformats.org/drawingml/2006/main">
            <a:off x="15668625" y="3314700"/>
            <a:ext cx="1762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Module 협력 구조</a:t>
            </a:r>
          </a:p>
        </p:txBody>
      </p:sp>
      <p:sp>
        <p:nvSpPr>
          <p:cNvPr id="238" name="dp41-comparison / n146">
            <a:extLst xmlns:a="http://schemas.openxmlformats.org/drawingml/2006/main">
              <a:ext uri="{FF2B5EF4-FFF2-40B4-BE49-F238E27FC236}">
                <a16:creationId xmlns:a16="http://schemas.microsoft.com/office/drawing/2014/main" id="{AE0B63B7-E781-4EA2-9677-39D36990476E}"/>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1-comparison / n147 / text 1">
            <a:extLst xmlns:a="http://schemas.openxmlformats.org/drawingml/2006/main">
              <a:ext uri="{FF2B5EF4-FFF2-40B4-BE49-F238E27FC236}">
                <a16:creationId xmlns:a16="http://schemas.microsoft.com/office/drawing/2014/main" id="{0C11240E-23EC-4C66-8C60-FB02C5EC0C2B}"/>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40" name="dp41-comparison / n150">
            <a:extLst xmlns:a="http://schemas.openxmlformats.org/drawingml/2006/main">
              <a:ext uri="{FF2B5EF4-FFF2-40B4-BE49-F238E27FC236}">
                <a16:creationId xmlns:a16="http://schemas.microsoft.com/office/drawing/2014/main" id="{9E9D9AE7-B220-43BE-9C6C-3EBD16C71CA9}"/>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1-comparison / n151 / text 1">
            <a:extLst xmlns:a="http://schemas.openxmlformats.org/drawingml/2006/main">
              <a:ext uri="{FF2B5EF4-FFF2-40B4-BE49-F238E27FC236}">
                <a16:creationId xmlns:a16="http://schemas.microsoft.com/office/drawing/2014/main" id="{BC4A4B0B-C63F-479C-8900-2CC4F2CE7B01}"/>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42" name="dp41-comparison / n162">
            <a:extLst xmlns:a="http://schemas.openxmlformats.org/drawingml/2006/main">
              <a:ext uri="{FF2B5EF4-FFF2-40B4-BE49-F238E27FC236}">
                <a16:creationId xmlns:a16="http://schemas.microsoft.com/office/drawing/2014/main" id="{F2FC0E3D-C7C4-4754-AA7E-E9E49D80C600}"/>
              </a:ext>
            </a:extLst>
          </p:cNvPr>
          <p:cNvSpPr>
            <a:spLocks xmlns:a="http://schemas.openxmlformats.org/drawingml/2006/main" noGrp="1"/>
          </p:cNvSpPr>
          <p:nvPr/>
        </p:nvSpPr>
        <p:spPr>
          <a:xfrm xmlns:a="http://schemas.openxmlformats.org/drawingml/2006/main">
            <a:off x="12506325" y="3467100"/>
            <a:ext cx="162153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1-comparison / n163 / text 1">
            <a:extLst xmlns:a="http://schemas.openxmlformats.org/drawingml/2006/main">
              <a:ext uri="{FF2B5EF4-FFF2-40B4-BE49-F238E27FC236}">
                <a16:creationId xmlns:a16="http://schemas.microsoft.com/office/drawing/2014/main" id="{8AC89262-4EDE-4D87-BE0A-8DD87AFAABD1}"/>
              </a:ext>
            </a:extLst>
          </p:cNvPr>
          <p:cNvSpPr>
            <a:spLocks xmlns:a="http://schemas.openxmlformats.org/drawingml/2006/main" noGrp="1"/>
          </p:cNvSpPr>
          <p:nvPr/>
        </p:nvSpPr>
        <p:spPr>
          <a:xfrm xmlns:a="http://schemas.openxmlformats.org/drawingml/2006/main">
            <a:off x="12525375" y="3476625"/>
            <a:ext cx="3190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요청 틀 / 부분 해석 결과</a:t>
            </a:r>
          </a:p>
        </p:txBody>
      </p:sp>
      <p:sp>
        <p:nvSpPr>
          <p:cNvPr id="244" name="dp41-comparison / n166">
            <a:extLst xmlns:a="http://schemas.openxmlformats.org/drawingml/2006/main">
              <a:ext uri="{FF2B5EF4-FFF2-40B4-BE49-F238E27FC236}">
                <a16:creationId xmlns:a16="http://schemas.microsoft.com/office/drawing/2014/main" id="{3423BF86-05F9-4161-BC5C-5C02680942FA}"/>
              </a:ext>
            </a:extLst>
          </p:cNvPr>
          <p:cNvSpPr>
            <a:spLocks xmlns:a="http://schemas.openxmlformats.org/drawingml/2006/main" noGrp="1"/>
          </p:cNvSpPr>
          <p:nvPr/>
        </p:nvSpPr>
        <p:spPr>
          <a:xfrm xmlns:a="http://schemas.openxmlformats.org/drawingml/2006/main">
            <a:off x="15716250" y="3467100"/>
            <a:ext cx="78695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1-comparison / n167 / text 1">
            <a:extLst xmlns:a="http://schemas.openxmlformats.org/drawingml/2006/main">
              <a:ext uri="{FF2B5EF4-FFF2-40B4-BE49-F238E27FC236}">
                <a16:creationId xmlns:a16="http://schemas.microsoft.com/office/drawing/2014/main" id="{178BDE10-0706-4952-80FD-A968B2808DDB}"/>
              </a:ext>
            </a:extLst>
          </p:cNvPr>
          <p:cNvSpPr>
            <a:spLocks xmlns:a="http://schemas.openxmlformats.org/drawingml/2006/main" noGrp="1"/>
          </p:cNvSpPr>
          <p:nvPr/>
        </p:nvSpPr>
        <p:spPr>
          <a:xfrm xmlns:a="http://schemas.openxmlformats.org/drawingml/2006/main">
            <a:off x="15735300" y="3476625"/>
            <a:ext cx="18573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 / 근거</a:t>
            </a:r>
          </a:p>
        </p:txBody>
      </p:sp>
      <p:sp>
        <p:nvSpPr>
          <p:cNvPr id="246" name="dp41-comparison / n168">
            <a:extLst xmlns:a="http://schemas.openxmlformats.org/drawingml/2006/main">
              <a:ext uri="{FF2B5EF4-FFF2-40B4-BE49-F238E27FC236}">
                <a16:creationId xmlns:a16="http://schemas.microsoft.com/office/drawing/2014/main" id="{7D375D47-DC56-43BC-BBD1-BC85CE8D67D1}"/>
              </a:ext>
            </a:extLst>
          </p:cNvPr>
          <p:cNvSpPr>
            <a:spLocks xmlns:a="http://schemas.openxmlformats.org/drawingml/2006/main" noGrp="1"/>
          </p:cNvSpPr>
          <p:nvPr/>
        </p:nvSpPr>
        <p:spPr>
          <a:xfrm xmlns:a="http://schemas.openxmlformats.org/drawingml/2006/main">
            <a:off x="9953625" y="4143375"/>
            <a:ext cx="2333625" cy="514350"/>
          </a:xfrm>
          <a:custGeom xmlns:a="http://schemas.openxmlformats.org/drawingml/2006/main">
            <a:pathLst>
              <a:path w="2333625" h="514350">
                <a:moveTo>
                  <a:pt x="0" y="0"/>
                </a:moveTo>
                <a:lnTo>
                  <a:pt x="2162175" y="0"/>
                </a:lnTo>
                <a:lnTo>
                  <a:pt x="2333625" y="171450"/>
                </a:lnTo>
                <a:lnTo>
                  <a:pt x="2333625"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47" name="dp41-comparison / n168 / fold">
            <a:extLst xmlns:a="http://schemas.openxmlformats.org/drawingml/2006/main">
              <a:ext uri="{FF2B5EF4-FFF2-40B4-BE49-F238E27FC236}">
                <a16:creationId xmlns:a16="http://schemas.microsoft.com/office/drawing/2014/main" id="{E0DCDF63-E3CE-422B-8A70-D583975B335D}"/>
              </a:ext>
            </a:extLst>
          </p:cNvPr>
          <p:cNvSpPr>
            <a:spLocks xmlns:a="http://schemas.openxmlformats.org/drawingml/2006/main" noGrp="1"/>
          </p:cNvSpPr>
          <p:nvPr/>
        </p:nvSpPr>
        <p:spPr>
          <a:xfrm xmlns:a="http://schemas.openxmlformats.org/drawingml/2006/main">
            <a:off x="1211580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48" name="dp41-comparison / n169 / text 1">
            <a:extLst xmlns:a="http://schemas.openxmlformats.org/drawingml/2006/main">
              <a:ext uri="{FF2B5EF4-FFF2-40B4-BE49-F238E27FC236}">
                <a16:creationId xmlns:a16="http://schemas.microsoft.com/office/drawing/2014/main" id="{8852EA7A-5B35-44E4-AD17-20DF8019502F}"/>
              </a:ext>
            </a:extLst>
          </p:cNvPr>
          <p:cNvSpPr>
            <a:spLocks xmlns:a="http://schemas.openxmlformats.org/drawingml/2006/main" noGrp="1"/>
          </p:cNvSpPr>
          <p:nvPr/>
        </p:nvSpPr>
        <p:spPr>
          <a:xfrm xmlns:a="http://schemas.openxmlformats.org/drawingml/2006/main">
            <a:off x="10048875" y="420052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틀 (RequestFrame)</a:t>
            </a:r>
          </a:p>
        </p:txBody>
      </p:sp>
      <p:sp>
        <p:nvSpPr>
          <p:cNvPr id="249" name="dp41-comparison / n169 / text 2">
            <a:extLst xmlns:a="http://schemas.openxmlformats.org/drawingml/2006/main">
              <a:ext uri="{FF2B5EF4-FFF2-40B4-BE49-F238E27FC236}">
                <a16:creationId xmlns:a16="http://schemas.microsoft.com/office/drawing/2014/main" id="{B3976A25-C167-4E52-A348-43001B7C8EC3}"/>
              </a:ext>
            </a:extLst>
          </p:cNvPr>
          <p:cNvSpPr>
            <a:spLocks xmlns:a="http://schemas.openxmlformats.org/drawingml/2006/main" noGrp="1"/>
          </p:cNvSpPr>
          <p:nvPr/>
        </p:nvSpPr>
        <p:spPr>
          <a:xfrm xmlns:a="http://schemas.openxmlformats.org/drawingml/2006/main">
            <a:off x="10048875" y="433768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표 / 보고서: 미확정</a:t>
            </a:r>
          </a:p>
        </p:txBody>
      </p:sp>
      <p:sp>
        <p:nvSpPr>
          <p:cNvPr id="250" name="dp41-comparison / n169 / text 3">
            <a:extLst xmlns:a="http://schemas.openxmlformats.org/drawingml/2006/main">
              <a:ext uri="{FF2B5EF4-FFF2-40B4-BE49-F238E27FC236}">
                <a16:creationId xmlns:a16="http://schemas.microsoft.com/office/drawing/2014/main" id="{FDAF4F7A-20EB-4334-8841-037DC368A20D}"/>
              </a:ext>
            </a:extLst>
          </p:cNvPr>
          <p:cNvSpPr>
            <a:spLocks xmlns:a="http://schemas.openxmlformats.org/drawingml/2006/main" noGrp="1"/>
          </p:cNvSpPr>
          <p:nvPr/>
        </p:nvSpPr>
        <p:spPr>
          <a:xfrm xmlns:a="http://schemas.openxmlformats.org/drawingml/2006/main">
            <a:off x="10048875" y="4474845"/>
            <a:ext cx="2066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결과 → 초안 / 발송 금지</a:t>
            </a:r>
          </a:p>
        </p:txBody>
      </p:sp>
      <p:sp>
        <p:nvSpPr>
          <p:cNvPr id="251" name="dp41-comparison / n170">
            <a:extLst xmlns:a="http://schemas.openxmlformats.org/drawingml/2006/main">
              <a:ext uri="{FF2B5EF4-FFF2-40B4-BE49-F238E27FC236}">
                <a16:creationId xmlns:a16="http://schemas.microsoft.com/office/drawing/2014/main" id="{82E53EC7-5B03-4F8C-ACE5-6C1AA9A7BEB2}"/>
              </a:ext>
            </a:extLst>
          </p:cNvPr>
          <p:cNvSpPr>
            <a:spLocks xmlns:a="http://schemas.openxmlformats.org/drawingml/2006/main" noGrp="1"/>
          </p:cNvSpPr>
          <p:nvPr/>
        </p:nvSpPr>
        <p:spPr>
          <a:xfrm xmlns:a="http://schemas.openxmlformats.org/drawingml/2006/main">
            <a:off x="12715875" y="4143375"/>
            <a:ext cx="2714625" cy="514350"/>
          </a:xfrm>
          <a:custGeom xmlns:a="http://schemas.openxmlformats.org/drawingml/2006/main">
            <a:pathLst>
              <a:path w="2714625" h="514350">
                <a:moveTo>
                  <a:pt x="0" y="0"/>
                </a:moveTo>
                <a:lnTo>
                  <a:pt x="2543175" y="0"/>
                </a:lnTo>
                <a:lnTo>
                  <a:pt x="2714625" y="171450"/>
                </a:lnTo>
                <a:lnTo>
                  <a:pt x="2714625"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170 / fold">
            <a:extLst xmlns:a="http://schemas.openxmlformats.org/drawingml/2006/main">
              <a:ext uri="{FF2B5EF4-FFF2-40B4-BE49-F238E27FC236}">
                <a16:creationId xmlns:a16="http://schemas.microsoft.com/office/drawing/2014/main" id="{B0C35EFB-BD61-4346-8878-6DB2AD0A2B96}"/>
              </a:ext>
            </a:extLst>
          </p:cNvPr>
          <p:cNvSpPr>
            <a:spLocks xmlns:a="http://schemas.openxmlformats.org/drawingml/2006/main" noGrp="1"/>
          </p:cNvSpPr>
          <p:nvPr/>
        </p:nvSpPr>
        <p:spPr>
          <a:xfrm xmlns:a="http://schemas.openxmlformats.org/drawingml/2006/main">
            <a:off x="152590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3" name="dp41-comparison / n171 / text 1">
            <a:extLst xmlns:a="http://schemas.openxmlformats.org/drawingml/2006/main">
              <a:ext uri="{FF2B5EF4-FFF2-40B4-BE49-F238E27FC236}">
                <a16:creationId xmlns:a16="http://schemas.microsoft.com/office/drawing/2014/main" id="{1FDD12D9-0912-4CB3-A9CC-794314C48B39}"/>
              </a:ext>
            </a:extLst>
          </p:cNvPr>
          <p:cNvSpPr>
            <a:spLocks xmlns:a="http://schemas.openxmlformats.org/drawingml/2006/main" noGrp="1"/>
          </p:cNvSpPr>
          <p:nvPr/>
        </p:nvSpPr>
        <p:spPr>
          <a:xfrm xmlns:a="http://schemas.openxmlformats.org/drawingml/2006/main">
            <a:off x="12811125" y="420052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Engine 해결 상태</a:t>
            </a:r>
          </a:p>
        </p:txBody>
      </p:sp>
      <p:sp>
        <p:nvSpPr>
          <p:cNvPr id="254" name="dp41-comparison / n171 / text 2">
            <a:extLst xmlns:a="http://schemas.openxmlformats.org/drawingml/2006/main">
              <a:ext uri="{FF2B5EF4-FFF2-40B4-BE49-F238E27FC236}">
                <a16:creationId xmlns:a16="http://schemas.microsoft.com/office/drawing/2014/main" id="{DC55D30B-485A-4CEB-972F-104FDFCCB9C8}"/>
              </a:ext>
            </a:extLst>
          </p:cNvPr>
          <p:cNvSpPr>
            <a:spLocks xmlns:a="http://schemas.openxmlformats.org/drawingml/2006/main" noGrp="1"/>
          </p:cNvSpPr>
          <p:nvPr/>
        </p:nvSpPr>
        <p:spPr>
          <a:xfrm xmlns:a="http://schemas.openxmlformats.org/drawingml/2006/main">
            <a:off x="12811125" y="433768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후보: Task1 / Task2</a:t>
            </a:r>
          </a:p>
        </p:txBody>
      </p:sp>
      <p:sp>
        <p:nvSpPr>
          <p:cNvPr id="255" name="dp41-comparison / n171 / text 3">
            <a:extLst xmlns:a="http://schemas.openxmlformats.org/drawingml/2006/main">
              <a:ext uri="{FF2B5EF4-FFF2-40B4-BE49-F238E27FC236}">
                <a16:creationId xmlns:a16="http://schemas.microsoft.com/office/drawing/2014/main" id="{271CB99D-9E2A-4764-968B-607D74A5E982}"/>
              </a:ext>
            </a:extLst>
          </p:cNvPr>
          <p:cNvSpPr>
            <a:spLocks xmlns:a="http://schemas.openxmlformats.org/drawingml/2006/main" noGrp="1"/>
          </p:cNvSpPr>
          <p:nvPr/>
        </p:nvSpPr>
        <p:spPr>
          <a:xfrm xmlns:a="http://schemas.openxmlformats.org/drawingml/2006/main">
            <a:off x="12811125" y="4474845"/>
            <a:ext cx="2447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사용자 답변 뒤 Task1 연결</a:t>
            </a:r>
          </a:p>
        </p:txBody>
      </p:sp>
      <p:sp>
        <p:nvSpPr>
          <p:cNvPr id="256" name="dp41-comparison / n172">
            <a:extLst xmlns:a="http://schemas.openxmlformats.org/drawingml/2006/main">
              <a:ext uri="{FF2B5EF4-FFF2-40B4-BE49-F238E27FC236}">
                <a16:creationId xmlns:a16="http://schemas.microsoft.com/office/drawing/2014/main" id="{DEAD9634-83DF-41E8-966A-1C8FF46E20F2}"/>
              </a:ext>
            </a:extLst>
          </p:cNvPr>
          <p:cNvSpPr>
            <a:spLocks xmlns:a="http://schemas.openxmlformats.org/drawingml/2006/main" noGrp="1"/>
          </p:cNvSpPr>
          <p:nvPr/>
        </p:nvSpPr>
        <p:spPr>
          <a:xfrm xmlns:a="http://schemas.openxmlformats.org/drawingml/2006/main">
            <a:off x="15906750" y="4143375"/>
            <a:ext cx="1619250" cy="514350"/>
          </a:xfrm>
          <a:custGeom xmlns:a="http://schemas.openxmlformats.org/drawingml/2006/main">
            <a:pathLst>
              <a:path w="1619250" h="514350">
                <a:moveTo>
                  <a:pt x="0" y="0"/>
                </a:moveTo>
                <a:lnTo>
                  <a:pt x="1447800" y="0"/>
                </a:lnTo>
                <a:lnTo>
                  <a:pt x="1619250" y="171450"/>
                </a:lnTo>
                <a:lnTo>
                  <a:pt x="1619250" y="514350"/>
                </a:lnTo>
                <a:lnTo>
                  <a:pt x="0" y="514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57" name="dp41-comparison / n172 / fold">
            <a:extLst xmlns:a="http://schemas.openxmlformats.org/drawingml/2006/main">
              <a:ext uri="{FF2B5EF4-FFF2-40B4-BE49-F238E27FC236}">
                <a16:creationId xmlns:a16="http://schemas.microsoft.com/office/drawing/2014/main" id="{D8856B05-C8C7-4692-9A93-8BFCCC7B9F27}"/>
              </a:ext>
            </a:extLst>
          </p:cNvPr>
          <p:cNvSpPr>
            <a:spLocks xmlns:a="http://schemas.openxmlformats.org/drawingml/2006/main" noGrp="1"/>
          </p:cNvSpPr>
          <p:nvPr/>
        </p:nvSpPr>
        <p:spPr>
          <a:xfrm xmlns:a="http://schemas.openxmlformats.org/drawingml/2006/main">
            <a:off x="17354550" y="4143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58" name="dp41-comparison / n173 / text 1">
            <a:extLst xmlns:a="http://schemas.openxmlformats.org/drawingml/2006/main">
              <a:ext uri="{FF2B5EF4-FFF2-40B4-BE49-F238E27FC236}">
                <a16:creationId xmlns:a16="http://schemas.microsoft.com/office/drawing/2014/main" id="{4F211D48-8088-41EF-87BA-45E0295DDFAF}"/>
              </a:ext>
            </a:extLst>
          </p:cNvPr>
          <p:cNvSpPr>
            <a:spLocks xmlns:a="http://schemas.openxmlformats.org/drawingml/2006/main" noGrp="1"/>
          </p:cNvSpPr>
          <p:nvPr/>
        </p:nvSpPr>
        <p:spPr>
          <a:xfrm xmlns:a="http://schemas.openxmlformats.org/drawingml/2006/main">
            <a:off x="16002000" y="4200525"/>
            <a:ext cx="1352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조회 결과</a:t>
            </a:r>
          </a:p>
        </p:txBody>
      </p:sp>
      <p:sp>
        <p:nvSpPr>
          <p:cNvPr id="259" name="dp41-comparison / n173 / text 2">
            <a:extLst xmlns:a="http://schemas.openxmlformats.org/drawingml/2006/main">
              <a:ext uri="{FF2B5EF4-FFF2-40B4-BE49-F238E27FC236}">
                <a16:creationId xmlns:a16="http://schemas.microsoft.com/office/drawing/2014/main" id="{7B45E466-DBFE-41B7-88DA-5EDCB2F40050}"/>
              </a:ext>
            </a:extLst>
          </p:cNvPr>
          <p:cNvSpPr>
            <a:spLocks xmlns:a="http://schemas.openxmlformats.org/drawingml/2006/main" noGrp="1"/>
          </p:cNvSpPr>
          <p:nvPr/>
        </p:nvSpPr>
        <p:spPr>
          <a:xfrm xmlns:a="http://schemas.openxmlformats.org/drawingml/2006/main">
            <a:off x="16002000" y="4337685"/>
            <a:ext cx="1352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후보 업무 / 선택한 표</a:t>
            </a:r>
          </a:p>
        </p:txBody>
      </p:sp>
      <p:sp>
        <p:nvSpPr>
          <p:cNvPr id="260" name="dp41-comparison / n175">
            <a:extLst xmlns:a="http://schemas.openxmlformats.org/drawingml/2006/main">
              <a:ext uri="{FF2B5EF4-FFF2-40B4-BE49-F238E27FC236}">
                <a16:creationId xmlns:a16="http://schemas.microsoft.com/office/drawing/2014/main" id="{B4D7BAB9-888F-4421-9898-BA5BAA3750EA}"/>
              </a:ext>
            </a:extLst>
          </p:cNvPr>
          <p:cNvSpPr>
            <a:spLocks xmlns:a="http://schemas.openxmlformats.org/drawingml/2006/main" noGrp="1"/>
          </p:cNvSpPr>
          <p:nvPr/>
        </p:nvSpPr>
        <p:spPr>
          <a:xfrm xmlns:a="http://schemas.openxmlformats.org/drawingml/2006/main">
            <a:off x="9953625" y="4724400"/>
            <a:ext cx="5048250" cy="447675"/>
          </a:xfrm>
          <a:custGeom xmlns:a="http://schemas.openxmlformats.org/drawingml/2006/main">
            <a:pathLst>
              <a:path w="5048250" h="447675">
                <a:moveTo>
                  <a:pt x="0" y="0"/>
                </a:moveTo>
                <a:lnTo>
                  <a:pt x="4876800" y="0"/>
                </a:lnTo>
                <a:lnTo>
                  <a:pt x="5048250" y="171450"/>
                </a:lnTo>
                <a:lnTo>
                  <a:pt x="5048250" y="447675"/>
                </a:lnTo>
                <a:lnTo>
                  <a:pt x="0" y="4476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61" name="dp41-comparison / n175 / fold">
            <a:extLst xmlns:a="http://schemas.openxmlformats.org/drawingml/2006/main">
              <a:ext uri="{FF2B5EF4-FFF2-40B4-BE49-F238E27FC236}">
                <a16:creationId xmlns:a16="http://schemas.microsoft.com/office/drawing/2014/main" id="{4EA96191-E9D4-42DD-AE0B-EEFDEA86EB0E}"/>
              </a:ext>
            </a:extLst>
          </p:cNvPr>
          <p:cNvSpPr>
            <a:spLocks xmlns:a="http://schemas.openxmlformats.org/drawingml/2006/main" noGrp="1"/>
          </p:cNvSpPr>
          <p:nvPr/>
        </p:nvSpPr>
        <p:spPr>
          <a:xfrm xmlns:a="http://schemas.openxmlformats.org/drawingml/2006/main">
            <a:off x="14830425" y="47244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62" name="dp41-comparison / n176 / text 1">
            <a:extLst xmlns:a="http://schemas.openxmlformats.org/drawingml/2006/main">
              <a:ext uri="{FF2B5EF4-FFF2-40B4-BE49-F238E27FC236}">
                <a16:creationId xmlns:a16="http://schemas.microsoft.com/office/drawing/2014/main" id="{F12C9AE2-D0FC-42A5-A0E5-16BA5B2FD9E0}"/>
              </a:ext>
            </a:extLst>
          </p:cNvPr>
          <p:cNvSpPr>
            <a:spLocks xmlns:a="http://schemas.openxmlformats.org/drawingml/2006/main" noGrp="1"/>
          </p:cNvSpPr>
          <p:nvPr/>
        </p:nvSpPr>
        <p:spPr>
          <a:xfrm xmlns:a="http://schemas.openxmlformats.org/drawingml/2006/main">
            <a:off x="10048875" y="478155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코드의 의미 제안 (MeaningProposal): Task1에 표 추가</a:t>
            </a:r>
          </a:p>
        </p:txBody>
      </p:sp>
      <p:sp>
        <p:nvSpPr>
          <p:cNvPr id="263" name="dp41-comparison / n176 / text 2">
            <a:extLst xmlns:a="http://schemas.openxmlformats.org/drawingml/2006/main">
              <a:ext uri="{FF2B5EF4-FFF2-40B4-BE49-F238E27FC236}">
                <a16:creationId xmlns:a16="http://schemas.microsoft.com/office/drawing/2014/main" id="{4B412DF7-A96D-406C-A2F6-39EE44E999D8}"/>
              </a:ext>
            </a:extLst>
          </p:cNvPr>
          <p:cNvSpPr>
            <a:spLocks xmlns:a="http://schemas.openxmlformats.org/drawingml/2006/main" noGrp="1"/>
          </p:cNvSpPr>
          <p:nvPr/>
        </p:nvSpPr>
        <p:spPr>
          <a:xfrm xmlns:a="http://schemas.openxmlformats.org/drawingml/2006/main">
            <a:off x="10048875" y="4930140"/>
            <a:ext cx="4781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수정된 보고서 결과 → 메일 초안 / 메일 발송 금지</a:t>
            </a:r>
          </a:p>
        </p:txBody>
      </p:sp>
      <p:sp>
        <p:nvSpPr>
          <p:cNvPr id="264" name="dp41-comparison / n185">
            <a:extLst xmlns:a="http://schemas.openxmlformats.org/drawingml/2006/main">
              <a:ext uri="{FF2B5EF4-FFF2-40B4-BE49-F238E27FC236}">
                <a16:creationId xmlns:a16="http://schemas.microsoft.com/office/drawing/2014/main" id="{88A960ED-C6FF-41EB-852E-67379D843254}"/>
              </a:ext>
            </a:extLst>
          </p:cNvPr>
          <p:cNvSpPr>
            <a:spLocks xmlns:a="http://schemas.openxmlformats.org/drawingml/2006/main" noGrp="1"/>
          </p:cNvSpPr>
          <p:nvPr/>
        </p:nvSpPr>
        <p:spPr>
          <a:xfrm xmlns:a="http://schemas.openxmlformats.org/drawingml/2006/main">
            <a:off x="9934575" y="5514975"/>
            <a:ext cx="216789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5" name="dp41-comparison / n186 / text 1">
            <a:extLst xmlns:a="http://schemas.openxmlformats.org/drawingml/2006/main">
              <a:ext uri="{FF2B5EF4-FFF2-40B4-BE49-F238E27FC236}">
                <a16:creationId xmlns:a16="http://schemas.microsoft.com/office/drawing/2014/main" id="{EE1BDD7D-1143-4270-8030-87637B1CCDD0}"/>
              </a:ext>
            </a:extLst>
          </p:cNvPr>
          <p:cNvSpPr>
            <a:spLocks xmlns:a="http://schemas.openxmlformats.org/drawingml/2006/main" noGrp="1"/>
          </p:cNvSpPr>
          <p:nvPr/>
        </p:nvSpPr>
        <p:spPr>
          <a:xfrm xmlns:a="http://schemas.openxmlformats.org/drawingml/2006/main">
            <a:off x="9953625" y="5524500"/>
            <a:ext cx="2476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자료 / 대화 / 업무 기록 조회</a:t>
            </a:r>
          </a:p>
        </p:txBody>
      </p:sp>
      <p:sp>
        <p:nvSpPr>
          <p:cNvPr id="266" name="dp41-comparison / n187">
            <a:extLst xmlns:a="http://schemas.openxmlformats.org/drawingml/2006/main">
              <a:ext uri="{FF2B5EF4-FFF2-40B4-BE49-F238E27FC236}">
                <a16:creationId xmlns:a16="http://schemas.microsoft.com/office/drawing/2014/main" id="{A9F4429A-8202-46A2-9C6A-8B439F5A2398}"/>
              </a:ext>
            </a:extLst>
          </p:cNvPr>
          <p:cNvSpPr>
            <a:spLocks xmlns:a="http://schemas.openxmlformats.org/drawingml/2006/main" noGrp="1"/>
          </p:cNvSpPr>
          <p:nvPr/>
        </p:nvSpPr>
        <p:spPr>
          <a:xfrm xmlns:a="http://schemas.openxmlformats.org/drawingml/2006/main">
            <a:off x="12553950" y="5276850"/>
            <a:ext cx="2691384"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7" name="dp41-comparison / n188 / text 1">
            <a:extLst xmlns:a="http://schemas.openxmlformats.org/drawingml/2006/main">
              <a:ext uri="{FF2B5EF4-FFF2-40B4-BE49-F238E27FC236}">
                <a16:creationId xmlns:a16="http://schemas.microsoft.com/office/drawing/2014/main" id="{E7EC55CB-8311-4813-99BD-A15A6A95A9BC}"/>
              </a:ext>
            </a:extLst>
          </p:cNvPr>
          <p:cNvSpPr>
            <a:spLocks xmlns:a="http://schemas.openxmlformats.org/drawingml/2006/main" noGrp="1"/>
          </p:cNvSpPr>
          <p:nvPr/>
        </p:nvSpPr>
        <p:spPr>
          <a:xfrm xmlns:a="http://schemas.openxmlformats.org/drawingml/2006/main">
            <a:off x="12573000" y="5286375"/>
            <a:ext cx="4810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양방향 연결은 Module 간 호출 / 결과 반환</a:t>
            </a:r>
          </a:p>
        </p:txBody>
      </p:sp>
      <p:sp>
        <p:nvSpPr>
          <p:cNvPr id="268" name="dp41-comparison / n192">
            <a:extLst xmlns:a="http://schemas.openxmlformats.org/drawingml/2006/main">
              <a:ext uri="{FF2B5EF4-FFF2-40B4-BE49-F238E27FC236}">
                <a16:creationId xmlns:a16="http://schemas.microsoft.com/office/drawing/2014/main" id="{8123A3DA-5C85-499E-A555-0F7F08E914D9}"/>
              </a:ext>
            </a:extLst>
          </p:cNvPr>
          <p:cNvSpPr>
            <a:spLocks xmlns:a="http://schemas.openxmlformats.org/drawingml/2006/main" noGrp="1"/>
          </p:cNvSpPr>
          <p:nvPr/>
        </p:nvSpPr>
        <p:spPr>
          <a:xfrm xmlns:a="http://schemas.openxmlformats.org/drawingml/2006/main">
            <a:off x="9934575" y="5905500"/>
            <a:ext cx="28285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9" name="dp41-comparison / n193 / text 1">
            <a:extLst xmlns:a="http://schemas.openxmlformats.org/drawingml/2006/main">
              <a:ext uri="{FF2B5EF4-FFF2-40B4-BE49-F238E27FC236}">
                <a16:creationId xmlns:a16="http://schemas.microsoft.com/office/drawing/2014/main" id="{BC241B85-ADD6-4D75-9839-6E3134270876}"/>
              </a:ext>
            </a:extLst>
          </p:cNvPr>
          <p:cNvSpPr>
            <a:spLocks xmlns:a="http://schemas.openxmlformats.org/drawingml/2006/main" noGrp="1"/>
          </p:cNvSpPr>
          <p:nvPr/>
        </p:nvSpPr>
        <p:spPr>
          <a:xfrm xmlns:a="http://schemas.openxmlformats.org/drawingml/2006/main">
            <a:off x="9953625" y="5915025"/>
            <a:ext cx="7620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실행 순서도 — 반복 제어와 종료 조건</a:t>
            </a:r>
          </a:p>
        </p:txBody>
      </p:sp>
      <p:sp>
        <p:nvSpPr>
          <p:cNvPr id="270" name="dp41-comparison / n209">
            <a:extLst xmlns:a="http://schemas.openxmlformats.org/drawingml/2006/main">
              <a:ext uri="{FF2B5EF4-FFF2-40B4-BE49-F238E27FC236}">
                <a16:creationId xmlns:a16="http://schemas.microsoft.com/office/drawing/2014/main" id="{FAF3C67E-7D5F-4A27-AEBB-0BB405E735E6}"/>
              </a:ext>
            </a:extLst>
          </p:cNvPr>
          <p:cNvSpPr>
            <a:spLocks xmlns:a="http://schemas.openxmlformats.org/drawingml/2006/main" noGrp="1"/>
          </p:cNvSpPr>
          <p:nvPr/>
        </p:nvSpPr>
        <p:spPr>
          <a:xfrm xmlns:a="http://schemas.openxmlformats.org/drawingml/2006/main">
            <a:off x="15230475" y="6181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1" name="dp41-comparison / n210 / text 1">
            <a:extLst xmlns:a="http://schemas.openxmlformats.org/drawingml/2006/main">
              <a:ext uri="{FF2B5EF4-FFF2-40B4-BE49-F238E27FC236}">
                <a16:creationId xmlns:a16="http://schemas.microsoft.com/office/drawing/2014/main" id="{E0F04A12-816B-4AAD-AE46-573BE4379E0F}"/>
              </a:ext>
            </a:extLst>
          </p:cNvPr>
          <p:cNvSpPr>
            <a:spLocks xmlns:a="http://schemas.openxmlformats.org/drawingml/2006/main" noGrp="1"/>
          </p:cNvSpPr>
          <p:nvPr/>
        </p:nvSpPr>
        <p:spPr>
          <a:xfrm xmlns:a="http://schemas.openxmlformats.org/drawingml/2006/main">
            <a:off x="15249525" y="6191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272" name="dp41-comparison / n212">
            <a:extLst xmlns:a="http://schemas.openxmlformats.org/drawingml/2006/main">
              <a:ext uri="{FF2B5EF4-FFF2-40B4-BE49-F238E27FC236}">
                <a16:creationId xmlns:a16="http://schemas.microsoft.com/office/drawing/2014/main" id="{8D6D0319-D7A7-454C-9794-176BB1828F66}"/>
              </a:ext>
            </a:extLst>
          </p:cNvPr>
          <p:cNvSpPr>
            <a:spLocks xmlns:a="http://schemas.openxmlformats.org/drawingml/2006/main" noGrp="1"/>
          </p:cNvSpPr>
          <p:nvPr/>
        </p:nvSpPr>
        <p:spPr>
          <a:xfrm xmlns:a="http://schemas.openxmlformats.org/drawingml/2006/main">
            <a:off x="14887575" y="6810375"/>
            <a:ext cx="17131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1-comparison / n213 / text 1">
            <a:extLst xmlns:a="http://schemas.openxmlformats.org/drawingml/2006/main">
              <a:ext uri="{FF2B5EF4-FFF2-40B4-BE49-F238E27FC236}">
                <a16:creationId xmlns:a16="http://schemas.microsoft.com/office/drawing/2014/main" id="{E99D8F7A-B6BA-4928-A207-0F91882D06E8}"/>
              </a:ext>
            </a:extLst>
          </p:cNvPr>
          <p:cNvSpPr>
            <a:spLocks xmlns:a="http://schemas.openxmlformats.org/drawingml/2006/main" noGrp="1"/>
          </p:cNvSpPr>
          <p:nvPr/>
        </p:nvSpPr>
        <p:spPr>
          <a:xfrm xmlns:a="http://schemas.openxmlformats.org/drawingml/2006/main">
            <a:off x="14906625" y="681990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코드 검사 반복 (LLM 없이)</a:t>
            </a:r>
          </a:p>
        </p:txBody>
      </p:sp>
      <p:sp>
        <p:nvSpPr>
          <p:cNvPr id="274" name="dp41-comparison / n215">
            <a:extLst xmlns:a="http://schemas.openxmlformats.org/drawingml/2006/main">
              <a:ext uri="{FF2B5EF4-FFF2-40B4-BE49-F238E27FC236}">
                <a16:creationId xmlns:a16="http://schemas.microsoft.com/office/drawing/2014/main" id="{0B967D91-D383-4513-B9AA-AEC03A97E0DC}"/>
              </a:ext>
            </a:extLst>
          </p:cNvPr>
          <p:cNvSpPr>
            <a:spLocks xmlns:a="http://schemas.openxmlformats.org/drawingml/2006/main" noGrp="1"/>
          </p:cNvSpPr>
          <p:nvPr/>
        </p:nvSpPr>
        <p:spPr>
          <a:xfrm xmlns:a="http://schemas.openxmlformats.org/drawingml/2006/main">
            <a:off x="12325350" y="70961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5" name="dp41-comparison / n216 / text 1">
            <a:extLst xmlns:a="http://schemas.openxmlformats.org/drawingml/2006/main">
              <a:ext uri="{FF2B5EF4-FFF2-40B4-BE49-F238E27FC236}">
                <a16:creationId xmlns:a16="http://schemas.microsoft.com/office/drawing/2014/main" id="{4EA78497-8415-4139-855F-78A0C8EE6044}"/>
              </a:ext>
            </a:extLst>
          </p:cNvPr>
          <p:cNvSpPr>
            <a:spLocks xmlns:a="http://schemas.openxmlformats.org/drawingml/2006/main" noGrp="1"/>
          </p:cNvSpPr>
          <p:nvPr/>
        </p:nvSpPr>
        <p:spPr>
          <a:xfrm xmlns:a="http://schemas.openxmlformats.org/drawingml/2006/main">
            <a:off x="12344400" y="7105650"/>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276" name="dp41-comparison / n218">
            <a:extLst xmlns:a="http://schemas.openxmlformats.org/drawingml/2006/main">
              <a:ext uri="{FF2B5EF4-FFF2-40B4-BE49-F238E27FC236}">
                <a16:creationId xmlns:a16="http://schemas.microsoft.com/office/drawing/2014/main" id="{23316807-2F14-4D3F-8A0A-9BC9833E37B4}"/>
              </a:ext>
            </a:extLst>
          </p:cNvPr>
          <p:cNvSpPr>
            <a:spLocks xmlns:a="http://schemas.openxmlformats.org/drawingml/2006/main" noGrp="1"/>
          </p:cNvSpPr>
          <p:nvPr/>
        </p:nvSpPr>
        <p:spPr>
          <a:xfrm xmlns:a="http://schemas.openxmlformats.org/drawingml/2006/main">
            <a:off x="9934575" y="665797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7" name="dp41-comparison / n219 / text 1">
            <a:extLst xmlns:a="http://schemas.openxmlformats.org/drawingml/2006/main">
              <a:ext uri="{FF2B5EF4-FFF2-40B4-BE49-F238E27FC236}">
                <a16:creationId xmlns:a16="http://schemas.microsoft.com/office/drawing/2014/main" id="{16582376-68F1-47CD-9AF5-F3EDA62564D4}"/>
              </a:ext>
            </a:extLst>
          </p:cNvPr>
          <p:cNvSpPr>
            <a:spLocks xmlns:a="http://schemas.openxmlformats.org/drawingml/2006/main" noGrp="1"/>
          </p:cNvSpPr>
          <p:nvPr/>
        </p:nvSpPr>
        <p:spPr>
          <a:xfrm xmlns:a="http://schemas.openxmlformats.org/drawingml/2006/main">
            <a:off x="9953625" y="666750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278" name="dp41-comparison / n221">
            <a:extLst xmlns:a="http://schemas.openxmlformats.org/drawingml/2006/main">
              <a:ext uri="{FF2B5EF4-FFF2-40B4-BE49-F238E27FC236}">
                <a16:creationId xmlns:a16="http://schemas.microsoft.com/office/drawing/2014/main" id="{5060A8E7-6C64-479F-802E-B3890155C260}"/>
              </a:ext>
            </a:extLst>
          </p:cNvPr>
          <p:cNvSpPr>
            <a:spLocks xmlns:a="http://schemas.openxmlformats.org/drawingml/2006/main" noGrp="1"/>
          </p:cNvSpPr>
          <p:nvPr/>
        </p:nvSpPr>
        <p:spPr>
          <a:xfrm xmlns:a="http://schemas.openxmlformats.org/drawingml/2006/main">
            <a:off x="14668500" y="7058025"/>
            <a:ext cx="73228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1-comparison / n222 / text 1">
            <a:extLst xmlns:a="http://schemas.openxmlformats.org/drawingml/2006/main">
              <a:ext uri="{FF2B5EF4-FFF2-40B4-BE49-F238E27FC236}">
                <a16:creationId xmlns:a16="http://schemas.microsoft.com/office/drawing/2014/main" id="{C81877D1-78E2-4E4C-8326-941A083EA7F9}"/>
              </a:ext>
            </a:extLst>
          </p:cNvPr>
          <p:cNvSpPr>
            <a:spLocks xmlns:a="http://schemas.openxmlformats.org/drawingml/2006/main" noGrp="1"/>
          </p:cNvSpPr>
          <p:nvPr/>
        </p:nvSpPr>
        <p:spPr>
          <a:xfrm xmlns:a="http://schemas.openxmlformats.org/drawingml/2006/main">
            <a:off x="14687550" y="7067550"/>
            <a:ext cx="904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완성 / 질문</a:t>
            </a:r>
          </a:p>
        </p:txBody>
      </p:sp>
    </p:spTree>
    <p:extLst>
      <p:ext uri="{BB962C8B-B14F-4D97-AF65-F5344CB8AC3E}">
        <p14:creationId xmlns:p14="http://schemas.microsoft.com/office/powerpoint/2010/main" val="17852015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9880AA08-CD1C-4F2D-9711-A86AAD51760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E8E68BD-606F-4946-9800-2D2AF59A52CF}"/>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373E87F7-8897-4D0F-BCB0-1C63B0805E5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8C535DE1-BCEB-4B61-A88C-21E453B4691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EC1D5486-4E52-4309-A257-29AB4CCB3D4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BEE1EABA-051C-4E4E-8E18-C7872D3B6E64}"/>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1C1FF38D-49B6-4137-9C3D-D1310217C61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2A1ED82-359C-41FE-B1CC-23C8881FE333}"/>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545E8B73-3CD4-4C4E-98D1-7E4755A2AE47}"/>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F8CAD886-F885-4EF4-B697-B1EB0475ABAF}"/>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5ABBC6E7-DB5A-4409-B672-E24E60F1B8E9}"/>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030A932F-C5BD-41B4-80F2-79DF2FEBF0B6}"/>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6F251D16-5717-4185-9E2F-6FF9689809D1}"/>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8B8503FB-5209-4F53-92CD-853FB8ED42D5}"/>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6518EFFC-5719-4205-9105-A12B1E3B0B6C}"/>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BDC2F97-6211-42BE-82D0-A1031572D2BD}"/>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4DE3434E-61D5-41F5-A4BB-0C5925371638}"/>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302B132B-D663-4D80-A931-DC5174A2B1CC}"/>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2B60E4E-2825-4E6F-9AE8-1747A33E7F78}"/>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1C1A80A9-1018-4F7C-A278-DCC19D3E48B8}"/>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43317ED6-FAEA-41EE-B34C-F97DDDF1508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6265FD9E-8219-4AB7-955B-8E6935E9DA9B}"/>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E203783C-7CA4-4C8F-8106-F940EC2391DE}"/>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CDBDF101-EBE3-4F6C-BDF2-704BDB1E0072}"/>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ED1C7196-DCF9-4688-A9E5-D275864AC17C}"/>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AE34A9D1-6C9F-4314-85F3-5B7A69987C1F}"/>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AFA5DC51-F65E-417E-B831-CCFCF9F1AB16}"/>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9B5C055-3F83-4291-8AB3-7807146BED8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A8242BEA-8EE1-4CF7-9929-1E3E68BE0813}"/>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69C7FE99-ADDC-4319-8F41-CB94AA361F2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F70C6606-265D-4DA6-B59C-52ABE488B1D0}"/>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A31355E0-614C-4257-939C-7DF89CDA4096}"/>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54FE3E40-7064-4BFE-9FC3-96C2430AF6AD}"/>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09E1D95E-FCFC-4867-A3E2-75772C68DFB8}"/>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A7AE6C5C-E4EF-4843-BDC7-CF570D850907}"/>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799C4132-2C6C-4F4C-B5CA-A974C362CF9E}"/>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A3C80B7-3F6B-4EBB-8CC2-F4ADAFDBB421}"/>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2219DA97-5A03-42B3-B330-FDF7935D2FB8}"/>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E3D5759D-ACF3-4C0F-9AA4-4272CD4EEB90}"/>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BD4F3710-4A45-46CC-8C26-1D0BBE037C5D}"/>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28253114-269C-461A-9354-00DEEC4C5248}"/>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1DA52863-A6C0-45AB-9D68-42E069294B99}"/>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EA7A35C3-E2C8-49BF-A99D-5FB311DA5964}"/>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BB6F1EBC-DE1E-4120-B6D5-9A8C9CE92E2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0AC016D3-3F0B-4E74-AF0F-D7F7B07DEDC3}"/>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D617D986-6596-4B62-8FE4-2ECDF86DD7EA}"/>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36363DEC-1632-4486-98B8-1C2F4631BE04}"/>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D2B6E738-2BE5-4B5A-AD5E-B40132E268DF}"/>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28C7F02B-D8DC-4586-83C4-994BCE60033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D02BF6A9-777E-4E4E-90B8-11E01A71773C}"/>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773BB26B-D3A3-4752-82B4-AB368F4DB9AE}"/>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2DA46055-A255-4B4B-BF09-F409F1A3927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FD46A750-3FE7-42EF-A80D-55BEE48A5234}"/>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2FD59040-7391-4BAD-8A21-59B26FBB1AFB}"/>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522B93BF-DCF7-4D1A-8EA4-D1526D6A30BF}"/>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F42389B4-7D3C-47D4-9985-D81133DA4907}"/>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7F6848C4-0EE9-4227-A73A-45B2804054C5}"/>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5534661B-1758-45FF-84E4-3B5766D1F130}"/>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E7F614BF-7465-4850-A645-D673DB3268C9}"/>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EDF62A10-BAD7-4FCC-A997-E52190931D8F}"/>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7CD86BF2-1717-4C11-990D-939AB8D76EAB}"/>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45819D16-FAD4-463F-978C-8818D122E80A}"/>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A5BB1F51-D278-4E65-B131-08217D797CF7}"/>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AA4FC839-9FBF-405A-9CCD-E94985DC3647}"/>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5D5ADE9C-B360-4A79-88A9-624882D8D119}"/>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61B76F5C-DB03-4030-A1B5-D956E871B4E3}"/>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E7BB60D9-2C64-4286-9CEA-0AA5ABA8C1E3}"/>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FB36AD25-1364-4ACD-9427-E67DF8752B38}"/>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3A0BA059-FA6A-479D-9890-839CDF99664E}"/>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604847D5-07D0-476D-9C5D-D218205DBF7A}"/>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33836928-1D7A-4DDB-95F8-9F441E5C7EDC}"/>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00B856B7-EB3B-46A1-A9EF-E15998D740D2}"/>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58443EB9-6D8F-4FCD-91D6-79F28DE4ED3F}"/>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E0AC2832-FD10-45F6-8B18-D20AD4F6A2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E7684B07-0A51-418C-A2A1-F9694881AF8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EB072A5A-C5F4-4773-BB73-92775ADCA7F5}"/>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3FEB1B4D-0DC9-45F6-9543-B4B834BE0631}"/>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B087331B-9C9C-44B5-B346-6390F41E6F24}"/>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500F57A-20B6-4DFE-97B5-036AA26B81A3}"/>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79D1D6C0-4DC9-47A0-85A3-69907E7A0F1E}"/>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0C6F1535-E208-49E2-AFBF-85863FEA1229}"/>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6D65B2E1-33B5-4ED6-9F75-94D139B11C6F}"/>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DBF89EBE-8F54-48F7-838E-4E731BA9B616}"/>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83062F93-D7AB-4AAD-B9B2-10A71AACB2D0}"/>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1B2702C7-DC6A-415F-8238-AFB2A3A32A9E}"/>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2F41D136-7B6E-4D10-A052-E9C83EB516CA}"/>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C8EB70D2-1A5D-4669-9E86-DAF68C0CAAEE}"/>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250FEE92-B9A0-433C-AC51-BEAA8A4CA4FB}"/>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02CFC5A5-E351-498A-AD8B-4B8B853FDFED}"/>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B1838B5-01E7-44BA-9E53-415E1DD8BFD5}"/>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887138E9-6D8A-4758-9F31-11D6F37F3065}"/>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C3DB22FF-4114-4A71-AF72-9F50EF72A835}"/>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D7F5248A-08D6-4CC5-B15A-552C1BE21096}"/>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95CDB5C6-0D26-43D1-8F44-24A710634AE4}"/>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F4FA75D-60F0-4FB7-AE39-48E7D9391B4C}"/>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681FC625-8631-47E2-839F-81D014C4A41A}"/>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D29960B4-CF06-488B-8672-820B4F9B5411}"/>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D677BDC3-9007-4B93-A136-F8DD04B69B36}"/>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82FF6910-7B4D-4C16-82E7-95290A1A544A}"/>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26B4E667-63C2-4DDB-8847-9C07FA44D340}"/>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DA43C3C6-E40A-48F6-9162-7660CDE488FD}"/>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0632290-79CA-4B86-9DF0-8622A76D75F4}"/>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5C06D15C-A0E0-4A60-8EA3-84B33E3375C9}"/>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B5D6E019-140A-4705-9C7D-825C8AD46214}"/>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0ACAB3F1-473C-4F6F-9984-03D3DB4E8346}"/>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30549983-D064-4314-B843-D68A45420FD5}"/>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E4077B11-0710-4999-B57B-680018BBEE2F}"/>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419A0619-84F7-4F25-B2B1-A75AF858301F}"/>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D4544353-D502-445D-AB38-9FF777D723B5}"/>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1C0B637D-BCF3-430A-8EC5-5346339E014B}"/>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80E5D603-348E-4529-A561-70A2FD4F314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B9A80344-EEF4-40DA-BBA8-EA6063415126}"/>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53001492-F1A7-4437-A65D-95EDB371A4F8}"/>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DD6E548E-D779-4D6A-9914-12A14A3DF13A}"/>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96EB43FE-1995-4C1A-A917-B2B8E832979F}"/>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AD712517-3A37-4609-823F-30671C0E3175}"/>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EB292B0B-93D6-4983-9D6C-C49C986773BF}"/>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F612E0A3-B668-44F1-B493-1E630C35DE9C}"/>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AF507707-276A-439E-9486-50DA0B6B309A}"/>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F92A3F-0884-47E6-96C3-760460849125}"/>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94699784-436B-4428-A976-3C4E53DD65A3}"/>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4F19E2B3-A714-46B0-AB1A-488BE9226CA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28453DAC-5ECA-4865-A528-D93C710FBA54}"/>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C26AFD5A-ECF1-4564-B812-2F00B2869C64}"/>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535ADB6A-C5E9-430D-8D67-46D772952C6F}"/>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1B9757E3-7C40-4C73-9609-E4B2104BF6AB}"/>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4D43355F-4962-479D-8746-443725DD4F5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7F868317-E7CF-441D-9518-E30B95953F4F}"/>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6E7BF9D3-BF24-470A-8D38-05CEC7A564DF}"/>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AB727E77-9605-477A-A7CC-627B17696A71}"/>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0F9E3943-387C-4017-ADCD-489D3E7E8870}"/>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0B8DD054-B471-4E59-BEDB-1B10389359E2}"/>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E27A88FA-0ABF-423D-ACDE-9862C7F724DA}"/>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2EBB830-E25A-46B0-B1DC-783B3556B763}"/>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BD502FA6-7CD3-44EF-942A-7A0B417474A1}"/>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7C623915-75FB-42F4-91D7-651CED0D793F}"/>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CDCC60DE-6B2E-4D9D-9A48-D5FE5C18F603}"/>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B9A0AD93-59F1-40CC-876D-C02F1A3B00AE}"/>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F3DCCE64-12C1-4C72-AC12-D9F5678A6F20}"/>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4C161474-2396-42AF-AD4D-31125788B80C}"/>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777E0193-0A2F-44B1-A3A0-30A300DA4D21}"/>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8C8A6C28-8CEB-4D21-B1B3-BF2FBFB922A3}"/>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FA62CC46-C581-431B-9D35-4915FB5A8AE4}"/>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11461854-899E-4497-9502-B9E911788C5B}"/>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97ADF14D-E29C-4981-9907-D820F46DC3CE}"/>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4C0C9AA2-6760-4AC7-96F3-3050D1364F04}"/>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49047940-2DD0-40B0-B19F-7BA714DDF2A8}"/>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3C468019-91BF-4E75-A9A3-B02D74286789}"/>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26A768A5-563F-4BE7-89B0-7A0454047FF2}"/>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3A9292C7-0004-4B5B-A145-ED17D194F7B2}"/>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68F564B8-4C63-4D2C-B7A3-36BBB99604BA}"/>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01921D1A-1637-4059-B6FC-DCD590E5F96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A30615AF-BFBA-478C-BAAF-28916D8BD2E1}"/>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E76D725D-333A-4A2B-8FCB-6610520076B7}"/>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BADD25C9-6A10-427E-9C16-8387E3420051}"/>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51E49DFB-9A96-4387-9A6F-A24B48F8FB82}"/>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7835138F-4F3F-4359-AF15-494B6AC54D4A}"/>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28340B4D-7E2A-48BA-AAC6-13E136E404DE}"/>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3AA9620C-873C-4159-BBE4-F6CCF54F147A}"/>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0DA2DB01-C271-4AAA-9161-77B687E80ED5}"/>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656336BD-02D3-4EF2-B4D7-7E0B9B05C8D7}"/>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EB0401A1-419F-48D9-AED2-FE384A673BB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3E7D6A15-7607-44F3-A6B7-5C10866BF519}"/>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8FE7A758-2CDD-4391-8529-BF51D4EC4B28}"/>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294C29DE-C15E-4080-9847-6EA1D6879CC0}"/>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38301A5B-37CB-4C6C-A79E-1654BE80870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FFC8380F-9EB5-4215-841F-DEE244EA1908}"/>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D4E6C50D-FCF6-45F4-984F-D4D40C0ECFEE}"/>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DBCE5B9-DC4D-46FB-967F-054D9298E285}"/>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ADBA2DAC-9513-4CC9-85DA-33D14A0DAADF}"/>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D43B4125-C1DE-4776-8805-497F98509686}"/>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15613A69-9CE2-4128-AE16-7E00A843598B}"/>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EF6AF082-9CB2-4AE9-A375-FD2D426CA83B}"/>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5DB4ECCF-ECFD-4CD7-96A7-BB8CDAC81B0A}"/>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12BFFC5D-A107-4445-AEA6-B622587CF6DE}"/>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39E6B07-5617-499C-9805-296704A8CB92}"/>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02963C54-8D86-4926-8250-9B31C62B194D}"/>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261DE405-41F1-4AFD-91C8-854E3FCACB9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303FBDB7-A164-4A82-B170-4A033886F0CD}"/>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86310732-C9BA-4436-81D6-2A0E9950812C}"/>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B4E89D63-7A07-494B-91EB-159B180CE21F}"/>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932EA6B2-49C2-48D2-9ED1-21EE7CAE97B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1F08556-96DB-4F44-BA8E-1712ABE600A8}"/>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5BEC45E6-83EA-4804-9D91-712A6E8A818F}"/>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B745A1CA-FA9B-408B-B686-9FFF042C0364}"/>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EEE259F8-E6B5-4060-B651-54E16FBC4548}"/>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149B2695-0E11-4E3B-8DCF-3E10FFFDEE4E}"/>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1F8DA33A-CDFB-4D37-8D76-B6743D41BB26}"/>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AD463459-C08E-40D4-AD70-7C678BDB0DAB}"/>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9B3A5097-5A1D-45E1-97B5-F91C6D4E3554}"/>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C73AFE0A-0085-407D-BDB3-EEE2205524C6}"/>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471DED7A-4314-4987-9B43-73D56E82733F}"/>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6187076B-9C6F-4A6F-8BF5-96E6DBE8AA22}"/>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7B388EFA-4B4B-434E-A355-A6472C50951E}"/>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7B5D024E-2B3E-42C1-8143-274B8C5E4DED}"/>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1513FE85-93AE-4698-9FFB-D1F9F22E075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80682E-B89B-44B3-AA6F-4EDCB639B7FF}"/>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F2E1318B-C97B-4B42-8F3F-9FD458A45B3C}"/>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CAD5E78F-F501-4B67-9B4D-15CC1B074DDB}"/>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D15A4AE1-7C70-4BD4-AA28-BD9223011F86}"/>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0C184231-6E28-4FAC-9F4F-FB4C7B0774C5}"/>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0361528F-EB42-4BD0-B357-D278560BD155}"/>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A251EFE8-5E1E-4951-B919-AA271D7AEDB4}"/>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85874129-DC2E-431E-A20E-EF6B10DC6FD4}"/>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21095BFE-5E1F-4FBB-9447-1681FA58FA6F}"/>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54320FC8-E78E-40C9-B1F7-E843604D5234}"/>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13C6E2F7-48EC-4993-9D22-B22ADBAA4C9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BF6FEC72-74D1-4AC4-9FF4-10E7EE223F3A}"/>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FF35C8D7-56DA-485D-B951-5E401029D0AD}"/>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590CAAD7-43C8-427A-8F6C-7DC75208AC02}"/>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E0DC7230-7F7F-458A-B47A-1D0E35615730}"/>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DBD05D02-444F-4CD7-9D9A-6E497F2FC8CC}"/>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4B9D8D8B-737E-4DAF-BF76-EFE9191081A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67301564-883D-449E-B41C-9175DF353C23}"/>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C3CA374C-AAE6-4A17-866A-824F9DDC3DED}"/>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E03E1D4D-653F-4670-ABFF-8ADFE5E755AB}"/>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745DCCED-83B9-409F-87DB-9D8D9AFB5509}"/>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8BB76755-3C12-4E83-95A8-4E91A57E468E}"/>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490AAA63-C3A7-4A4F-BDE8-FD9092193D6F}"/>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D53B403F-BFB8-4ED1-ABBF-A28D6ECA78B5}"/>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500D5023-F191-4373-92AA-D8A2F13C3B1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AC204362-8B83-4F3B-9604-EA40607FD32E}"/>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F82471FF-403B-4169-90FD-0B484511B947}"/>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A6A3F614-7CCD-490F-80AF-D3E3EA758E95}"/>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E86731C8-EB2F-4DC6-94B6-D3006FFC58EC}"/>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23165905-B741-495B-8041-E24E167B4B79}"/>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21AF23BC-014A-4E33-A2B1-F5F7D9BC11BA}"/>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1FEEB208-B63A-4708-A679-DDAB7B5AED13}"/>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5F15D109-B087-410E-9ABC-6C3D49185CF8}"/>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A699EA95-9AA1-40F2-B538-60E5687E479A}"/>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47D26587-FB36-4986-8283-F87319585F58}"/>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826673DE-5E0D-41BA-BCEC-A22C47154044}"/>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403033F7-2A15-4E5E-B852-89E9FB83D921}"/>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F9FC5D11-D1C3-4D4D-B19F-D0DCF8C2848A}"/>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D80BFB55-48FA-4E7E-9853-BFD3E6C1C636}"/>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D6AC9ECC-C7AD-49FA-BBCA-E5F891A5DBDE}"/>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BF28C28F-647B-44B2-AC9D-BBC26D2DA258}"/>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6777EBF0-A492-4B77-A303-09881E3E3FDA}"/>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ADA87CA5-944C-4311-AC65-1290F3FD11C2}"/>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31FD0D3-5992-418E-B4D3-0351A933235A}"/>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A61A9DEC-5619-45CE-946C-2DD980E7A542}"/>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ECF01E4F-ECD9-452D-A14F-33E77A614ECA}"/>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8C4C6306-AB23-4E56-943F-0FA96849FC6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9E55E009-45E2-4C9E-AB62-58406D3A469A}"/>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B19C2DB-248F-44B3-BB84-9851A6AFE9A1}"/>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362D8572-C41A-4E83-802E-DC07CD745918}"/>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BD40EA35-E2B3-4A81-A938-E5B06C495A63}"/>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2C0ECEA2-5DE6-49C7-AB8C-62BDBDA753A1}"/>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D7B1DDC0-CC4B-46C1-BD91-AF2761603999}"/>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8F7B8C2E-08A6-4964-8206-814CC155AD72}"/>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B627EC18-8057-46FB-97F7-A00281B61F75}"/>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964F28AD-28C1-4774-9492-3C39BEDDBA36}"/>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171BFA14-B8F6-4993-8617-0BFBC790F4CD}"/>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0E7617F8-ED80-481A-A956-FC294CF95EC1}"/>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B6280BDC-5E96-43CB-B8DC-7053AB9EC085}"/>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BD6DEC15-9CAD-4D6C-A08F-A6FDF6861194}"/>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3CDCA12A-267E-4BD5-A00F-0219B41413F4}"/>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12AC7433-889E-4AE8-A1B8-3B1BD3CCC9FC}"/>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E70BF3ED-AD64-4D1F-AD6D-53FAB7628ACF}"/>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0FE58FDA-1C6F-4C84-8B9D-E4842036C062}"/>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A3DB64D5-B328-4820-9FF6-6A957AF60536}"/>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B0A62E7E-683B-4E67-93DE-2A399C2FFC34}"/>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F6D364E6-CC59-4A01-B8FB-24C60817680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04F42F0D-8AE2-4C30-A396-BB2E5BF86651}"/>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9555688D-4EBF-4690-B938-1446F6F30250}"/>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77D9C91E-58CC-4EF0-A190-9B25AB5F53E3}"/>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492A1DC4-68D9-4EB2-9FFC-22D33927033B}"/>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F0CC1F5B-9D84-46D4-9EB5-2B07BDFAE4B9}"/>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1E4297F8-8265-48EA-A082-D7C89E33407B}"/>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98891078-79EE-4117-9E8C-19E0765AF3E4}"/>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BCD09636-1F11-4CF2-8DA6-D69137595C1E}"/>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82E2FB5-5834-45FF-8905-B9DB4F408D58}"/>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891569F0-1C8A-49D0-9A2C-492B3A744EED}"/>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94B465F1-40BE-4793-8491-5B420E65337D}"/>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D8D8F736-9292-4386-9614-FF7BA768AF76}"/>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D47FF807-8314-4A2E-9AFC-C1FC66C6F4A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AECC6993-2124-4BBA-B7E1-4B9C57578F8F}"/>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ED1F2D1C-8C34-4933-AC91-66E590AB1F7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D762CB6F-96B9-458B-8C1E-C0EE770F89DF}"/>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DFC3CBBA-72BC-410E-A638-94EE33ECCFE0}"/>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6FCEEA4C-1415-42ED-A72F-DBF531DE9D6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50885E73-1C85-41BB-8479-57C9833AD8A6}"/>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C3E46A69-F920-4D60-B1CE-F152E37B2FD5}"/>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DCE4FDCD-6424-4260-9C1F-E03B0D917C42}"/>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02906183-2895-46BB-87C3-4DC8A69A7965}"/>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E8ECAF68-05A3-43F2-8035-DBF86BBB69F0}"/>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002D7F6A-9424-47A8-B6A9-A3923F2CE6A8}"/>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6D426D9A-1796-46D6-8FF6-7D9BF49ABC97}"/>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75919E95-AE67-4297-9896-9072E1A98DB8}"/>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0200DAC1-BBD9-40F2-8EDE-32C3C9FC33D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F1E78986-164E-4532-960F-73D77982886D}"/>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E1D1D52E-93AB-4DF9-8985-55F1584AAF4F}"/>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F408F7C3-5850-4AC5-B28F-11641A15E6B6}"/>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3D63151C-5C55-4862-81CC-CAF56CDA24E2}"/>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B50E65ED-2097-4545-A1B5-112C8DFF5843}"/>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053011E-4710-4695-B8EE-C27D2AB6EC7A}"/>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F98BBF45-E142-4C35-BA5A-92BEA7881497}"/>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0718EA94-42B6-4B9F-AF3D-706980317305}"/>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C9D71B4-9060-45DE-ACC5-DF2E0AC06C90}"/>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AF9CF0F3-A223-4F88-85FF-3B13984FBF2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F77906BE-CC33-454A-80AF-43C9BC1D78FE}"/>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DFE3E4AC-9D7A-4E00-8EF5-F404B4A1DD76}"/>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F3782408-96F3-4BA2-9A05-3EDA885B1C94}"/>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74BF26D7-30C4-4129-83A7-898B5CE4BECE}"/>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8F9B2716-4A37-4F61-8323-B9EF8B7B9D58}"/>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E83AA578-739C-4858-B2D9-D089D2E66216}"/>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4179F0FB-FDF6-4649-8D7E-A4C492FFA6E7}"/>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A873C0F3-8424-488F-83C1-873553146FC6}"/>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1359403C-1098-4ADA-8006-51C108BB2BA5}"/>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D27AD5EC-34BA-4BBA-838D-AEA88C41EC96}"/>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2330FA8D-2D73-4FE9-A164-56F8092B6FE7}"/>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97B54DD7-8B04-49DB-8FB8-2D392A87A450}"/>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8467E486-9A17-4CD8-B3A9-41FBF19216C2}"/>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29D9EA34-58A5-42FD-B81E-D1475A7D63D1}"/>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45DB394D-E84D-495D-A68B-CB50D05AAFE9}"/>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9958AB8D-C287-4142-A7C9-C65CEB0EECF4}"/>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FA05E872-5606-49D7-901C-A6314A699E71}"/>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5C5E6B03-0AD5-4F89-8562-91FA3A40697D}"/>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E6C6C07F-A419-48AA-86AB-78A7DB6F4CE1}"/>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442BAA00-6E74-4554-89F9-2EA0D9E7596A}"/>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44574A8B-0837-46C7-83D8-A3EF4F2A32C2}"/>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77EE6970-DF6A-44DA-B1F5-EA69B53C17AA}"/>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081C12A2-6C6E-42A4-9A71-C476CF69935E}"/>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1202522A-E2DA-40D8-BECB-5EE3EA8FD6BD}"/>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929312F-FC8A-44DC-96B0-5BAC31C91549}"/>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306C8A03-9CA4-481B-BB00-BCB0A71DF5CE}"/>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DB2B74B2-1603-47C3-B9DF-8CD3CBF0607D}"/>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D055BEF1-3828-4477-9479-277B2FFD7CB5}"/>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2D576533-3DC5-43F9-95B7-29D830DBF92C}"/>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8E627A32-E4ED-42D4-9758-2FFDDD5E0594}"/>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22AA6D31-3A59-4759-B3E4-5AA8806730BC}"/>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AACD288F-63FC-4A9B-A591-3548701AE310}"/>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FBD6D32D-EC38-418F-B09D-B3B09C7DBA8C}"/>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523CFFC4-6C89-42D6-B553-9F2B9FCB21A1}"/>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1CCC7F17-552B-4C0B-984C-D35EC6718830}"/>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5EA04187-3957-4069-9936-A126E0A6F9D9}"/>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32067CE1-F8B0-450F-9D87-374818086DA0}"/>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22C44B62-1B17-444A-AB1C-638D710F56BC}"/>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9DCE4598-C09D-4241-A12E-9E1D63F75A3B}"/>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A4770E58-09A9-42B1-A3E4-B0FB3BEECB45}"/>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0C087AD4-E174-45D0-AC5F-653FFC0F57C5}"/>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56020A4A-11F0-4815-BF1C-E658786A0B2B}"/>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AA43AE16-B5F9-4E08-8205-B49E626AFE30}"/>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C0C1EA1A-5CEA-4516-BA3E-025598544E4D}"/>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F1C0E725-5188-4734-8CDF-50BDF33256CE}"/>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7A070AA6-D890-4B71-9893-E95DA1FD75AB}"/>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B77C54C9-81EB-4015-8B3D-6C7C38AAF66A}"/>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E1A3393A-5DA8-43A5-A24A-87DC8C3FE306}"/>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54BE06CB-1FD5-48EA-A604-C38DD25DF383}"/>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489F1972-191B-4D99-BBD9-E1DC60686D2F}"/>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D4FBB85E-3359-4A0B-9DAF-01EF2FC3E76B}"/>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BFEEC0EF-9851-4AB1-8BAF-CEBE2F9AF72D}"/>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B53AC91D-9DF5-4522-B61A-2E44D6534156}"/>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386CC784-43BB-4BA7-B811-F75E6097FAF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DC914277-6ADF-43C4-9BFD-564743041370}"/>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265E9295-AE02-48CA-84ED-481AD20583C3}"/>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E79772FA-292B-424D-B305-B718F963F34D}"/>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2B9D16B8-A1A3-42DC-9922-BE4CF14C6118}"/>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125CB376-B925-4F61-9F0D-DD85BF6B1744}"/>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DF8004DD-36FC-4AC6-A9CA-FCB47EC1ADC0}"/>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DABE2E5B-7CBE-4731-BD10-78E372152D71}"/>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CF1B149-0269-4628-A669-327885E151C4}"/>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017AC706-F04E-4AB8-9A73-E414571E9655}"/>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CD3D470F-2060-42C4-ACFE-6A2CC01D49F6}"/>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147C3F94-4A24-484F-8253-C73D45923893}"/>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DB7F89EA-CAB9-4DF9-B541-DED7AF1676A2}"/>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61655A1B-0513-422B-843D-5CC02255261A}"/>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2C043A62-89C9-45E3-A695-EAA3F2C82E47}"/>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4939EC1E-2251-4570-B0A3-4BE251CFC07D}"/>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7C0DE0F3-CBA0-44E2-A07A-ADE424C2E098}"/>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7F18B34C-2B99-45E4-9969-50BAD1BC2027}"/>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C344220A-FFF3-4766-A7A8-CA5E42A4D345}"/>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0FDA055-EE29-487E-892E-4903F3B588BB}"/>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07F56A9A-A9DE-45C4-8EEC-A1624F94540E}"/>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5E319A17-F72A-4D49-8792-75F24FFBBDEE}"/>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9095108E-8FBB-484F-A1B3-AD3C584CCD0C}"/>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03F3ACDC-C131-49E1-82FB-51A1864D538A}"/>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365198DC-1756-47BD-AA68-B2E9339FC7AC}"/>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99D020CA-A160-4BAF-9265-3F7A365C358C}"/>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E87F31BE-03DA-4F3D-8041-5E6CCFDB30F4}"/>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4255DD16-EFD2-4FFE-B394-3382523E052F}"/>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346A26F9-1E75-4468-AFFF-E63187EE9D26}"/>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0E9A8F97-2E5C-4AD6-BFB5-45A590EDB83A}"/>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22C8089D-FCC6-4699-B4B5-1EB259AD6760}"/>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42D78ED-9347-47F3-9706-11A2BF3D913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FCFF6AE1-4D39-419F-A421-F23555165257}"/>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52FB9A48-6CF7-4887-ACC9-56071639B774}"/>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C3B31D07-4BF1-4EED-AFEC-17F42D492C29}"/>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D2D2B373-E8D7-41CC-AEB5-008333866D8D}"/>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07315437-2D14-47BB-BE55-D976CB01AF3C}"/>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004740E9-F5CF-4656-ABFF-65395842022C}"/>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4298F8FE-9877-4A2F-B3DA-FC1302F1FBB7}"/>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05160D93-3EA4-4D1B-A02F-FECE31274D5F}"/>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A8AF5E8A-2D60-4765-BD95-B1F85C141458}"/>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EC6FF62-A909-4C3A-BE1F-50576689C82A}"/>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33489044-9398-4CA8-9687-DB6050566E8F}"/>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B085C3A2-10F1-4CF9-8CCE-E7978C2082C9}"/>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B061C88E-93D0-4513-9458-BA2ECB680267}"/>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27CC6054-60A7-44D8-897C-3A9B67E524C8}"/>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5F2CA121-6855-4533-9B65-816A5A29069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3A693570-D5F0-4B34-B7F2-9465A726161E}"/>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8C54527F-3EE3-4AB4-9DD9-33EBCD25A346}"/>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BADF3627-3020-40F7-8978-1321B7084A3C}"/>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53ECA292-9EE4-409A-A6AA-5A165967F086}"/>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5D67FC3F-4D68-4C4F-BCEF-9E3BF11293F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765FDC6E-FB0B-42A9-A1E5-C57CD66C52FE}"/>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A59B67CB-8A58-481D-B308-C535B1DFF348}"/>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F4C52BA0-AB6B-4BDA-B948-44BA03A4EB48}"/>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54F21FB2-A31C-4611-8DC2-5D296FA07221}"/>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EF5BEDAB-9A09-4929-AE9B-C1A9682615C8}"/>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D468DAF7-A45D-4AD7-9727-E47512DABEAF}"/>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ADAABBCC-FE10-4CE1-ACB7-BB79C11DA2DA}"/>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1756B6ED-9E30-428B-8B14-A55BA746658D}"/>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4959D2F1-3699-419B-BEED-DA5C78F50151}"/>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2F9F1FC5-27F4-4A5A-BC75-A8F92DD8AD6A}"/>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DC8024B3-DC4D-4CD6-970E-049180C3EDB5}"/>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A9ECC72A-129A-4F27-88C8-8E54D0F3A2EC}"/>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5FFF7A25-533E-4F2D-ADE8-BC6AF56D402F}"/>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D9698FD5-6844-47A9-8595-053A9486CF5E}"/>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4D477973-1A03-450B-A852-5AC333EDFE95}"/>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2C3D74A5-EFEB-4849-85A0-CD55C8945C14}"/>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1CB17B7-0922-4068-BEAF-AFBBEECF2437}"/>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B0C23686-B4C7-453F-89A1-D0AE0BE54EC4}"/>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42271481-911F-44D7-891C-061AD4D30B28}"/>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468A6134-7862-47CB-9B2B-E35D06B900E3}"/>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962B7F6A-E41F-4C2C-AC21-C28EE90346B9}"/>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A659C1C5-8DDC-4539-B425-F44E12B76B0E}"/>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E6EFB471-C6FE-4CA8-BA70-D361202D9B01}"/>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3E753BB2-E2A9-4C78-8B94-587A4F33F0D9}"/>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B4E1681D-AE9D-428E-91DA-81AECF6F5423}"/>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6CE64DDA-271F-404B-98C7-DC5FECD11A54}"/>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47E894AD-237F-45A6-B009-F34C345B44FB}"/>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1546348D-AD81-40C0-8798-456CBDD5BFCE}"/>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36475F49-CD83-4724-B90B-59C8147C7972}"/>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D81EDB72-7D2E-4ED5-B8ED-4C638D8BB4AA}"/>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8E3530DD-579E-4B4A-A4D1-C3A58625C05A}"/>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25B715F6-5C40-45B1-8BB6-CB0A9F73CD28}"/>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A58970D1-B629-47B1-ABE9-15C38207D751}"/>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FD134BFF-370D-48D2-A805-B0FA66C0F4F5}"/>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4F21C3BA-D120-45B0-9A16-D83B819027E6}"/>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501F7423-5682-4DC9-9528-6B1DEB4D27F9}"/>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328405EA-B23E-49E4-9A9F-05DBD66E7CF1}"/>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814E5BB7-3202-4CE7-ADB2-81A4D321BBB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49499456-A5DF-469C-90E5-E96C87E3358D}"/>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343721F8-4F7D-4D14-A554-0200D777EDD2}"/>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F67AD130-95C7-4443-B7F0-E9F5FEA9A56B}"/>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F737AAB2-BC24-4A52-B5D1-AA9206640ED5}"/>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BD19F594-8371-4DEA-BE1E-2E6D247CC15B}"/>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BEC85378-A413-4219-BD43-D83C67AD67CD}"/>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5BAEF850-7265-4C57-905E-528FE0FCF9C7}"/>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F92A87AF-2B35-486C-8B1E-F951095A4EF6}"/>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8E0F7D89-5958-42F4-86BF-C07825D91232}"/>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D727414E-5160-40F1-9CBE-67C348E5F894}"/>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B93A5565-1548-4701-9EFE-7AC1CFD5A438}"/>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77072AED-0A88-4343-B77D-E765F66891D7}"/>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1A21CCD0-ECFB-4430-AFFE-39C7893D81C4}"/>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25C8B944-0834-485B-BE87-985F806ED00C}"/>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F69568A9-1837-48C7-BE2F-8FF441D9DBA1}"/>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735C68F4-B803-423F-B2F2-28C37A9843FB}"/>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721B53FC-3B3D-4292-872F-E82110E7B143}"/>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637BE695-EF31-4220-84B0-C28C0B7120E2}"/>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F5D267D0-E58C-4989-B575-D5413B0DE9E6}"/>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4F437E0F-749A-45B0-A6BC-10BC821DD9AE}"/>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03F5BD62-9880-451F-826F-E44114A952D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66CB558A-FFC7-4C86-AF90-9BEBDBD1BCE7}"/>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90A1261B-AB96-48F6-A2BA-FB13A0B009FB}"/>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2DE4FFC-63C5-43C6-B3D2-F4A4D893C92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B08365A-6DE3-4BD7-B116-9D948A0DBDE2}"/>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06E99494-D170-4828-886D-9DF3DB7612AA}"/>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A3C26F94-2199-48E8-9E42-F0FD9AE720E6}"/>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DE3AE2DF-AA8C-47BB-8416-19C77610528B}"/>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B46B70D5-C633-47D5-88A9-4E24978D4C1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1DF4618F-9B62-43A2-9A51-DBE4A830737A}"/>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DF40DEB3-8B2A-4ACA-9572-7C595189FAEB}"/>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3206069A-3B6B-46E1-8069-59A87B97B7FD}"/>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5B362C7B-1CFF-46A7-8869-B5030695690B}"/>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0A4E0618-CDA5-4174-B393-B11AFD6B15CE}"/>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A1F1985C-6277-4A70-8655-EDC09E05F234}"/>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CB39D699-C3CE-4B70-9C04-982B5F67290F}"/>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42886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