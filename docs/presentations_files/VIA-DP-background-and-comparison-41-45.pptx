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B38434E2-5E24-4233-9FDD-ACF82AA4F28C}"/>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7C6460A-0D3A-40AE-B978-C4278DD15D6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19C990CC-EFEE-47ED-AC0E-F1A4E3979CC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5E5B20AA-D3C0-4C81-A23E-4A7916CA30C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FFE9286E-1AE0-4D5F-A3FC-43A9931E393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E1D39BC-3C9E-4DA2-890D-60605D596CB3}"/>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0803784-718A-4A26-AD54-F02C37CAEE02}"/>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2918153D-FA58-4044-987C-6065FAF297A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36521F5D-73A1-4419-8C44-42FA7229BC0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585983DF-566E-4C38-B669-50D9A0BAAB35}"/>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7853367-9C32-467D-82AA-95224C259C10}"/>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1FD6DAB-5225-47AE-8D64-AEE11C123FA3}"/>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E5320C3F-E4C6-45A7-A5A1-E87B655DD462}"/>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EDC95E4-FE49-4CB9-93C0-C4C8AF89F62C}"/>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071E2BC-F2F4-4B70-89DE-E576FE958366}"/>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AE0C5892-45A9-41E1-A496-5B2EE7A6EE2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6ECC3B7-627F-4ADC-9FEB-C640E62D644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B8FE673-0064-4245-AADC-D01E6CCD2AF2}"/>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998CB58-B19F-454B-BB4D-D635C5622F05}"/>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2F51D04-7862-448B-889F-A603BD51F337}"/>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90B3D59-D344-4717-BDF3-16BF208C1F1E}"/>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1D6E06C-7207-4873-8B67-A16536B4CC0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F013D21-1480-4CD0-A221-F59E1DC6FDC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DFDC46B-20DF-4043-ADE3-28582D76483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63E3A768-7353-46BD-BE61-9546E136053B}"/>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102F79FF-1675-4E7B-9C1E-A66FB44D8EB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74CA2568-D139-4D82-9F36-3EE1D33993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A2ACE2BF-B0D2-4C3F-82ED-0FF25E684CE2}"/>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1079ECFC-2810-45B9-A4F3-414AE43832A0}"/>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6926E1DF-E9C5-4412-AD09-6A364C77D3C8}"/>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12A1C72B-E1F3-4B02-9C37-6D914C42725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45125DD6-B6C4-47B2-89C0-32F532E3A189}"/>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480C16-F88A-4BDE-A33F-820C537B20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0719BF4-B00E-4904-9019-2101C14D97A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DFEAE23-9985-46CE-8853-0B09782CE92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3D75A18-F4E9-42AC-9E8C-528E63BC69B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D7148A0-EBA4-423A-8D39-793C76C3D2E0}"/>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42EAEF3-2011-418D-B495-F316932360D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A218C19-DACD-44BD-B139-F4EEF2F113B5}"/>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9D8DDA99-CEFF-46E0-8E19-58AC33DF3DA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F2CE4E2-DCF5-45F8-B367-9ABF2110ACFE}"/>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8D9D6D7-D744-4549-83A4-235FC4BD09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C815BC8-F9DF-4B1A-A26D-3C529D07399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95D421-739B-4A36-8520-BE25259495F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FC9B71A-FF44-4049-A924-24998C5BCA7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E15818F5-3745-408D-9EB7-28DAD9C13FB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3962E1AA-4353-4F55-ADC9-CDF5A839576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099D265-7DBF-4250-ADF5-F8CFBDAEFE6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D48DE4C-DFD1-41FE-835D-2323DD7D52D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51CD6A2-9990-4E27-A81D-5FCFE8EDD6CB}"/>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575EFB3-48CD-485F-82AF-6B6B2D7052E0}"/>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6DA39E9F-1C0B-4039-919C-39FD4B1E3D35}"/>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3C30A54-69DB-4B07-BF91-5EC40AF0E7AC}"/>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1DD0220A-DC26-4668-9156-72A436CEE274}"/>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7982E80-E3E9-4995-9ACE-AD0C781ACC70}"/>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C856E782-C8C3-4C42-8ED1-84F4684DD8F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D0F6F5B8-E774-49F2-ABB8-8A484E5EE89D}"/>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360F87C1-2F5A-47BC-9991-0BC7CDF8893D}"/>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2DD24043-DCB2-4C2A-892E-69A017A1FBF0}"/>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B48AE60-7F7A-427C-8B3F-AE80E853A33E}"/>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ABCFEB0-1C7A-4B43-82DF-EC77EA49BB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DBB8407B-C533-41C1-B110-AE1997520D77}"/>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8888448-107E-4294-9B6E-6AB4127FEF9A}"/>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D0BC1145-A89F-48CD-AEB2-2D8C8B33A0E2}"/>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398148D7-1D9E-4B13-9C28-6AFB97CA02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05F69BD-3132-4EB1-BE01-330ADDA61DCC}"/>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8403DD8A-6B15-4F5C-ACF5-3F58F3A8034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B7C16F67-B5A7-4434-A806-2E96E88CC8A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83881129-A851-45EC-AC86-E06386136CDD}"/>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1798A36F-62EC-40C0-BBEF-8F2310BF3B33}"/>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B983D490-2E7E-4278-9D6E-563C67B3E9B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29FAC116-FBAF-4560-9D6E-5C6D9A2558E8}"/>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483CE0E4-4203-4B23-B80D-F77DC4BC5F40}"/>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7D8C1400-75A3-4813-AF44-81169823B0E4}"/>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592C105D-00ED-40BB-9C6F-725896C88EE6}"/>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CD022EC0-8FC5-4922-AF41-CAA7BC728F6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875D293-4E24-454B-AE61-D535A803B9CB}"/>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29E513C5-F71C-45C9-9188-B6D2E6828A42}"/>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59A444FC-0CE5-4A83-B0D0-8DB39E3B946F}"/>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08C8FF5C-2BC5-41BA-8D80-E5A4A23EED87}"/>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A62C0905-B07C-4CA1-BE7A-ECDFD8CE95AA}"/>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52B7BF3-0B85-4D34-B7EE-9E1CE81FC2D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66F3F74-0BAC-4F8E-8A4D-69BE5CB1EACD}"/>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8734831C-B9E4-415C-8DE8-FEEF19C0B25C}"/>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D30ADB8B-F026-4576-A6B8-2892A24BA2A2}"/>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1C873090-21C7-4BFA-959C-6EDCEE1E42A0}"/>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ED300909-F7A2-4252-B007-CF8A6AFFE7AE}"/>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3A648A64-13A0-4740-A12B-E9DBEA9BD124}"/>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3A6E18FF-A3D1-4433-A60B-5E1CEFB70745}"/>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6DEF080-62C3-4497-A9D2-9EF37BC18483}"/>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C2DA84B4-C74A-4CC4-BBB0-217EA3073A3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EA60C1A-F137-48BB-8DAE-93AFE65B5965}"/>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C2C3FEBF-3224-4115-B0D3-4848B85D2745}"/>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0ACDE6C0-1363-4AC8-A9D6-CC4AB203A3CD}"/>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85B22561-42DC-4299-A252-8D3E8E31964D}"/>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08F5D6A3-B612-438E-B5D7-3F95B646AAA7}"/>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BD0DE3C-66A3-410D-A8C1-BC0AF674B398}"/>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475A85E1-9D8C-4818-B4E5-A6D887EA3C9F}"/>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7EC329EC-51F9-4941-8B0F-C1DFACA36804}"/>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946CC04C-FBAF-4D3C-9ACC-D4E5021AC8DB}"/>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9F3EF2D8-5F76-4625-A2C6-7A2B56661B17}"/>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B36ADEAA-53F1-4E1F-8575-D2F87EC153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354C2C7B-BC5F-44CC-B883-0687DE1692D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5EF6E824-408D-463D-B501-B7943DBD01B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211B269C-6B95-4896-9D1E-F81D0E222798}"/>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7A5D5565-B6F4-4348-B3CE-0AE9ADA93603}"/>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AB611A6E-C921-456C-81B7-E4ECEDAD30A5}"/>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7B0180CC-8596-4E1B-8AFE-8E8B3EEF37F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E9EFBC59-80E0-48EF-96F1-C2F346633029}"/>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B7E72C66-A936-4C32-8B57-2C19D532C666}"/>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B79D379D-74EE-4514-AAD0-EC50A126B621}"/>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4E147660-A1C4-4F3A-955F-D1E735EAA875}"/>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701E195E-A525-4330-873C-7E2EC9D44C09}"/>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BE867C1F-BFFE-42F1-B906-3D30C7A71BDE}"/>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777BA6A-876F-44C8-B751-AC6DAC64ED51}"/>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B6CA4CDB-7244-4C5C-A6EA-1A4AECD1530D}"/>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D7FF5C73-496A-4DDC-B1DF-FF34B0C1D7DC}"/>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EC42A422-D99F-4240-8BC4-F318536CF3DA}"/>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F9CD4E00-CA3D-468D-B106-3F706303818A}"/>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252479A5-A1BF-4DB8-9522-1A67696CA9F5}"/>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2ECB1926-074A-4082-85F2-1A6FD5C06071}"/>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DEFAA689-9FFF-4CD3-B84E-B8320FDF1923}"/>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0EEB0BE3-3E86-4674-801B-BFE24513A519}"/>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B60D8C-B3CF-4631-A2F9-1137C9B2BBA1}"/>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10050C96-949A-4219-9342-FA9E066AC1F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A8AF65BB-9466-4FDF-A3A8-7250935247EE}"/>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EC9F2330-6682-4B28-9ECF-30B0265F684C}"/>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91591139-F0DC-4C16-9146-935B86E4F737}"/>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A6C71825-81C5-4540-8BF9-210E9C0436D8}"/>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30A6C3F1-A3D2-4F45-978F-ECD86DD4C027}"/>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DD0D1CA-30FD-4216-9883-EDCC2F19FC95}"/>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5B49FC1E-AC14-42B2-968C-3DF39D0C5DC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A6B1276A-73E6-471A-9295-C9BDCF4170F3}"/>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FD389697-9A53-434B-B61B-95B836D8BBAF}"/>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3FEB1F66-EAC4-4840-9DBE-E2C9367D1233}"/>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7D980F7D-C9C2-403C-9649-12AA6FA4EC6F}"/>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AFDADC9B-2BFA-4B17-B1D1-66E0D5E709C4}"/>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60E2BFBB-F20D-491D-8ECB-9CA4BCDB9242}"/>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3CBF948D-82C2-420E-A8C4-12FF8AF56298}"/>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8BA499BF-2978-4086-87BC-F196D07689C4}"/>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6C30C75E-4CAA-45F7-9D67-13CFAD0F50E9}"/>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966EAA88-40EE-42B2-956A-BB7055987138}"/>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22263D-1BEE-4B0A-8E54-A9EE4AA7A0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9F763CDD-17E7-47A3-922B-88A042473428}"/>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3005055-F4D1-4862-95BB-9C1FC95559A0}"/>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B2D41557-8E7F-4F16-85BE-5B33BE0E9D2D}"/>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C522DE06-3D0E-4064-A86F-6512C2FD9AC0}"/>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11AAC557-9CC5-421D-8F8D-3DF179BC2188}"/>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5A7A1B7C-5B4A-4131-A711-3229C91952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0D9708BE-42F7-47ED-974A-1CF4DD03E054}"/>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0B17C1E8-C9E0-4FE8-AC9C-26977B3A0A18}"/>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1CD6E10B-44E9-47C0-AD25-D40D370503A4}"/>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C0DFECC1-AA02-4527-9076-F90DAC045EE7}"/>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480C9C65-EE6A-40AB-95F5-0EFFA4807C66}"/>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80234112-1092-4A7E-8B67-F5A3C8739A97}"/>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3C2ED50E-7D17-4DF3-9397-0514C60FA650}"/>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2BDBCE31-1241-4E3E-8BBF-51513D37AD70}"/>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47EA7FE9-E83F-4538-A092-FD80D4993068}"/>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D9D44FBF-9B33-47B0-9BA6-C27A3B87091D}"/>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5EF0F141-9FAB-4138-AFF6-AF422570FA0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B3E75826-D3E5-480B-8C97-68472F31EF7E}"/>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A459E9B2-6F39-4371-A06C-BA2A14D32115}"/>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08AA367E-B4C6-420B-84A2-397A2BB7030A}"/>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158F7A65-DAF8-44B9-ACA5-8B62A9288B99}"/>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7D172D15-60CD-453F-8A96-81A2FE8150C8}"/>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B39BB708-0CB4-484D-8B81-189DC735C59B}"/>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003DD929-2306-479F-A3B3-23DC8BFB4719}"/>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90F90381-AC95-4654-A2BD-515D6708A056}"/>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CB084F43-7E95-4FD9-A028-AFA4912F8B78}"/>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9110F0BC-75AA-4E55-8208-E449D2885968}"/>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584F5B3C-9769-4C03-B6F8-11D84382A97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19381874-DBB0-40C8-97E9-6C5E30952DD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DDAC50CA-ADE2-4E4B-9464-1314075C5908}"/>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02A04D08-4A31-48E4-B2A5-C65EFF47B313}"/>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A9EF506C-B077-4EC1-B739-E5E68EFD7D9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91A446EF-FD1B-4C12-AADC-C8B88A1338AB}"/>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511187F1-0806-4C3A-A1AF-8CF50D74064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CF6B45F6-17B1-4D84-A4E6-C9A89A606020}"/>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1CB25FBA-1971-4786-8853-DA74849D3F62}"/>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7E7289E-F7D2-4736-8580-313D07CD8081}"/>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BA047B7B-17B4-4FBA-979E-547504FFBC3F}"/>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A2DA3B87-96DB-4F0B-8729-F95DC3E76CBE}"/>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838CBB48-8712-4A2E-B442-35F6D4653A20}"/>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7A3FD974-EC5F-4E89-AF3D-7F88AF7EC634}"/>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80685E7E-6949-4249-9671-649EDBF527F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75CB5A11-3AF6-48E4-8451-D450DAABEC4B}"/>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DC327912-1CF8-4E89-9304-35F037EE6AB5}"/>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E9E50FC7-5106-4BB3-B0E6-3E23B39B9BF1}"/>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0F442459-194D-4625-B078-3DC493396894}"/>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A4008B96-7145-4F16-B788-E66C09F469CF}"/>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A6C91363-0D3D-43A0-8D55-485E33063668}"/>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BE2727AF-7F2B-497B-A668-FBE55AC65C3D}"/>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E355B2EE-0EA7-48F5-8688-B0C0C9EA0BC8}"/>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872DC53-F779-48B4-92A4-3AE98227AF9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8E89D37E-609D-4687-B82F-63EE7E2610AC}"/>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A9239DD7-1114-41C1-A480-FC793302A839}"/>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8FB0FA4E-A2ED-46B7-B6E5-690CABACD594}"/>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BDFE28EA-68C7-407B-949B-A20B3C95D14D}"/>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260C6DD9-5DBA-4E42-AF01-A499437DDF79}"/>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19211263-8C03-4A50-BA9E-4034F16B4EA6}"/>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3C7D161-9D65-4D81-BFF4-0C0479EEBE9D}"/>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76D85E64-8D05-4274-B841-85ED1602138D}"/>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7A69EA05-461A-40BD-9A3E-82FDF4702936}"/>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FD1D4C11-ECC8-4EA4-AD03-92C69096047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A60356F5-33AB-42D2-A6E5-E9B80D7F26FC}"/>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9055722D-73F1-4363-96B7-60C4086374C8}"/>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DEF3D68F-CCBD-41D4-B2E9-25955C6D6154}"/>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38B5A999-3BA3-4608-A01D-77841937CB61}"/>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7813FFE0-A9AC-44D0-9474-3D84F91766C5}"/>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48F966AD-1844-4C66-A22A-CE5CA9C298F4}"/>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025B96D-F716-488F-B1DC-43F430C936F0}"/>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01EF848C-4A7E-4728-8C37-55DE05D5DA6F}"/>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0186F9D9-C4C4-4124-B158-273F4DE7AAB2}"/>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41F43EF2-55B5-4820-9AEC-C7C92FB1C1E7}"/>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381608AF-120E-40DA-8E12-F85542FF2BAA}"/>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52D77923-004B-4B8D-BC2E-FB610CEDEA94}"/>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F655EABB-A4FF-4278-B8B9-C5A5B58EE992}"/>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7051EF82-5CC4-41AD-BB32-6AA05CE7ADCB}"/>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D2A028DB-F316-4B8D-9954-B1DE04638F7F}"/>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BA80BF67-E1C1-4CFB-8F94-9A799C4E0543}"/>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8009F618-5DCB-4FDA-8F62-E6DB1C9FAE0C}"/>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7E69B2BC-8E45-4637-BFC7-ABE4A621A6B3}"/>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FFAD6584-67B7-4BA5-BFD6-5A9BE28ECEBB}"/>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1D9B2C95-4545-4C47-B26F-31ABC170511A}"/>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B8FFB33-034F-463E-9740-A5D894D75F74}"/>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0E09E3D8-2A1F-4B4B-A9A1-085F8D5EAAEC}"/>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A05C6AA-476C-4D11-866C-60B02F442E5F}"/>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5629CAC7-2D2A-4ADF-A207-A70ADD46D2EC}"/>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8D969925-2CA4-45AA-91DA-F09F985593EE}"/>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853129EE-A8E4-40E2-8C74-226BB8AD5D9D}"/>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98274B91-715B-4081-A776-3DBF03BFBB2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ED4085A4-2058-4229-8828-48218DCEA575}"/>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C11103E3-105C-4230-A401-FA43171AB4E7}"/>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B3AA434F-F3B4-43F0-9318-94762333835A}"/>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5DF5B274-7B28-4530-9714-28BD1136A63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286BF9F9-DC28-46AF-B702-EC7AED67AAB8}"/>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A8B0FF1C-8F4A-4E1C-A94E-00C1BA63204C}"/>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0A8531BD-B491-4C60-BE67-41A546B36447}"/>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99D56A9C-A6A2-4078-A509-274B4229B525}"/>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064F1048-DE3F-435E-B33B-24F0B6924A9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3CD81FF-6B8D-4682-AD38-EB71708CC5E0}"/>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7EF1BAC4-77F2-4ADC-8E7B-11074E16122D}"/>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8084A0E-1F2F-43E0-901E-BC0E2FCBCEAF}"/>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62FD1A4-9D07-48A7-82F3-82C6F66EC06B}"/>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F4164A1A-E5AA-4A8F-BDB4-374B7BE88C83}"/>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6E766F1-A9A9-49A6-8D87-FEAAC650C3BC}"/>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5FED6025-D888-4125-86F2-953E46F7423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1FB630B0-9362-464E-AB5F-4236A845CD0B}"/>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E5242649-AFBC-4908-894B-8664A7C225BC}"/>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046AFB4B-B055-4AB8-A135-EDBA91C2551D}"/>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B8C5A7BB-0A50-42AA-A473-C905569BBBE6}"/>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A23E6992-9893-49D0-99DD-A5FD0DA78F25}"/>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82AB9AB3-A701-44EF-AE42-9790F69F5712}"/>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FD9E71F3-5925-4C1C-8DE4-D8CE74261D34}"/>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6D40617B-E930-4469-A8E1-50E82A0E4B29}"/>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1015F2AF-AFD1-4EF4-8540-8B024875DEA3}"/>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E5CAFE68-46B0-4198-828E-667C788AA21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F49A9413-EFD3-41E1-87C6-F844C544DE6B}"/>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E7591143-3BA3-4744-B138-1BB438B5693D}"/>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A55C6ED3-79C0-473F-AD97-411A9928A97C}"/>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588E1887-5301-4F7C-8474-B1961BC766B6}"/>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45D7C99D-9680-481E-8372-F54F9AA54F90}"/>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D1A94A55-E0F0-44FB-BED7-455FC52BEDE6}"/>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B8917045-0091-4DAE-A8ED-BA897D72F6B9}"/>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D10EFC25-013F-4B13-9FB2-BB01960E7F74}"/>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D8DE0CFC-93FD-48C3-8C7A-0CB7C3CA64C4}"/>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93FFBAF9-9B17-4B6B-A1E1-B4D46F8B8F8E}"/>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B98B1EAA-7CE3-493E-8632-B200EF3B7CAC}"/>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858CC8BF-4B79-4F2B-A8CA-077D2F77522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513CABC3-001F-46EC-ACFF-F8CEF636F5A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439462EB-B777-4925-B7B8-F3FF46F7E0C9}"/>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38CD61CF-B79B-425D-AA42-35AF260BD54E}"/>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9DAA075F-4744-4F24-9E45-A150E2E536BD}"/>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15CC2F27-EB5C-4645-91A7-E61C1478DE6E}"/>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148F27C1-8376-4D65-9F12-80FBA29FCBD4}"/>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982514FC-8AC0-415C-83B0-EAE0DDEE878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B30A4D5-B845-480B-80E7-75D912A27B07}"/>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C4A5852B-8A37-4327-B205-F62278970D71}"/>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701B8664-A3D6-45BC-8E38-06A762F63D08}"/>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910DB9A5-3DFC-4845-BAC8-1A75F754FBBE}"/>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7247AD10-97F2-4EC5-BA75-717A0C95CACF}"/>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C1D8093D-4AF4-431C-B182-25E7EBF27D41}"/>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E0D80032-A4C6-48AF-B4D7-18656641CAD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25844444-5B1B-4593-A045-0D29D502CD8D}"/>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99A0D627-5C82-4431-89B9-1D37F394BB13}"/>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32AA519A-E96E-43B4-B312-3EE3474E7867}"/>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0EB34205-AFD0-4C54-8E01-5123E8D69297}"/>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41CAD5D6-9EC4-4557-8754-EF7CE08CCD0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40F2E047-5383-4913-BF0A-428597F23C4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604C4F00-3B2F-44F1-8047-22F15FFD3D42}"/>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2A2765C8-937C-463E-B8ED-5F02719EB097}"/>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4482FE7-2180-402B-A6E2-F907787319E0}"/>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973483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EF6AA7E7-CFA7-4302-B593-418FEE9CCC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B8B12ACC-F360-4AEB-BAAC-8638E3A2482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61E7D0F2-D832-4283-950F-F63E3D0DAA0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DBA66D66-068E-401B-AD16-2FAB547499D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2960F11E-3DED-411F-87E2-7C43F59BBD5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5F08E726-E598-4350-B58D-B3698824A4BC}"/>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5C0A0A1A-94A8-4F97-AFC7-5D9D7520A704}"/>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DCBFC499-8E38-4754-98CB-9CDA5EFD4E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737236E7-AD5C-46A8-86E7-38B64561A0F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ED502BE9-197B-42A8-AB3D-C5654E0F9A71}"/>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427B76CD-7898-439A-9AF2-36F6E83FE4A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D8176251-ED29-4F6E-A7A8-CAC9DA8FBF0E}"/>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323B8FF-085F-49C4-BE15-3FCBD00B6121}"/>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B1812EE7-22B8-425E-B9DB-02306E7B1DDF}"/>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63759FF2-C535-4CF1-A1C6-0536DCB586CC}"/>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6159C1CE-5A2B-4919-BC8C-39FA40A98390}"/>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CD095981-A1CA-481D-AE95-31C6D819036E}"/>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BEE5CC0C-BCF7-438F-88FE-7B873E4B9622}"/>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F283620D-1F88-4735-B393-24FD58B2E066}"/>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7642308A-6974-4981-A0CC-7778B96872B2}"/>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AF96719A-D08A-4E85-8A9A-5ABE7BFA0F7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01AB3F13-7A36-4BF3-9FA2-EA0C652BBCC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416B8ACE-B745-4E9D-BC49-C6AC562A4BBE}"/>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FB8C81D7-8E5D-4D9F-ADDB-39EC214EC92D}"/>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4167C123-BDB3-4CCD-9A43-8B98BC287D5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00FB5699-B56D-43FE-8D6B-A77BC88CCF88}"/>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4609CD2D-C65B-4298-9879-F60F80E63B2F}"/>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0EBCA6A1-7556-42C0-B367-CE86B2D225E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5E366490-C7E5-4341-9BED-B29C04ABB388}"/>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49942EFF-CEBC-499D-91A6-F78824DA484D}"/>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678F514E-A160-4949-856C-9D0C8F526EBB}"/>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683311B1-2870-439B-9CF2-4434D0C4BC1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489DCB5D-FFE2-457A-8697-5793883CF41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EB39D629-010D-4302-815A-3CDDB19BCE95}"/>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F8A3488D-A635-4820-938C-CBA09995E37A}"/>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52ABA272-59A5-4AAA-BC82-22F9B935913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094BA73-D0C3-46DC-A82D-D46F43924B83}"/>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CDD79DD4-8006-4510-B7BD-377597F5E79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1B3D50F7-0462-4A65-B9D2-99F8696F04D5}"/>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9D31DDD6-C999-4DBA-8821-F437DE35760E}"/>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C04499B6-61E7-415A-89DC-20D2CB367D7B}"/>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BCA0C3F7-49E3-4BE9-B026-4AF626DD032A}"/>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4864E88E-2DE5-42B0-B4A3-AF8EEA30C8EF}"/>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0EDDDD92-0497-400C-85F5-1E2BC5A7497B}"/>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CCFD5A45-7BD7-4703-985C-B69F7CCAF863}"/>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EB0BAF87-B47F-4390-A404-6D9484E5AB02}"/>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8FF95ED9-6242-412A-9BE7-CB5DD305334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3AB58FB3-2139-4F58-BD01-44E14B4E9AF7}"/>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5CE1F282-8C5A-4139-A8E0-FE8B19CC0E09}"/>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7827629A-1C1C-4CAC-8669-B72241C9B3E0}"/>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B7AC4F73-CD74-4E43-B565-70A3066B5FA9}"/>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25B7BE0E-791C-4E7A-AF22-FF45E400BF7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FD638722-05CF-4D62-B6ED-D3B4DBEB7A6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E3520F13-5837-45B9-A16C-439C2DD59D49}"/>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EF590290-0E10-4171-8F94-9C92491FE164}"/>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D0180D7-0297-453A-8B40-8B626657C82D}"/>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9A3F0A06-C973-4DE1-97FB-60201A9A370C}"/>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CCB60F9D-20C7-4489-921C-49FF025F959D}"/>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7FB7641B-6652-46CC-AA72-E24AA8124C86}"/>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59552D99-39C8-40CB-90B4-5F48626977BE}"/>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00556B82-9695-4BE9-96B2-4DAA00BCCAE1}"/>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608F2127-BA9B-4566-A7CE-AEF8917D3F86}"/>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7FD8BC42-14EE-4CEE-8B0E-5B5FA72B73C3}"/>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B5096D3E-31EC-4877-8B19-3435F32A08AA}"/>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2563BF0A-BE71-4FD7-BC3E-97BF28A855C1}"/>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E6D85088-EE54-43A7-92B2-C8E2C09DE1DA}"/>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17DD7FAD-2CE3-40DA-9EFA-21221CE90FA7}"/>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BB934A9D-41FA-4E52-BC2C-4BF67B83B899}"/>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9A0F530B-207F-4034-B28D-84DB4A54F2BE}"/>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A95F61DC-DB07-4F8C-853D-738AB0840194}"/>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5EBEF3E9-A336-40E3-8823-FCDE1FE8D8B3}"/>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602DE894-A128-4F98-894B-BDCEA3A9BC09}"/>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4573F0C4-82FA-4EC8-A5AF-BC9A1F303749}"/>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BE1C3794-BBB5-4108-9935-4B3F83FD8607}"/>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8E821E39-11CE-45CD-B27B-24CF72DFC6BD}"/>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6B1AAD4B-72D1-461E-9966-A07C05A8B68C}"/>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32776343-40B1-4D8D-AC69-F8864BA5B459}"/>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A94267B2-CFF5-4A7A-A328-0937A5E1718D}"/>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FD69456C-65F1-4973-A2A1-0EC9B3669C69}"/>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B0786698-DE44-49EB-95A6-9F9A64F50795}"/>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3D5D63A7-002D-4A07-9E8B-02194FC63C17}"/>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E7A95F5F-6EDD-4345-AC0C-6D3AED93E65A}"/>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6F44BABE-EA64-40E6-A896-6D66D07D4BCB}"/>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E3EACA7D-5854-49A3-8B5F-466BB06A6D5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6B247A0C-C526-4056-BC03-2ED891A1DA11}"/>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6E85C67-ABDF-4E04-88E1-46D190445D29}"/>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347E04CF-99E8-4E17-81A9-72E65F7ED404}"/>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076C245B-56BF-42CC-A9D0-565D2A4CE61C}"/>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EE19ED36-3866-48DC-B4E2-B6FACB04BB5D}"/>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47237FEE-998C-4024-9E38-961621C29DE5}"/>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E7D3F98-A1CA-460F-BEB4-20270FC11C5D}"/>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BAD5BC9F-782A-467A-94C9-F664382103B4}"/>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EB589AEC-1475-45C2-816D-2F9B16DBD71B}"/>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6D4A441B-2064-463D-B163-990C26CE36F5}"/>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D8CBADC0-1EEE-42C8-B020-747CE8AC8FA8}"/>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AAAE8D3B-C67B-48C9-A84C-385E2CE46422}"/>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DDCC5521-CF26-4C6C-9367-787FDC4415AA}"/>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26CFDC82-A40B-4B1F-9AF7-A3AC71D1C2FB}"/>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0131C27B-A3E7-4370-B692-8680287C29C0}"/>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DA052E61-DEF2-4942-A439-C09162335D9F}"/>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0D1E5355-2ECB-40B5-9ECD-6C815EBAA7F3}"/>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6D2D8F60-3EFB-4EBD-9A31-31F59AFDB89F}"/>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CB42A2A4-2426-4DD3-9EDF-9D923CB6F4C2}"/>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21590B57-FE12-421D-B9C3-320B12CEE4AB}"/>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05E5B17-076C-4742-897D-8633CC90165A}"/>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D7F6844E-280A-4170-BB0E-33FFB6B3E178}"/>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DBD71563-AC80-4690-BDA5-C5E7A8FFEFDE}"/>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BBDB1481-C6FA-41E8-BBF5-27EDE6399972}"/>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4ABF4FED-2DE0-4311-8A35-118EF65E95B5}"/>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CF931000-66C3-4EA9-851B-7FBA20BCE47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6EE65618-C90B-4BB6-972F-94416F1768D0}"/>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FB62232B-CEA1-4FDB-856A-DD1076BEB300}"/>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6EEB0829-519F-46BB-9F44-507EC7BD83DA}"/>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BED03308-A3BD-4FBA-8CBA-AFE77FF5E564}"/>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D58FE16B-1EB5-40CC-97FE-61D0AC163B52}"/>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1B08C725-054B-4DC0-903F-597A0AE117DE}"/>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8680B55C-AF0A-41CA-95F3-C7672B9452DD}"/>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A97AEDEE-05D9-4D97-9E8A-CACD182DCCB9}"/>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694D7372-E551-44C3-B713-5BC04A449F3C}"/>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C7E1F0BA-DD34-4FE9-A7EC-A6BF0A78A6F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41D64992-7AF0-41E7-AF19-030E3D046715}"/>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3E8E42F8-A8D3-442F-A26F-C7A35ED0E0B0}"/>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9AAC7865-A76E-430B-86DB-C3EA3AB4AA1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8E5691E9-0E9E-4077-96A9-606C2BC66C24}"/>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AE413BDA-D156-499F-B8F3-B143356C9D8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39A4A96B-2F51-40F2-BF99-8AEF2DF5D96F}"/>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6C8CA28D-60D5-4EB1-93C6-70B01668C274}"/>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31993372-096B-4D90-9173-F7C5EA0EDEAC}"/>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49BB898E-A8D9-4238-A194-912677EFB9F4}"/>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A25A9B6B-742C-416D-B972-A4AFA6589588}"/>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0E9DAE32-C969-41A1-9F06-23C9450EAE27}"/>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D979FE1-4F22-45E7-BC16-27C85045FECF}"/>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B1E350C4-EA59-46B4-9CDC-0FA75A29C1BF}"/>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4CD1FCD1-3A67-4DC9-995B-B0263801CA4E}"/>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607A2305-9A6B-45B9-8920-523918FDB3AD}"/>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5DC146B7-1452-4A44-9318-6740ABF25EE4}"/>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C9FE2C12-8703-47F4-95D4-5173F14D3CF5}"/>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BB4562C2-DB6A-4AC2-A424-00E4E1116A0E}"/>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5E11F91C-BFCA-47A4-B5AC-A87EF97DD4B6}"/>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3FE1C58A-952A-4B11-BF8B-F5EE7F593C1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0DE7FD83-3725-4574-A682-46E6CA8129C5}"/>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7D240767-E354-45C3-8F38-D1DF77C40284}"/>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86A77CFB-2B3D-469E-B443-199F83D532C2}"/>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7728013B-58F4-4F0F-A65F-456C26DCC934}"/>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C0F954B2-6D66-4109-9227-AF428B23970E}"/>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568AD41F-AA68-41A4-9179-D18B592810D9}"/>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BA2DF226-3D9E-4956-94E7-D838CE8165FD}"/>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EBEBC101-0879-411C-A7C5-95BA4F7F6DAB}"/>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C72DB567-3601-45DB-88BE-79BEF6257AF7}"/>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2E2FD07D-FC83-4444-9533-FF30120FC865}"/>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369E2C07-FAE1-4DCF-BEF7-C87E8C79652A}"/>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A02132FF-5B00-4591-8A3F-7D88FFB5A25E}"/>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3F887969-5A8F-4704-B3D2-D1BABDDB6AA3}"/>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AEDFDD4A-2778-44C3-815E-E7F442ECC075}"/>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3A7C272E-3489-4625-B5B4-536932E412B5}"/>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460F42F2-B7C4-4B4A-A136-5372BB635CAD}"/>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5947D5A4-2283-41B0-92BA-11C46C8F563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1F45D2BA-BAC5-4623-A497-89B12BCB493E}"/>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349F24-1BED-4EAF-8152-FA8B946B8302}"/>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14B7A37A-05D9-4532-9CEA-8F10380359CC}"/>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AAF2A876-A73F-4E24-81A2-2690A4A51C42}"/>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283989AB-A519-4811-96D3-0274C600AEC7}"/>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5FB4083F-3395-49A2-9E7E-C2FD20BB4012}"/>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A20B0437-33BE-41F5-A4EF-617EF37EA159}"/>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C9708617-8229-4EAE-BC8B-DF701123D26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18047F02-CFAE-421F-9B93-22FFD09307BB}"/>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21851994-7AC5-44B8-9B73-A66525F8FB7F}"/>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8982A855-5BC2-46FE-9C7C-8146EE4A0CA7}"/>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B4C6D162-8E5C-4BAA-BE5A-B53991150F44}"/>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31E1E58F-DD07-4F3A-9716-13DB37610D89}"/>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BCF89135-F6D6-4E78-BB99-05E4CBBF7113}"/>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87B4DC90-8637-473B-8123-7468116CCF6D}"/>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2CC3A3F5-3CAA-4061-AAFC-DC801F4B2380}"/>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F2156609-ACB5-498B-8B96-BC7C0A434A26}"/>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B9755A8E-470F-425A-9E3F-AAE8E288B16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F13030EB-E182-4C5E-B325-7C74504596BF}"/>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6696796E-0993-4241-9B86-79E12A190682}"/>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D74F244B-5A25-4001-AE1E-8AE57F40D669}"/>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44B0C4B8-4F00-447C-867B-0ADCA9ED589E}"/>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E26A026C-7CF7-4B5A-A366-799FD05C68D2}"/>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22C79BD8-FBA3-471D-926E-45F4DE779DE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53C05BC-AB14-4376-8ABB-0AA8264AD886}"/>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7BA29C23-B2B0-46B1-B5DC-8CB9AC366CE0}"/>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EA3B5BC5-02EB-47E8-86D0-584B4897BA1C}"/>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62964174-8E36-4BC1-8E77-C319A5960AD3}"/>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CEAD7F72-FB65-4DD2-A426-A33745681533}"/>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7B75F542-8AB5-4A72-823A-76121CAAF78A}"/>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7CFB82B6-A712-4972-83C4-15B9827E3FFB}"/>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DD632CF0-3E18-4694-BF3A-B6A0B9CD6691}"/>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EE6E88EB-F115-4F49-9251-A273C7A1D09A}"/>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9E32802C-F627-48D5-B669-72A347AF1DE8}"/>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55FC9D74-12A1-4399-B548-6613986F6280}"/>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BE2F843-5C7F-4279-9924-727B6EF9B1A5}"/>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E976F0F7-4135-472B-B9B2-E2FD13A7789F}"/>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46989650-B816-466F-83E9-101E50989FB3}"/>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2B2F88DF-A683-4F98-BFFF-FD3A82969183}"/>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3DD94820-FA66-488A-ABD8-CBD1A9FB9C0F}"/>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431B3385-6FD2-4883-8D03-0D3661DE8C78}"/>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9C414FB3-DDF0-43A8-952C-8318693649D5}"/>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5C0CF358-1D8E-49E7-8257-5F8FB9F35FCC}"/>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11134420-441D-426B-880A-FBA35D994E03}"/>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6467BC0-CF69-4CDD-8C30-FB501AD9A896}"/>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C8F1CAA5-AD7C-40FF-B699-CC06E7409AA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7139D498-59B9-48E4-9D66-F747F7737F8E}"/>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4C36E59C-2AF6-48B8-9886-6F925154B66A}"/>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07E9617C-4E08-48EC-9509-882FBA5AFEB1}"/>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CA6BDC1D-1A3E-448E-BB1D-5F33397B1ADF}"/>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455494F7-2790-40D3-8D0C-7E7898326BAC}"/>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34189CE9-5169-4A0D-AAAC-3C41222C0D2D}"/>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0E5241FA-08BE-45FF-8146-C26940154D0F}"/>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B35150B1-A317-435C-8EDD-BA67B51AD769}"/>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708C2A9A-5702-4922-90F9-F919D8757219}"/>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3404E319-7E6F-4C49-9CC8-62F1FE47D99C}"/>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A5536A9D-CE3A-407C-A1DD-68651E22B9A2}"/>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13B3F9D8-6993-4390-93D7-D28A695E07A5}"/>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C521F387-1232-45DC-9328-1BA2D3E4BA77}"/>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34B34719-CA29-4232-9B1D-0036C0CF4F93}"/>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22C1A177-229A-45D1-BC7B-0BBBC6E33E42}"/>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C697EFD5-8C1A-406E-AB48-5244B420AC37}"/>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D4D7FE4E-74D8-431C-8054-45C3C976D3F8}"/>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1AB4083-8098-45C6-A913-53465D2631DB}"/>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AC28239D-ED7E-4AE9-84EE-B43BA6E5705F}"/>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9D45F6D7-A9D3-4A6C-AD2E-216E604198A3}"/>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A919421D-B1B8-46A4-9F73-EC9760CCB763}"/>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EFE3BD0E-8A08-4259-89A4-BF88D1A424B8}"/>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49659515-EB55-4D3D-AF33-5BA84CEF3FE5}"/>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3E272796-F5F2-4DEB-9E09-0F85213D5A49}"/>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E7374F36-5772-4EED-9986-51D62B33EBC7}"/>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EEED22FB-2B77-401D-9906-FBC351E4D916}"/>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0A8AEC83-E4A7-447C-8D13-9F088E0619E2}"/>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79D0E7DA-BE77-4EEE-AC54-2A5FA0F57C8D}"/>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FA68D3C-C0F8-4A9B-A0EF-81EE4371623A}"/>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4DCF902C-EA78-46A5-BD01-A6279CAB9038}"/>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B09EE3F8-16B0-45CA-89E3-B7A73ADC417D}"/>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106D9430-9011-4DD0-A080-9448B8A5646E}"/>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48363BB2-AC2B-4783-9528-F000402A79CF}"/>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DBD802FF-03FB-4D2A-A7C8-419A150BA098}"/>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FEC3A8D6-1DCD-490B-AAD9-163DA7902989}"/>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3E0B4D48-7439-4F37-A35F-F1D71304DF04}"/>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DF097DB0-98F0-4FFE-B5FE-0CD59A67A652}"/>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546E4476-D754-4CAD-AA2A-C27ABA0B3306}"/>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5F294762-D378-43C9-A669-5E7E5D1975E6}"/>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5BFD428A-45C8-4A28-9668-9AA0D80F2F57}"/>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E542AE28-1E84-4852-9FE6-5AB884A3B6A2}"/>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A324BC67-75CA-442D-B38C-0B057518C95B}"/>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231E6E56-2F0F-4DD3-9572-3EF320FE17C3}"/>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D855FF90-82EE-42C0-8656-6F89A892B2F8}"/>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A66DC805-85FF-436A-9A83-5DD510AA180B}"/>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F9C8F40B-FAC3-4D4F-86A8-BC48AE4B3857}"/>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41A4BA7C-AA2C-4C5D-89D5-F05520FAAE30}"/>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71F0195D-E709-4E7E-9127-BB25A13A8488}"/>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2F873692-F33B-4029-BFD2-3AF0D4966F6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7CD6E4BF-52FA-456F-B601-BC927952CBD8}"/>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F8537F6-772B-4044-B07C-57590D414449}"/>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D0F0BD6B-8F58-4039-93BB-EE1B84DE491D}"/>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57109AE0-B13A-49FF-9510-AB095A79F22D}"/>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DD8570D9-7933-4B23-89DF-83130EABA115}"/>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5FD260-1526-4A1C-9F61-E73506DFBFD9}"/>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824417E2-9758-432A-881D-0039D16AC62A}"/>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5E916C6B-4E9E-4D3F-9125-684445922F0B}"/>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230FA88-5473-402B-8483-6A539565B9BB}"/>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803ACA7-5994-40AF-945E-EA03E70B45F9}"/>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2906B3A0-EDE6-4462-B674-45AA26B174FD}"/>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C9656219-A41F-428C-A55A-5E2472C00013}"/>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D66525D3-1E12-44EC-992C-ECAEE99FCFF3}"/>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3B16F963-0945-4784-97CF-73C1087B2BC5}"/>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A6CCD14B-5E5A-40E2-B76E-5A57C136E8EF}"/>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113BDB7C-C6A2-40E5-BE02-39A97B492EA9}"/>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821D7300-9020-497D-A27E-C000E13CD66D}"/>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08C72CA6-2014-47FF-A57F-6D9D05055175}"/>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132C9274-79BF-445A-9C5A-7554AFEF5F34}"/>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114D8D84-1371-44A2-B3CA-9DC7304BBB30}"/>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116E0515-2524-4088-8C97-1568AD460408}"/>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E1CFF1-8476-4D57-A65F-4D23E66AD966}"/>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BA135505-B45B-4EBC-B72F-3B438BD96896}"/>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596ED37A-D013-4085-856A-9F229C2F88BA}"/>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43619D77-A3C4-4583-8FB7-88257CE4666E}"/>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486AD4C7-9E58-456B-9F47-010998584949}"/>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6F3C0B7C-1EC2-4F1F-9E87-A3A05D953EBA}"/>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CAD1C2D8-83ED-4C87-AEC9-3D8151175E6B}"/>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426F2160-0CB0-4119-AE9B-48A4375C1788}"/>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8DA573AF-F7D9-4706-96CB-F1095FCA31F4}"/>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A94FD590-C9B6-4D89-96A3-69436D811729}"/>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06250986-CC8E-4C63-A0C8-B2C36BB67EA4}"/>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5688BA66-1DE4-4F78-B1AD-07C62BAD7749}"/>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5E19A266-A203-4F11-94EE-3FE0DCCCD43E}"/>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4C09AE8A-7592-421F-8112-8E17F71F304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2564EF95-C743-44B0-86E5-82F20B6F0003}"/>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72E173EC-BCF9-4A6F-BE6B-F6CAEF516210}"/>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5E4E3724-6884-4419-96A3-E73A54D4DA1E}"/>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32FC3034-1F3C-4BCD-ACC2-24C55239F209}"/>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31D7E240-9183-48F9-A592-DED5403D70F8}"/>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CB457F5A-399F-4BDE-A5BF-263F825EF0B8}"/>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1ABFCD6D-6933-47A6-B37D-78CDF0215433}"/>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6228B74A-60EB-411B-A433-B6350329E4BE}"/>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32C2A880-2CD3-45C1-8279-22E3EAED03CB}"/>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16E819B7-3263-4911-B6B7-A9F8A21AA54C}"/>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D82C77F6-F880-4AF3-BD58-2061A9CB605B}"/>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132C218A-162E-48BC-A4C9-514FE234DC98}"/>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4395187E-930F-4E48-A19C-9E73B1A36288}"/>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3C24D727-713B-44F5-A3B0-15D3C94A00FC}"/>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83046212-4081-428F-B4CC-35C516C2038F}"/>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F8FA5015-7F5C-44F5-B7E9-95E0A5823339}"/>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13780312-9A77-4AA6-9787-3638810A6E02}"/>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CBD5DA3B-77B6-40D5-8298-7D764BA1496B}"/>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53D74B1-0AAD-4D78-BDFE-F1417F673774}"/>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25ED1600-D64D-410B-B948-E178A1D5703F}"/>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A40CCDC3-F9D6-4971-898C-3E5DD27FFED8}"/>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C81EA946-BF7B-4FC4-B93A-7C736827E3C4}"/>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8C92AB20-E3BF-4A1F-8A38-5D214BB5601A}"/>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BC771A4A-46FC-4F08-9CB6-C0AAB8A93C98}"/>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6506FAD0-21AC-4268-8422-1D0E2D489DED}"/>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A2A51953-F072-4354-8FD7-2A9F0D069BE7}"/>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F017ADD6-09FC-4910-82D7-E109E5ACCB62}"/>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FF19D94E-0045-44E8-A0C2-087BB17AB30B}"/>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38B2D526-05F5-483F-AF0A-4DCE365FFF90}"/>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578B8394-0A66-408A-9F7C-2AE9E43B82EC}"/>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EDD48BEB-8631-4E32-AA0C-0BBC4967BB18}"/>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D9A0CEAE-2EFE-44D5-8B0E-F683FC723FD2}"/>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F50A152-1877-4D15-89ED-995FACAB99D5}"/>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5B9BF026-B987-48FC-BA4E-79375172EBA9}"/>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900879BD-D2E3-4634-A882-543AE27FA312}"/>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5BF211DD-D392-4603-A0FB-241BFA2D1289}"/>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47A04EB9-DF97-47ED-936E-D50E7F6E486B}"/>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B1186D0F-AC6C-403E-8CF0-00905E6ED4F8}"/>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E978BD6F-EB60-4C0B-A3FD-DDDC97945AC2}"/>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D6855DD0-D8EE-40E3-8A77-4BCA311FBD18}"/>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DCC8B25A-ACE9-43C8-AA23-9E813585A563}"/>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054C61DF-22A1-4C86-9A4B-D98B2A1FC81C}"/>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64262CB7-B946-41BB-B50B-63BD978349B4}"/>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94658E88-9B4C-42BA-8E3E-E0F5E6EA2508}"/>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2A7E9688-7061-4F16-A888-68C8819AEB94}"/>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C766FD1F-5FCB-4464-B8AF-1CC3D2E1B78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F515162A-DA9B-47BC-BDCC-9FF526401436}"/>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51FBE5E5-9EA1-4F50-8066-1F79F807265A}"/>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784D831B-8B4D-4DFC-BD50-5EDEE8AF14C4}"/>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F5461CA6-8BED-4895-939C-08AC1D67EE55}"/>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FEBA51CE-7B3A-41F7-BA9E-67A8E074F1A9}"/>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BDED7B6B-ED67-4D16-B7D1-C13FA2AE4AFB}"/>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FE81EBF-4AB3-4DE5-B143-9846FDC7106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45E88B7A-92E6-45AA-88AE-61388D5E432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C7D08C8B-F7CA-4DD3-8A28-B41928124E17}"/>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5AE5F802-6615-46D2-A12E-4C7CDC5CAD82}"/>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A4E04F43-412A-45AB-B630-0FE084E431C2}"/>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F9ACC11A-490E-4C1E-9DC4-40DE89DEED01}"/>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84098215-DEB0-486C-9FD2-2EFAD84E0F16}"/>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D86C1012-1640-47A0-AAE4-70D4C5535FBB}"/>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A071E68D-388D-41B7-A0DF-A5BC0E5D8FD4}"/>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9B706FB3-06D5-4397-99B4-6A7E88149681}"/>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69DA83C3-DE33-48D6-9D90-AA63CBC880E3}"/>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243BA4FF-CC29-4FB9-A027-CA7937A1A064}"/>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76306547-B986-472B-89FD-93088CED2DA3}"/>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D71B68CD-15A2-451E-ABEA-B5B5941872EC}"/>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18857D36-D71B-477E-9C09-0D819E603DA1}"/>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77C87000-E925-41A2-B026-ED495CEC4BAB}"/>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6EE4738F-E614-4FFE-8105-EE1AFF0CC79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1DEC06BE-CF01-44B1-95C2-F13EBAAD1D94}"/>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C6CA61F5-C879-43D8-8C27-953C29B16C3A}"/>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8114E392-2C29-42A3-A8C1-C0ED182EEB04}"/>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59BBF83D-8A7E-488F-9F24-BFAC8360AFA7}"/>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12A6CCDD-9E8B-4DC8-9A7E-A412CB4E43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704876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89DE4D23-7BB0-47B8-AA5D-F0B605C226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DCEA51B2-D8B8-4A84-8535-4FD6D25D0AB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7ABE1B7C-96B4-4EA3-BD24-01F2FA567466}"/>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722B20DA-39A2-46D2-B219-CCFAFBCF2F0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F36BBD25-B2A7-4552-AE7E-A6C6507AAC6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2AAA5E75-8130-4415-802C-50E58F02B324}"/>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7C4936DC-C2C6-4EDC-B54A-5E0676AAD203}"/>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895CFEFD-F481-44DE-A41E-EF864FA0A09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49A4F738-9545-449C-9492-929CE80A955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B4BAE0D-FC5C-47D9-887B-F3D590548A1C}"/>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C3BB874E-2223-4025-943D-D89479323B7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FE708AD2-D291-48A8-B394-30C42844D24E}"/>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6910759D-E663-4C3B-92F6-11DD90C9C533}"/>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A372D632-98DF-43C3-A4E4-7C053C1CE709}"/>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16F803A9-0D0C-4E96-AAA3-FB39E8085CCB}"/>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C9129BEA-EFC1-443A-B393-06C642B1A6A5}"/>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526054FB-247B-4A8F-AF45-5A55DBFEFBE8}"/>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7A84701A-C1A6-4A78-B745-58B18C34E633}"/>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23F4E7C-46BB-4E30-AF10-A39E4A7D0758}"/>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10C877EE-8990-447F-B354-E53EEB50CD14}"/>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4CD0AABE-3B21-4F8D-A7AE-32B452FC9A0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00EF3549-E228-4454-8DE5-B0ECF580B45B}"/>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79CFA2A7-5820-42FD-B0AF-FE02CF7AD5E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F7D0BCAC-7AEC-4488-8BE4-2A7EF324B53E}"/>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2C076D70-63B5-49E7-A741-98B7BAA442CD}"/>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A79473C1-28B0-4879-98D9-E49FF8C2F8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6EDF5B90-9EC8-4D38-B654-D708A3E92C2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2C377E9-DA8F-49C3-862B-AC46372DBAE7}"/>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CD61D65-C356-4982-A61F-5A6542648194}"/>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5E9622D6-5905-4305-9D81-FA75F618D38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483F4550-EE69-4423-960F-25C26531F144}"/>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CE04F8DF-02E7-4586-9046-4F0127EC2392}"/>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C9F964F1-BF73-4845-9844-DBA7B8F8FD9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232E6E0E-BD6A-4534-B844-7A6B4DBE8DD6}"/>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EB8AA2EF-EFBF-4A5E-A074-0927C0DED6BE}"/>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DF302433-BB7B-44CF-A081-7B7BF85D49DB}"/>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7B0B8314-672C-476E-B484-1122FB5F12E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171E0E42-9BB9-4575-9177-A9AADE8B9B34}"/>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11612961-4B13-4B3C-B479-9942AE9C85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9457D9EE-F401-41A0-8518-F40C2A2BC3D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4E107E0B-4CF5-42C9-96E7-746387C1D0A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0DEA0ED-C6E4-4908-AF7D-BC7F2E37FF33}"/>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1D2F1D3F-38E2-4F4D-8C3D-F7BF708D1198}"/>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1B4C3DE5-558B-40E5-83BA-9860CC78FB4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02A94A0D-C714-4099-8AE0-F919C5FBE0AB}"/>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87850DF3-313F-4EEF-BA15-5D205E80DB93}"/>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60D2D626-106F-4F04-B0F8-D3D9B838A907}"/>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DC3AFF37-F1FE-4526-8E60-031EBE8829D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D9DB61DD-4DED-448A-A038-C3DA4E135296}"/>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57EA8CC7-A0BD-48FA-B7AA-58FBA6707E3A}"/>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D91A4FC0-D406-4172-ADE6-05A2E153CF4D}"/>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010B37D6-2546-4BD6-A380-C9A45283A143}"/>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CF63ACA1-8FD3-4A5D-A4DD-DDF94072BE1A}"/>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D513DEF7-FBAA-4218-85B9-43DCF96D329A}"/>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5DC35F62-02A6-4087-A127-6011D644E62A}"/>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87631A4A-7E44-40A7-9CF1-D1570A45A3F3}"/>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293A639C-B2E4-4A73-A38D-D5C3C8F8A422}"/>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01456B02-57E2-4029-A78A-9CCC3FFDF701}"/>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A05DFBAA-F223-467D-A1EA-AEFD0C257AA2}"/>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078C1190-230A-419A-AE08-3662420B5B9E}"/>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0BAC4461-08BF-40CA-BF6C-A328846FEE89}"/>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0E6FB530-F636-44AC-9A76-E2711979449B}"/>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8F06DCFF-4FF2-4989-9D44-8FDBE1C53967}"/>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0BDB432B-32CB-4245-88A2-593E6BF0AD21}"/>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01A53766-AD78-452A-94B9-30E8A260D766}"/>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94BC00E4-C397-49D3-BA1D-3C01B76E9F63}"/>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F7981C42-FD70-4232-B528-3677416E91BC}"/>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9A55262-D184-4ECD-A500-FA54FBA460F5}"/>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3A4D5BCD-ABA8-4EAF-A719-17128EB73720}"/>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2864092-7924-4201-97D6-9EBC73297CA5}"/>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FBE68A42-E2F8-4F91-BA7B-804638910430}"/>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39C9DB84-F716-4AF5-8A6A-3881517D230D}"/>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54FE921A-B509-4761-9297-2E4CF99D6E07}"/>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B5755717-A2C0-4689-B4C4-951722E78F9F}"/>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97A7E3EA-0597-48EA-8388-477BA84DD171}"/>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8AA92A0-12A9-40D0-807C-65E76E60C8D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B3640A47-A32E-4E0D-B560-897B7403F1FF}"/>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075C8D80-D40B-4F9B-9140-8C4D0D5F1FDC}"/>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CC69693A-9FC0-4A68-BA33-5BCA888C696A}"/>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0EE93744-F785-4056-AE24-5EE5546F123A}"/>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5E3F28EA-0940-4475-A9BF-A53D0B0B6F14}"/>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8CF6F1E8-90F1-448A-ACF5-87F4D2E487D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2A976C13-DF99-46BB-8EA5-D9CFA16D011D}"/>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CF74ABE6-C87A-4C90-98D3-BCF4D1D9D9E1}"/>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6D20B859-26D8-40CB-9079-516A09029E76}"/>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1A639749-1EBA-409C-AEAE-B03A5F76DE81}"/>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0849BFFA-3363-4532-8FF1-DB815E6E60AE}"/>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A57EEAB8-715B-4837-BE23-5D64B4FCA01C}"/>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A81B6164-3BD9-4ECE-BC44-FFF82F8EEA0F}"/>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0F3E0634-2874-45C1-968B-154F21A15A0E}"/>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2EE675E0-FFD2-4DA2-B7BB-E05B04441110}"/>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D79E22C-4F90-4CD0-BCB1-45C7233091C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DCFF8F4B-E1B8-460C-A504-6E4251E61AFD}"/>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60532068-BB36-440F-8FB0-1444780A7FAB}"/>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E663302C-6F7C-4047-A0C1-2D3D1AC45C55}"/>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9E0E9106-F99E-47F4-927B-4E834838B433}"/>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4E1BB4F9-B726-4895-ACCB-076A9FB9A84A}"/>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333C9E59-3415-4AB1-ADB4-15643AF2AD9F}"/>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403A176F-E422-4B95-9246-2709E959BD99}"/>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8BFDA2C-E841-4166-99AF-B3E6A4063D99}"/>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3E2AA46C-68E1-4773-8361-F5EADB8DD710}"/>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9AA928BC-6BAC-41F0-9B43-156A25784EE7}"/>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33026AE6-5DB1-4012-BACA-55AD397A3429}"/>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BB6537CD-6B83-4C27-BC2F-0F1D242E1614}"/>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034939C-BB3C-4B10-8BF8-512AC384EABA}"/>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906D9509-5B55-42FD-B822-DB201F96BD1C}"/>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50756455-2C07-472D-9FA8-326AD4647336}"/>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1E880E36-674A-4D32-929F-7D3555D52FDB}"/>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EC0BAD2A-3647-4F21-A3F0-D603DFE0C20A}"/>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6041052B-F405-44A3-AFD9-2A2A0EF96BA7}"/>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28F794D7-74E7-4AD0-8075-263A9541CB4B}"/>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43680D35-D642-4BF6-A65E-AE012C1F8A04}"/>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6250B346-D9AC-4521-9F06-5A36271F6A4A}"/>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F041CB0E-39D9-41FF-B35F-240921ECEF4F}"/>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AD371371-3B8A-49F7-A30E-B0A895C6F330}"/>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0EF94025-C723-4818-B8FE-39C5D2A7FAE6}"/>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8C8E456-D984-49A7-990A-6D6D3FBF99C4}"/>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7654CEF2-D530-46A6-8DAB-C14E82B3612E}"/>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D6835750-8E48-4BD9-8692-0242C9AAA1F4}"/>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7D85D696-9E5A-494A-8F86-D7E63265219E}"/>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E3B6C5C3-B0A6-482A-A7BC-0FE7132D3B63}"/>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0CCB4775-1E5A-4223-B313-C44483591405}"/>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57CE809A-78BA-4FD7-A0F0-14B89964394E}"/>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B0B79D67-710B-4EED-B538-E8C8AE36CA03}"/>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6B9B790-A969-44DA-9D5C-96ED69B995B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6179D199-1E5E-453C-94CF-7CC5E5BE6E9A}"/>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B42C6DF2-A426-4D67-8475-EEDF985684D9}"/>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F5B26749-D20D-4524-97FE-0788AE0C81C4}"/>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0F8DB1F1-BA99-4753-A0D3-6A280498C14B}"/>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AC79B26A-3CC1-42E2-99CF-DB584D8D115F}"/>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EE7A425F-6FB8-4223-82BE-E62DE862F816}"/>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7DFDC8D8-D777-4937-832D-76BFFE7F8081}"/>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7BAE5530-D2E0-4D24-86B0-F60CD0CC6E49}"/>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C0FC962D-5851-478E-85CC-88E0026CFF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A4D05289-0B69-4411-A44B-0A2C16AE4E9D}"/>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E75CDA8C-1A9A-4B17-9613-0D6A590A6B58}"/>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BE589210-6866-465E-A0FB-2A76A624CE36}"/>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F5CE2E7F-E83C-40B4-81D1-58020CA20B8E}"/>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976685E1-6210-4B23-84A5-42F31B7B7B53}"/>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054DF02-B9CE-471A-A447-0BA2E036A814}"/>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8D5B4316-8B16-4AF1-9857-AE3067686851}"/>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BB66C9A0-D56C-4021-84FA-58980B5602AB}"/>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758F35BD-8181-4FC0-BA0C-7D1129E69381}"/>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B20141CC-DB92-4D41-A390-1710D4CA5A63}"/>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7F0E9A0E-5F07-4A90-8AB4-DD0FB8A3575F}"/>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D6B21177-6288-47EA-951E-7042A8A5FAB5}"/>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6F7A301B-2556-4D39-A2E5-4E169CA29A39}"/>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274B4327-E3BF-4175-9925-E8156A4A36A6}"/>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52F2B466-6A4B-4688-BEC6-60702E28816C}"/>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CA0ECAC4-0BF4-48ED-AE88-E24E9802D2C3}"/>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1D8B5CB-2DD1-4C2D-A066-743C3739DA38}"/>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61595338-1920-4D50-A3B3-00A9A4673F6E}"/>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7F5C84FE-C100-4F84-BE6D-E9B33F818649}"/>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78EC78C1-8394-42D2-BC54-678A20B2DEAC}"/>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D5650CC3-8F4B-4DFF-BCA1-03788EC262D8}"/>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A0AD97E9-C7C5-455D-A755-FF86156AE88F}"/>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C737D26C-482B-443E-A0ED-AE84DBB7E3AC}"/>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0D23F9DC-5D9F-4455-A00B-D176D09DAE93}"/>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D945B90B-E3DA-472A-8162-6B48382338AD}"/>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03A4BCE6-BAC8-481D-976A-3DEF96A055D0}"/>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8D8E289B-D813-48D0-8E53-E574EBF7481F}"/>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45B1C893-32D9-48E9-B313-42B034ABDD30}"/>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EA6EE618-B57D-41BB-A023-424B663FC9D0}"/>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7610A75F-A592-4E8A-A25A-6CC06CF35649}"/>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7704A993-3A80-4BFD-8052-3C6FF54CC5B2}"/>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903171C-868D-4B2F-9A50-CA0B6480D8A0}"/>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D8F564E0-2D5F-4EA0-827B-6FE08EC97BFA}"/>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0B397F58-CE9D-466C-BE9F-1E4EF330113E}"/>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13A7DD7E-BC0D-46A4-A8A9-4B70E2F7F87F}"/>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5985F4AE-15AE-44E3-8887-E82D3B714F75}"/>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932DDACD-12E2-4B0D-85C3-D45E253760FB}"/>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38FDD71F-2C99-4697-AEE1-79434511C7E6}"/>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89877A79-0573-4F68-BFFE-E124E39755B2}"/>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0F631789-D8D4-46BE-8379-C4EDE3CEAF7E}"/>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7AB23979-1BA6-4B6D-9D16-1A1933E9A6AD}"/>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0372FAB6-A312-44EB-A32B-1E8B399580B1}"/>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CE14D800-818A-4F30-9C6F-F8EE4C4C4049}"/>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F5E964B2-E268-4E1F-9A7B-E0209C58E6C8}"/>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031AFA8F-EFD9-43E8-B7AB-1C558B00DF4C}"/>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3D8B5B82-0C91-4AC3-852A-81C8E58F2E85}"/>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20B1FB7A-2E0D-4D0C-889B-9A05DD012E3F}"/>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E3BA5C59-8911-4283-B413-60A262C150BF}"/>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CC41151A-D672-469E-9E6C-B883694FF8A2}"/>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578332D6-EB28-4312-81D0-0FAE552A3735}"/>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57E546B8-B98C-4C6E-83B7-EBC89C73E0E0}"/>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4658DDF8-91A7-406A-8574-F3E4D5CDA27A}"/>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41EAA99E-6AB9-4318-A9AF-4B5482DE6345}"/>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4E8D8394-6005-4710-B000-335F22FF6EB4}"/>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9772433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2A749A2A-328B-4F7A-A5B4-B1B1E204FDC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884BD84E-030C-4DB6-BBD6-698554671A1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A10BA587-5A2E-4001-83AF-83276E0DC17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5B46C59F-68FB-4470-AAC6-6E589B0EF79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67990C67-EA19-408B-9942-4352F5CAE44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C38819FC-8D98-464A-BA15-7FE819A53DBE}"/>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9B5F139E-1CD7-49B6-83AB-B3AD5CA8125F}"/>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9F7D0BBA-B762-4965-AD5C-1F6EA82C4540}"/>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55AAF7B-6BD2-4573-936D-B36A5F91EB7B}"/>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1611C6BE-4727-4A67-BE21-3BA2D7FAFDE6}"/>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0CD62FAF-4093-4E93-9CC3-A63BBC64F102}"/>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A946AF1B-DB5C-4A7D-B5DD-85A0B669322F}"/>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32355B2E-C9A7-4F6C-8D87-C1FDA713D683}"/>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877BEF8E-528A-47A0-8B23-549E732F9FE6}"/>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6F8A3E8-6F53-4891-811D-3D70C592AF77}"/>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A1715105-1A7C-4B34-9B3B-F9AFEEBD14EE}"/>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5333A7D8-FC0A-48AD-95A7-430E80DE3884}"/>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39649063-A204-4D53-8173-928066C94976}"/>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AE33C72-75CE-499B-B0B6-13D603D87B40}"/>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84601011-0B33-4DC5-A75A-075314B52D3F}"/>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748553A5-907B-48DA-AD3D-AFBE64828ED6}"/>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8E3C4E59-8442-493D-AB1A-608717532EF7}"/>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8A68A854-DEA4-4E3F-9AAF-E93FB7BD07DF}"/>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7015A83B-CD73-4F38-9032-9C536FB80FCE}"/>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12677F50-28C9-4966-9860-435A1EE2A4F9}"/>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FB5A8B5F-6EDC-4B5F-89CD-BDC3FD7EF43F}"/>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ADD723D8-0B05-4B79-AA8C-FE3CCAF55249}"/>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EB5DE2E7-024A-4ACE-B03A-E7DFF8240276}"/>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1E74A205-D0DD-4317-9327-8BA9F84CE8B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499CEB25-B88A-4DF2-8536-5E0750950C81}"/>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7CFCA302-59C4-45F9-8633-A68E7CB4C1D0}"/>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FEDC28B4-1DF8-4AF6-BCC1-0CFF12DBC2DB}"/>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CBD7CFCD-E163-4731-8A45-B45325CC35B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049FF762-D751-4EEB-BF69-F8505B38B104}"/>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76DC5CF6-BF23-409B-8976-6A6753B37BC4}"/>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F6770672-6384-4F09-B9F4-0FFC3A7036CF}"/>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24205E44-20DF-4D41-B44F-9F76B63F504B}"/>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5650474E-F98D-46CA-AC56-12CA0262B942}"/>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8213D2B0-0C58-403E-A8B6-1AD34CDB44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66C7FD28-D6D7-4331-AEB5-A9C1A5284E81}"/>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D79A7482-AA4C-4502-81A1-E53C0177083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60033E4A-3294-4DC7-946B-B6DFC17E788D}"/>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A3320135-97E7-4640-8D5F-9840CAECE5FC}"/>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FB9216F3-BF61-481B-84B5-0D0F05527F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9985A5FC-1733-40F1-89DE-A179588BA7BA}"/>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812EF22A-8C9B-454A-999F-0CCDFD327F0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14438B08-F3FA-4EB1-9935-BE88EC2E5ED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0A44DFB-88CC-40DE-A6F8-C357143E8D1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A9D228F5-C169-4B9A-B919-E039E048F401}"/>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1C3AAD80-30B1-489F-AEC6-6B2DA0BB56EF}"/>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D07DB059-5775-4BB2-A334-971D11EEDDAA}"/>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CDFF91F-DDA6-4401-8FB2-EC841824690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BA1A5F31-1465-4082-9581-195566B1B2F4}"/>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7A51CE9-F9C3-4AD9-9FFA-9317132DEBE8}"/>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3A2D5BF0-EB43-4423-8D9D-50827EF26632}"/>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40CE7D63-DD48-441F-97C3-53166A8AE43C}"/>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72771C55-1873-4F61-9D70-B8518775CAC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B87A4BA3-E4A1-4CAE-BC21-89D075AF27A5}"/>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73CE5BA5-8E91-4811-9D1F-89FFCEEAD62C}"/>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4C705A2F-84EE-4970-9D7D-923B4160B808}"/>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968459B8-6F71-428C-A331-A6DB22419389}"/>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487C20CE-6E12-49EC-AA5D-12FD2C1C3D43}"/>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6CA1BD69-AC2F-45AA-B70E-E97CC758071E}"/>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EB7CA8CA-3CE2-44AA-8A54-3C6A4EE1206D}"/>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AD8BE7A0-E93A-4780-B548-AED4372F2A30}"/>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292DCDBF-9FAC-4940-811F-0B779AD90F3E}"/>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32C4FF9A-F92C-4E91-88DB-AF90C85D0F31}"/>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76C1C91-4B10-4A87-A448-2E29A68F9E8C}"/>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1934C564-483E-48B2-8D24-6AE2D021402E}"/>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A8026E4D-292F-45EC-9505-73408CB3A0C8}"/>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9FC83CE1-6095-434E-92D3-6F3A7D77BA35}"/>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A22A512C-649E-4F70-80DA-35884285D577}"/>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7D859D64-653D-4659-AACB-C5D4AA35E7FB}"/>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2CA6B79C-6D3F-4110-9BDC-9B4BDF005EB9}"/>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B35AE82C-AD77-4DA4-8D29-F4A70700A54D}"/>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14A5BDF4-22F2-4443-AA94-570C284ABA2F}"/>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241E9DED-5C18-4A9F-AD9C-7F6DB5DB0D5E}"/>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15F72858-A3FC-43E8-85B6-AFDD0B031896}"/>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78F4782A-3751-4DD0-9896-130C16EA4939}"/>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D4D4B7BE-6C39-4DA3-9BCF-591E036D15B9}"/>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D1CF6D3-7458-4F37-9907-25D828D74B54}"/>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9A211DC4-D492-4DD0-A729-00792FE9A717}"/>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86E89828-5515-4809-A272-B62778277114}"/>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6F19FEDA-F4DE-49BB-8411-174030BF2E6C}"/>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C5090504-6CD8-4203-AF81-0468F9722E6F}"/>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6B6712B8-CD19-4334-8891-E548CED14083}"/>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B4C70304-37D2-445A-94E5-4EE5CF8239ED}"/>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9F18DE64-9D13-4368-BC78-049BECF3E571}"/>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624D0058-C70C-4677-A071-06362FCCA2D6}"/>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D962E841-EFAF-4727-9F2E-00F73458A3FE}"/>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2BE8A982-32FB-43C7-9004-899EAB388390}"/>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83071C41-0A6B-41BA-A538-647750BB436D}"/>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9AB58CCC-EBFE-4D24-9ADC-85F09D98C892}"/>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437C77B6-E11F-46C5-B32A-074868D3222F}"/>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5BF531F4-ADC9-4201-BF5D-1068E8ED58A0}"/>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E77E6346-6DB8-4480-9634-6295499F3D9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387629D3-0D33-4650-B426-A8A8CAA25FAA}"/>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39A3A0B0-BFE8-472D-8631-DD8B4CD89C6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7D016B38-97E6-479E-A89F-EC24AACC9C68}"/>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DE09C333-E417-44E7-ABE5-C33703D9C5B5}"/>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211358E1-B13B-4FF5-95B5-BDCA4B65828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A0D62B08-17BF-4530-B3B5-98E986B3BAD2}"/>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F9854CE8-0098-4366-86D0-885598245979}"/>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6AA3775A-0E97-413D-837F-9DA91FBCC4DE}"/>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BD62B2BE-2A8A-4E2F-BD2A-D330EAC21760}"/>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70668A8D-82F0-4CCB-BFFD-7A567BCE498D}"/>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F64F8A2E-7516-456E-A51E-8174C35F194E}"/>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4602B15A-A14F-4261-9287-804D8ECD19E7}"/>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B870346C-ACB9-4307-B7C4-4656C69FF7AF}"/>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6BED0B1B-B75A-4C39-B742-A4454C24AEF3}"/>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5ED8E6FA-A9B7-4B12-86F1-48B5CFABDBB0}"/>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C0FE2AAE-B225-4EEE-A42B-11DD94CC0DAC}"/>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818A640A-9BC2-4B90-9145-3A9DBEF62E03}"/>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45176B24-AABE-4B46-AAD6-3250C31218F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94334683-5164-4FF6-AE23-7175C068D699}"/>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FD0E0258-1524-4F40-BF6B-E487A5BD6D58}"/>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F2685036-2B28-46AB-8A98-511153340B12}"/>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DAEE7D97-C512-4EC6-AA69-8434A48D39A7}"/>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69B5F9DF-3A28-4680-8B58-A7C717513F30}"/>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14910BA3-343E-4560-8A1C-A3154E78D997}"/>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95082869-F926-44D3-A5C8-71E8BD9558CB}"/>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18555A8C-36DF-427E-91F2-86CDC372B947}"/>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FEC33A72-B5AE-4E78-A97A-755FD6EA50EE}"/>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A5748B63-BD35-4A41-9A27-D2A45D1FB40C}"/>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716064BD-4088-474D-8D09-677A54890836}"/>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C76B6D2F-2754-4E6D-8B4D-6C8FDE74705D}"/>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0E812063-78D7-4942-ACE5-2AC202CC6BB3}"/>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D1136608-9C5C-4DBF-B344-11D735EAF1D6}"/>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D6FF58F6-97B4-4E46-B34A-41E466033103}"/>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A9637908-231A-4E7B-8A13-BCCC77892A6F}"/>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D3832045-0FA4-4E62-8C92-1812ECD414AE}"/>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6C64C546-3D41-4B4C-AFBC-6E172228B858}"/>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6752B0D0-464E-4EB6-AB0A-FE5B6F75BCE1}"/>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A9335587-3A48-4277-B23E-73389A78C993}"/>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64E689ED-3F8F-48E9-BAF3-65D41644BE33}"/>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1F8DD91F-FC7C-455F-9A99-36E1D06A904B}"/>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0D1A2CF2-444D-4F13-B17C-5856E63AD80B}"/>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9935B323-7ACD-452D-AD8F-FABC49743B6C}"/>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61F0D63A-6704-4E9A-BA6C-D993B1621FE2}"/>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1DE3558E-CCD4-47ED-8849-B95591AEEF8F}"/>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D0A719F-6FDA-48A9-90D0-763EB5BAB98A}"/>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45575486-9E97-4F6E-ACF2-27F306AFA777}"/>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18E40AAF-2B3B-41BD-BA78-E68BCD73292C}"/>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67806E6-81E3-45E5-B82E-5B85C085F3C4}"/>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52332AA4-AAD7-4BD0-82FE-1614ABF53575}"/>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29D7E75F-15AD-406D-B6AB-3615EA8D676B}"/>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10BFB607-4888-4B8C-BD29-63487979C601}"/>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651A214A-FA9C-4258-AF61-5E3A28DA432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23E412AA-5BA8-4244-8747-DF7F63F9390E}"/>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D35302FE-87AD-43C5-8954-69B0171C5E3F}"/>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CF0DB6B6-0053-463D-851F-4AC976FBE8E7}"/>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D2993713-6562-45BB-8999-51CD0B641B6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65E85C59-470B-4AE0-B225-8143D30BE819}"/>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EE38BC3B-9951-4D5C-93E5-7A7DAE5659B1}"/>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683D6884-4F10-4115-8570-DFDD52AC9C35}"/>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EE981B0F-27A6-47C7-9E4E-A297DB1ACF7A}"/>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BDD9884E-8E83-4F42-B377-B54D25D88D1B}"/>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003B1441-1AB9-4DA7-9D21-AF776250DB40}"/>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A074ADF5-DE1C-42F7-AEB2-E7D7F5B64380}"/>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03A66FB9-E096-4077-BADE-ADEC551D6D96}"/>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044644B0-D7A8-4E37-968C-FDD433818E99}"/>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80A13B64-FA6A-4912-B3CE-18C0122EFBEE}"/>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40D9CCA-DB3C-4EB3-801C-FF188C8F64CC}"/>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9E9CA9AD-CA8C-4885-BDC7-2D7ECDF1D15E}"/>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116B1E7B-765A-4A7D-BA0D-2CC5DF649AB2}"/>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5A2FD60F-B0B5-4193-AF62-3DF58C5496F1}"/>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BEB3E56A-B19B-4AC3-BAD0-AE8A436A3DF0}"/>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DFC9E492-77EB-46BD-820F-E7BE2D697B7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51C535EA-A8D8-41FE-A394-01CE62765ABF}"/>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914F5FAF-C087-42FB-8B03-D59B6B146FAE}"/>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B0228AC7-C54D-4280-8D98-89ACDA543DBF}"/>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A1403C9D-7429-44F2-8FEE-D7D259CA0D03}"/>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DE9C9F76-4345-401F-90B8-1C3DDEC684E6}"/>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C3A3C5EC-938D-4D61-A919-FD0993B776EE}"/>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FD1FF564-57DA-4DBF-A86F-649CEA7FB40C}"/>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FCB1BA3E-1C59-4740-B4AC-DFA8799B31C3}"/>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0230D052-5E71-4A1A-8F3E-F5C9FC66DF91}"/>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FA9EBDA9-9A0C-43EB-B8E7-937E778F8EB3}"/>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6E7D9403-4F80-4033-9D47-7F004C4FD9C2}"/>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D0DB4817-27B8-4932-A2E0-6F175D716221}"/>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A3815568-2B26-4D56-8F56-30AFCADD989A}"/>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52B8BEC1-4012-4C92-8EC9-EBF6481D34E8}"/>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9C099AA9-7425-4CA4-8514-D42770DF42E6}"/>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71886EAD-1754-4CA5-9201-FB4F22184BA7}"/>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F41BFFBF-E475-4423-A6CC-50323EB49FBC}"/>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E121EA1E-3AE1-411F-8721-256068671A28}"/>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E7601A4F-ABFB-44DF-BEA7-FBA75358EB74}"/>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7906D258-7CA6-4721-926E-45189FEC320A}"/>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7A2BC264-70DE-44B4-924E-96B521CCBA4A}"/>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EE5DA34C-11B3-4945-870B-6A61A8E62D01}"/>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42842DB5-4DA4-4F6C-B5B4-C6F9DD6CF8EB}"/>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E6228972-8FA6-4F57-B065-9F04C6AD89AE}"/>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A5028D8E-21E2-4371-BB25-33880E2BA2B2}"/>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FE4DF0A6-9D43-4863-9158-D3FE93F1A77E}"/>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A9BBA20A-B6E7-4EC6-B4E2-32E66B956892}"/>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B5B2B727-7F16-4B46-ABC1-FF017FD62E38}"/>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BF4D4095-880B-4691-8961-CB1B1571CFF2}"/>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33FF8ED-08FB-40FD-95C6-44EEF2DDF042}"/>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A944F0A0-CD57-4793-A713-3EC3F8CCFCC6}"/>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6DEDB56C-0EDC-499B-9D28-F77612D45DE6}"/>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9EFCD65-B33C-4A6D-979C-DF743A5042F2}"/>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3E820B9B-D2FB-488B-9D3E-1A0EF33802EB}"/>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BA5C0D28-276F-4FF9-8037-27A30B0924BC}"/>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7820CB08-FC38-4D03-A9F7-72966FE5B55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DAF3981F-EBBE-4786-A769-425BA1973F4A}"/>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B9AB4190-027B-4653-8F33-216BFB9364FA}"/>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A82953BA-6CBF-4770-8A49-A119FBEFB73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55F049F6-0076-48CF-89C1-B460DBDCDE50}"/>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1ECA0F86-E242-4BC5-B3FD-978BFF222E8E}"/>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C7CDD3D-35F4-4A0A-8F76-4DD50F8DDDDA}"/>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0C79F6B1-8758-4AE2-83C6-42FDB0629BB0}"/>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271DD68F-EDE9-45F5-9A00-9089B8340F89}"/>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A7AC33AB-018E-474E-BD6A-51DE6BD7A302}"/>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81B639EF-2515-459C-BCB9-AC8B629CE449}"/>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428AF6CB-D47A-4FAB-99C8-DFAB22F73F9B}"/>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404C50AA-8643-471D-8047-1C63F320BEEB}"/>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5B8D7FE9-E88D-44B8-B974-267070579CE7}"/>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14357348-3A76-4B01-B565-DAAC8705B2C4}"/>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52EA35BA-193E-42D9-AD1B-03CE9145AF63}"/>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1FCAC352-A1DD-48BB-91F3-B3E8310F6E81}"/>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8EDA549-3E77-450F-AFF4-23CFC2E68B96}"/>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28CE6709-85D8-4B0C-B988-0B0FCFE2E7FC}"/>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E328EC68-4CAC-4421-AB4E-6A37DC39296A}"/>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989999CF-B8F1-4C14-A232-D6108E9E3AFA}"/>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6932F9AE-ACBD-4674-9139-06E34228D868}"/>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F6991B11-4824-4F35-8F82-BA47FD6094BB}"/>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970C23FA-4CD7-4C9C-84FF-CD4418B10894}"/>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60519BB-11CE-48A3-BBC8-D0AE2CBCD63E}"/>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6522EA9B-0E04-49FF-99DE-8D06FF3930B2}"/>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140F7C3C-4B7E-4622-999E-54858D7AC81F}"/>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713CCC82-9DFC-430A-9DB9-89D2BEC081CC}"/>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DBE4154E-6EA5-4A91-99A8-9C9225E4791F}"/>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2DB1BE7A-1680-42BB-8435-1EFF62BC79A1}"/>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5901E75A-961E-4C3C-B36D-5304AC43312B}"/>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9CEA528B-46AF-4657-96D1-5CC53CF7B62E}"/>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35A0A65B-119B-42E3-B4F3-DFF011786B89}"/>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1B603356-8623-4D3B-B4FB-FC3FF3C7C030}"/>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0F6E4376-E1E8-443D-94FB-34D7AEF23759}"/>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ED2BD971-06D5-4FEC-8352-9ECA31D2E603}"/>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F28028E3-AF48-4483-9FC9-5DFB4A4F82A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2ADC7E78-4C65-4E2F-90B0-2002B157ECD5}"/>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FFCDC767-F8EC-4F10-9F81-C79E60DC757B}"/>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80FBD178-A671-4BBB-8982-A323D4AD6FD8}"/>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D0DDE61-D9C5-4ABA-93D6-098A2963BF10}"/>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978BA552-E003-46A2-AE76-B3C1F74A2C49}"/>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EC2625FB-24E3-4359-980E-F0C39B5D49F5}"/>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E054A246-2059-4720-8F90-415C56DD5871}"/>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59099CB2-E94A-495F-A1AF-34B5AC329896}"/>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83CF30DC-5905-42D7-A16F-FD35FE66E31B}"/>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960870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