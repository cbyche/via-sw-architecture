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요청 해석을 확대했다. 공통 Interaction Manager 입력/음성,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1" name="dp41-comparison / n1">
            <a:extLst xmlns:a="http://schemas.openxmlformats.org/drawingml/2006/main">
              <a:ext uri="{FF2B5EF4-FFF2-40B4-BE49-F238E27FC236}">
                <a16:creationId xmlns:a16="http://schemas.microsoft.com/office/drawing/2014/main" id="{67DE5FC9-48D9-4E71-8085-B0A1ABE520A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DD8A0F08-CBBC-43FC-82C2-DC7D07513C64}"/>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0EDAF637-22A8-456D-B17C-3AB2BBD0AE3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BA0A992F-D040-43AD-AF77-EED57442DCF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3A7C3D6B-A149-4F80-AADF-3CB5A2CBBF10}"/>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E32B7421-BC2F-47FB-BDA8-115DF9D85D2D}"/>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219D10D5-8BD6-4D3B-A51A-51F55D1F30AA}"/>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4BE60A40-50C4-43EE-89A6-84BDF57712AD}"/>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B91F96AE-F9FC-43B6-9607-49A55B7AC2E5}"/>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12ABC5EE-F964-4F83-A9F2-8569933906B0}"/>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A3A9F646-3E09-49FE-99BF-0539A4F6285B}"/>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79D68619-D87F-4599-991B-A110687C169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04537491-9AE1-43B5-B7B5-CDE875953393}"/>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14F945DC-A8C0-4AFA-8CFD-B2B42D114781}"/>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양안 공통: 입력 수집 → 요청 해석 → Request Controller의 검증/저장/채택 → 응답 또는 업무 위임. 그림은 요청 해석 부분을 확대했다.</a:t>
            </a:r>
          </a:p>
        </p:txBody>
      </p:sp>
      <p:sp>
        <p:nvSpPr>
          <p:cNvPr id="15" name="dp41-comparison / n15 / text 1">
            <a:extLst xmlns:a="http://schemas.openxmlformats.org/drawingml/2006/main">
              <a:ext uri="{FF2B5EF4-FFF2-40B4-BE49-F238E27FC236}">
                <a16:creationId xmlns:a16="http://schemas.microsoft.com/office/drawing/2014/main" id="{5BF616A7-BE62-49BD-B675-0B93682E0F5A}"/>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자료 예시는 교환 내용이다. 질문은 실제 전달하고 답변을 받은 뒤 Task1을 연결한다. 자료가 바뀌지 않았는지도 채택 전에 확인한다.</a:t>
            </a:r>
          </a:p>
        </p:txBody>
      </p:sp>
      <p:sp>
        <p:nvSpPr>
          <p:cNvPr id="16" name="dp41-comparison / n16 / path">
            <a:extLst xmlns:a="http://schemas.openxmlformats.org/drawingml/2006/main">
              <a:ext uri="{FF2B5EF4-FFF2-40B4-BE49-F238E27FC236}">
                <a16:creationId xmlns:a16="http://schemas.microsoft.com/office/drawing/2014/main" id="{5AFC6D71-3F88-41E0-AD3D-104E52516804}"/>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60A545D5-8762-4218-B434-A0BE83A31323}"/>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9988386C-4E97-4CD8-9867-C52864BA63CA}"/>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F5601C01-88B6-4BE9-92EB-486B8951A6EC}"/>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B959956D-EFA9-4DBD-82F5-82F7892661EC}"/>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F43C6A65-CE41-428B-9BBF-1321AB37964C}"/>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D14404FF-E744-441B-8D44-DAF326B7767A}"/>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8EB747D4-0BF8-4436-8D53-EAA48384C973}"/>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4D707D98-BCFE-4CED-B65D-F792231E9361}"/>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9DC895D7-4177-4168-9D88-91BFC99A8AA2}"/>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96F911F0-128C-4103-B9EF-A9B5D4E7543A}"/>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15FA775A-2BC1-4DEC-9485-2ED72770A33D}"/>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15F2FD3B-E049-44C1-83F9-9695E44EEE6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2CAC6983-3F01-46DB-A46D-8AC6834F8A45}"/>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28D9068F-B0B5-4C5B-A256-B6EDA144F9E2}"/>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A2501719-AD59-4D1D-90AD-4EB5B45F4A5A}"/>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1AB77570-0A66-4F11-9EFF-D321E5D17418}"/>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CD7950-320F-4E75-BCA4-2576E35EA4B5}"/>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A969211-FC8F-4403-881C-8653E6579255}"/>
              </a:ext>
            </a:extLst>
          </p:cNvPr>
          <p:cNvSpPr>
            <a:spLocks xmlns:a="http://schemas.openxmlformats.org/drawingml/2006/main" noGrp="1"/>
          </p:cNvSpPr>
          <p:nvPr/>
        </p:nvSpPr>
        <p:spPr>
          <a:xfrm xmlns:a="http://schemas.openxmlformats.org/drawingml/2006/main">
            <a:off x="447675" y="2981325"/>
            <a:ext cx="819150" cy="4533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E4112D1E-B377-47D1-96A5-424845292886}"/>
              </a:ext>
            </a:extLst>
          </p:cNvPr>
          <p:cNvSpPr>
            <a:spLocks xmlns:a="http://schemas.openxmlformats.org/drawingml/2006/main" noGrp="1"/>
          </p:cNvSpPr>
          <p:nvPr/>
        </p:nvSpPr>
        <p:spPr>
          <a:xfrm xmlns:a="http://schemas.openxmlformats.org/drawingml/2006/main">
            <a:off x="466725" y="31242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3CC497C9-2567-46C3-BE0B-3538138EAE56}"/>
              </a:ext>
            </a:extLst>
          </p:cNvPr>
          <p:cNvSpPr>
            <a:spLocks xmlns:a="http://schemas.openxmlformats.org/drawingml/2006/main" noGrp="1"/>
          </p:cNvSpPr>
          <p:nvPr/>
        </p:nvSpPr>
        <p:spPr>
          <a:xfrm xmlns:a="http://schemas.openxmlformats.org/drawingml/2006/main">
            <a:off x="504825" y="34575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7148F9E7-781B-4169-9088-C1E7D13453AA}"/>
              </a:ext>
            </a:extLst>
          </p:cNvPr>
          <p:cNvSpPr>
            <a:spLocks xmlns:a="http://schemas.openxmlformats.org/drawingml/2006/main" noGrp="1"/>
          </p:cNvSpPr>
          <p:nvPr/>
        </p:nvSpPr>
        <p:spPr>
          <a:xfrm xmlns:a="http://schemas.openxmlformats.org/drawingml/2006/main">
            <a:off x="590550" y="35242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A7C7AAEA-0F73-49AD-BE84-8B116238A279}"/>
              </a:ext>
            </a:extLst>
          </p:cNvPr>
          <p:cNvSpPr>
            <a:spLocks xmlns:a="http://schemas.openxmlformats.org/drawingml/2006/main" noGrp="1"/>
          </p:cNvSpPr>
          <p:nvPr/>
        </p:nvSpPr>
        <p:spPr>
          <a:xfrm xmlns:a="http://schemas.openxmlformats.org/drawingml/2006/main">
            <a:off x="514350" y="37719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2A100E18-3277-41D9-8331-9A2FDD7F7953}"/>
              </a:ext>
            </a:extLst>
          </p:cNvPr>
          <p:cNvSpPr>
            <a:spLocks xmlns:a="http://schemas.openxmlformats.org/drawingml/2006/main" noGrp="1"/>
          </p:cNvSpPr>
          <p:nvPr/>
        </p:nvSpPr>
        <p:spPr>
          <a:xfrm xmlns:a="http://schemas.openxmlformats.org/drawingml/2006/main">
            <a:off x="504825" y="4086225"/>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3C907F7E-D27B-41AC-8C40-0C7DD47D9E41}"/>
              </a:ext>
            </a:extLst>
          </p:cNvPr>
          <p:cNvSpPr>
            <a:spLocks xmlns:a="http://schemas.openxmlformats.org/drawingml/2006/main" noGrp="1"/>
          </p:cNvSpPr>
          <p:nvPr/>
        </p:nvSpPr>
        <p:spPr>
          <a:xfrm xmlns:a="http://schemas.openxmlformats.org/drawingml/2006/main">
            <a:off x="590550" y="41529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1266C961-448C-49BC-8525-CAFF23B47190}"/>
              </a:ext>
            </a:extLst>
          </p:cNvPr>
          <p:cNvSpPr>
            <a:spLocks xmlns:a="http://schemas.openxmlformats.org/drawingml/2006/main" noGrp="1"/>
          </p:cNvSpPr>
          <p:nvPr/>
        </p:nvSpPr>
        <p:spPr>
          <a:xfrm xmlns:a="http://schemas.openxmlformats.org/drawingml/2006/main">
            <a:off x="514350" y="44005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61808E4-707B-4EE5-A83C-0CF5E0DD7EE7}"/>
              </a:ext>
            </a:extLst>
          </p:cNvPr>
          <p:cNvSpPr>
            <a:spLocks xmlns:a="http://schemas.openxmlformats.org/drawingml/2006/main" noGrp="1"/>
          </p:cNvSpPr>
          <p:nvPr/>
        </p:nvSpPr>
        <p:spPr>
          <a:xfrm xmlns:a="http://schemas.openxmlformats.org/drawingml/2006/main">
            <a:off x="504825" y="471487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FCDFAF95-95ED-45B7-A83E-81A9503B8115}"/>
              </a:ext>
            </a:extLst>
          </p:cNvPr>
          <p:cNvSpPr>
            <a:spLocks xmlns:a="http://schemas.openxmlformats.org/drawingml/2006/main" noGrp="1"/>
          </p:cNvSpPr>
          <p:nvPr/>
        </p:nvSpPr>
        <p:spPr>
          <a:xfrm xmlns:a="http://schemas.openxmlformats.org/drawingml/2006/main">
            <a:off x="1038225" y="47148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464C71ED-C5F0-402B-92EC-62096061C1B5}"/>
              </a:ext>
            </a:extLst>
          </p:cNvPr>
          <p:cNvSpPr>
            <a:spLocks xmlns:a="http://schemas.openxmlformats.org/drawingml/2006/main" noGrp="1"/>
          </p:cNvSpPr>
          <p:nvPr/>
        </p:nvSpPr>
        <p:spPr>
          <a:xfrm xmlns:a="http://schemas.openxmlformats.org/drawingml/2006/main">
            <a:off x="523875" y="478155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4D11ADC-438B-4BE9-886D-97CFD0A4B79C}"/>
              </a:ext>
            </a:extLst>
          </p:cNvPr>
          <p:cNvSpPr>
            <a:spLocks xmlns:a="http://schemas.openxmlformats.org/drawingml/2006/main" noGrp="1"/>
          </p:cNvSpPr>
          <p:nvPr/>
        </p:nvSpPr>
        <p:spPr>
          <a:xfrm xmlns:a="http://schemas.openxmlformats.org/drawingml/2006/main">
            <a:off x="514350" y="50292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925E2B17-EFBE-42B2-B546-9BA95D49F44F}"/>
              </a:ext>
            </a:extLst>
          </p:cNvPr>
          <p:cNvSpPr>
            <a:spLocks xmlns:a="http://schemas.openxmlformats.org/drawingml/2006/main" noGrp="1"/>
          </p:cNvSpPr>
          <p:nvPr/>
        </p:nvSpPr>
        <p:spPr>
          <a:xfrm xmlns:a="http://schemas.openxmlformats.org/drawingml/2006/main">
            <a:off x="504825" y="534352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BE5DBF4E-CAA7-43A3-9BA1-63B023054D6F}"/>
              </a:ext>
            </a:extLst>
          </p:cNvPr>
          <p:cNvSpPr>
            <a:spLocks xmlns:a="http://schemas.openxmlformats.org/drawingml/2006/main" noGrp="1"/>
          </p:cNvSpPr>
          <p:nvPr/>
        </p:nvSpPr>
        <p:spPr>
          <a:xfrm xmlns:a="http://schemas.openxmlformats.org/drawingml/2006/main">
            <a:off x="590550" y="54102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Model</a:t>
            </a:r>
          </a:p>
        </p:txBody>
      </p:sp>
      <p:sp>
        <p:nvSpPr>
          <p:cNvPr id="48" name="dp41-comparison / n47 / text 1">
            <a:extLst xmlns:a="http://schemas.openxmlformats.org/drawingml/2006/main">
              <a:ext uri="{FF2B5EF4-FFF2-40B4-BE49-F238E27FC236}">
                <a16:creationId xmlns:a16="http://schemas.microsoft.com/office/drawing/2014/main" id="{3C7D4E2A-B564-442A-AA7F-58635E417E1B}"/>
              </a:ext>
            </a:extLst>
          </p:cNvPr>
          <p:cNvSpPr>
            <a:spLocks xmlns:a="http://schemas.openxmlformats.org/drawingml/2006/main" noGrp="1"/>
          </p:cNvSpPr>
          <p:nvPr/>
        </p:nvSpPr>
        <p:spPr>
          <a:xfrm xmlns:a="http://schemas.openxmlformats.org/drawingml/2006/main">
            <a:off x="514350" y="56578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E6027967-545A-4CB9-B3AF-A0EA9B072DAB}"/>
              </a:ext>
            </a:extLst>
          </p:cNvPr>
          <p:cNvSpPr>
            <a:spLocks xmlns:a="http://schemas.openxmlformats.org/drawingml/2006/main" noGrp="1"/>
          </p:cNvSpPr>
          <p:nvPr/>
        </p:nvSpPr>
        <p:spPr>
          <a:xfrm xmlns:a="http://schemas.openxmlformats.org/drawingml/2006/main">
            <a:off x="504825" y="667702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90ACE171-CEED-4C7F-A977-C989CABF66D9}"/>
              </a:ext>
            </a:extLst>
          </p:cNvPr>
          <p:cNvSpPr>
            <a:spLocks xmlns:a="http://schemas.openxmlformats.org/drawingml/2006/main" noGrp="1"/>
          </p:cNvSpPr>
          <p:nvPr/>
        </p:nvSpPr>
        <p:spPr>
          <a:xfrm xmlns:a="http://schemas.openxmlformats.org/drawingml/2006/main">
            <a:off x="590550" y="67437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D67C7AB5-9C3D-4E0E-A361-F1CF32D98722}"/>
              </a:ext>
            </a:extLst>
          </p:cNvPr>
          <p:cNvSpPr>
            <a:spLocks xmlns:a="http://schemas.openxmlformats.org/drawingml/2006/main" noGrp="1"/>
          </p:cNvSpPr>
          <p:nvPr/>
        </p:nvSpPr>
        <p:spPr>
          <a:xfrm xmlns:a="http://schemas.openxmlformats.org/drawingml/2006/main">
            <a:off x="514350" y="69913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52915581-290A-42B0-B5F4-78E669D3DBF9}"/>
              </a:ext>
            </a:extLst>
          </p:cNvPr>
          <p:cNvSpPr>
            <a:spLocks xmlns:a="http://schemas.openxmlformats.org/drawingml/2006/main" noGrp="1"/>
          </p:cNvSpPr>
          <p:nvPr/>
        </p:nvSpPr>
        <p:spPr>
          <a:xfrm xmlns:a="http://schemas.openxmlformats.org/drawingml/2006/main">
            <a:off x="514350" y="59150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BBD0C406-458E-4989-B1D2-B77B130301C5}"/>
              </a:ext>
            </a:extLst>
          </p:cNvPr>
          <p:cNvSpPr>
            <a:spLocks xmlns:a="http://schemas.openxmlformats.org/drawingml/2006/main" noGrp="1"/>
          </p:cNvSpPr>
          <p:nvPr/>
        </p:nvSpPr>
        <p:spPr>
          <a:xfrm xmlns:a="http://schemas.openxmlformats.org/drawingml/2006/main">
            <a:off x="1104519" y="58814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955E6657-0012-4DE3-AE2B-705E61AB29E8}"/>
              </a:ext>
            </a:extLst>
          </p:cNvPr>
          <p:cNvSpPr>
            <a:spLocks xmlns:a="http://schemas.openxmlformats.org/drawingml/2006/main" noGrp="1"/>
          </p:cNvSpPr>
          <p:nvPr/>
        </p:nvSpPr>
        <p:spPr>
          <a:xfrm xmlns:a="http://schemas.openxmlformats.org/drawingml/2006/main">
            <a:off x="514350" y="6000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55" name="dp41-comparison / n53 / path">
            <a:extLst xmlns:a="http://schemas.openxmlformats.org/drawingml/2006/main">
              <a:ext uri="{FF2B5EF4-FFF2-40B4-BE49-F238E27FC236}">
                <a16:creationId xmlns:a16="http://schemas.microsoft.com/office/drawing/2014/main" id="{C41AD1F2-C0A0-4277-B2EF-694993746D0B}"/>
              </a:ext>
            </a:extLst>
          </p:cNvPr>
          <p:cNvSpPr>
            <a:spLocks xmlns:a="http://schemas.openxmlformats.org/drawingml/2006/main" noGrp="1"/>
          </p:cNvSpPr>
          <p:nvPr/>
        </p:nvSpPr>
        <p:spPr>
          <a:xfrm xmlns:a="http://schemas.openxmlformats.org/drawingml/2006/main">
            <a:off x="514350" y="62865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5B4EC4AA-6977-432F-B45D-DD0093AE7C99}"/>
              </a:ext>
            </a:extLst>
          </p:cNvPr>
          <p:cNvSpPr>
            <a:spLocks xmlns:a="http://schemas.openxmlformats.org/drawingml/2006/main" noGrp="1"/>
          </p:cNvSpPr>
          <p:nvPr/>
        </p:nvSpPr>
        <p:spPr>
          <a:xfrm xmlns:a="http://schemas.openxmlformats.org/drawingml/2006/main">
            <a:off x="1104519" y="62529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31CB05B1-7719-4AC9-BEB8-DD51F8032AC7}"/>
              </a:ext>
            </a:extLst>
          </p:cNvPr>
          <p:cNvSpPr>
            <a:spLocks xmlns:a="http://schemas.openxmlformats.org/drawingml/2006/main" noGrp="1"/>
          </p:cNvSpPr>
          <p:nvPr/>
        </p:nvSpPr>
        <p:spPr>
          <a:xfrm xmlns:a="http://schemas.openxmlformats.org/drawingml/2006/main">
            <a:off x="514350" y="63722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58" name="dp41-comparison / n55 / text 1">
            <a:extLst xmlns:a="http://schemas.openxmlformats.org/drawingml/2006/main">
              <a:ext uri="{FF2B5EF4-FFF2-40B4-BE49-F238E27FC236}">
                <a16:creationId xmlns:a16="http://schemas.microsoft.com/office/drawing/2014/main" id="{1474553B-2431-401C-9A26-1FB67E49E1E1}"/>
              </a:ext>
            </a:extLst>
          </p:cNvPr>
          <p:cNvSpPr>
            <a:spLocks xmlns:a="http://schemas.openxmlformats.org/drawingml/2006/main" noGrp="1"/>
          </p:cNvSpPr>
          <p:nvPr/>
        </p:nvSpPr>
        <p:spPr>
          <a:xfrm xmlns:a="http://schemas.openxmlformats.org/drawingml/2006/main">
            <a:off x="514350" y="7229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공통: 검정</a:t>
            </a:r>
          </a:p>
        </p:txBody>
      </p:sp>
      <p:sp>
        <p:nvSpPr>
          <p:cNvPr id="59" name="dp41-comparison / n56">
            <a:extLst xmlns:a="http://schemas.openxmlformats.org/drawingml/2006/main">
              <a:ext uri="{FF2B5EF4-FFF2-40B4-BE49-F238E27FC236}">
                <a16:creationId xmlns:a16="http://schemas.microsoft.com/office/drawing/2014/main" id="{2B3E0E73-473F-4878-8290-E152E5D63B92}"/>
              </a:ext>
            </a:extLst>
          </p:cNvPr>
          <p:cNvSpPr>
            <a:spLocks xmlns:a="http://schemas.openxmlformats.org/drawingml/2006/main" noGrp="1"/>
          </p:cNvSpPr>
          <p:nvPr/>
        </p:nvSpPr>
        <p:spPr>
          <a:xfrm xmlns:a="http://schemas.openxmlformats.org/drawingml/2006/main">
            <a:off x="1476375" y="2981325"/>
            <a:ext cx="7953375" cy="39909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06C4D79F-21CA-458D-9A0D-48548679EA83}"/>
              </a:ext>
            </a:extLst>
          </p:cNvPr>
          <p:cNvSpPr>
            <a:spLocks xmlns:a="http://schemas.openxmlformats.org/drawingml/2006/main" noGrp="1"/>
          </p:cNvSpPr>
          <p:nvPr/>
        </p:nvSpPr>
        <p:spPr>
          <a:xfrm xmlns:a="http://schemas.openxmlformats.org/drawingml/2006/main">
            <a:off x="1600200" y="3076575"/>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61" name="dp41-comparison / n58">
            <a:extLst xmlns:a="http://schemas.openxmlformats.org/drawingml/2006/main">
              <a:ext uri="{FF2B5EF4-FFF2-40B4-BE49-F238E27FC236}">
                <a16:creationId xmlns:a16="http://schemas.microsoft.com/office/drawing/2014/main" id="{0D686CC8-D07D-4608-A9A4-B6BD61BF0EA8}"/>
              </a:ext>
            </a:extLst>
          </p:cNvPr>
          <p:cNvSpPr>
            <a:spLocks xmlns:a="http://schemas.openxmlformats.org/drawingml/2006/main" noGrp="1"/>
          </p:cNvSpPr>
          <p:nvPr/>
        </p:nvSpPr>
        <p:spPr>
          <a:xfrm xmlns:a="http://schemas.openxmlformats.org/drawingml/2006/main">
            <a:off x="1666875" y="2466975"/>
            <a:ext cx="2381250" cy="36195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5C295487-A71D-48D9-8602-4289EA2494BF}"/>
              </a:ext>
            </a:extLst>
          </p:cNvPr>
          <p:cNvSpPr>
            <a:spLocks xmlns:a="http://schemas.openxmlformats.org/drawingml/2006/main" noGrp="1"/>
          </p:cNvSpPr>
          <p:nvPr/>
        </p:nvSpPr>
        <p:spPr>
          <a:xfrm xmlns:a="http://schemas.openxmlformats.org/drawingml/2006/main">
            <a:off x="1752600" y="2524125"/>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63" name="dp41-comparison / n62">
            <a:extLst xmlns:a="http://schemas.openxmlformats.org/drawingml/2006/main">
              <a:ext uri="{FF2B5EF4-FFF2-40B4-BE49-F238E27FC236}">
                <a16:creationId xmlns:a16="http://schemas.microsoft.com/office/drawing/2014/main" id="{7B3E575B-C203-4473-AED3-CEA560E3D7F8}"/>
              </a:ext>
            </a:extLst>
          </p:cNvPr>
          <p:cNvSpPr>
            <a:spLocks xmlns:a="http://schemas.openxmlformats.org/drawingml/2006/main" noGrp="1"/>
          </p:cNvSpPr>
          <p:nvPr/>
        </p:nvSpPr>
        <p:spPr>
          <a:xfrm xmlns:a="http://schemas.openxmlformats.org/drawingml/2006/main">
            <a:off x="1666875" y="3638550"/>
            <a:ext cx="2381250" cy="571500"/>
          </a:xfrm>
          <a:prstGeom xmlns:a="http://schemas.openxmlformats.org/drawingml/2006/main" prst="roundRect">
            <a:avLst>
              <a:gd name="adj" fmla="val 13333"/>
            </a:avLst>
          </a:prstGeom>
          <a:solidFill xmlns:a="http://schemas.openxmlformats.org/drawingml/2006/main">
            <a:srgbClr val="FFF0DD"/>
          </a:solidFill>
          <a:ln xmlns:a="http://schemas.openxmlformats.org/drawingml/2006/main" w="17145">
            <a:solidFill>
              <a:srgbClr val="B8753F"/>
            </a:solidFill>
            <a:prstDash val="solid"/>
          </a:ln>
        </p:spPr>
      </p:sp>
      <p:sp>
        <p:nvSpPr>
          <p:cNvPr id="64" name="dp41-comparison / n63 / text 1">
            <a:extLst xmlns:a="http://schemas.openxmlformats.org/drawingml/2006/main">
              <a:ext uri="{FF2B5EF4-FFF2-40B4-BE49-F238E27FC236}">
                <a16:creationId xmlns:a16="http://schemas.microsoft.com/office/drawing/2014/main" id="{B033F542-593B-487C-B239-74AC50DDA3BD}"/>
              </a:ext>
            </a:extLst>
          </p:cNvPr>
          <p:cNvSpPr>
            <a:spLocks xmlns:a="http://schemas.openxmlformats.org/drawingml/2006/main" noGrp="1"/>
          </p:cNvSpPr>
          <p:nvPr/>
        </p:nvSpPr>
        <p:spPr>
          <a:xfrm xmlns:a="http://schemas.openxmlformats.org/drawingml/2006/main">
            <a:off x="1752600" y="3806666"/>
            <a:ext cx="2209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모델 주도 해석 제어기</a:t>
            </a:r>
          </a:p>
        </p:txBody>
      </p:sp>
      <p:sp>
        <p:nvSpPr>
          <p:cNvPr id="65" name="dp41-comparison / n66">
            <a:extLst xmlns:a="http://schemas.openxmlformats.org/drawingml/2006/main">
              <a:ext uri="{FF2B5EF4-FFF2-40B4-BE49-F238E27FC236}">
                <a16:creationId xmlns:a16="http://schemas.microsoft.com/office/drawing/2014/main" id="{301F297A-D6E2-4C4A-91E4-4FE5D52EFEBE}"/>
              </a:ext>
            </a:extLst>
          </p:cNvPr>
          <p:cNvSpPr>
            <a:spLocks xmlns:a="http://schemas.openxmlformats.org/drawingml/2006/main" noGrp="1"/>
          </p:cNvSpPr>
          <p:nvPr/>
        </p:nvSpPr>
        <p:spPr>
          <a:xfrm xmlns:a="http://schemas.openxmlformats.org/drawingml/2006/main">
            <a:off x="7096125" y="3943350"/>
            <a:ext cx="2143125" cy="438150"/>
          </a:xfrm>
          <a:prstGeom xmlns:a="http://schemas.openxmlformats.org/drawingml/2006/main" prst="roundRect">
            <a:avLst>
              <a:gd name="adj" fmla="val 17391"/>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7 / text 1">
            <a:extLst xmlns:a="http://schemas.openxmlformats.org/drawingml/2006/main">
              <a:ext uri="{FF2B5EF4-FFF2-40B4-BE49-F238E27FC236}">
                <a16:creationId xmlns:a16="http://schemas.microsoft.com/office/drawing/2014/main" id="{6B708F1B-78AB-446F-853E-C5D09DED2FD7}"/>
              </a:ext>
            </a:extLst>
          </p:cNvPr>
          <p:cNvSpPr>
            <a:spLocks xmlns:a="http://schemas.openxmlformats.org/drawingml/2006/main" noGrp="1"/>
          </p:cNvSpPr>
          <p:nvPr/>
        </p:nvSpPr>
        <p:spPr>
          <a:xfrm xmlns:a="http://schemas.openxmlformats.org/drawingml/2006/main">
            <a:off x="7181850" y="4044791"/>
            <a:ext cx="19716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읽기 도구 실행기</a:t>
            </a:r>
          </a:p>
        </p:txBody>
      </p:sp>
      <p:sp>
        <p:nvSpPr>
          <p:cNvPr id="67" name="dp41-comparison / n68 / path">
            <a:extLst xmlns:a="http://schemas.openxmlformats.org/drawingml/2006/main">
              <a:ext uri="{FF2B5EF4-FFF2-40B4-BE49-F238E27FC236}">
                <a16:creationId xmlns:a16="http://schemas.microsoft.com/office/drawing/2014/main" id="{A7652238-FAF1-442C-9FCD-9C3445560769}"/>
              </a:ext>
            </a:extLst>
          </p:cNvPr>
          <p:cNvSpPr>
            <a:spLocks xmlns:a="http://schemas.openxmlformats.org/drawingml/2006/main" noGrp="1"/>
          </p:cNvSpPr>
          <p:nvPr/>
        </p:nvSpPr>
        <p:spPr>
          <a:xfrm xmlns:a="http://schemas.openxmlformats.org/drawingml/2006/main">
            <a:off x="4048125" y="3562350"/>
            <a:ext cx="4119563" cy="381000"/>
          </a:xfrm>
          <a:custGeom xmlns:a="http://schemas.openxmlformats.org/drawingml/2006/main">
            <a:pathLst>
              <a:path w="4119563" h="381000">
                <a:moveTo>
                  <a:pt x="0" y="361950"/>
                </a:moveTo>
                <a:lnTo>
                  <a:pt x="142875" y="361950"/>
                </a:lnTo>
                <a:lnTo>
                  <a:pt x="142875" y="0"/>
                </a:lnTo>
                <a:lnTo>
                  <a:pt x="4119563" y="0"/>
                </a:lnTo>
                <a:lnTo>
                  <a:pt x="4119563" y="381000"/>
                </a:lnTo>
              </a:path>
            </a:pathLst>
          </a:custGeom>
          <a:noFill xmlns:a="http://schemas.openxmlformats.org/drawingml/2006/main"/>
          <a:ln xmlns:a="http://schemas.openxmlformats.org/drawingml/2006/main" w="10478">
            <a:solidFill>
              <a:srgbClr val="000000"/>
            </a:solidFill>
            <a:prstDash val="solid"/>
          </a:ln>
        </p:spPr>
      </p:sp>
      <p:sp>
        <p:nvSpPr>
          <p:cNvPr id="68" name="dp41-comparison / n68 / arrow">
            <a:extLst xmlns:a="http://schemas.openxmlformats.org/drawingml/2006/main">
              <a:ext uri="{FF2B5EF4-FFF2-40B4-BE49-F238E27FC236}">
                <a16:creationId xmlns:a16="http://schemas.microsoft.com/office/drawing/2014/main" id="{02678C6D-E5AA-47BF-84E8-0A9ACC989FF3}"/>
              </a:ext>
            </a:extLst>
          </p:cNvPr>
          <p:cNvSpPr>
            <a:spLocks xmlns:a="http://schemas.openxmlformats.org/drawingml/2006/main" noGrp="1"/>
          </p:cNvSpPr>
          <p:nvPr/>
        </p:nvSpPr>
        <p:spPr>
          <a:xfrm xmlns:a="http://schemas.openxmlformats.org/drawingml/2006/main">
            <a:off x="8134160" y="3876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69" name="dp41-comparison / n71 / path">
            <a:extLst xmlns:a="http://schemas.openxmlformats.org/drawingml/2006/main">
              <a:ext uri="{FF2B5EF4-FFF2-40B4-BE49-F238E27FC236}">
                <a16:creationId xmlns:a16="http://schemas.microsoft.com/office/drawing/2014/main" id="{48CA29AC-189E-48F7-9246-C82FAB70965C}"/>
              </a:ext>
            </a:extLst>
          </p:cNvPr>
          <p:cNvSpPr>
            <a:spLocks xmlns:a="http://schemas.openxmlformats.org/drawingml/2006/main" noGrp="1"/>
          </p:cNvSpPr>
          <p:nvPr/>
        </p:nvSpPr>
        <p:spPr>
          <a:xfrm xmlns:a="http://schemas.openxmlformats.org/drawingml/2006/main">
            <a:off x="2857500" y="4210050"/>
            <a:ext cx="5310188" cy="1504950"/>
          </a:xfrm>
          <a:custGeom xmlns:a="http://schemas.openxmlformats.org/drawingml/2006/main">
            <a:pathLst>
              <a:path w="5310188" h="1504950">
                <a:moveTo>
                  <a:pt x="5310188" y="171450"/>
                </a:moveTo>
                <a:lnTo>
                  <a:pt x="5310188" y="1504950"/>
                </a:lnTo>
                <a:lnTo>
                  <a:pt x="0" y="1504950"/>
                </a:lnTo>
                <a:lnTo>
                  <a:pt x="0" y="0"/>
                </a:lnTo>
              </a:path>
            </a:pathLst>
          </a:custGeom>
          <a:noFill xmlns:a="http://schemas.openxmlformats.org/drawingml/2006/main"/>
          <a:ln xmlns:a="http://schemas.openxmlformats.org/drawingml/2006/main" w="10478">
            <a:solidFill>
              <a:srgbClr val="000000"/>
            </a:solidFill>
            <a:prstDash val="dash"/>
          </a:ln>
        </p:spPr>
      </p:sp>
      <p:sp>
        <p:nvSpPr>
          <p:cNvPr id="70" name="dp41-comparison / n71 / arrow">
            <a:extLst xmlns:a="http://schemas.openxmlformats.org/drawingml/2006/main">
              <a:ext uri="{FF2B5EF4-FFF2-40B4-BE49-F238E27FC236}">
                <a16:creationId xmlns:a16="http://schemas.microsoft.com/office/drawing/2014/main" id="{B498815B-725A-476C-B90D-8FD59E3BBA4E}"/>
              </a:ext>
            </a:extLst>
          </p:cNvPr>
          <p:cNvSpPr>
            <a:spLocks xmlns:a="http://schemas.openxmlformats.org/drawingml/2006/main" noGrp="1"/>
          </p:cNvSpPr>
          <p:nvPr/>
        </p:nvSpPr>
        <p:spPr>
          <a:xfrm xmlns:a="http://schemas.openxmlformats.org/drawingml/2006/main">
            <a:off x="2823972" y="42100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1" name="dp41-comparison / n78">
            <a:extLst xmlns:a="http://schemas.openxmlformats.org/drawingml/2006/main">
              <a:ext uri="{FF2B5EF4-FFF2-40B4-BE49-F238E27FC236}">
                <a16:creationId xmlns:a16="http://schemas.microsoft.com/office/drawing/2014/main" id="{4EC9D403-306C-4CC1-8B0B-4DAFD5C7429C}"/>
              </a:ext>
            </a:extLst>
          </p:cNvPr>
          <p:cNvSpPr>
            <a:spLocks xmlns:a="http://schemas.openxmlformats.org/drawingml/2006/main" noGrp="1"/>
          </p:cNvSpPr>
          <p:nvPr/>
        </p:nvSpPr>
        <p:spPr>
          <a:xfrm xmlns:a="http://schemas.openxmlformats.org/drawingml/2006/main">
            <a:off x="7096125" y="6353175"/>
            <a:ext cx="2143125" cy="40005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000000"/>
            </a:solidFill>
            <a:prstDash val="solid"/>
          </a:ln>
        </p:spPr>
      </p:sp>
      <p:sp>
        <p:nvSpPr>
          <p:cNvPr id="72" name="dp41-comparison / n79 / text 1">
            <a:extLst xmlns:a="http://schemas.openxmlformats.org/drawingml/2006/main">
              <a:ext uri="{FF2B5EF4-FFF2-40B4-BE49-F238E27FC236}">
                <a16:creationId xmlns:a16="http://schemas.microsoft.com/office/drawing/2014/main" id="{77F0677E-0885-4461-A8C9-934F3D27D0C8}"/>
              </a:ext>
            </a:extLst>
          </p:cNvPr>
          <p:cNvSpPr>
            <a:spLocks xmlns:a="http://schemas.openxmlformats.org/drawingml/2006/main" noGrp="1"/>
          </p:cNvSpPr>
          <p:nvPr/>
        </p:nvSpPr>
        <p:spPr>
          <a:xfrm xmlns:a="http://schemas.openxmlformats.org/drawingml/2006/main">
            <a:off x="7181850" y="6441758"/>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의미 제안 검증기</a:t>
            </a:r>
          </a:p>
        </p:txBody>
      </p:sp>
      <p:sp>
        <p:nvSpPr>
          <p:cNvPr id="73" name="dp41-comparison / n80 / path">
            <a:extLst xmlns:a="http://schemas.openxmlformats.org/drawingml/2006/main">
              <a:ext uri="{FF2B5EF4-FFF2-40B4-BE49-F238E27FC236}">
                <a16:creationId xmlns:a16="http://schemas.microsoft.com/office/drawing/2014/main" id="{CF9E21B5-B127-4FBE-8041-5AF23B68219A}"/>
              </a:ext>
            </a:extLst>
          </p:cNvPr>
          <p:cNvSpPr>
            <a:spLocks xmlns:a="http://schemas.openxmlformats.org/drawingml/2006/main" noGrp="1"/>
          </p:cNvSpPr>
          <p:nvPr/>
        </p:nvSpPr>
        <p:spPr>
          <a:xfrm xmlns:a="http://schemas.openxmlformats.org/drawingml/2006/main">
            <a:off x="1571625" y="3924300"/>
            <a:ext cx="5524500" cy="2914650"/>
          </a:xfrm>
          <a:custGeom xmlns:a="http://schemas.openxmlformats.org/drawingml/2006/main">
            <a:pathLst>
              <a:path w="5524500" h="2914650">
                <a:moveTo>
                  <a:pt x="95250" y="0"/>
                </a:moveTo>
                <a:lnTo>
                  <a:pt x="0" y="0"/>
                </a:lnTo>
                <a:lnTo>
                  <a:pt x="0" y="2914650"/>
                </a:lnTo>
                <a:lnTo>
                  <a:pt x="5429250" y="2914650"/>
                </a:lnTo>
                <a:lnTo>
                  <a:pt x="5429250" y="2628900"/>
                </a:lnTo>
                <a:lnTo>
                  <a:pt x="5524500" y="2628900"/>
                </a:lnTo>
              </a:path>
            </a:pathLst>
          </a:custGeom>
          <a:noFill xmlns:a="http://schemas.openxmlformats.org/drawingml/2006/main"/>
          <a:ln xmlns:a="http://schemas.openxmlformats.org/drawingml/2006/main" w="10478">
            <a:solidFill>
              <a:srgbClr val="000000"/>
            </a:solidFill>
            <a:prstDash val="solid"/>
          </a:ln>
        </p:spPr>
      </p:sp>
      <p:sp>
        <p:nvSpPr>
          <p:cNvPr id="74" name="dp41-comparison / n80 / arrow">
            <a:extLst xmlns:a="http://schemas.openxmlformats.org/drawingml/2006/main">
              <a:ext uri="{FF2B5EF4-FFF2-40B4-BE49-F238E27FC236}">
                <a16:creationId xmlns:a16="http://schemas.microsoft.com/office/drawing/2014/main" id="{BCFD4285-386B-4D3C-A60E-117405438762}"/>
              </a:ext>
            </a:extLst>
          </p:cNvPr>
          <p:cNvSpPr>
            <a:spLocks xmlns:a="http://schemas.openxmlformats.org/drawingml/2006/main" noGrp="1"/>
          </p:cNvSpPr>
          <p:nvPr/>
        </p:nvSpPr>
        <p:spPr>
          <a:xfrm xmlns:a="http://schemas.openxmlformats.org/drawingml/2006/main">
            <a:off x="7029069" y="6519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83">
            <a:extLst xmlns:a="http://schemas.openxmlformats.org/drawingml/2006/main">
              <a:ext uri="{FF2B5EF4-FFF2-40B4-BE49-F238E27FC236}">
                <a16:creationId xmlns:a16="http://schemas.microsoft.com/office/drawing/2014/main" id="{25FAF569-A80B-4484-99A4-F9AB2281645C}"/>
              </a:ext>
            </a:extLst>
          </p:cNvPr>
          <p:cNvSpPr>
            <a:spLocks xmlns:a="http://schemas.openxmlformats.org/drawingml/2006/main" noGrp="1"/>
          </p:cNvSpPr>
          <p:nvPr/>
        </p:nvSpPr>
        <p:spPr>
          <a:xfrm xmlns:a="http://schemas.openxmlformats.org/drawingml/2006/main">
            <a:off x="436245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84 / text 1">
            <a:extLst xmlns:a="http://schemas.openxmlformats.org/drawingml/2006/main">
              <a:ext uri="{FF2B5EF4-FFF2-40B4-BE49-F238E27FC236}">
                <a16:creationId xmlns:a16="http://schemas.microsoft.com/office/drawing/2014/main" id="{7E35B089-29AC-4B69-977D-50D1F957C281}"/>
              </a:ext>
            </a:extLst>
          </p:cNvPr>
          <p:cNvSpPr>
            <a:spLocks xmlns:a="http://schemas.openxmlformats.org/drawingml/2006/main" noGrp="1"/>
          </p:cNvSpPr>
          <p:nvPr/>
        </p:nvSpPr>
        <p:spPr>
          <a:xfrm xmlns:a="http://schemas.openxmlformats.org/drawingml/2006/main">
            <a:off x="444817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77" name="dp41-comparison / n85 / path">
            <a:extLst xmlns:a="http://schemas.openxmlformats.org/drawingml/2006/main">
              <a:ext uri="{FF2B5EF4-FFF2-40B4-BE49-F238E27FC236}">
                <a16:creationId xmlns:a16="http://schemas.microsoft.com/office/drawing/2014/main" id="{452CF6DB-2343-4A7F-97C1-977E2BCE2991}"/>
              </a:ext>
            </a:extLst>
          </p:cNvPr>
          <p:cNvSpPr>
            <a:spLocks xmlns:a="http://schemas.openxmlformats.org/drawingml/2006/main" noGrp="1"/>
          </p:cNvSpPr>
          <p:nvPr/>
        </p:nvSpPr>
        <p:spPr>
          <a:xfrm xmlns:a="http://schemas.openxmlformats.org/drawingml/2006/main">
            <a:off x="5457825" y="4095750"/>
            <a:ext cx="4010025" cy="3133725"/>
          </a:xfrm>
          <a:custGeom xmlns:a="http://schemas.openxmlformats.org/drawingml/2006/main">
            <a:pathLst>
              <a:path w="4010025" h="3133725">
                <a:moveTo>
                  <a:pt x="3781425" y="0"/>
                </a:moveTo>
                <a:lnTo>
                  <a:pt x="4010025" y="0"/>
                </a:lnTo>
                <a:lnTo>
                  <a:pt x="4010025" y="2943225"/>
                </a:lnTo>
                <a:lnTo>
                  <a:pt x="0" y="2943225"/>
                </a:lnTo>
                <a:lnTo>
                  <a:pt x="0" y="3133725"/>
                </a:lnTo>
              </a:path>
            </a:pathLst>
          </a:custGeom>
          <a:noFill xmlns:a="http://schemas.openxmlformats.org/drawingml/2006/main"/>
          <a:ln xmlns:a="http://schemas.openxmlformats.org/drawingml/2006/main" w="10478">
            <a:solidFill>
              <a:srgbClr val="000000"/>
            </a:solidFill>
            <a:prstDash val="solid"/>
          </a:ln>
        </p:spPr>
      </p:sp>
      <p:sp>
        <p:nvSpPr>
          <p:cNvPr id="78" name="dp41-comparison / n85 / arrow">
            <a:extLst xmlns:a="http://schemas.openxmlformats.org/drawingml/2006/main">
              <a:ext uri="{FF2B5EF4-FFF2-40B4-BE49-F238E27FC236}">
                <a16:creationId xmlns:a16="http://schemas.microsoft.com/office/drawing/2014/main" id="{77664326-7B41-48A2-8A62-60055DD6B8E8}"/>
              </a:ext>
            </a:extLst>
          </p:cNvPr>
          <p:cNvSpPr>
            <a:spLocks xmlns:a="http://schemas.openxmlformats.org/drawingml/2006/main" noGrp="1"/>
          </p:cNvSpPr>
          <p:nvPr/>
        </p:nvSpPr>
        <p:spPr>
          <a:xfrm xmlns:a="http://schemas.openxmlformats.org/drawingml/2006/main">
            <a:off x="542429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9" name="dp41-comparison / n86 / path">
            <a:extLst xmlns:a="http://schemas.openxmlformats.org/drawingml/2006/main">
              <a:ext uri="{FF2B5EF4-FFF2-40B4-BE49-F238E27FC236}">
                <a16:creationId xmlns:a16="http://schemas.microsoft.com/office/drawing/2014/main" id="{1B068D1D-7C19-4528-9B93-1F7455DECAD7}"/>
              </a:ext>
            </a:extLst>
          </p:cNvPr>
          <p:cNvSpPr>
            <a:spLocks xmlns:a="http://schemas.openxmlformats.org/drawingml/2006/main" noGrp="1"/>
          </p:cNvSpPr>
          <p:nvPr/>
        </p:nvSpPr>
        <p:spPr>
          <a:xfrm xmlns:a="http://schemas.openxmlformats.org/drawingml/2006/main">
            <a:off x="5543550" y="4238625"/>
            <a:ext cx="3848100" cy="2990850"/>
          </a:xfrm>
          <a:custGeom xmlns:a="http://schemas.openxmlformats.org/drawingml/2006/main">
            <a:pathLst>
              <a:path w="3848100" h="2990850">
                <a:moveTo>
                  <a:pt x="0" y="2990850"/>
                </a:moveTo>
                <a:lnTo>
                  <a:pt x="0" y="2838450"/>
                </a:lnTo>
                <a:lnTo>
                  <a:pt x="3848100" y="28384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80" name="dp41-comparison / n86 / arrow">
            <a:extLst xmlns:a="http://schemas.openxmlformats.org/drawingml/2006/main">
              <a:ext uri="{FF2B5EF4-FFF2-40B4-BE49-F238E27FC236}">
                <a16:creationId xmlns:a16="http://schemas.microsoft.com/office/drawing/2014/main" id="{6202576F-C4C3-4E38-B671-5234CB86D0FC}"/>
              </a:ext>
            </a:extLst>
          </p:cNvPr>
          <p:cNvSpPr>
            <a:spLocks xmlns:a="http://schemas.openxmlformats.org/drawingml/2006/main" noGrp="1"/>
          </p:cNvSpPr>
          <p:nvPr/>
        </p:nvSpPr>
        <p:spPr>
          <a:xfrm xmlns:a="http://schemas.openxmlformats.org/drawingml/2006/main">
            <a:off x="9239250" y="42050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1" name="dp41-comparison / n87">
            <a:extLst xmlns:a="http://schemas.openxmlformats.org/drawingml/2006/main">
              <a:ext uri="{FF2B5EF4-FFF2-40B4-BE49-F238E27FC236}">
                <a16:creationId xmlns:a16="http://schemas.microsoft.com/office/drawing/2014/main" id="{FB9E074E-C298-4838-B74A-0E588C448DE6}"/>
              </a:ext>
            </a:extLst>
          </p:cNvPr>
          <p:cNvSpPr>
            <a:spLocks xmlns:a="http://schemas.openxmlformats.org/drawingml/2006/main" noGrp="1"/>
          </p:cNvSpPr>
          <p:nvPr/>
        </p:nvSpPr>
        <p:spPr>
          <a:xfrm xmlns:a="http://schemas.openxmlformats.org/drawingml/2006/main">
            <a:off x="709612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8 / text 1">
            <a:extLst xmlns:a="http://schemas.openxmlformats.org/drawingml/2006/main">
              <a:ext uri="{FF2B5EF4-FFF2-40B4-BE49-F238E27FC236}">
                <a16:creationId xmlns:a16="http://schemas.microsoft.com/office/drawing/2014/main" id="{6BA5C77A-66D1-4E8B-B417-E5EEE24E3386}"/>
              </a:ext>
            </a:extLst>
          </p:cNvPr>
          <p:cNvSpPr>
            <a:spLocks xmlns:a="http://schemas.openxmlformats.org/drawingml/2006/main" noGrp="1"/>
          </p:cNvSpPr>
          <p:nvPr/>
        </p:nvSpPr>
        <p:spPr>
          <a:xfrm xmlns:a="http://schemas.openxmlformats.org/drawingml/2006/main">
            <a:off x="718185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83" name="dp41-comparison / n89 / path">
            <a:extLst xmlns:a="http://schemas.openxmlformats.org/drawingml/2006/main">
              <a:ext uri="{FF2B5EF4-FFF2-40B4-BE49-F238E27FC236}">
                <a16:creationId xmlns:a16="http://schemas.microsoft.com/office/drawing/2014/main" id="{67DA4CFA-57D3-48A6-A21B-2D650F80A247}"/>
              </a:ext>
            </a:extLst>
          </p:cNvPr>
          <p:cNvSpPr>
            <a:spLocks xmlns:a="http://schemas.openxmlformats.org/drawingml/2006/main" noGrp="1"/>
          </p:cNvSpPr>
          <p:nvPr/>
        </p:nvSpPr>
        <p:spPr>
          <a:xfrm xmlns:a="http://schemas.openxmlformats.org/drawingml/2006/main">
            <a:off x="8191500" y="4095750"/>
            <a:ext cx="1276350" cy="3133725"/>
          </a:xfrm>
          <a:custGeom xmlns:a="http://schemas.openxmlformats.org/drawingml/2006/main">
            <a:pathLst>
              <a:path w="1276350" h="3133725">
                <a:moveTo>
                  <a:pt x="1047750" y="0"/>
                </a:moveTo>
                <a:lnTo>
                  <a:pt x="1276350" y="0"/>
                </a:lnTo>
                <a:lnTo>
                  <a:pt x="1276350" y="2990850"/>
                </a:lnTo>
                <a:lnTo>
                  <a:pt x="0" y="2990850"/>
                </a:lnTo>
                <a:lnTo>
                  <a:pt x="0" y="3133725"/>
                </a:lnTo>
              </a:path>
            </a:pathLst>
          </a:custGeom>
          <a:noFill xmlns:a="http://schemas.openxmlformats.org/drawingml/2006/main"/>
          <a:ln xmlns:a="http://schemas.openxmlformats.org/drawingml/2006/main" w="10478">
            <a:solidFill>
              <a:srgbClr val="000000"/>
            </a:solidFill>
            <a:prstDash val="solid"/>
          </a:ln>
        </p:spPr>
      </p:sp>
      <p:sp>
        <p:nvSpPr>
          <p:cNvPr id="84" name="dp41-comparison / n89 / arrow">
            <a:extLst xmlns:a="http://schemas.openxmlformats.org/drawingml/2006/main">
              <a:ext uri="{FF2B5EF4-FFF2-40B4-BE49-F238E27FC236}">
                <a16:creationId xmlns:a16="http://schemas.microsoft.com/office/drawing/2014/main" id="{19766DC7-DA64-4FDE-867F-189A6879D726}"/>
              </a:ext>
            </a:extLst>
          </p:cNvPr>
          <p:cNvSpPr>
            <a:spLocks xmlns:a="http://schemas.openxmlformats.org/drawingml/2006/main" noGrp="1"/>
          </p:cNvSpPr>
          <p:nvPr/>
        </p:nvSpPr>
        <p:spPr>
          <a:xfrm xmlns:a="http://schemas.openxmlformats.org/drawingml/2006/main">
            <a:off x="815797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5" name="dp41-comparison / n90 / path">
            <a:extLst xmlns:a="http://schemas.openxmlformats.org/drawingml/2006/main">
              <a:ext uri="{FF2B5EF4-FFF2-40B4-BE49-F238E27FC236}">
                <a16:creationId xmlns:a16="http://schemas.microsoft.com/office/drawing/2014/main" id="{837C2866-BBFF-4C6C-B13A-81A7940ADE17}"/>
              </a:ext>
            </a:extLst>
          </p:cNvPr>
          <p:cNvSpPr>
            <a:spLocks xmlns:a="http://schemas.openxmlformats.org/drawingml/2006/main" noGrp="1"/>
          </p:cNvSpPr>
          <p:nvPr/>
        </p:nvSpPr>
        <p:spPr>
          <a:xfrm xmlns:a="http://schemas.openxmlformats.org/drawingml/2006/main">
            <a:off x="8277225" y="4238625"/>
            <a:ext cx="1114425" cy="2990850"/>
          </a:xfrm>
          <a:custGeom xmlns:a="http://schemas.openxmlformats.org/drawingml/2006/main">
            <a:pathLst>
              <a:path w="1114425" h="2990850">
                <a:moveTo>
                  <a:pt x="0" y="2990850"/>
                </a:moveTo>
                <a:lnTo>
                  <a:pt x="0" y="2886075"/>
                </a:lnTo>
                <a:lnTo>
                  <a:pt x="1114425" y="28860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86" name="dp41-comparison / n90 / arrow">
            <a:extLst xmlns:a="http://schemas.openxmlformats.org/drawingml/2006/main">
              <a:ext uri="{FF2B5EF4-FFF2-40B4-BE49-F238E27FC236}">
                <a16:creationId xmlns:a16="http://schemas.microsoft.com/office/drawing/2014/main" id="{08FF4D9A-CA32-4277-A7E2-EEC6AF9F9E21}"/>
              </a:ext>
            </a:extLst>
          </p:cNvPr>
          <p:cNvSpPr>
            <a:spLocks xmlns:a="http://schemas.openxmlformats.org/drawingml/2006/main" noGrp="1"/>
          </p:cNvSpPr>
          <p:nvPr/>
        </p:nvSpPr>
        <p:spPr>
          <a:xfrm xmlns:a="http://schemas.openxmlformats.org/drawingml/2006/main">
            <a:off x="9239250" y="42050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7" name="dp41-comparison / n93 / path">
            <a:extLst xmlns:a="http://schemas.openxmlformats.org/drawingml/2006/main">
              <a:ext uri="{FF2B5EF4-FFF2-40B4-BE49-F238E27FC236}">
                <a16:creationId xmlns:a16="http://schemas.microsoft.com/office/drawing/2014/main" id="{01A0BC58-28BD-4ED3-ABBB-5949EBA44DD1}"/>
              </a:ext>
            </a:extLst>
          </p:cNvPr>
          <p:cNvSpPr>
            <a:spLocks xmlns:a="http://schemas.openxmlformats.org/drawingml/2006/main" noGrp="1"/>
          </p:cNvSpPr>
          <p:nvPr/>
        </p:nvSpPr>
        <p:spPr>
          <a:xfrm xmlns:a="http://schemas.openxmlformats.org/drawingml/2006/main">
            <a:off x="1524000" y="2647950"/>
            <a:ext cx="142875" cy="1276350"/>
          </a:xfrm>
          <a:custGeom xmlns:a="http://schemas.openxmlformats.org/drawingml/2006/main">
            <a:pathLst>
              <a:path w="142875" h="1276350">
                <a:moveTo>
                  <a:pt x="142875" y="1276350"/>
                </a:moveTo>
                <a:lnTo>
                  <a:pt x="0" y="12763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88" name="dp41-comparison / n93 / arrow">
            <a:extLst xmlns:a="http://schemas.openxmlformats.org/drawingml/2006/main">
              <a:ext uri="{FF2B5EF4-FFF2-40B4-BE49-F238E27FC236}">
                <a16:creationId xmlns:a16="http://schemas.microsoft.com/office/drawing/2014/main" id="{C179C76C-BA65-4BE8-B8AE-3C593C7ECF21}"/>
              </a:ext>
            </a:extLst>
          </p:cNvPr>
          <p:cNvSpPr>
            <a:spLocks xmlns:a="http://schemas.openxmlformats.org/drawingml/2006/main" noGrp="1"/>
          </p:cNvSpPr>
          <p:nvPr/>
        </p:nvSpPr>
        <p:spPr>
          <a:xfrm xmlns:a="http://schemas.openxmlformats.org/drawingml/2006/main">
            <a:off x="1599819" y="26144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9" name="dp41-comparison / n94 / path">
            <a:extLst xmlns:a="http://schemas.openxmlformats.org/drawingml/2006/main">
              <a:ext uri="{FF2B5EF4-FFF2-40B4-BE49-F238E27FC236}">
                <a16:creationId xmlns:a16="http://schemas.microsoft.com/office/drawing/2014/main" id="{7A8DE0A9-86E6-4A44-B1F4-0AE75A12135A}"/>
              </a:ext>
            </a:extLst>
          </p:cNvPr>
          <p:cNvSpPr>
            <a:spLocks xmlns:a="http://schemas.openxmlformats.org/drawingml/2006/main" noGrp="1"/>
          </p:cNvSpPr>
          <p:nvPr/>
        </p:nvSpPr>
        <p:spPr>
          <a:xfrm xmlns:a="http://schemas.openxmlformats.org/drawingml/2006/main">
            <a:off x="1428750" y="2647950"/>
            <a:ext cx="238125" cy="1390650"/>
          </a:xfrm>
          <a:custGeom xmlns:a="http://schemas.openxmlformats.org/drawingml/2006/main">
            <a:pathLst>
              <a:path w="238125" h="1390650">
                <a:moveTo>
                  <a:pt x="238125" y="0"/>
                </a:moveTo>
                <a:lnTo>
                  <a:pt x="0" y="0"/>
                </a:lnTo>
                <a:lnTo>
                  <a:pt x="0" y="1390650"/>
                </a:lnTo>
                <a:lnTo>
                  <a:pt x="238125" y="1390650"/>
                </a:lnTo>
              </a:path>
            </a:pathLst>
          </a:custGeom>
          <a:noFill xmlns:a="http://schemas.openxmlformats.org/drawingml/2006/main"/>
          <a:ln xmlns:a="http://schemas.openxmlformats.org/drawingml/2006/main" w="10478">
            <a:solidFill>
              <a:srgbClr val="000000"/>
            </a:solidFill>
            <a:prstDash val="dash"/>
          </a:ln>
        </p:spPr>
      </p:sp>
      <p:sp>
        <p:nvSpPr>
          <p:cNvPr id="90" name="dp41-comparison / n94 / arrow">
            <a:extLst xmlns:a="http://schemas.openxmlformats.org/drawingml/2006/main">
              <a:ext uri="{FF2B5EF4-FFF2-40B4-BE49-F238E27FC236}">
                <a16:creationId xmlns:a16="http://schemas.microsoft.com/office/drawing/2014/main" id="{1C81FE27-AD12-441B-A98D-95611F4A1C2E}"/>
              </a:ext>
            </a:extLst>
          </p:cNvPr>
          <p:cNvSpPr>
            <a:spLocks xmlns:a="http://schemas.openxmlformats.org/drawingml/2006/main" noGrp="1"/>
          </p:cNvSpPr>
          <p:nvPr/>
        </p:nvSpPr>
        <p:spPr>
          <a:xfrm xmlns:a="http://schemas.openxmlformats.org/drawingml/2006/main">
            <a:off x="1599819" y="40050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60">
            <a:extLst xmlns:a="http://schemas.openxmlformats.org/drawingml/2006/main">
              <a:ext uri="{FF2B5EF4-FFF2-40B4-BE49-F238E27FC236}">
                <a16:creationId xmlns:a16="http://schemas.microsoft.com/office/drawing/2014/main" id="{4CE1DCB8-F0CD-471C-AE88-23CF43EB9CBD}"/>
              </a:ext>
            </a:extLst>
          </p:cNvPr>
          <p:cNvSpPr>
            <a:spLocks xmlns:a="http://schemas.openxmlformats.org/drawingml/2006/main" noGrp="1"/>
          </p:cNvSpPr>
          <p:nvPr/>
        </p:nvSpPr>
        <p:spPr>
          <a:xfrm xmlns:a="http://schemas.openxmlformats.org/drawingml/2006/main">
            <a:off x="4248150" y="2552700"/>
            <a:ext cx="2767965"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1-comparison / n61 / text 1">
            <a:extLst xmlns:a="http://schemas.openxmlformats.org/drawingml/2006/main">
              <a:ext uri="{FF2B5EF4-FFF2-40B4-BE49-F238E27FC236}">
                <a16:creationId xmlns:a16="http://schemas.microsoft.com/office/drawing/2014/main" id="{B75029A5-BF8D-4BFC-BB16-609DC454C608}"/>
              </a:ext>
            </a:extLst>
          </p:cNvPr>
          <p:cNvSpPr>
            <a:spLocks xmlns:a="http://schemas.openxmlformats.org/drawingml/2006/main" noGrp="1"/>
          </p:cNvSpPr>
          <p:nvPr/>
        </p:nvSpPr>
        <p:spPr>
          <a:xfrm xmlns:a="http://schemas.openxmlformats.org/drawingml/2006/main">
            <a:off x="4267200" y="2562225"/>
            <a:ext cx="5048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 호출은 Model Access 경유</a:t>
            </a:r>
          </a:p>
        </p:txBody>
      </p:sp>
      <p:sp>
        <p:nvSpPr>
          <p:cNvPr id="93" name="dp41-comparison / n64">
            <a:extLst xmlns:a="http://schemas.openxmlformats.org/drawingml/2006/main">
              <a:ext uri="{FF2B5EF4-FFF2-40B4-BE49-F238E27FC236}">
                <a16:creationId xmlns:a16="http://schemas.microsoft.com/office/drawing/2014/main" id="{5E3CF6A3-1A17-46B5-B982-6E2DD72218B5}"/>
              </a:ext>
            </a:extLst>
          </p:cNvPr>
          <p:cNvSpPr>
            <a:spLocks xmlns:a="http://schemas.openxmlformats.org/drawingml/2006/main" noGrp="1"/>
          </p:cNvSpPr>
          <p:nvPr/>
        </p:nvSpPr>
        <p:spPr>
          <a:xfrm xmlns:a="http://schemas.openxmlformats.org/drawingml/2006/main">
            <a:off x="1647825" y="3295650"/>
            <a:ext cx="3656648" cy="2590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1-comparison / n65 / text 1">
            <a:extLst xmlns:a="http://schemas.openxmlformats.org/drawingml/2006/main">
              <a:ext uri="{FF2B5EF4-FFF2-40B4-BE49-F238E27FC236}">
                <a16:creationId xmlns:a16="http://schemas.microsoft.com/office/drawing/2014/main" id="{ECE451BA-718A-4402-8F16-CD32ABE61CA0}"/>
              </a:ext>
            </a:extLst>
          </p:cNvPr>
          <p:cNvSpPr>
            <a:spLocks xmlns:a="http://schemas.openxmlformats.org/drawingml/2006/main" noGrp="1"/>
          </p:cNvSpPr>
          <p:nvPr/>
        </p:nvSpPr>
        <p:spPr>
          <a:xfrm xmlns:a="http://schemas.openxmlformats.org/drawingml/2006/main">
            <a:off x="1666875" y="3305175"/>
            <a:ext cx="7620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000000"/>
                </a:solidFill>
                <a:latin typeface="Apple SD Gothic Neo"/>
                <a:ea typeface="Apple SD Gothic Neo"/>
                <a:cs typeface="Apple SD Gothic Neo"/>
              </a:defRPr>
            </a:pPr>
            <a:r>
              <a:rPr sz="1575" b="0">
                <a:solidFill>
                  <a:srgbClr val="000000"/>
                </a:solidFill>
                <a:latin typeface="Apple SD Gothic Neo"/>
                <a:ea typeface="Apple SD Gothic Neo"/>
                <a:cs typeface="Apple SD Gothic Neo"/>
              </a:rPr>
              <a:t>모델이 다음 조회와 전체 의미를 판단</a:t>
            </a:r>
          </a:p>
        </p:txBody>
      </p:sp>
      <p:sp>
        <p:nvSpPr>
          <p:cNvPr id="95" name="dp41-comparison / n69">
            <a:extLst xmlns:a="http://schemas.openxmlformats.org/drawingml/2006/main">
              <a:ext uri="{FF2B5EF4-FFF2-40B4-BE49-F238E27FC236}">
                <a16:creationId xmlns:a16="http://schemas.microsoft.com/office/drawing/2014/main" id="{A8D8DA96-BC1D-42CD-B4DC-9FD48BDB0C00}"/>
              </a:ext>
            </a:extLst>
          </p:cNvPr>
          <p:cNvSpPr>
            <a:spLocks xmlns:a="http://schemas.openxmlformats.org/drawingml/2006/main" noGrp="1"/>
          </p:cNvSpPr>
          <p:nvPr/>
        </p:nvSpPr>
        <p:spPr>
          <a:xfrm xmlns:a="http://schemas.openxmlformats.org/drawingml/2006/main">
            <a:off x="4429125" y="3695700"/>
            <a:ext cx="2524125" cy="790575"/>
          </a:xfrm>
          <a:custGeom xmlns:a="http://schemas.openxmlformats.org/drawingml/2006/main">
            <a:pathLst>
              <a:path w="2524125" h="790575">
                <a:moveTo>
                  <a:pt x="0" y="0"/>
                </a:moveTo>
                <a:lnTo>
                  <a:pt x="2352675" y="0"/>
                </a:lnTo>
                <a:lnTo>
                  <a:pt x="2524125" y="171450"/>
                </a:lnTo>
                <a:lnTo>
                  <a:pt x="2524125" y="790575"/>
                </a:lnTo>
                <a:lnTo>
                  <a:pt x="0" y="7905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69 / fold">
            <a:extLst xmlns:a="http://schemas.openxmlformats.org/drawingml/2006/main">
              <a:ext uri="{FF2B5EF4-FFF2-40B4-BE49-F238E27FC236}">
                <a16:creationId xmlns:a16="http://schemas.microsoft.com/office/drawing/2014/main" id="{5DE1FD8F-3261-40BC-9BC5-5B0216294974}"/>
              </a:ext>
            </a:extLst>
          </p:cNvPr>
          <p:cNvSpPr>
            <a:spLocks xmlns:a="http://schemas.openxmlformats.org/drawingml/2006/main" noGrp="1"/>
          </p:cNvSpPr>
          <p:nvPr/>
        </p:nvSpPr>
        <p:spPr>
          <a:xfrm xmlns:a="http://schemas.openxmlformats.org/drawingml/2006/main">
            <a:off x="6781800" y="36957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97" name="dp41-comparison / n70 / text 1">
            <a:extLst xmlns:a="http://schemas.openxmlformats.org/drawingml/2006/main">
              <a:ext uri="{FF2B5EF4-FFF2-40B4-BE49-F238E27FC236}">
                <a16:creationId xmlns:a16="http://schemas.microsoft.com/office/drawing/2014/main" id="{8577FA2B-71C5-4250-95C0-2AB6B9FA1321}"/>
              </a:ext>
            </a:extLst>
          </p:cNvPr>
          <p:cNvSpPr>
            <a:spLocks xmlns:a="http://schemas.openxmlformats.org/drawingml/2006/main" noGrp="1"/>
          </p:cNvSpPr>
          <p:nvPr/>
        </p:nvSpPr>
        <p:spPr>
          <a:xfrm xmlns:a="http://schemas.openxmlformats.org/drawingml/2006/main">
            <a:off x="4543425" y="3781425"/>
            <a:ext cx="22383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① 조회 요청 (ReadRequest)</a:t>
            </a:r>
          </a:p>
        </p:txBody>
      </p:sp>
      <p:sp>
        <p:nvSpPr>
          <p:cNvPr id="98" name="dp41-comparison / n70 / text 2">
            <a:extLst xmlns:a="http://schemas.openxmlformats.org/drawingml/2006/main">
              <a:ext uri="{FF2B5EF4-FFF2-40B4-BE49-F238E27FC236}">
                <a16:creationId xmlns:a16="http://schemas.microsoft.com/office/drawing/2014/main" id="{80F918B9-D1B5-4610-A12D-49BF2D238BA6}"/>
              </a:ext>
            </a:extLst>
          </p:cNvPr>
          <p:cNvSpPr>
            <a:spLocks xmlns:a="http://schemas.openxmlformats.org/drawingml/2006/main" noGrp="1"/>
          </p:cNvSpPr>
          <p:nvPr/>
        </p:nvSpPr>
        <p:spPr>
          <a:xfrm xmlns:a="http://schemas.openxmlformats.org/drawingml/2006/main">
            <a:off x="4543425" y="3987165"/>
            <a:ext cx="22383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업무 조회: “아까 보고서”</a:t>
            </a:r>
          </a:p>
        </p:txBody>
      </p:sp>
      <p:sp>
        <p:nvSpPr>
          <p:cNvPr id="99" name="dp41-comparison / n70 / text 3">
            <a:extLst xmlns:a="http://schemas.openxmlformats.org/drawingml/2006/main">
              <a:ext uri="{FF2B5EF4-FFF2-40B4-BE49-F238E27FC236}">
                <a16:creationId xmlns:a16="http://schemas.microsoft.com/office/drawing/2014/main" id="{BA8A5A02-A972-4C4B-8672-6E91B657D453}"/>
              </a:ext>
            </a:extLst>
          </p:cNvPr>
          <p:cNvSpPr>
            <a:spLocks xmlns:a="http://schemas.openxmlformats.org/drawingml/2006/main" noGrp="1"/>
          </p:cNvSpPr>
          <p:nvPr/>
        </p:nvSpPr>
        <p:spPr>
          <a:xfrm xmlns:a="http://schemas.openxmlformats.org/drawingml/2006/main">
            <a:off x="4543425" y="4192905"/>
            <a:ext cx="22383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화면 조회: “이 표”</a:t>
            </a:r>
          </a:p>
        </p:txBody>
      </p:sp>
      <p:sp>
        <p:nvSpPr>
          <p:cNvPr id="100" name="dp41-comparison / n72">
            <a:extLst xmlns:a="http://schemas.openxmlformats.org/drawingml/2006/main">
              <a:ext uri="{FF2B5EF4-FFF2-40B4-BE49-F238E27FC236}">
                <a16:creationId xmlns:a16="http://schemas.microsoft.com/office/drawing/2014/main" id="{5E728BE1-0BD9-4280-AD5D-328483CD8AA3}"/>
              </a:ext>
            </a:extLst>
          </p:cNvPr>
          <p:cNvSpPr>
            <a:spLocks xmlns:a="http://schemas.openxmlformats.org/drawingml/2006/main" noGrp="1"/>
          </p:cNvSpPr>
          <p:nvPr/>
        </p:nvSpPr>
        <p:spPr>
          <a:xfrm xmlns:a="http://schemas.openxmlformats.org/drawingml/2006/main">
            <a:off x="4429125" y="4638675"/>
            <a:ext cx="2686050" cy="990600"/>
          </a:xfrm>
          <a:custGeom xmlns:a="http://schemas.openxmlformats.org/drawingml/2006/main">
            <a:pathLst>
              <a:path w="2686050" h="990600">
                <a:moveTo>
                  <a:pt x="0" y="0"/>
                </a:moveTo>
                <a:lnTo>
                  <a:pt x="2514600" y="0"/>
                </a:lnTo>
                <a:lnTo>
                  <a:pt x="2686050" y="171450"/>
                </a:lnTo>
                <a:lnTo>
                  <a:pt x="2686050" y="990600"/>
                </a:lnTo>
                <a:lnTo>
                  <a:pt x="0" y="9906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1" name="dp41-comparison / n72 / fold">
            <a:extLst xmlns:a="http://schemas.openxmlformats.org/drawingml/2006/main">
              <a:ext uri="{FF2B5EF4-FFF2-40B4-BE49-F238E27FC236}">
                <a16:creationId xmlns:a16="http://schemas.microsoft.com/office/drawing/2014/main" id="{EF2466B9-6615-409A-8155-C26AF63162CF}"/>
              </a:ext>
            </a:extLst>
          </p:cNvPr>
          <p:cNvSpPr>
            <a:spLocks xmlns:a="http://schemas.openxmlformats.org/drawingml/2006/main" noGrp="1"/>
          </p:cNvSpPr>
          <p:nvPr/>
        </p:nvSpPr>
        <p:spPr>
          <a:xfrm xmlns:a="http://schemas.openxmlformats.org/drawingml/2006/main">
            <a:off x="6943725" y="46386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2" name="dp41-comparison / n73 / text 1">
            <a:extLst xmlns:a="http://schemas.openxmlformats.org/drawingml/2006/main">
              <a:ext uri="{FF2B5EF4-FFF2-40B4-BE49-F238E27FC236}">
                <a16:creationId xmlns:a16="http://schemas.microsoft.com/office/drawing/2014/main" id="{C6FAEE26-E0CF-4F13-A6DD-6838EC1ED045}"/>
              </a:ext>
            </a:extLst>
          </p:cNvPr>
          <p:cNvSpPr>
            <a:spLocks xmlns:a="http://schemas.openxmlformats.org/drawingml/2006/main" noGrp="1"/>
          </p:cNvSpPr>
          <p:nvPr/>
        </p:nvSpPr>
        <p:spPr>
          <a:xfrm xmlns:a="http://schemas.openxmlformats.org/drawingml/2006/main">
            <a:off x="4543425" y="472440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② 조회 결과 (EvidenceBundle)</a:t>
            </a:r>
          </a:p>
        </p:txBody>
      </p:sp>
      <p:sp>
        <p:nvSpPr>
          <p:cNvPr id="103" name="dp41-comparison / n73 / text 2">
            <a:extLst xmlns:a="http://schemas.openxmlformats.org/drawingml/2006/main">
              <a:ext uri="{FF2B5EF4-FFF2-40B4-BE49-F238E27FC236}">
                <a16:creationId xmlns:a16="http://schemas.microsoft.com/office/drawing/2014/main" id="{617545EE-9C14-43D6-87C2-6767F044EA6A}"/>
              </a:ext>
            </a:extLst>
          </p:cNvPr>
          <p:cNvSpPr>
            <a:spLocks xmlns:a="http://schemas.openxmlformats.org/drawingml/2006/main" noGrp="1"/>
          </p:cNvSpPr>
          <p:nvPr/>
        </p:nvSpPr>
        <p:spPr>
          <a:xfrm xmlns:a="http://schemas.openxmlformats.org/drawingml/2006/main">
            <a:off x="4543425" y="493014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Task1: 예산 보고서</a:t>
            </a:r>
          </a:p>
        </p:txBody>
      </p:sp>
      <p:sp>
        <p:nvSpPr>
          <p:cNvPr id="104" name="dp41-comparison / n73 / text 3">
            <a:extLst xmlns:a="http://schemas.openxmlformats.org/drawingml/2006/main">
              <a:ext uri="{FF2B5EF4-FFF2-40B4-BE49-F238E27FC236}">
                <a16:creationId xmlns:a16="http://schemas.microsoft.com/office/drawing/2014/main" id="{0B24B990-3D53-4352-9D52-9610A9944A5C}"/>
              </a:ext>
            </a:extLst>
          </p:cNvPr>
          <p:cNvSpPr>
            <a:spLocks xmlns:a="http://schemas.openxmlformats.org/drawingml/2006/main" noGrp="1"/>
          </p:cNvSpPr>
          <p:nvPr/>
        </p:nvSpPr>
        <p:spPr>
          <a:xfrm xmlns:a="http://schemas.openxmlformats.org/drawingml/2006/main">
            <a:off x="4543425" y="513588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Task2: 실적 보고서</a:t>
            </a:r>
          </a:p>
        </p:txBody>
      </p:sp>
      <p:sp>
        <p:nvSpPr>
          <p:cNvPr id="105" name="dp41-comparison / n73 / text 4">
            <a:extLst xmlns:a="http://schemas.openxmlformats.org/drawingml/2006/main">
              <a:ext uri="{FF2B5EF4-FFF2-40B4-BE49-F238E27FC236}">
                <a16:creationId xmlns:a16="http://schemas.microsoft.com/office/drawing/2014/main" id="{7CD4E5E5-E303-4C0B-8603-884CA2E28DE1}"/>
              </a:ext>
            </a:extLst>
          </p:cNvPr>
          <p:cNvSpPr>
            <a:spLocks xmlns:a="http://schemas.openxmlformats.org/drawingml/2006/main" noGrp="1"/>
          </p:cNvSpPr>
          <p:nvPr/>
        </p:nvSpPr>
        <p:spPr>
          <a:xfrm xmlns:a="http://schemas.openxmlformats.org/drawingml/2006/main">
            <a:off x="4543425" y="5341620"/>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자료: 선택한 표</a:t>
            </a:r>
          </a:p>
        </p:txBody>
      </p:sp>
      <p:sp>
        <p:nvSpPr>
          <p:cNvPr id="106" name="dp41-comparison / n74">
            <a:extLst xmlns:a="http://schemas.openxmlformats.org/drawingml/2006/main">
              <a:ext uri="{FF2B5EF4-FFF2-40B4-BE49-F238E27FC236}">
                <a16:creationId xmlns:a16="http://schemas.microsoft.com/office/drawing/2014/main" id="{2C4B4876-9958-449A-9AB7-F83E365D97B0}"/>
              </a:ext>
            </a:extLst>
          </p:cNvPr>
          <p:cNvSpPr>
            <a:spLocks xmlns:a="http://schemas.openxmlformats.org/drawingml/2006/main" noGrp="1"/>
          </p:cNvSpPr>
          <p:nvPr/>
        </p:nvSpPr>
        <p:spPr>
          <a:xfrm xmlns:a="http://schemas.openxmlformats.org/drawingml/2006/main">
            <a:off x="1647825" y="4714875"/>
            <a:ext cx="2287905"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7" name="dp41-comparison / n75 / text 1">
            <a:extLst xmlns:a="http://schemas.openxmlformats.org/drawingml/2006/main">
              <a:ext uri="{FF2B5EF4-FFF2-40B4-BE49-F238E27FC236}">
                <a16:creationId xmlns:a16="http://schemas.microsoft.com/office/drawing/2014/main" id="{8205B7E0-3EC1-40D7-BA61-87D05A76715A}"/>
              </a:ext>
            </a:extLst>
          </p:cNvPr>
          <p:cNvSpPr>
            <a:spLocks xmlns:a="http://schemas.openxmlformats.org/drawingml/2006/main" noGrp="1"/>
          </p:cNvSpPr>
          <p:nvPr/>
        </p:nvSpPr>
        <p:spPr>
          <a:xfrm xmlns:a="http://schemas.openxmlformats.org/drawingml/2006/main">
            <a:off x="1666875" y="472440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③ 근거를 보고 모델 재판단</a:t>
            </a:r>
          </a:p>
        </p:txBody>
      </p:sp>
      <p:sp>
        <p:nvSpPr>
          <p:cNvPr id="108" name="dp41-comparison / n76">
            <a:extLst xmlns:a="http://schemas.openxmlformats.org/drawingml/2006/main">
              <a:ext uri="{FF2B5EF4-FFF2-40B4-BE49-F238E27FC236}">
                <a16:creationId xmlns:a16="http://schemas.microsoft.com/office/drawing/2014/main" id="{9A566C27-25CD-4580-852C-6BBEE87AB9DD}"/>
              </a:ext>
            </a:extLst>
          </p:cNvPr>
          <p:cNvSpPr>
            <a:spLocks xmlns:a="http://schemas.openxmlformats.org/drawingml/2006/main" noGrp="1"/>
          </p:cNvSpPr>
          <p:nvPr/>
        </p:nvSpPr>
        <p:spPr>
          <a:xfrm xmlns:a="http://schemas.openxmlformats.org/drawingml/2006/main">
            <a:off x="1647825" y="5048250"/>
            <a:ext cx="244678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1-comparison / n77 / text 1">
            <a:extLst xmlns:a="http://schemas.openxmlformats.org/drawingml/2006/main">
              <a:ext uri="{FF2B5EF4-FFF2-40B4-BE49-F238E27FC236}">
                <a16:creationId xmlns:a16="http://schemas.microsoft.com/office/drawing/2014/main" id="{A67EF13F-96D0-4A91-82E9-74791338199F}"/>
              </a:ext>
            </a:extLst>
          </p:cNvPr>
          <p:cNvSpPr>
            <a:spLocks xmlns:a="http://schemas.openxmlformats.org/drawingml/2006/main" noGrp="1"/>
          </p:cNvSpPr>
          <p:nvPr/>
        </p:nvSpPr>
        <p:spPr>
          <a:xfrm xmlns:a="http://schemas.openxmlformats.org/drawingml/2006/main">
            <a:off x="1666875" y="5057775"/>
            <a:ext cx="2571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추가 조회 / 확인 질문 / 완성</a:t>
            </a:r>
          </a:p>
        </p:txBody>
      </p:sp>
      <p:sp>
        <p:nvSpPr>
          <p:cNvPr id="110" name="dp41-comparison / n81">
            <a:extLst xmlns:a="http://schemas.openxmlformats.org/drawingml/2006/main">
              <a:ext uri="{FF2B5EF4-FFF2-40B4-BE49-F238E27FC236}">
                <a16:creationId xmlns:a16="http://schemas.microsoft.com/office/drawing/2014/main" id="{3FBB0FAC-2BD2-46D8-9D4D-2EE6458A7AB1}"/>
              </a:ext>
            </a:extLst>
          </p:cNvPr>
          <p:cNvSpPr>
            <a:spLocks xmlns:a="http://schemas.openxmlformats.org/drawingml/2006/main" noGrp="1"/>
          </p:cNvSpPr>
          <p:nvPr/>
        </p:nvSpPr>
        <p:spPr>
          <a:xfrm xmlns:a="http://schemas.openxmlformats.org/drawingml/2006/main">
            <a:off x="1666875" y="5934075"/>
            <a:ext cx="5238750" cy="819150"/>
          </a:xfrm>
          <a:custGeom xmlns:a="http://schemas.openxmlformats.org/drawingml/2006/main">
            <a:pathLst>
              <a:path w="5238750" h="819150">
                <a:moveTo>
                  <a:pt x="0" y="0"/>
                </a:moveTo>
                <a:lnTo>
                  <a:pt x="5067300" y="0"/>
                </a:lnTo>
                <a:lnTo>
                  <a:pt x="5238750" y="171450"/>
                </a:lnTo>
                <a:lnTo>
                  <a:pt x="5238750" y="819150"/>
                </a:lnTo>
                <a:lnTo>
                  <a:pt x="0" y="819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81 / fold">
            <a:extLst xmlns:a="http://schemas.openxmlformats.org/drawingml/2006/main">
              <a:ext uri="{FF2B5EF4-FFF2-40B4-BE49-F238E27FC236}">
                <a16:creationId xmlns:a16="http://schemas.microsoft.com/office/drawing/2014/main" id="{93517139-0E06-4A8C-B255-F30E49AB5139}"/>
              </a:ext>
            </a:extLst>
          </p:cNvPr>
          <p:cNvSpPr>
            <a:spLocks xmlns:a="http://schemas.openxmlformats.org/drawingml/2006/main" noGrp="1"/>
          </p:cNvSpPr>
          <p:nvPr/>
        </p:nvSpPr>
        <p:spPr>
          <a:xfrm xmlns:a="http://schemas.openxmlformats.org/drawingml/2006/main">
            <a:off x="6734175" y="59340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12" name="dp41-comparison / n82 / text 1">
            <a:extLst xmlns:a="http://schemas.openxmlformats.org/drawingml/2006/main">
              <a:ext uri="{FF2B5EF4-FFF2-40B4-BE49-F238E27FC236}">
                <a16:creationId xmlns:a16="http://schemas.microsoft.com/office/drawing/2014/main" id="{5A60A9F0-E254-4A3F-8B19-FD5D4D0E1AC3}"/>
              </a:ext>
            </a:extLst>
          </p:cNvPr>
          <p:cNvSpPr>
            <a:spLocks xmlns:a="http://schemas.openxmlformats.org/drawingml/2006/main" noGrp="1"/>
          </p:cNvSpPr>
          <p:nvPr/>
        </p:nvSpPr>
        <p:spPr>
          <a:xfrm xmlns:a="http://schemas.openxmlformats.org/drawingml/2006/main">
            <a:off x="1781175" y="601980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④ 모델이 만든 의미 제안 (MeaningProposal)</a:t>
            </a:r>
          </a:p>
        </p:txBody>
      </p:sp>
      <p:sp>
        <p:nvSpPr>
          <p:cNvPr id="113" name="dp41-comparison / n82 / text 2">
            <a:extLst xmlns:a="http://schemas.openxmlformats.org/drawingml/2006/main">
              <a:ext uri="{FF2B5EF4-FFF2-40B4-BE49-F238E27FC236}">
                <a16:creationId xmlns:a16="http://schemas.microsoft.com/office/drawing/2014/main" id="{AC21DFD2-9C3E-4928-934B-60DBBDDC05E1}"/>
              </a:ext>
            </a:extLst>
          </p:cNvPr>
          <p:cNvSpPr>
            <a:spLocks xmlns:a="http://schemas.openxmlformats.org/drawingml/2006/main" noGrp="1"/>
          </p:cNvSpPr>
          <p:nvPr/>
        </p:nvSpPr>
        <p:spPr>
          <a:xfrm xmlns:a="http://schemas.openxmlformats.org/drawingml/2006/main">
            <a:off x="1781175" y="622554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예산 보고서(Task1)에 선택한 표 추가</a:t>
            </a:r>
          </a:p>
        </p:txBody>
      </p:sp>
      <p:sp>
        <p:nvSpPr>
          <p:cNvPr id="114" name="dp41-comparison / n82 / text 3">
            <a:extLst xmlns:a="http://schemas.openxmlformats.org/drawingml/2006/main">
              <a:ext uri="{FF2B5EF4-FFF2-40B4-BE49-F238E27FC236}">
                <a16:creationId xmlns:a16="http://schemas.microsoft.com/office/drawing/2014/main" id="{A5241DB8-64F2-40BB-9E72-B5E5C6C1790D}"/>
              </a:ext>
            </a:extLst>
          </p:cNvPr>
          <p:cNvSpPr>
            <a:spLocks xmlns:a="http://schemas.openxmlformats.org/drawingml/2006/main" noGrp="1"/>
          </p:cNvSpPr>
          <p:nvPr/>
        </p:nvSpPr>
        <p:spPr>
          <a:xfrm xmlns:a="http://schemas.openxmlformats.org/drawingml/2006/main">
            <a:off x="1781175" y="643128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수정된 보고서 결과 → 메일 초안 / 메일 발송 금지</a:t>
            </a:r>
          </a:p>
        </p:txBody>
      </p:sp>
      <p:sp>
        <p:nvSpPr>
          <p:cNvPr id="115" name="dp41-comparison / n91">
            <a:extLst xmlns:a="http://schemas.openxmlformats.org/drawingml/2006/main">
              <a:ext uri="{FF2B5EF4-FFF2-40B4-BE49-F238E27FC236}">
                <a16:creationId xmlns:a16="http://schemas.microsoft.com/office/drawing/2014/main" id="{980DAF57-AA19-4D5E-B7FC-B100A062C8CA}"/>
              </a:ext>
            </a:extLst>
          </p:cNvPr>
          <p:cNvSpPr>
            <a:spLocks xmlns:a="http://schemas.openxmlformats.org/drawingml/2006/main" noGrp="1"/>
          </p:cNvSpPr>
          <p:nvPr/>
        </p:nvSpPr>
        <p:spPr>
          <a:xfrm xmlns:a="http://schemas.openxmlformats.org/drawingml/2006/main">
            <a:off x="164782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6" name="dp41-comparison / n92 / text 1">
            <a:extLst xmlns:a="http://schemas.openxmlformats.org/drawingml/2006/main">
              <a:ext uri="{FF2B5EF4-FFF2-40B4-BE49-F238E27FC236}">
                <a16:creationId xmlns:a16="http://schemas.microsoft.com/office/drawing/2014/main" id="{E766F053-6D23-42D4-ABC0-9110A2066299}"/>
              </a:ext>
            </a:extLst>
          </p:cNvPr>
          <p:cNvSpPr>
            <a:spLocks xmlns:a="http://schemas.openxmlformats.org/drawingml/2006/main" noGrp="1"/>
          </p:cNvSpPr>
          <p:nvPr/>
        </p:nvSpPr>
        <p:spPr>
          <a:xfrm xmlns:a="http://schemas.openxmlformats.org/drawingml/2006/main">
            <a:off x="166687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
        <p:nvSpPr>
          <p:cNvPr id="117" name="dp41-comparison / n95">
            <a:extLst xmlns:a="http://schemas.openxmlformats.org/drawingml/2006/main">
              <a:ext uri="{FF2B5EF4-FFF2-40B4-BE49-F238E27FC236}">
                <a16:creationId xmlns:a16="http://schemas.microsoft.com/office/drawing/2014/main" id="{C634324F-692E-4072-B223-737CC7B0AE61}"/>
              </a:ext>
            </a:extLst>
          </p:cNvPr>
          <p:cNvSpPr>
            <a:spLocks xmlns:a="http://schemas.openxmlformats.org/drawingml/2006/main" noGrp="1"/>
          </p:cNvSpPr>
          <p:nvPr/>
        </p:nvSpPr>
        <p:spPr>
          <a:xfrm xmlns:a="http://schemas.openxmlformats.org/drawingml/2006/main">
            <a:off x="9763125" y="2981325"/>
            <a:ext cx="7953375" cy="39909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8" name="dp41-comparison / n96 / text 1">
            <a:extLst xmlns:a="http://schemas.openxmlformats.org/drawingml/2006/main">
              <a:ext uri="{FF2B5EF4-FFF2-40B4-BE49-F238E27FC236}">
                <a16:creationId xmlns:a16="http://schemas.microsoft.com/office/drawing/2014/main" id="{EA234FE0-151B-4CAA-8B42-06087114DFEB}"/>
              </a:ext>
            </a:extLst>
          </p:cNvPr>
          <p:cNvSpPr>
            <a:spLocks xmlns:a="http://schemas.openxmlformats.org/drawingml/2006/main" noGrp="1"/>
          </p:cNvSpPr>
          <p:nvPr/>
        </p:nvSpPr>
        <p:spPr>
          <a:xfrm xmlns:a="http://schemas.openxmlformats.org/drawingml/2006/main">
            <a:off x="9886950" y="3076575"/>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19" name="dp41-comparison / n97">
            <a:extLst xmlns:a="http://schemas.openxmlformats.org/drawingml/2006/main">
              <a:ext uri="{FF2B5EF4-FFF2-40B4-BE49-F238E27FC236}">
                <a16:creationId xmlns:a16="http://schemas.microsoft.com/office/drawing/2014/main" id="{9FB4B7A1-C568-4496-B55B-17EF8BB098C3}"/>
              </a:ext>
            </a:extLst>
          </p:cNvPr>
          <p:cNvSpPr>
            <a:spLocks xmlns:a="http://schemas.openxmlformats.org/drawingml/2006/main" noGrp="1"/>
          </p:cNvSpPr>
          <p:nvPr/>
        </p:nvSpPr>
        <p:spPr>
          <a:xfrm xmlns:a="http://schemas.openxmlformats.org/drawingml/2006/main">
            <a:off x="9953625" y="2466975"/>
            <a:ext cx="2381250" cy="36195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20" name="dp41-comparison / n98 / text 1">
            <a:extLst xmlns:a="http://schemas.openxmlformats.org/drawingml/2006/main">
              <a:ext uri="{FF2B5EF4-FFF2-40B4-BE49-F238E27FC236}">
                <a16:creationId xmlns:a16="http://schemas.microsoft.com/office/drawing/2014/main" id="{3EEB5C60-AC9D-4CBA-85D2-1AD6C7FBFD54}"/>
              </a:ext>
            </a:extLst>
          </p:cNvPr>
          <p:cNvSpPr>
            <a:spLocks xmlns:a="http://schemas.openxmlformats.org/drawingml/2006/main" noGrp="1"/>
          </p:cNvSpPr>
          <p:nvPr/>
        </p:nvSpPr>
        <p:spPr>
          <a:xfrm xmlns:a="http://schemas.openxmlformats.org/drawingml/2006/main">
            <a:off x="10039350" y="2524125"/>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21" name="dp41-comparison / n101">
            <a:extLst xmlns:a="http://schemas.openxmlformats.org/drawingml/2006/main">
              <a:ext uri="{FF2B5EF4-FFF2-40B4-BE49-F238E27FC236}">
                <a16:creationId xmlns:a16="http://schemas.microsoft.com/office/drawing/2014/main" id="{3B4686B5-5761-4466-B21F-B68E8A1004DE}"/>
              </a:ext>
            </a:extLst>
          </p:cNvPr>
          <p:cNvSpPr>
            <a:spLocks xmlns:a="http://schemas.openxmlformats.org/drawingml/2006/main" noGrp="1"/>
          </p:cNvSpPr>
          <p:nvPr/>
        </p:nvSpPr>
        <p:spPr>
          <a:xfrm xmlns:a="http://schemas.openxmlformats.org/drawingml/2006/main">
            <a:off x="9953625" y="3514725"/>
            <a:ext cx="2238375"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122" name="dp41-comparison / n102 / text 1">
            <a:extLst xmlns:a="http://schemas.openxmlformats.org/drawingml/2006/main">
              <a:ext uri="{FF2B5EF4-FFF2-40B4-BE49-F238E27FC236}">
                <a16:creationId xmlns:a16="http://schemas.microsoft.com/office/drawing/2014/main" id="{4DA37BF0-C85C-4147-9477-358E5FDA7AC5}"/>
              </a:ext>
            </a:extLst>
          </p:cNvPr>
          <p:cNvSpPr>
            <a:spLocks xmlns:a="http://schemas.openxmlformats.org/drawingml/2006/main" noGrp="1"/>
          </p:cNvSpPr>
          <p:nvPr/>
        </p:nvSpPr>
        <p:spPr>
          <a:xfrm xmlns:a="http://schemas.openxmlformats.org/drawingml/2006/main">
            <a:off x="10039350" y="3606641"/>
            <a:ext cx="206692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요청 틀 해석기</a:t>
            </a:r>
          </a:p>
        </p:txBody>
      </p:sp>
      <p:sp>
        <p:nvSpPr>
          <p:cNvPr id="123" name="dp41-comparison / n105">
            <a:extLst xmlns:a="http://schemas.openxmlformats.org/drawingml/2006/main">
              <a:ext uri="{FF2B5EF4-FFF2-40B4-BE49-F238E27FC236}">
                <a16:creationId xmlns:a16="http://schemas.microsoft.com/office/drawing/2014/main" id="{87D33E9F-7A7A-4F0B-98C4-D0E9F62AC6FE}"/>
              </a:ext>
            </a:extLst>
          </p:cNvPr>
          <p:cNvSpPr>
            <a:spLocks xmlns:a="http://schemas.openxmlformats.org/drawingml/2006/main" noGrp="1"/>
          </p:cNvSpPr>
          <p:nvPr/>
        </p:nvSpPr>
        <p:spPr>
          <a:xfrm xmlns:a="http://schemas.openxmlformats.org/drawingml/2006/main">
            <a:off x="12668250" y="4714875"/>
            <a:ext cx="2857500" cy="428625"/>
          </a:xfrm>
          <a:prstGeom xmlns:a="http://schemas.openxmlformats.org/drawingml/2006/main" prst="roundRect">
            <a:avLst>
              <a:gd name="adj" fmla="val 17778"/>
            </a:avLst>
          </a:prstGeom>
          <a:solidFill xmlns:a="http://schemas.openxmlformats.org/drawingml/2006/main">
            <a:srgbClr val="FFF0DD"/>
          </a:solidFill>
          <a:ln xmlns:a="http://schemas.openxmlformats.org/drawingml/2006/main" w="17145">
            <a:solidFill>
              <a:srgbClr val="B8753F"/>
            </a:solidFill>
            <a:prstDash val="solid"/>
          </a:ln>
        </p:spPr>
      </p:sp>
      <p:sp>
        <p:nvSpPr>
          <p:cNvPr id="124" name="dp41-comparison / n106 / text 1">
            <a:extLst xmlns:a="http://schemas.openxmlformats.org/drawingml/2006/main">
              <a:ext uri="{FF2B5EF4-FFF2-40B4-BE49-F238E27FC236}">
                <a16:creationId xmlns:a16="http://schemas.microsoft.com/office/drawing/2014/main" id="{EC0DAC7E-62E6-473F-B1C4-4CE78DCAF167}"/>
              </a:ext>
            </a:extLst>
          </p:cNvPr>
          <p:cNvSpPr>
            <a:spLocks xmlns:a="http://schemas.openxmlformats.org/drawingml/2006/main" noGrp="1"/>
          </p:cNvSpPr>
          <p:nvPr/>
        </p:nvSpPr>
        <p:spPr>
          <a:xfrm xmlns:a="http://schemas.openxmlformats.org/drawingml/2006/main">
            <a:off x="12753975" y="4817745"/>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125" name="dp41-comparison / n107">
            <a:extLst xmlns:a="http://schemas.openxmlformats.org/drawingml/2006/main">
              <a:ext uri="{FF2B5EF4-FFF2-40B4-BE49-F238E27FC236}">
                <a16:creationId xmlns:a16="http://schemas.microsoft.com/office/drawing/2014/main" id="{E2D77188-5122-4DD8-B91C-4FD6F0FC4886}"/>
              </a:ext>
            </a:extLst>
          </p:cNvPr>
          <p:cNvSpPr>
            <a:spLocks xmlns:a="http://schemas.openxmlformats.org/drawingml/2006/main" noGrp="1"/>
          </p:cNvSpPr>
          <p:nvPr/>
        </p:nvSpPr>
        <p:spPr>
          <a:xfrm xmlns:a="http://schemas.openxmlformats.org/drawingml/2006/main">
            <a:off x="15906750" y="4714875"/>
            <a:ext cx="1619250" cy="428625"/>
          </a:xfrm>
          <a:prstGeom xmlns:a="http://schemas.openxmlformats.org/drawingml/2006/main" prst="roundRect">
            <a:avLst>
              <a:gd name="adj" fmla="val 17778"/>
            </a:avLst>
          </a:prstGeom>
          <a:solidFill xmlns:a="http://schemas.openxmlformats.org/drawingml/2006/main">
            <a:srgbClr val="FFFFFF"/>
          </a:solidFill>
          <a:ln xmlns:a="http://schemas.openxmlformats.org/drawingml/2006/main" w="9525">
            <a:solidFill>
              <a:srgbClr val="000000"/>
            </a:solidFill>
            <a:prstDash val="solid"/>
          </a:ln>
        </p:spPr>
      </p:sp>
      <p:sp>
        <p:nvSpPr>
          <p:cNvPr id="126" name="dp41-comparison / n108 / text 1">
            <a:extLst xmlns:a="http://schemas.openxmlformats.org/drawingml/2006/main">
              <a:ext uri="{FF2B5EF4-FFF2-40B4-BE49-F238E27FC236}">
                <a16:creationId xmlns:a16="http://schemas.microsoft.com/office/drawing/2014/main" id="{047F65E9-D0BA-4299-9E38-AE27A79AD230}"/>
              </a:ext>
            </a:extLst>
          </p:cNvPr>
          <p:cNvSpPr>
            <a:spLocks xmlns:a="http://schemas.openxmlformats.org/drawingml/2006/main" noGrp="1"/>
          </p:cNvSpPr>
          <p:nvPr/>
        </p:nvSpPr>
        <p:spPr>
          <a:xfrm xmlns:a="http://schemas.openxmlformats.org/drawingml/2006/main">
            <a:off x="15992475" y="4836319"/>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27" name="dp41-comparison / n109 / path">
            <a:extLst xmlns:a="http://schemas.openxmlformats.org/drawingml/2006/main">
              <a:ext uri="{FF2B5EF4-FFF2-40B4-BE49-F238E27FC236}">
                <a16:creationId xmlns:a16="http://schemas.microsoft.com/office/drawing/2014/main" id="{473861CF-D73F-401B-B916-0229A396D75B}"/>
              </a:ext>
            </a:extLst>
          </p:cNvPr>
          <p:cNvSpPr>
            <a:spLocks xmlns:a="http://schemas.openxmlformats.org/drawingml/2006/main" noGrp="1"/>
          </p:cNvSpPr>
          <p:nvPr/>
        </p:nvSpPr>
        <p:spPr>
          <a:xfrm xmlns:a="http://schemas.openxmlformats.org/drawingml/2006/main">
            <a:off x="12192000" y="3724275"/>
            <a:ext cx="1905000" cy="990600"/>
          </a:xfrm>
          <a:custGeom xmlns:a="http://schemas.openxmlformats.org/drawingml/2006/main">
            <a:pathLst>
              <a:path w="1905000" h="990600">
                <a:moveTo>
                  <a:pt x="0" y="0"/>
                </a:moveTo>
                <a:lnTo>
                  <a:pt x="190500" y="0"/>
                </a:lnTo>
                <a:lnTo>
                  <a:pt x="190500" y="885825"/>
                </a:lnTo>
                <a:lnTo>
                  <a:pt x="1905000" y="885825"/>
                </a:lnTo>
                <a:lnTo>
                  <a:pt x="1905000" y="990600"/>
                </a:lnTo>
              </a:path>
            </a:pathLst>
          </a:custGeom>
          <a:noFill xmlns:a="http://schemas.openxmlformats.org/drawingml/2006/main"/>
          <a:ln xmlns:a="http://schemas.openxmlformats.org/drawingml/2006/main" w="10478">
            <a:solidFill>
              <a:srgbClr val="000000"/>
            </a:solidFill>
            <a:prstDash val="solid"/>
          </a:ln>
        </p:spPr>
      </p:sp>
      <p:sp>
        <p:nvSpPr>
          <p:cNvPr id="128" name="dp41-comparison / n109 / arrow">
            <a:extLst xmlns:a="http://schemas.openxmlformats.org/drawingml/2006/main">
              <a:ext uri="{FF2B5EF4-FFF2-40B4-BE49-F238E27FC236}">
                <a16:creationId xmlns:a16="http://schemas.microsoft.com/office/drawing/2014/main" id="{6DD9CAFD-7501-4E15-9350-1BCF3A3DD9D1}"/>
              </a:ext>
            </a:extLst>
          </p:cNvPr>
          <p:cNvSpPr>
            <a:spLocks xmlns:a="http://schemas.openxmlformats.org/drawingml/2006/main" noGrp="1"/>
          </p:cNvSpPr>
          <p:nvPr/>
        </p:nvSpPr>
        <p:spPr>
          <a:xfrm xmlns:a="http://schemas.openxmlformats.org/drawingml/2006/main">
            <a:off x="14063472" y="4647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9" name="dp41-comparison / n112 / path">
            <a:extLst xmlns:a="http://schemas.openxmlformats.org/drawingml/2006/main">
              <a:ext uri="{FF2B5EF4-FFF2-40B4-BE49-F238E27FC236}">
                <a16:creationId xmlns:a16="http://schemas.microsoft.com/office/drawing/2014/main" id="{F25896F4-7F73-4935-9431-17579237934E}"/>
              </a:ext>
            </a:extLst>
          </p:cNvPr>
          <p:cNvSpPr>
            <a:spLocks xmlns:a="http://schemas.openxmlformats.org/drawingml/2006/main" noGrp="1"/>
          </p:cNvSpPr>
          <p:nvPr/>
        </p:nvSpPr>
        <p:spPr>
          <a:xfrm xmlns:a="http://schemas.openxmlformats.org/drawingml/2006/main">
            <a:off x="15525750" y="4852988"/>
            <a:ext cx="381000" cy="953"/>
          </a:xfrm>
          <a:custGeom xmlns:a="http://schemas.openxmlformats.org/drawingml/2006/main">
            <a:pathLst>
              <a:path w="381000" h="953">
                <a:moveTo>
                  <a:pt x="0" y="0"/>
                </a:moveTo>
                <a:lnTo>
                  <a:pt x="381000" y="0"/>
                </a:lnTo>
              </a:path>
            </a:pathLst>
          </a:custGeom>
          <a:noFill xmlns:a="http://schemas.openxmlformats.org/drawingml/2006/main"/>
          <a:ln xmlns:a="http://schemas.openxmlformats.org/drawingml/2006/main" w="10478">
            <a:solidFill>
              <a:srgbClr val="000000"/>
            </a:solidFill>
            <a:prstDash val="solid"/>
          </a:ln>
        </p:spPr>
      </p:sp>
      <p:sp>
        <p:nvSpPr>
          <p:cNvPr id="130" name="dp41-comparison / n112 / arrow">
            <a:extLst xmlns:a="http://schemas.openxmlformats.org/drawingml/2006/main">
              <a:ext uri="{FF2B5EF4-FFF2-40B4-BE49-F238E27FC236}">
                <a16:creationId xmlns:a16="http://schemas.microsoft.com/office/drawing/2014/main" id="{C692A379-B978-4B05-90A5-93F9DA6A1AF9}"/>
              </a:ext>
            </a:extLst>
          </p:cNvPr>
          <p:cNvSpPr>
            <a:spLocks xmlns:a="http://schemas.openxmlformats.org/drawingml/2006/main" noGrp="1"/>
          </p:cNvSpPr>
          <p:nvPr/>
        </p:nvSpPr>
        <p:spPr>
          <a:xfrm xmlns:a="http://schemas.openxmlformats.org/drawingml/2006/main">
            <a:off x="15839694" y="48194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1" name="dp41-comparison / n113 / path">
            <a:extLst xmlns:a="http://schemas.openxmlformats.org/drawingml/2006/main">
              <a:ext uri="{FF2B5EF4-FFF2-40B4-BE49-F238E27FC236}">
                <a16:creationId xmlns:a16="http://schemas.microsoft.com/office/drawing/2014/main" id="{F733212A-A02C-4B2D-87E5-5462CB6529A1}"/>
              </a:ext>
            </a:extLst>
          </p:cNvPr>
          <p:cNvSpPr>
            <a:spLocks xmlns:a="http://schemas.openxmlformats.org/drawingml/2006/main" noGrp="1"/>
          </p:cNvSpPr>
          <p:nvPr/>
        </p:nvSpPr>
        <p:spPr>
          <a:xfrm xmlns:a="http://schemas.openxmlformats.org/drawingml/2006/main">
            <a:off x="15525750" y="5014913"/>
            <a:ext cx="381000" cy="953"/>
          </a:xfrm>
          <a:custGeom xmlns:a="http://schemas.openxmlformats.org/drawingml/2006/main">
            <a:pathLst>
              <a:path w="381000" h="953">
                <a:moveTo>
                  <a:pt x="381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32" name="dp41-comparison / n113 / arrow">
            <a:extLst xmlns:a="http://schemas.openxmlformats.org/drawingml/2006/main">
              <a:ext uri="{FF2B5EF4-FFF2-40B4-BE49-F238E27FC236}">
                <a16:creationId xmlns:a16="http://schemas.microsoft.com/office/drawing/2014/main" id="{128B5799-4334-40A4-8419-ADB75625E262}"/>
              </a:ext>
            </a:extLst>
          </p:cNvPr>
          <p:cNvSpPr>
            <a:spLocks xmlns:a="http://schemas.openxmlformats.org/drawingml/2006/main" noGrp="1"/>
          </p:cNvSpPr>
          <p:nvPr/>
        </p:nvSpPr>
        <p:spPr>
          <a:xfrm xmlns:a="http://schemas.openxmlformats.org/drawingml/2006/main">
            <a:off x="15525750" y="49813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3" name="dp41-comparison / n116 / path">
            <a:extLst xmlns:a="http://schemas.openxmlformats.org/drawingml/2006/main">
              <a:ext uri="{FF2B5EF4-FFF2-40B4-BE49-F238E27FC236}">
                <a16:creationId xmlns:a16="http://schemas.microsoft.com/office/drawing/2014/main" id="{CB329032-09EA-4CBE-8C6F-265CBCBD81F0}"/>
              </a:ext>
            </a:extLst>
          </p:cNvPr>
          <p:cNvSpPr>
            <a:spLocks xmlns:a="http://schemas.openxmlformats.org/drawingml/2006/main" noGrp="1"/>
          </p:cNvSpPr>
          <p:nvPr/>
        </p:nvSpPr>
        <p:spPr>
          <a:xfrm xmlns:a="http://schemas.openxmlformats.org/drawingml/2006/main">
            <a:off x="11072813" y="3933825"/>
            <a:ext cx="1595438" cy="995363"/>
          </a:xfrm>
          <a:custGeom xmlns:a="http://schemas.openxmlformats.org/drawingml/2006/main">
            <a:pathLst>
              <a:path w="1595438" h="995363">
                <a:moveTo>
                  <a:pt x="1595438" y="995363"/>
                </a:moveTo>
                <a:lnTo>
                  <a:pt x="1309688" y="995363"/>
                </a:lnTo>
                <a:lnTo>
                  <a:pt x="1309688"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34" name="dp41-comparison / n116 / arrow">
            <a:extLst xmlns:a="http://schemas.openxmlformats.org/drawingml/2006/main">
              <a:ext uri="{FF2B5EF4-FFF2-40B4-BE49-F238E27FC236}">
                <a16:creationId xmlns:a16="http://schemas.microsoft.com/office/drawing/2014/main" id="{6E43BD21-C78C-41E2-A2DE-D9163D268E83}"/>
              </a:ext>
            </a:extLst>
          </p:cNvPr>
          <p:cNvSpPr>
            <a:spLocks xmlns:a="http://schemas.openxmlformats.org/drawingml/2006/main" noGrp="1"/>
          </p:cNvSpPr>
          <p:nvPr/>
        </p:nvSpPr>
        <p:spPr>
          <a:xfrm xmlns:a="http://schemas.openxmlformats.org/drawingml/2006/main">
            <a:off x="11039285" y="39338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5" name="dp41-comparison / n117 / path">
            <a:extLst xmlns:a="http://schemas.openxmlformats.org/drawingml/2006/main">
              <a:ext uri="{FF2B5EF4-FFF2-40B4-BE49-F238E27FC236}">
                <a16:creationId xmlns:a16="http://schemas.microsoft.com/office/drawing/2014/main" id="{DAB334FC-AE9E-49FB-BC1C-A8BA68F47F4E}"/>
              </a:ext>
            </a:extLst>
          </p:cNvPr>
          <p:cNvSpPr>
            <a:spLocks xmlns:a="http://schemas.openxmlformats.org/drawingml/2006/main" noGrp="1"/>
          </p:cNvSpPr>
          <p:nvPr/>
        </p:nvSpPr>
        <p:spPr>
          <a:xfrm xmlns:a="http://schemas.openxmlformats.org/drawingml/2006/main">
            <a:off x="10834688" y="3933825"/>
            <a:ext cx="1833563" cy="1109663"/>
          </a:xfrm>
          <a:custGeom xmlns:a="http://schemas.openxmlformats.org/drawingml/2006/main">
            <a:pathLst>
              <a:path w="1833563" h="1109663">
                <a:moveTo>
                  <a:pt x="0" y="0"/>
                </a:moveTo>
                <a:lnTo>
                  <a:pt x="0" y="76200"/>
                </a:lnTo>
                <a:lnTo>
                  <a:pt x="1443038" y="76200"/>
                </a:lnTo>
                <a:lnTo>
                  <a:pt x="1443038" y="1109663"/>
                </a:lnTo>
                <a:lnTo>
                  <a:pt x="1833563" y="1109663"/>
                </a:lnTo>
              </a:path>
            </a:pathLst>
          </a:custGeom>
          <a:noFill xmlns:a="http://schemas.openxmlformats.org/drawingml/2006/main"/>
          <a:ln xmlns:a="http://schemas.openxmlformats.org/drawingml/2006/main" w="10478">
            <a:solidFill>
              <a:srgbClr val="000000"/>
            </a:solidFill>
            <a:prstDash val="dash"/>
          </a:ln>
        </p:spPr>
      </p:sp>
      <p:sp>
        <p:nvSpPr>
          <p:cNvPr id="136" name="dp41-comparison / n117 / arrow">
            <a:extLst xmlns:a="http://schemas.openxmlformats.org/drawingml/2006/main">
              <a:ext uri="{FF2B5EF4-FFF2-40B4-BE49-F238E27FC236}">
                <a16:creationId xmlns:a16="http://schemas.microsoft.com/office/drawing/2014/main" id="{ABA035BF-B786-4D73-A303-155CDFBF279A}"/>
              </a:ext>
            </a:extLst>
          </p:cNvPr>
          <p:cNvSpPr>
            <a:spLocks xmlns:a="http://schemas.openxmlformats.org/drawingml/2006/main" noGrp="1"/>
          </p:cNvSpPr>
          <p:nvPr/>
        </p:nvSpPr>
        <p:spPr>
          <a:xfrm xmlns:a="http://schemas.openxmlformats.org/drawingml/2006/main">
            <a:off x="12601194" y="5009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7" name="dp41-comparison / n126">
            <a:extLst xmlns:a="http://schemas.openxmlformats.org/drawingml/2006/main">
              <a:ext uri="{FF2B5EF4-FFF2-40B4-BE49-F238E27FC236}">
                <a16:creationId xmlns:a16="http://schemas.microsoft.com/office/drawing/2014/main" id="{9F3E1C61-8011-4062-8FAD-EAC367F1DFB4}"/>
              </a:ext>
            </a:extLst>
          </p:cNvPr>
          <p:cNvSpPr>
            <a:spLocks xmlns:a="http://schemas.openxmlformats.org/drawingml/2006/main" noGrp="1"/>
          </p:cNvSpPr>
          <p:nvPr/>
        </p:nvSpPr>
        <p:spPr>
          <a:xfrm xmlns:a="http://schemas.openxmlformats.org/drawingml/2006/main">
            <a:off x="15382875" y="6353175"/>
            <a:ext cx="2143125" cy="40005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127 / text 1">
            <a:extLst xmlns:a="http://schemas.openxmlformats.org/drawingml/2006/main">
              <a:ext uri="{FF2B5EF4-FFF2-40B4-BE49-F238E27FC236}">
                <a16:creationId xmlns:a16="http://schemas.microsoft.com/office/drawing/2014/main" id="{18EF0D2C-773D-4D17-B7C3-2F32DC63A418}"/>
              </a:ext>
            </a:extLst>
          </p:cNvPr>
          <p:cNvSpPr>
            <a:spLocks xmlns:a="http://schemas.openxmlformats.org/drawingml/2006/main" noGrp="1"/>
          </p:cNvSpPr>
          <p:nvPr/>
        </p:nvSpPr>
        <p:spPr>
          <a:xfrm xmlns:a="http://schemas.openxmlformats.org/drawingml/2006/main">
            <a:off x="15468600" y="6441758"/>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의미 제안 검증기</a:t>
            </a:r>
          </a:p>
        </p:txBody>
      </p:sp>
      <p:sp>
        <p:nvSpPr>
          <p:cNvPr id="139" name="dp41-comparison / n128 / path">
            <a:extLst xmlns:a="http://schemas.openxmlformats.org/drawingml/2006/main">
              <a:ext uri="{FF2B5EF4-FFF2-40B4-BE49-F238E27FC236}">
                <a16:creationId xmlns:a16="http://schemas.microsoft.com/office/drawing/2014/main" id="{E68D27BF-684F-4D31-8F81-E39471004C7E}"/>
              </a:ext>
            </a:extLst>
          </p:cNvPr>
          <p:cNvSpPr>
            <a:spLocks xmlns:a="http://schemas.openxmlformats.org/drawingml/2006/main" noGrp="1"/>
          </p:cNvSpPr>
          <p:nvPr/>
        </p:nvSpPr>
        <p:spPr>
          <a:xfrm xmlns:a="http://schemas.openxmlformats.org/drawingml/2006/main">
            <a:off x="15525750" y="5043488"/>
            <a:ext cx="928688" cy="1309688"/>
          </a:xfrm>
          <a:custGeom xmlns:a="http://schemas.openxmlformats.org/drawingml/2006/main">
            <a:pathLst>
              <a:path w="928688" h="1309688">
                <a:moveTo>
                  <a:pt x="0" y="0"/>
                </a:moveTo>
                <a:lnTo>
                  <a:pt x="209550" y="0"/>
                </a:lnTo>
                <a:lnTo>
                  <a:pt x="209550" y="1147763"/>
                </a:lnTo>
                <a:lnTo>
                  <a:pt x="928688" y="1147763"/>
                </a:lnTo>
                <a:lnTo>
                  <a:pt x="928688" y="1309688"/>
                </a:lnTo>
              </a:path>
            </a:pathLst>
          </a:custGeom>
          <a:noFill xmlns:a="http://schemas.openxmlformats.org/drawingml/2006/main"/>
          <a:ln xmlns:a="http://schemas.openxmlformats.org/drawingml/2006/main" w="10478">
            <a:solidFill>
              <a:srgbClr val="000000"/>
            </a:solidFill>
            <a:prstDash val="solid"/>
          </a:ln>
        </p:spPr>
      </p:sp>
      <p:sp>
        <p:nvSpPr>
          <p:cNvPr id="140" name="dp41-comparison / n128 / arrow">
            <a:extLst xmlns:a="http://schemas.openxmlformats.org/drawingml/2006/main">
              <a:ext uri="{FF2B5EF4-FFF2-40B4-BE49-F238E27FC236}">
                <a16:creationId xmlns:a16="http://schemas.microsoft.com/office/drawing/2014/main" id="{836F36BF-03E6-4A14-835D-30DB6894C38C}"/>
              </a:ext>
            </a:extLst>
          </p:cNvPr>
          <p:cNvSpPr>
            <a:spLocks xmlns:a="http://schemas.openxmlformats.org/drawingml/2006/main" noGrp="1"/>
          </p:cNvSpPr>
          <p:nvPr/>
        </p:nvSpPr>
        <p:spPr>
          <a:xfrm xmlns:a="http://schemas.openxmlformats.org/drawingml/2006/main">
            <a:off x="16420910" y="62861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1" name="dp41-comparison / n131">
            <a:extLst xmlns:a="http://schemas.openxmlformats.org/drawingml/2006/main">
              <a:ext uri="{FF2B5EF4-FFF2-40B4-BE49-F238E27FC236}">
                <a16:creationId xmlns:a16="http://schemas.microsoft.com/office/drawing/2014/main" id="{2B2B91B2-4A62-4576-9907-15CEE8B33037}"/>
              </a:ext>
            </a:extLst>
          </p:cNvPr>
          <p:cNvSpPr>
            <a:spLocks xmlns:a="http://schemas.openxmlformats.org/drawingml/2006/main" noGrp="1"/>
          </p:cNvSpPr>
          <p:nvPr/>
        </p:nvSpPr>
        <p:spPr>
          <a:xfrm xmlns:a="http://schemas.openxmlformats.org/drawingml/2006/main">
            <a:off x="1264920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2" name="dp41-comparison / n132 / text 1">
            <a:extLst xmlns:a="http://schemas.openxmlformats.org/drawingml/2006/main">
              <a:ext uri="{FF2B5EF4-FFF2-40B4-BE49-F238E27FC236}">
                <a16:creationId xmlns:a16="http://schemas.microsoft.com/office/drawing/2014/main" id="{5EAC2403-1C02-45F2-B1FF-5E3E5A6F97B3}"/>
              </a:ext>
            </a:extLst>
          </p:cNvPr>
          <p:cNvSpPr>
            <a:spLocks xmlns:a="http://schemas.openxmlformats.org/drawingml/2006/main" noGrp="1"/>
          </p:cNvSpPr>
          <p:nvPr/>
        </p:nvSpPr>
        <p:spPr>
          <a:xfrm xmlns:a="http://schemas.openxmlformats.org/drawingml/2006/main">
            <a:off x="1273492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143" name="dp41-comparison / n133 / path">
            <a:extLst xmlns:a="http://schemas.openxmlformats.org/drawingml/2006/main">
              <a:ext uri="{FF2B5EF4-FFF2-40B4-BE49-F238E27FC236}">
                <a16:creationId xmlns:a16="http://schemas.microsoft.com/office/drawing/2014/main" id="{D9FC4FC6-6DFA-4C1C-9562-303957C20E15}"/>
              </a:ext>
            </a:extLst>
          </p:cNvPr>
          <p:cNvSpPr>
            <a:spLocks xmlns:a="http://schemas.openxmlformats.org/drawingml/2006/main" noGrp="1"/>
          </p:cNvSpPr>
          <p:nvPr/>
        </p:nvSpPr>
        <p:spPr>
          <a:xfrm xmlns:a="http://schemas.openxmlformats.org/drawingml/2006/main">
            <a:off x="13744575" y="4862513"/>
            <a:ext cx="4010025" cy="2366963"/>
          </a:xfrm>
          <a:custGeom xmlns:a="http://schemas.openxmlformats.org/drawingml/2006/main">
            <a:pathLst>
              <a:path w="4010025" h="2366963">
                <a:moveTo>
                  <a:pt x="3781425" y="0"/>
                </a:moveTo>
                <a:lnTo>
                  <a:pt x="4010025" y="0"/>
                </a:lnTo>
                <a:lnTo>
                  <a:pt x="4010025" y="2176463"/>
                </a:lnTo>
                <a:lnTo>
                  <a:pt x="0" y="2176463"/>
                </a:lnTo>
                <a:lnTo>
                  <a:pt x="0" y="2366963"/>
                </a:lnTo>
              </a:path>
            </a:pathLst>
          </a:custGeom>
          <a:noFill xmlns:a="http://schemas.openxmlformats.org/drawingml/2006/main"/>
          <a:ln xmlns:a="http://schemas.openxmlformats.org/drawingml/2006/main" w="10478">
            <a:solidFill>
              <a:srgbClr val="000000"/>
            </a:solidFill>
            <a:prstDash val="solid"/>
          </a:ln>
        </p:spPr>
      </p:sp>
      <p:sp>
        <p:nvSpPr>
          <p:cNvPr id="144" name="dp41-comparison / n133 / arrow">
            <a:extLst xmlns:a="http://schemas.openxmlformats.org/drawingml/2006/main">
              <a:ext uri="{FF2B5EF4-FFF2-40B4-BE49-F238E27FC236}">
                <a16:creationId xmlns:a16="http://schemas.microsoft.com/office/drawing/2014/main" id="{0D9F9625-BC81-47DC-A684-4B3AD360AABA}"/>
              </a:ext>
            </a:extLst>
          </p:cNvPr>
          <p:cNvSpPr>
            <a:spLocks xmlns:a="http://schemas.openxmlformats.org/drawingml/2006/main" noGrp="1"/>
          </p:cNvSpPr>
          <p:nvPr/>
        </p:nvSpPr>
        <p:spPr>
          <a:xfrm xmlns:a="http://schemas.openxmlformats.org/drawingml/2006/main">
            <a:off x="1371104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5" name="dp41-comparison / n134 / path">
            <a:extLst xmlns:a="http://schemas.openxmlformats.org/drawingml/2006/main">
              <a:ext uri="{FF2B5EF4-FFF2-40B4-BE49-F238E27FC236}">
                <a16:creationId xmlns:a16="http://schemas.microsoft.com/office/drawing/2014/main" id="{2550A038-722C-4D25-933D-A6AD143F2D21}"/>
              </a:ext>
            </a:extLst>
          </p:cNvPr>
          <p:cNvSpPr>
            <a:spLocks xmlns:a="http://schemas.openxmlformats.org/drawingml/2006/main" noGrp="1"/>
          </p:cNvSpPr>
          <p:nvPr/>
        </p:nvSpPr>
        <p:spPr>
          <a:xfrm xmlns:a="http://schemas.openxmlformats.org/drawingml/2006/main">
            <a:off x="13830300" y="5005388"/>
            <a:ext cx="3848100" cy="2224088"/>
          </a:xfrm>
          <a:custGeom xmlns:a="http://schemas.openxmlformats.org/drawingml/2006/main">
            <a:pathLst>
              <a:path w="3848100" h="2224088">
                <a:moveTo>
                  <a:pt x="0" y="2224088"/>
                </a:moveTo>
                <a:lnTo>
                  <a:pt x="0" y="2071688"/>
                </a:lnTo>
                <a:lnTo>
                  <a:pt x="3848100" y="2071688"/>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46" name="dp41-comparison / n134 / arrow">
            <a:extLst xmlns:a="http://schemas.openxmlformats.org/drawingml/2006/main">
              <a:ext uri="{FF2B5EF4-FFF2-40B4-BE49-F238E27FC236}">
                <a16:creationId xmlns:a16="http://schemas.microsoft.com/office/drawing/2014/main" id="{89317AC5-6340-4A91-A3F7-5E75FB07FCBD}"/>
              </a:ext>
            </a:extLst>
          </p:cNvPr>
          <p:cNvSpPr>
            <a:spLocks xmlns:a="http://schemas.openxmlformats.org/drawingml/2006/main" noGrp="1"/>
          </p:cNvSpPr>
          <p:nvPr/>
        </p:nvSpPr>
        <p:spPr>
          <a:xfrm xmlns:a="http://schemas.openxmlformats.org/drawingml/2006/main">
            <a:off x="17526000" y="49718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47" name="dp41-comparison / n135">
            <a:extLst xmlns:a="http://schemas.openxmlformats.org/drawingml/2006/main">
              <a:ext uri="{FF2B5EF4-FFF2-40B4-BE49-F238E27FC236}">
                <a16:creationId xmlns:a16="http://schemas.microsoft.com/office/drawing/2014/main" id="{C1DFF2F1-83ED-4C7B-AF67-62B534D5FC8B}"/>
              </a:ext>
            </a:extLst>
          </p:cNvPr>
          <p:cNvSpPr>
            <a:spLocks xmlns:a="http://schemas.openxmlformats.org/drawingml/2006/main" noGrp="1"/>
          </p:cNvSpPr>
          <p:nvPr/>
        </p:nvSpPr>
        <p:spPr>
          <a:xfrm xmlns:a="http://schemas.openxmlformats.org/drawingml/2006/main">
            <a:off x="1538287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8" name="dp41-comparison / n136 / text 1">
            <a:extLst xmlns:a="http://schemas.openxmlformats.org/drawingml/2006/main">
              <a:ext uri="{FF2B5EF4-FFF2-40B4-BE49-F238E27FC236}">
                <a16:creationId xmlns:a16="http://schemas.microsoft.com/office/drawing/2014/main" id="{B20206E4-A1B1-47F0-89C6-793A85DE4EA8}"/>
              </a:ext>
            </a:extLst>
          </p:cNvPr>
          <p:cNvSpPr>
            <a:spLocks xmlns:a="http://schemas.openxmlformats.org/drawingml/2006/main" noGrp="1"/>
          </p:cNvSpPr>
          <p:nvPr/>
        </p:nvSpPr>
        <p:spPr>
          <a:xfrm xmlns:a="http://schemas.openxmlformats.org/drawingml/2006/main">
            <a:off x="1546860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49" name="dp41-comparison / n137 / path">
            <a:extLst xmlns:a="http://schemas.openxmlformats.org/drawingml/2006/main">
              <a:ext uri="{FF2B5EF4-FFF2-40B4-BE49-F238E27FC236}">
                <a16:creationId xmlns:a16="http://schemas.microsoft.com/office/drawing/2014/main" id="{132BD5D4-69E7-4D10-BB6D-908C24FE8BE9}"/>
              </a:ext>
            </a:extLst>
          </p:cNvPr>
          <p:cNvSpPr>
            <a:spLocks xmlns:a="http://schemas.openxmlformats.org/drawingml/2006/main" noGrp="1"/>
          </p:cNvSpPr>
          <p:nvPr/>
        </p:nvSpPr>
        <p:spPr>
          <a:xfrm xmlns:a="http://schemas.openxmlformats.org/drawingml/2006/main">
            <a:off x="16478250" y="4862513"/>
            <a:ext cx="1276350" cy="2366963"/>
          </a:xfrm>
          <a:custGeom xmlns:a="http://schemas.openxmlformats.org/drawingml/2006/main">
            <a:pathLst>
              <a:path w="1276350" h="2366963">
                <a:moveTo>
                  <a:pt x="1047750" y="0"/>
                </a:moveTo>
                <a:lnTo>
                  <a:pt x="1276350" y="0"/>
                </a:lnTo>
                <a:lnTo>
                  <a:pt x="1276350" y="2224088"/>
                </a:lnTo>
                <a:lnTo>
                  <a:pt x="0" y="2224088"/>
                </a:lnTo>
                <a:lnTo>
                  <a:pt x="0" y="2366963"/>
                </a:lnTo>
              </a:path>
            </a:pathLst>
          </a:custGeom>
          <a:noFill xmlns:a="http://schemas.openxmlformats.org/drawingml/2006/main"/>
          <a:ln xmlns:a="http://schemas.openxmlformats.org/drawingml/2006/main" w="10478">
            <a:solidFill>
              <a:srgbClr val="000000"/>
            </a:solidFill>
            <a:prstDash val="solid"/>
          </a:ln>
        </p:spPr>
      </p:sp>
      <p:sp>
        <p:nvSpPr>
          <p:cNvPr id="150" name="dp41-comparison / n137 / arrow">
            <a:extLst xmlns:a="http://schemas.openxmlformats.org/drawingml/2006/main">
              <a:ext uri="{FF2B5EF4-FFF2-40B4-BE49-F238E27FC236}">
                <a16:creationId xmlns:a16="http://schemas.microsoft.com/office/drawing/2014/main" id="{5ABC0862-B0F1-42B6-8595-EB2C7F7FDB2A}"/>
              </a:ext>
            </a:extLst>
          </p:cNvPr>
          <p:cNvSpPr>
            <a:spLocks xmlns:a="http://schemas.openxmlformats.org/drawingml/2006/main" noGrp="1"/>
          </p:cNvSpPr>
          <p:nvPr/>
        </p:nvSpPr>
        <p:spPr>
          <a:xfrm xmlns:a="http://schemas.openxmlformats.org/drawingml/2006/main">
            <a:off x="1644472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1" name="dp41-comparison / n138 / path">
            <a:extLst xmlns:a="http://schemas.openxmlformats.org/drawingml/2006/main">
              <a:ext uri="{FF2B5EF4-FFF2-40B4-BE49-F238E27FC236}">
                <a16:creationId xmlns:a16="http://schemas.microsoft.com/office/drawing/2014/main" id="{AF7D7EDF-3CBD-413F-A290-49D698D59AEA}"/>
              </a:ext>
            </a:extLst>
          </p:cNvPr>
          <p:cNvSpPr>
            <a:spLocks xmlns:a="http://schemas.openxmlformats.org/drawingml/2006/main" noGrp="1"/>
          </p:cNvSpPr>
          <p:nvPr/>
        </p:nvSpPr>
        <p:spPr>
          <a:xfrm xmlns:a="http://schemas.openxmlformats.org/drawingml/2006/main">
            <a:off x="16563975" y="5005388"/>
            <a:ext cx="1114425" cy="2224088"/>
          </a:xfrm>
          <a:custGeom xmlns:a="http://schemas.openxmlformats.org/drawingml/2006/main">
            <a:pathLst>
              <a:path w="1114425" h="2224088">
                <a:moveTo>
                  <a:pt x="0" y="2224088"/>
                </a:moveTo>
                <a:lnTo>
                  <a:pt x="0" y="2119313"/>
                </a:lnTo>
                <a:lnTo>
                  <a:pt x="1114425" y="2119313"/>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52" name="dp41-comparison / n138 / arrow">
            <a:extLst xmlns:a="http://schemas.openxmlformats.org/drawingml/2006/main">
              <a:ext uri="{FF2B5EF4-FFF2-40B4-BE49-F238E27FC236}">
                <a16:creationId xmlns:a16="http://schemas.microsoft.com/office/drawing/2014/main" id="{F2B98B59-21AC-490F-8815-58FAED0A3FE0}"/>
              </a:ext>
            </a:extLst>
          </p:cNvPr>
          <p:cNvSpPr>
            <a:spLocks xmlns:a="http://schemas.openxmlformats.org/drawingml/2006/main" noGrp="1"/>
          </p:cNvSpPr>
          <p:nvPr/>
        </p:nvSpPr>
        <p:spPr>
          <a:xfrm xmlns:a="http://schemas.openxmlformats.org/drawingml/2006/main">
            <a:off x="17526000" y="49718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3" name="dp41-comparison / n141 / path">
            <a:extLst xmlns:a="http://schemas.openxmlformats.org/drawingml/2006/main">
              <a:ext uri="{FF2B5EF4-FFF2-40B4-BE49-F238E27FC236}">
                <a16:creationId xmlns:a16="http://schemas.microsoft.com/office/drawing/2014/main" id="{AA8E32E9-C59C-47C2-BA43-A8A6F124262B}"/>
              </a:ext>
            </a:extLst>
          </p:cNvPr>
          <p:cNvSpPr>
            <a:spLocks xmlns:a="http://schemas.openxmlformats.org/drawingml/2006/main" noGrp="1"/>
          </p:cNvSpPr>
          <p:nvPr/>
        </p:nvSpPr>
        <p:spPr>
          <a:xfrm xmlns:a="http://schemas.openxmlformats.org/drawingml/2006/main">
            <a:off x="9810750" y="2647950"/>
            <a:ext cx="142875" cy="1076325"/>
          </a:xfrm>
          <a:custGeom xmlns:a="http://schemas.openxmlformats.org/drawingml/2006/main">
            <a:pathLst>
              <a:path w="142875" h="1076325">
                <a:moveTo>
                  <a:pt x="142875" y="1076325"/>
                </a:moveTo>
                <a:lnTo>
                  <a:pt x="0" y="107632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54" name="dp41-comparison / n141 / arrow">
            <a:extLst xmlns:a="http://schemas.openxmlformats.org/drawingml/2006/main">
              <a:ext uri="{FF2B5EF4-FFF2-40B4-BE49-F238E27FC236}">
                <a16:creationId xmlns:a16="http://schemas.microsoft.com/office/drawing/2014/main" id="{754C276A-CE6D-4CDA-A1EB-48700EAA7B1F}"/>
              </a:ext>
            </a:extLst>
          </p:cNvPr>
          <p:cNvSpPr>
            <a:spLocks xmlns:a="http://schemas.openxmlformats.org/drawingml/2006/main" noGrp="1"/>
          </p:cNvSpPr>
          <p:nvPr/>
        </p:nvSpPr>
        <p:spPr>
          <a:xfrm xmlns:a="http://schemas.openxmlformats.org/drawingml/2006/main">
            <a:off x="9886569" y="26144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5" name="dp41-comparison / n142 / path">
            <a:extLst xmlns:a="http://schemas.openxmlformats.org/drawingml/2006/main">
              <a:ext uri="{FF2B5EF4-FFF2-40B4-BE49-F238E27FC236}">
                <a16:creationId xmlns:a16="http://schemas.microsoft.com/office/drawing/2014/main" id="{EDEE5959-F998-4CB7-9BB9-942459763F9A}"/>
              </a:ext>
            </a:extLst>
          </p:cNvPr>
          <p:cNvSpPr>
            <a:spLocks xmlns:a="http://schemas.openxmlformats.org/drawingml/2006/main" noGrp="1"/>
          </p:cNvSpPr>
          <p:nvPr/>
        </p:nvSpPr>
        <p:spPr>
          <a:xfrm xmlns:a="http://schemas.openxmlformats.org/drawingml/2006/main">
            <a:off x="9715500" y="2647950"/>
            <a:ext cx="238125" cy="1190625"/>
          </a:xfrm>
          <a:custGeom xmlns:a="http://schemas.openxmlformats.org/drawingml/2006/main">
            <a:pathLst>
              <a:path w="238125" h="1190625">
                <a:moveTo>
                  <a:pt x="238125" y="0"/>
                </a:moveTo>
                <a:lnTo>
                  <a:pt x="0" y="0"/>
                </a:lnTo>
                <a:lnTo>
                  <a:pt x="0" y="1190625"/>
                </a:lnTo>
                <a:lnTo>
                  <a:pt x="238125" y="1190625"/>
                </a:lnTo>
              </a:path>
            </a:pathLst>
          </a:custGeom>
          <a:noFill xmlns:a="http://schemas.openxmlformats.org/drawingml/2006/main"/>
          <a:ln xmlns:a="http://schemas.openxmlformats.org/drawingml/2006/main" w="10478">
            <a:solidFill>
              <a:srgbClr val="000000"/>
            </a:solidFill>
            <a:prstDash val="dash"/>
          </a:ln>
        </p:spPr>
      </p:sp>
      <p:sp>
        <p:nvSpPr>
          <p:cNvPr id="156" name="dp41-comparison / n142 / arrow">
            <a:extLst xmlns:a="http://schemas.openxmlformats.org/drawingml/2006/main">
              <a:ext uri="{FF2B5EF4-FFF2-40B4-BE49-F238E27FC236}">
                <a16:creationId xmlns:a16="http://schemas.microsoft.com/office/drawing/2014/main" id="{8C22880B-7D39-4DC3-AE94-940B4C145B01}"/>
              </a:ext>
            </a:extLst>
          </p:cNvPr>
          <p:cNvSpPr>
            <a:spLocks xmlns:a="http://schemas.openxmlformats.org/drawingml/2006/main" noGrp="1"/>
          </p:cNvSpPr>
          <p:nvPr/>
        </p:nvSpPr>
        <p:spPr>
          <a:xfrm xmlns:a="http://schemas.openxmlformats.org/drawingml/2006/main">
            <a:off x="9886569" y="38050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7" name="dp41-comparison / n99">
            <a:extLst xmlns:a="http://schemas.openxmlformats.org/drawingml/2006/main">
              <a:ext uri="{FF2B5EF4-FFF2-40B4-BE49-F238E27FC236}">
                <a16:creationId xmlns:a16="http://schemas.microsoft.com/office/drawing/2014/main" id="{D45103E4-824C-43A2-9428-1F5EEE5BC5DE}"/>
              </a:ext>
            </a:extLst>
          </p:cNvPr>
          <p:cNvSpPr>
            <a:spLocks xmlns:a="http://schemas.openxmlformats.org/drawingml/2006/main" noGrp="1"/>
          </p:cNvSpPr>
          <p:nvPr/>
        </p:nvSpPr>
        <p:spPr>
          <a:xfrm xmlns:a="http://schemas.openxmlformats.org/drawingml/2006/main">
            <a:off x="12534900" y="2552700"/>
            <a:ext cx="2767965"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1-comparison / n100 / text 1">
            <a:extLst xmlns:a="http://schemas.openxmlformats.org/drawingml/2006/main">
              <a:ext uri="{FF2B5EF4-FFF2-40B4-BE49-F238E27FC236}">
                <a16:creationId xmlns:a16="http://schemas.microsoft.com/office/drawing/2014/main" id="{224D2E29-FF6A-48C8-B810-C4329E5F49CC}"/>
              </a:ext>
            </a:extLst>
          </p:cNvPr>
          <p:cNvSpPr>
            <a:spLocks xmlns:a="http://schemas.openxmlformats.org/drawingml/2006/main" noGrp="1"/>
          </p:cNvSpPr>
          <p:nvPr/>
        </p:nvSpPr>
        <p:spPr>
          <a:xfrm xmlns:a="http://schemas.openxmlformats.org/drawingml/2006/main">
            <a:off x="12553950" y="2562225"/>
            <a:ext cx="5048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 호출은 Model Access 경유</a:t>
            </a:r>
          </a:p>
        </p:txBody>
      </p:sp>
      <p:sp>
        <p:nvSpPr>
          <p:cNvPr id="159" name="dp41-comparison / n103">
            <a:extLst xmlns:a="http://schemas.openxmlformats.org/drawingml/2006/main">
              <a:ext uri="{FF2B5EF4-FFF2-40B4-BE49-F238E27FC236}">
                <a16:creationId xmlns:a16="http://schemas.microsoft.com/office/drawing/2014/main" id="{C1CD585E-3041-41E1-BB92-0B430925BFA0}"/>
              </a:ext>
            </a:extLst>
          </p:cNvPr>
          <p:cNvSpPr>
            <a:spLocks xmlns:a="http://schemas.openxmlformats.org/drawingml/2006/main" noGrp="1"/>
          </p:cNvSpPr>
          <p:nvPr/>
        </p:nvSpPr>
        <p:spPr>
          <a:xfrm xmlns:a="http://schemas.openxmlformats.org/drawingml/2006/main">
            <a:off x="9934575" y="3295650"/>
            <a:ext cx="1917573"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04 / text 1">
            <a:extLst xmlns:a="http://schemas.openxmlformats.org/drawingml/2006/main">
              <a:ext uri="{FF2B5EF4-FFF2-40B4-BE49-F238E27FC236}">
                <a16:creationId xmlns:a16="http://schemas.microsoft.com/office/drawing/2014/main" id="{2C3C4C51-F5BA-4653-B671-8DD4846303E5}"/>
              </a:ext>
            </a:extLst>
          </p:cNvPr>
          <p:cNvSpPr>
            <a:spLocks xmlns:a="http://schemas.openxmlformats.org/drawingml/2006/main" noGrp="1"/>
          </p:cNvSpPr>
          <p:nvPr/>
        </p:nvSpPr>
        <p:spPr>
          <a:xfrm xmlns:a="http://schemas.openxmlformats.org/drawingml/2006/main">
            <a:off x="9953625" y="3305175"/>
            <a:ext cx="2381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모델은 요청 틀을 생산</a:t>
            </a:r>
          </a:p>
        </p:txBody>
      </p:sp>
      <p:sp>
        <p:nvSpPr>
          <p:cNvPr id="161" name="dp41-comparison / n110">
            <a:extLst xmlns:a="http://schemas.openxmlformats.org/drawingml/2006/main">
              <a:ext uri="{FF2B5EF4-FFF2-40B4-BE49-F238E27FC236}">
                <a16:creationId xmlns:a16="http://schemas.microsoft.com/office/drawing/2014/main" id="{69567459-ABB6-4B98-90BA-5360DE61835D}"/>
              </a:ext>
            </a:extLst>
          </p:cNvPr>
          <p:cNvSpPr>
            <a:spLocks xmlns:a="http://schemas.openxmlformats.org/drawingml/2006/main" noGrp="1"/>
          </p:cNvSpPr>
          <p:nvPr/>
        </p:nvSpPr>
        <p:spPr>
          <a:xfrm xmlns:a="http://schemas.openxmlformats.org/drawingml/2006/main">
            <a:off x="12668250" y="3324225"/>
            <a:ext cx="2857500" cy="1190625"/>
          </a:xfrm>
          <a:custGeom xmlns:a="http://schemas.openxmlformats.org/drawingml/2006/main">
            <a:pathLst>
              <a:path w="2857500" h="1190625">
                <a:moveTo>
                  <a:pt x="0" y="0"/>
                </a:moveTo>
                <a:lnTo>
                  <a:pt x="2686050" y="0"/>
                </a:lnTo>
                <a:lnTo>
                  <a:pt x="2857500" y="171450"/>
                </a:lnTo>
                <a:lnTo>
                  <a:pt x="2857500" y="1190625"/>
                </a:lnTo>
                <a:lnTo>
                  <a:pt x="0" y="11906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2" name="dp41-comparison / n110 / fold">
            <a:extLst xmlns:a="http://schemas.openxmlformats.org/drawingml/2006/main">
              <a:ext uri="{FF2B5EF4-FFF2-40B4-BE49-F238E27FC236}">
                <a16:creationId xmlns:a16="http://schemas.microsoft.com/office/drawing/2014/main" id="{3BDAF1E8-5071-4B9B-842B-0EB71D4BA8B1}"/>
              </a:ext>
            </a:extLst>
          </p:cNvPr>
          <p:cNvSpPr>
            <a:spLocks xmlns:a="http://schemas.openxmlformats.org/drawingml/2006/main" noGrp="1"/>
          </p:cNvSpPr>
          <p:nvPr/>
        </p:nvSpPr>
        <p:spPr>
          <a:xfrm xmlns:a="http://schemas.openxmlformats.org/drawingml/2006/main">
            <a:off x="15354300" y="3324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3" name="dp41-comparison / n111 / text 1">
            <a:extLst xmlns:a="http://schemas.openxmlformats.org/drawingml/2006/main">
              <a:ext uri="{FF2B5EF4-FFF2-40B4-BE49-F238E27FC236}">
                <a16:creationId xmlns:a16="http://schemas.microsoft.com/office/drawing/2014/main" id="{8CE31AA3-E9C3-4D79-BAEE-C720A37E316E}"/>
              </a:ext>
            </a:extLst>
          </p:cNvPr>
          <p:cNvSpPr>
            <a:spLocks xmlns:a="http://schemas.openxmlformats.org/drawingml/2006/main" noGrp="1"/>
          </p:cNvSpPr>
          <p:nvPr/>
        </p:nvSpPr>
        <p:spPr>
          <a:xfrm xmlns:a="http://schemas.openxmlformats.org/drawingml/2006/main">
            <a:off x="12782550" y="340995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① 요청 틀 (RequestFrame)</a:t>
            </a:r>
          </a:p>
        </p:txBody>
      </p:sp>
      <p:sp>
        <p:nvSpPr>
          <p:cNvPr id="164" name="dp41-comparison / n111 / text 2">
            <a:extLst xmlns:a="http://schemas.openxmlformats.org/drawingml/2006/main">
              <a:ext uri="{FF2B5EF4-FFF2-40B4-BE49-F238E27FC236}">
                <a16:creationId xmlns:a16="http://schemas.microsoft.com/office/drawing/2014/main" id="{2486F25E-C470-4D71-8937-9C51327953DD}"/>
              </a:ext>
            </a:extLst>
          </p:cNvPr>
          <p:cNvSpPr>
            <a:spLocks xmlns:a="http://schemas.openxmlformats.org/drawingml/2006/main" noGrp="1"/>
          </p:cNvSpPr>
          <p:nvPr/>
        </p:nvSpPr>
        <p:spPr>
          <a:xfrm xmlns:a="http://schemas.openxmlformats.org/drawingml/2006/main">
            <a:off x="12782550" y="361569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목표: 표 추가 + 메일 초안</a:t>
            </a:r>
          </a:p>
        </p:txBody>
      </p:sp>
      <p:sp>
        <p:nvSpPr>
          <p:cNvPr id="165" name="dp41-comparison / n111 / text 3">
            <a:extLst xmlns:a="http://schemas.openxmlformats.org/drawingml/2006/main">
              <a:ext uri="{FF2B5EF4-FFF2-40B4-BE49-F238E27FC236}">
                <a16:creationId xmlns:a16="http://schemas.microsoft.com/office/drawing/2014/main" id="{93E0802C-49E7-4804-A067-00702581A0B3}"/>
              </a:ext>
            </a:extLst>
          </p:cNvPr>
          <p:cNvSpPr>
            <a:spLocks xmlns:a="http://schemas.openxmlformats.org/drawingml/2006/main" noGrp="1"/>
          </p:cNvSpPr>
          <p:nvPr/>
        </p:nvSpPr>
        <p:spPr>
          <a:xfrm xmlns:a="http://schemas.openxmlformats.org/drawingml/2006/main">
            <a:off x="12782550" y="382143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표 / 보고서: 아직 미확정</a:t>
            </a:r>
          </a:p>
        </p:txBody>
      </p:sp>
      <p:sp>
        <p:nvSpPr>
          <p:cNvPr id="166" name="dp41-comparison / n111 / text 4">
            <a:extLst xmlns:a="http://schemas.openxmlformats.org/drawingml/2006/main">
              <a:ext uri="{FF2B5EF4-FFF2-40B4-BE49-F238E27FC236}">
                <a16:creationId xmlns:a16="http://schemas.microsoft.com/office/drawing/2014/main" id="{EADF6B17-05EC-4C66-AD53-1AD340F839EF}"/>
              </a:ext>
            </a:extLst>
          </p:cNvPr>
          <p:cNvSpPr>
            <a:spLocks xmlns:a="http://schemas.openxmlformats.org/drawingml/2006/main" noGrp="1"/>
          </p:cNvSpPr>
          <p:nvPr/>
        </p:nvSpPr>
        <p:spPr>
          <a:xfrm xmlns:a="http://schemas.openxmlformats.org/drawingml/2006/main">
            <a:off x="12782550" y="402717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관계: 보고서 결과 → 메일</a:t>
            </a:r>
          </a:p>
        </p:txBody>
      </p:sp>
      <p:sp>
        <p:nvSpPr>
          <p:cNvPr id="167" name="dp41-comparison / n111 / text 5">
            <a:extLst xmlns:a="http://schemas.openxmlformats.org/drawingml/2006/main">
              <a:ext uri="{FF2B5EF4-FFF2-40B4-BE49-F238E27FC236}">
                <a16:creationId xmlns:a16="http://schemas.microsoft.com/office/drawing/2014/main" id="{3B523395-3000-4EA5-83E3-62A352509F9A}"/>
              </a:ext>
            </a:extLst>
          </p:cNvPr>
          <p:cNvSpPr>
            <a:spLocks xmlns:a="http://schemas.openxmlformats.org/drawingml/2006/main" noGrp="1"/>
          </p:cNvSpPr>
          <p:nvPr/>
        </p:nvSpPr>
        <p:spPr>
          <a:xfrm xmlns:a="http://schemas.openxmlformats.org/drawingml/2006/main">
            <a:off x="12782550" y="4232910"/>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조건: 메일 발송 금지</a:t>
            </a:r>
          </a:p>
        </p:txBody>
      </p:sp>
      <p:sp>
        <p:nvSpPr>
          <p:cNvPr id="168" name="dp41-comparison / n114">
            <a:extLst xmlns:a="http://schemas.openxmlformats.org/drawingml/2006/main">
              <a:ext uri="{FF2B5EF4-FFF2-40B4-BE49-F238E27FC236}">
                <a16:creationId xmlns:a16="http://schemas.microsoft.com/office/drawing/2014/main" id="{D299D166-18D3-4D42-9DD9-DA684AA800FC}"/>
              </a:ext>
            </a:extLst>
          </p:cNvPr>
          <p:cNvSpPr>
            <a:spLocks xmlns:a="http://schemas.openxmlformats.org/drawingml/2006/main" noGrp="1"/>
          </p:cNvSpPr>
          <p:nvPr/>
        </p:nvSpPr>
        <p:spPr>
          <a:xfrm xmlns:a="http://schemas.openxmlformats.org/drawingml/2006/main">
            <a:off x="15649575" y="4457700"/>
            <a:ext cx="164896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1-comparison / n115 / text 1">
            <a:extLst xmlns:a="http://schemas.openxmlformats.org/drawingml/2006/main">
              <a:ext uri="{FF2B5EF4-FFF2-40B4-BE49-F238E27FC236}">
                <a16:creationId xmlns:a16="http://schemas.microsoft.com/office/drawing/2014/main" id="{66C91371-A693-4607-93AE-75306121B85D}"/>
              </a:ext>
            </a:extLst>
          </p:cNvPr>
          <p:cNvSpPr>
            <a:spLocks xmlns:a="http://schemas.openxmlformats.org/drawingml/2006/main" noGrp="1"/>
          </p:cNvSpPr>
          <p:nvPr/>
        </p:nvSpPr>
        <p:spPr>
          <a:xfrm xmlns:a="http://schemas.openxmlformats.org/drawingml/2006/main">
            <a:off x="15668625" y="4467225"/>
            <a:ext cx="1857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② 코드가 조회를 선택</a:t>
            </a:r>
          </a:p>
        </p:txBody>
      </p:sp>
      <p:sp>
        <p:nvSpPr>
          <p:cNvPr id="170" name="dp41-comparison / n118">
            <a:extLst xmlns:a="http://schemas.openxmlformats.org/drawingml/2006/main">
              <a:ext uri="{FF2B5EF4-FFF2-40B4-BE49-F238E27FC236}">
                <a16:creationId xmlns:a16="http://schemas.microsoft.com/office/drawing/2014/main" id="{26282003-A239-4633-A682-AE95CAC74060}"/>
              </a:ext>
            </a:extLst>
          </p:cNvPr>
          <p:cNvSpPr>
            <a:spLocks xmlns:a="http://schemas.openxmlformats.org/drawingml/2006/main" noGrp="1"/>
          </p:cNvSpPr>
          <p:nvPr/>
        </p:nvSpPr>
        <p:spPr>
          <a:xfrm xmlns:a="http://schemas.openxmlformats.org/drawingml/2006/main">
            <a:off x="9953625" y="4276725"/>
            <a:ext cx="2238375" cy="1009650"/>
          </a:xfrm>
          <a:custGeom xmlns:a="http://schemas.openxmlformats.org/drawingml/2006/main">
            <a:pathLst>
              <a:path w="2238375" h="1009650">
                <a:moveTo>
                  <a:pt x="0" y="0"/>
                </a:moveTo>
                <a:lnTo>
                  <a:pt x="2066925" y="0"/>
                </a:lnTo>
                <a:lnTo>
                  <a:pt x="2238375" y="171450"/>
                </a:lnTo>
                <a:lnTo>
                  <a:pt x="2238375" y="1009650"/>
                </a:lnTo>
                <a:lnTo>
                  <a:pt x="0" y="10096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1" name="dp41-comparison / n118 / fold">
            <a:extLst xmlns:a="http://schemas.openxmlformats.org/drawingml/2006/main">
              <a:ext uri="{FF2B5EF4-FFF2-40B4-BE49-F238E27FC236}">
                <a16:creationId xmlns:a16="http://schemas.microsoft.com/office/drawing/2014/main" id="{6E886F4A-7AEA-45C9-B38D-A652FC5B1242}"/>
              </a:ext>
            </a:extLst>
          </p:cNvPr>
          <p:cNvSpPr>
            <a:spLocks xmlns:a="http://schemas.openxmlformats.org/drawingml/2006/main" noGrp="1"/>
          </p:cNvSpPr>
          <p:nvPr/>
        </p:nvSpPr>
        <p:spPr>
          <a:xfrm xmlns:a="http://schemas.openxmlformats.org/drawingml/2006/main">
            <a:off x="12020550" y="4276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2" name="dp41-comparison / n119 / text 1">
            <a:extLst xmlns:a="http://schemas.openxmlformats.org/drawingml/2006/main">
              <a:ext uri="{FF2B5EF4-FFF2-40B4-BE49-F238E27FC236}">
                <a16:creationId xmlns:a16="http://schemas.microsoft.com/office/drawing/2014/main" id="{A38598F3-35EF-4C33-9AB8-781E94B6E22B}"/>
              </a:ext>
            </a:extLst>
          </p:cNvPr>
          <p:cNvSpPr>
            <a:spLocks xmlns:a="http://schemas.openxmlformats.org/drawingml/2006/main" noGrp="1"/>
          </p:cNvSpPr>
          <p:nvPr/>
        </p:nvSpPr>
        <p:spPr>
          <a:xfrm xmlns:a="http://schemas.openxmlformats.org/drawingml/2006/main">
            <a:off x="10067925" y="436245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필요할 때만 부분 해석</a:t>
            </a:r>
          </a:p>
        </p:txBody>
      </p:sp>
      <p:sp>
        <p:nvSpPr>
          <p:cNvPr id="173" name="dp41-comparison / n119 / text 2">
            <a:extLst xmlns:a="http://schemas.openxmlformats.org/drawingml/2006/main">
              <a:ext uri="{FF2B5EF4-FFF2-40B4-BE49-F238E27FC236}">
                <a16:creationId xmlns:a16="http://schemas.microsoft.com/office/drawing/2014/main" id="{53B1E25D-238C-496E-B976-B388E53E1A9C}"/>
              </a:ext>
            </a:extLst>
          </p:cNvPr>
          <p:cNvSpPr>
            <a:spLocks xmlns:a="http://schemas.openxmlformats.org/drawingml/2006/main" noGrp="1"/>
          </p:cNvSpPr>
          <p:nvPr/>
        </p:nvSpPr>
        <p:spPr>
          <a:xfrm xmlns:a="http://schemas.openxmlformats.org/drawingml/2006/main">
            <a:off x="10067925" y="455676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모델에 특정 항목을 질문</a:t>
            </a:r>
          </a:p>
        </p:txBody>
      </p:sp>
      <p:sp>
        <p:nvSpPr>
          <p:cNvPr id="174" name="dp41-comparison / n119 / text 3">
            <a:extLst xmlns:a="http://schemas.openxmlformats.org/drawingml/2006/main">
              <a:ext uri="{FF2B5EF4-FFF2-40B4-BE49-F238E27FC236}">
                <a16:creationId xmlns:a16="http://schemas.microsoft.com/office/drawing/2014/main" id="{68D5D81A-2D12-4AEA-A975-F757E29CB65A}"/>
              </a:ext>
            </a:extLst>
          </p:cNvPr>
          <p:cNvSpPr>
            <a:spLocks xmlns:a="http://schemas.openxmlformats.org/drawingml/2006/main" noGrp="1"/>
          </p:cNvSpPr>
          <p:nvPr/>
        </p:nvSpPr>
        <p:spPr>
          <a:xfrm xmlns:a="http://schemas.openxmlformats.org/drawingml/2006/main">
            <a:off x="10067925" y="475107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예: 답변이 가리킨 업무</a:t>
            </a:r>
          </a:p>
        </p:txBody>
      </p:sp>
      <p:sp>
        <p:nvSpPr>
          <p:cNvPr id="175" name="dp41-comparison / n119 / text 4">
            <a:extLst xmlns:a="http://schemas.openxmlformats.org/drawingml/2006/main">
              <a:ext uri="{FF2B5EF4-FFF2-40B4-BE49-F238E27FC236}">
                <a16:creationId xmlns:a16="http://schemas.microsoft.com/office/drawing/2014/main" id="{CAE14432-BC28-4DA6-9AAD-C355DAFA3DCD}"/>
              </a:ext>
            </a:extLst>
          </p:cNvPr>
          <p:cNvSpPr>
            <a:spLocks xmlns:a="http://schemas.openxmlformats.org/drawingml/2006/main" noGrp="1"/>
          </p:cNvSpPr>
          <p:nvPr/>
        </p:nvSpPr>
        <p:spPr>
          <a:xfrm xmlns:a="http://schemas.openxmlformats.org/drawingml/2006/main">
            <a:off x="10067925" y="4945380"/>
            <a:ext cx="1952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모델 결과 → 코드에 반환</a:t>
            </a:r>
          </a:p>
        </p:txBody>
      </p:sp>
      <p:sp>
        <p:nvSpPr>
          <p:cNvPr id="176" name="dp41-comparison / n120">
            <a:extLst xmlns:a="http://schemas.openxmlformats.org/drawingml/2006/main">
              <a:ext uri="{FF2B5EF4-FFF2-40B4-BE49-F238E27FC236}">
                <a16:creationId xmlns:a16="http://schemas.microsoft.com/office/drawing/2014/main" id="{D17F2F04-B333-42C5-811F-9D370C14C567}"/>
              </a:ext>
            </a:extLst>
          </p:cNvPr>
          <p:cNvSpPr>
            <a:spLocks xmlns:a="http://schemas.openxmlformats.org/drawingml/2006/main" noGrp="1"/>
          </p:cNvSpPr>
          <p:nvPr/>
        </p:nvSpPr>
        <p:spPr>
          <a:xfrm xmlns:a="http://schemas.openxmlformats.org/drawingml/2006/main">
            <a:off x="12668250" y="5257800"/>
            <a:ext cx="2857500" cy="590550"/>
          </a:xfrm>
          <a:custGeom xmlns:a="http://schemas.openxmlformats.org/drawingml/2006/main">
            <a:pathLst>
              <a:path w="2857500" h="590550">
                <a:moveTo>
                  <a:pt x="0" y="0"/>
                </a:moveTo>
                <a:lnTo>
                  <a:pt x="2686050" y="0"/>
                </a:lnTo>
                <a:lnTo>
                  <a:pt x="2857500" y="171450"/>
                </a:lnTo>
                <a:lnTo>
                  <a:pt x="2857500" y="590550"/>
                </a:lnTo>
                <a:lnTo>
                  <a:pt x="0" y="5905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7" name="dp41-comparison / n120 / fold">
            <a:extLst xmlns:a="http://schemas.openxmlformats.org/drawingml/2006/main">
              <a:ext uri="{FF2B5EF4-FFF2-40B4-BE49-F238E27FC236}">
                <a16:creationId xmlns:a16="http://schemas.microsoft.com/office/drawing/2014/main" id="{3B2EDFAF-33A6-44FA-B682-39343F059DCE}"/>
              </a:ext>
            </a:extLst>
          </p:cNvPr>
          <p:cNvSpPr>
            <a:spLocks xmlns:a="http://schemas.openxmlformats.org/drawingml/2006/main" noGrp="1"/>
          </p:cNvSpPr>
          <p:nvPr/>
        </p:nvSpPr>
        <p:spPr>
          <a:xfrm xmlns:a="http://schemas.openxmlformats.org/drawingml/2006/main">
            <a:off x="15354300" y="5257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8" name="dp41-comparison / n121 / text 1">
            <a:extLst xmlns:a="http://schemas.openxmlformats.org/drawingml/2006/main">
              <a:ext uri="{FF2B5EF4-FFF2-40B4-BE49-F238E27FC236}">
                <a16:creationId xmlns:a16="http://schemas.microsoft.com/office/drawing/2014/main" id="{588B5FB3-CF6D-4D4D-B73E-862AEE88CCEB}"/>
              </a:ext>
            </a:extLst>
          </p:cNvPr>
          <p:cNvSpPr>
            <a:spLocks xmlns:a="http://schemas.openxmlformats.org/drawingml/2006/main" noGrp="1"/>
          </p:cNvSpPr>
          <p:nvPr/>
        </p:nvSpPr>
        <p:spPr>
          <a:xfrm xmlns:a="http://schemas.openxmlformats.org/drawingml/2006/main">
            <a:off x="12782550" y="5343525"/>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③ 항목을 코드로 해결</a:t>
            </a:r>
          </a:p>
        </p:txBody>
      </p:sp>
      <p:sp>
        <p:nvSpPr>
          <p:cNvPr id="179" name="dp41-comparison / n121 / text 2">
            <a:extLst xmlns:a="http://schemas.openxmlformats.org/drawingml/2006/main">
              <a:ext uri="{FF2B5EF4-FFF2-40B4-BE49-F238E27FC236}">
                <a16:creationId xmlns:a16="http://schemas.microsoft.com/office/drawing/2014/main" id="{7C3EDB95-BC10-4A32-907C-18C3441D54B4}"/>
              </a:ext>
            </a:extLst>
          </p:cNvPr>
          <p:cNvSpPr>
            <a:spLocks xmlns:a="http://schemas.openxmlformats.org/drawingml/2006/main" noGrp="1"/>
          </p:cNvSpPr>
          <p:nvPr/>
        </p:nvSpPr>
        <p:spPr>
          <a:xfrm xmlns:a="http://schemas.openxmlformats.org/drawingml/2006/main">
            <a:off x="12782550" y="5549265"/>
            <a:ext cx="2571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보고서: Task1 / Task2 → 질문</a:t>
            </a:r>
          </a:p>
        </p:txBody>
      </p:sp>
      <p:sp>
        <p:nvSpPr>
          <p:cNvPr id="180" name="dp41-comparison / n122">
            <a:extLst xmlns:a="http://schemas.openxmlformats.org/drawingml/2006/main">
              <a:ext uri="{FF2B5EF4-FFF2-40B4-BE49-F238E27FC236}">
                <a16:creationId xmlns:a16="http://schemas.microsoft.com/office/drawing/2014/main" id="{736E90ED-1C12-452E-A15E-FB2F4D15C517}"/>
              </a:ext>
            </a:extLst>
          </p:cNvPr>
          <p:cNvSpPr>
            <a:spLocks xmlns:a="http://schemas.openxmlformats.org/drawingml/2006/main" noGrp="1"/>
          </p:cNvSpPr>
          <p:nvPr/>
        </p:nvSpPr>
        <p:spPr>
          <a:xfrm xmlns:a="http://schemas.openxmlformats.org/drawingml/2006/main">
            <a:off x="15887700" y="5305425"/>
            <a:ext cx="145351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1-comparison / n123 / text 1">
            <a:extLst xmlns:a="http://schemas.openxmlformats.org/drawingml/2006/main">
              <a:ext uri="{FF2B5EF4-FFF2-40B4-BE49-F238E27FC236}">
                <a16:creationId xmlns:a16="http://schemas.microsoft.com/office/drawing/2014/main" id="{7445FCBE-6478-495C-A997-422C428FE856}"/>
              </a:ext>
            </a:extLst>
          </p:cNvPr>
          <p:cNvSpPr>
            <a:spLocks xmlns:a="http://schemas.openxmlformats.org/drawingml/2006/main" noGrp="1"/>
          </p:cNvSpPr>
          <p:nvPr/>
        </p:nvSpPr>
        <p:spPr>
          <a:xfrm xmlns:a="http://schemas.openxmlformats.org/drawingml/2006/main">
            <a:off x="15906750" y="5314950"/>
            <a:ext cx="1714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답변 뒤 Task1 연결</a:t>
            </a:r>
          </a:p>
        </p:txBody>
      </p:sp>
      <p:sp>
        <p:nvSpPr>
          <p:cNvPr id="182" name="dp41-comparison / n124">
            <a:extLst xmlns:a="http://schemas.openxmlformats.org/drawingml/2006/main">
              <a:ext uri="{FF2B5EF4-FFF2-40B4-BE49-F238E27FC236}">
                <a16:creationId xmlns:a16="http://schemas.microsoft.com/office/drawing/2014/main" id="{22E76F52-F454-4888-82DA-EB41D74447A6}"/>
              </a:ext>
            </a:extLst>
          </p:cNvPr>
          <p:cNvSpPr>
            <a:spLocks xmlns:a="http://schemas.openxmlformats.org/drawingml/2006/main" noGrp="1"/>
          </p:cNvSpPr>
          <p:nvPr/>
        </p:nvSpPr>
        <p:spPr>
          <a:xfrm xmlns:a="http://schemas.openxmlformats.org/drawingml/2006/main">
            <a:off x="15887700" y="5572125"/>
            <a:ext cx="161067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1-comparison / n125 / text 1">
            <a:extLst xmlns:a="http://schemas.openxmlformats.org/drawingml/2006/main">
              <a:ext uri="{FF2B5EF4-FFF2-40B4-BE49-F238E27FC236}">
                <a16:creationId xmlns:a16="http://schemas.microsoft.com/office/drawing/2014/main" id="{CD6FDFC5-B623-45A3-AA11-EE74F53DA50B}"/>
              </a:ext>
            </a:extLst>
          </p:cNvPr>
          <p:cNvSpPr>
            <a:spLocks xmlns:a="http://schemas.openxmlformats.org/drawingml/2006/main" noGrp="1"/>
          </p:cNvSpPr>
          <p:nvPr/>
        </p:nvSpPr>
        <p:spPr>
          <a:xfrm xmlns:a="http://schemas.openxmlformats.org/drawingml/2006/main">
            <a:off x="15906750" y="5581650"/>
            <a:ext cx="1714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코드가 전체 의미 결합</a:t>
            </a:r>
          </a:p>
        </p:txBody>
      </p:sp>
      <p:sp>
        <p:nvSpPr>
          <p:cNvPr id="184" name="dp41-comparison / n129">
            <a:extLst xmlns:a="http://schemas.openxmlformats.org/drawingml/2006/main">
              <a:ext uri="{FF2B5EF4-FFF2-40B4-BE49-F238E27FC236}">
                <a16:creationId xmlns:a16="http://schemas.microsoft.com/office/drawing/2014/main" id="{F905E2C8-B36E-4D60-B648-2CE5DCE8CED0}"/>
              </a:ext>
            </a:extLst>
          </p:cNvPr>
          <p:cNvSpPr>
            <a:spLocks xmlns:a="http://schemas.openxmlformats.org/drawingml/2006/main" noGrp="1"/>
          </p:cNvSpPr>
          <p:nvPr/>
        </p:nvSpPr>
        <p:spPr>
          <a:xfrm xmlns:a="http://schemas.openxmlformats.org/drawingml/2006/main">
            <a:off x="9953625" y="5934075"/>
            <a:ext cx="5238750" cy="819150"/>
          </a:xfrm>
          <a:custGeom xmlns:a="http://schemas.openxmlformats.org/drawingml/2006/main">
            <a:pathLst>
              <a:path w="5238750" h="819150">
                <a:moveTo>
                  <a:pt x="0" y="0"/>
                </a:moveTo>
                <a:lnTo>
                  <a:pt x="5067300" y="0"/>
                </a:lnTo>
                <a:lnTo>
                  <a:pt x="5238750" y="171450"/>
                </a:lnTo>
                <a:lnTo>
                  <a:pt x="5238750" y="819150"/>
                </a:lnTo>
                <a:lnTo>
                  <a:pt x="0" y="819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1-comparison / n129 / fold">
            <a:extLst xmlns:a="http://schemas.openxmlformats.org/drawingml/2006/main">
              <a:ext uri="{FF2B5EF4-FFF2-40B4-BE49-F238E27FC236}">
                <a16:creationId xmlns:a16="http://schemas.microsoft.com/office/drawing/2014/main" id="{50E03C9A-078B-49C3-9E72-978B5D10DB47}"/>
              </a:ext>
            </a:extLst>
          </p:cNvPr>
          <p:cNvSpPr>
            <a:spLocks xmlns:a="http://schemas.openxmlformats.org/drawingml/2006/main" noGrp="1"/>
          </p:cNvSpPr>
          <p:nvPr/>
        </p:nvSpPr>
        <p:spPr>
          <a:xfrm xmlns:a="http://schemas.openxmlformats.org/drawingml/2006/main">
            <a:off x="15020925" y="59340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1-comparison / n130 / text 1">
            <a:extLst xmlns:a="http://schemas.openxmlformats.org/drawingml/2006/main">
              <a:ext uri="{FF2B5EF4-FFF2-40B4-BE49-F238E27FC236}">
                <a16:creationId xmlns:a16="http://schemas.microsoft.com/office/drawing/2014/main" id="{39D06B50-F827-4BD8-99D7-1D306898FE7E}"/>
              </a:ext>
            </a:extLst>
          </p:cNvPr>
          <p:cNvSpPr>
            <a:spLocks xmlns:a="http://schemas.openxmlformats.org/drawingml/2006/main" noGrp="1"/>
          </p:cNvSpPr>
          <p:nvPr/>
        </p:nvSpPr>
        <p:spPr>
          <a:xfrm xmlns:a="http://schemas.openxmlformats.org/drawingml/2006/main">
            <a:off x="10067925" y="601980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④ 코드가 만든 의미 제안 (MeaningProposal)</a:t>
            </a:r>
          </a:p>
        </p:txBody>
      </p:sp>
      <p:sp>
        <p:nvSpPr>
          <p:cNvPr id="187" name="dp41-comparison / n130 / text 2">
            <a:extLst xmlns:a="http://schemas.openxmlformats.org/drawingml/2006/main">
              <a:ext uri="{FF2B5EF4-FFF2-40B4-BE49-F238E27FC236}">
                <a16:creationId xmlns:a16="http://schemas.microsoft.com/office/drawing/2014/main" id="{36776F60-DAB5-4400-89F2-2D6FB769B5FB}"/>
              </a:ext>
            </a:extLst>
          </p:cNvPr>
          <p:cNvSpPr>
            <a:spLocks xmlns:a="http://schemas.openxmlformats.org/drawingml/2006/main" noGrp="1"/>
          </p:cNvSpPr>
          <p:nvPr/>
        </p:nvSpPr>
        <p:spPr>
          <a:xfrm xmlns:a="http://schemas.openxmlformats.org/drawingml/2006/main">
            <a:off x="10067925" y="622554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예산 보고서(Task1)에 선택한 표 추가</a:t>
            </a:r>
          </a:p>
        </p:txBody>
      </p:sp>
      <p:sp>
        <p:nvSpPr>
          <p:cNvPr id="188" name="dp41-comparison / n130 / text 3">
            <a:extLst xmlns:a="http://schemas.openxmlformats.org/drawingml/2006/main">
              <a:ext uri="{FF2B5EF4-FFF2-40B4-BE49-F238E27FC236}">
                <a16:creationId xmlns:a16="http://schemas.microsoft.com/office/drawing/2014/main" id="{DC4FC7E5-4A47-43C3-9485-8BBFA7C78BD1}"/>
              </a:ext>
            </a:extLst>
          </p:cNvPr>
          <p:cNvSpPr>
            <a:spLocks xmlns:a="http://schemas.openxmlformats.org/drawingml/2006/main" noGrp="1"/>
          </p:cNvSpPr>
          <p:nvPr/>
        </p:nvSpPr>
        <p:spPr>
          <a:xfrm xmlns:a="http://schemas.openxmlformats.org/drawingml/2006/main">
            <a:off x="10067925" y="6431280"/>
            <a:ext cx="4953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수정된 보고서 결과 → 메일 초안 / 메일 발송 금지</a:t>
            </a:r>
          </a:p>
        </p:txBody>
      </p:sp>
      <p:sp>
        <p:nvSpPr>
          <p:cNvPr id="189" name="dp41-comparison / n139">
            <a:extLst xmlns:a="http://schemas.openxmlformats.org/drawingml/2006/main">
              <a:ext uri="{FF2B5EF4-FFF2-40B4-BE49-F238E27FC236}">
                <a16:creationId xmlns:a16="http://schemas.microsoft.com/office/drawing/2014/main" id="{D694B232-61D0-4B35-BFE3-59E446583B40}"/>
              </a:ext>
            </a:extLst>
          </p:cNvPr>
          <p:cNvSpPr>
            <a:spLocks xmlns:a="http://schemas.openxmlformats.org/drawingml/2006/main" noGrp="1"/>
          </p:cNvSpPr>
          <p:nvPr/>
        </p:nvSpPr>
        <p:spPr>
          <a:xfrm xmlns:a="http://schemas.openxmlformats.org/drawingml/2006/main">
            <a:off x="993457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1-comparison / n140 / text 1">
            <a:extLst xmlns:a="http://schemas.openxmlformats.org/drawingml/2006/main">
              <a:ext uri="{FF2B5EF4-FFF2-40B4-BE49-F238E27FC236}">
                <a16:creationId xmlns:a16="http://schemas.microsoft.com/office/drawing/2014/main" id="{C45A5943-6034-4639-A0DF-DD48E31CD895}"/>
              </a:ext>
            </a:extLst>
          </p:cNvPr>
          <p:cNvSpPr>
            <a:spLocks xmlns:a="http://schemas.openxmlformats.org/drawingml/2006/main" noGrp="1"/>
          </p:cNvSpPr>
          <p:nvPr/>
        </p:nvSpPr>
        <p:spPr>
          <a:xfrm xmlns:a="http://schemas.openxmlformats.org/drawingml/2006/main">
            <a:off x="995362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Tree>
    <p:extLst>
      <p:ext uri="{BB962C8B-B14F-4D97-AF65-F5344CB8AC3E}">
        <p14:creationId xmlns:p14="http://schemas.microsoft.com/office/powerpoint/2010/main" val="180887669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9880AA08-CD1C-4F2D-9711-A86AAD51760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E8E68BD-606F-4946-9800-2D2AF59A52CF}"/>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373E87F7-8897-4D0F-BCB0-1C63B0805E5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8C535DE1-BCEB-4B61-A88C-21E453B4691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EC1D5486-4E52-4309-A257-29AB4CCB3D4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BEE1EABA-051C-4E4E-8E18-C7872D3B6E64}"/>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1C1FF38D-49B6-4137-9C3D-D1310217C61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2A1ED82-359C-41FE-B1CC-23C8881FE333}"/>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545E8B73-3CD4-4C4E-98D1-7E4755A2AE47}"/>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F8CAD886-F885-4EF4-B697-B1EB0475ABAF}"/>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5ABBC6E7-DB5A-4409-B672-E24E60F1B8E9}"/>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030A932F-C5BD-41B4-80F2-79DF2FEBF0B6}"/>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6F251D16-5717-4185-9E2F-6FF9689809D1}"/>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8B8503FB-5209-4F53-92CD-853FB8ED42D5}"/>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6518EFFC-5719-4205-9105-A12B1E3B0B6C}"/>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BDC2F97-6211-42BE-82D0-A1031572D2BD}"/>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4DE3434E-61D5-41F5-A4BB-0C5925371638}"/>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302B132B-D663-4D80-A931-DC5174A2B1CC}"/>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2B60E4E-2825-4E6F-9AE8-1747A33E7F78}"/>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1C1A80A9-1018-4F7C-A278-DCC19D3E48B8}"/>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43317ED6-FAEA-41EE-B34C-F97DDDF1508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6265FD9E-8219-4AB7-955B-8E6935E9DA9B}"/>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E203783C-7CA4-4C8F-8106-F940EC2391DE}"/>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CDBDF101-EBE3-4F6C-BDF2-704BDB1E0072}"/>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ED1C7196-DCF9-4688-A9E5-D275864AC17C}"/>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AE34A9D1-6C9F-4314-85F3-5B7A69987C1F}"/>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AFA5DC51-F65E-417E-B831-CCFCF9F1AB16}"/>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9B5C055-3F83-4291-8AB3-7807146BED8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A8242BEA-8EE1-4CF7-9929-1E3E68BE0813}"/>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69C7FE99-ADDC-4319-8F41-CB94AA361F2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F70C6606-265D-4DA6-B59C-52ABE488B1D0}"/>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A31355E0-614C-4257-939C-7DF89CDA4096}"/>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54FE3E40-7064-4BFE-9FC3-96C2430AF6AD}"/>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09E1D95E-FCFC-4867-A3E2-75772C68DFB8}"/>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A7AE6C5C-E4EF-4843-BDC7-CF570D850907}"/>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799C4132-2C6C-4F4C-B5CA-A974C362CF9E}"/>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A3C80B7-3F6B-4EBB-8CC2-F4ADAFDBB421}"/>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2219DA97-5A03-42B3-B330-FDF7935D2FB8}"/>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E3D5759D-ACF3-4C0F-9AA4-4272CD4EEB90}"/>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BD4F3710-4A45-46CC-8C26-1D0BBE037C5D}"/>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28253114-269C-461A-9354-00DEEC4C5248}"/>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1DA52863-A6C0-45AB-9D68-42E069294B99}"/>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EA7A35C3-E2C8-49BF-A99D-5FB311DA5964}"/>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BB6F1EBC-DE1E-4120-B6D5-9A8C9CE92E2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0AC016D3-3F0B-4E74-AF0F-D7F7B07DEDC3}"/>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D617D986-6596-4B62-8FE4-2ECDF86DD7EA}"/>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36363DEC-1632-4486-98B8-1C2F4631BE04}"/>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D2B6E738-2BE5-4B5A-AD5E-B40132E268DF}"/>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28C7F02B-D8DC-4586-83C4-994BCE60033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D02BF6A9-777E-4E4E-90B8-11E01A71773C}"/>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773BB26B-D3A3-4752-82B4-AB368F4DB9AE}"/>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2DA46055-A255-4B4B-BF09-F409F1A3927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FD46A750-3FE7-42EF-A80D-55BEE48A5234}"/>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2FD59040-7391-4BAD-8A21-59B26FBB1AFB}"/>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522B93BF-DCF7-4D1A-8EA4-D1526D6A30BF}"/>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F42389B4-7D3C-47D4-9985-D81133DA4907}"/>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7F6848C4-0EE9-4227-A73A-45B2804054C5}"/>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5534661B-1758-45FF-84E4-3B5766D1F130}"/>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E7F614BF-7465-4850-A645-D673DB3268C9}"/>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EDF62A10-BAD7-4FCC-A997-E52190931D8F}"/>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7CD86BF2-1717-4C11-990D-939AB8D76EAB}"/>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45819D16-FAD4-463F-978C-8818D122E80A}"/>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A5BB1F51-D278-4E65-B131-08217D797CF7}"/>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AA4FC839-9FBF-405A-9CCD-E94985DC3647}"/>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5D5ADE9C-B360-4A79-88A9-624882D8D119}"/>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61B76F5C-DB03-4030-A1B5-D956E871B4E3}"/>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E7BB60D9-2C64-4286-9CEA-0AA5ABA8C1E3}"/>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FB36AD25-1364-4ACD-9427-E67DF8752B38}"/>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3A0BA059-FA6A-479D-9890-839CDF99664E}"/>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604847D5-07D0-476D-9C5D-D218205DBF7A}"/>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33836928-1D7A-4DDB-95F8-9F441E5C7EDC}"/>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00B856B7-EB3B-46A1-A9EF-E15998D740D2}"/>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58443EB9-6D8F-4FCD-91D6-79F28DE4ED3F}"/>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E0AC2832-FD10-45F6-8B18-D20AD4F6A2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E7684B07-0A51-418C-A2A1-F9694881AF8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EB072A5A-C5F4-4773-BB73-92775ADCA7F5}"/>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3FEB1B4D-0DC9-45F6-9543-B4B834BE0631}"/>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B087331B-9C9C-44B5-B346-6390F41E6F24}"/>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500F57A-20B6-4DFE-97B5-036AA26B81A3}"/>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79D1D6C0-4DC9-47A0-85A3-69907E7A0F1E}"/>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0C6F1535-E208-49E2-AFBF-85863FEA1229}"/>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6D65B2E1-33B5-4ED6-9F75-94D139B11C6F}"/>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DBF89EBE-8F54-48F7-838E-4E731BA9B616}"/>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83062F93-D7AB-4AAD-B9B2-10A71AACB2D0}"/>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1B2702C7-DC6A-415F-8238-AFB2A3A32A9E}"/>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2F41D136-7B6E-4D10-A052-E9C83EB516CA}"/>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C8EB70D2-1A5D-4669-9E86-DAF68C0CAAEE}"/>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250FEE92-B9A0-433C-AC51-BEAA8A4CA4FB}"/>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02CFC5A5-E351-498A-AD8B-4B8B853FDFED}"/>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B1838B5-01E7-44BA-9E53-415E1DD8BFD5}"/>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887138E9-6D8A-4758-9F31-11D6F37F3065}"/>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C3DB22FF-4114-4A71-AF72-9F50EF72A835}"/>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D7F5248A-08D6-4CC5-B15A-552C1BE21096}"/>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95CDB5C6-0D26-43D1-8F44-24A710634AE4}"/>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F4FA75D-60F0-4FB7-AE39-48E7D9391B4C}"/>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681FC625-8631-47E2-839F-81D014C4A41A}"/>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D29960B4-CF06-488B-8672-820B4F9B5411}"/>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D677BDC3-9007-4B93-A136-F8DD04B69B36}"/>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82FF6910-7B4D-4C16-82E7-95290A1A544A}"/>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26B4E667-63C2-4DDB-8847-9C07FA44D340}"/>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DA43C3C6-E40A-48F6-9162-7660CDE488FD}"/>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0632290-79CA-4B86-9DF0-8622A76D75F4}"/>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5C06D15C-A0E0-4A60-8EA3-84B33E3375C9}"/>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B5D6E019-140A-4705-9C7D-825C8AD46214}"/>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0ACAB3F1-473C-4F6F-9984-03D3DB4E8346}"/>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30549983-D064-4314-B843-D68A45420FD5}"/>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E4077B11-0710-4999-B57B-680018BBEE2F}"/>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419A0619-84F7-4F25-B2B1-A75AF858301F}"/>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D4544353-D502-445D-AB38-9FF777D723B5}"/>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1C0B637D-BCF3-430A-8EC5-5346339E014B}"/>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80E5D603-348E-4529-A561-70A2FD4F314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B9A80344-EEF4-40DA-BBA8-EA6063415126}"/>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53001492-F1A7-4437-A65D-95EDB371A4F8}"/>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DD6E548E-D779-4D6A-9914-12A14A3DF13A}"/>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96EB43FE-1995-4C1A-A917-B2B8E832979F}"/>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AD712517-3A37-4609-823F-30671C0E3175}"/>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EB292B0B-93D6-4983-9D6C-C49C986773BF}"/>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F612E0A3-B668-44F1-B493-1E630C35DE9C}"/>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AF507707-276A-439E-9486-50DA0B6B309A}"/>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F92A3F-0884-47E6-96C3-760460849125}"/>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94699784-436B-4428-A976-3C4E53DD65A3}"/>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4F19E2B3-A714-46B0-AB1A-488BE9226CA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28453DAC-5ECA-4865-A528-D93C710FBA54}"/>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C26AFD5A-ECF1-4564-B812-2F00B2869C64}"/>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535ADB6A-C5E9-430D-8D67-46D772952C6F}"/>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1B9757E3-7C40-4C73-9609-E4B2104BF6AB}"/>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4D43355F-4962-479D-8746-443725DD4F5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7F868317-E7CF-441D-9518-E30B95953F4F}"/>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6E7BF9D3-BF24-470A-8D38-05CEC7A564DF}"/>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AB727E77-9605-477A-A7CC-627B17696A71}"/>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0F9E3943-387C-4017-ADCD-489D3E7E8870}"/>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0B8DD054-B471-4E59-BEDB-1B10389359E2}"/>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E27A88FA-0ABF-423D-ACDE-9862C7F724DA}"/>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2EBB830-E25A-46B0-B1DC-783B3556B763}"/>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BD502FA6-7CD3-44EF-942A-7A0B417474A1}"/>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7C623915-75FB-42F4-91D7-651CED0D793F}"/>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CDCC60DE-6B2E-4D9D-9A48-D5FE5C18F603}"/>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B9A0AD93-59F1-40CC-876D-C02F1A3B00AE}"/>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F3DCCE64-12C1-4C72-AC12-D9F5678A6F20}"/>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4C161474-2396-42AF-AD4D-31125788B80C}"/>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777E0193-0A2F-44B1-A3A0-30A300DA4D21}"/>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8C8A6C28-8CEB-4D21-B1B3-BF2FBFB922A3}"/>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FA62CC46-C581-431B-9D35-4915FB5A8AE4}"/>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11461854-899E-4497-9502-B9E911788C5B}"/>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97ADF14D-E29C-4981-9907-D820F46DC3CE}"/>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4C0C9AA2-6760-4AC7-96F3-3050D1364F04}"/>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49047940-2DD0-40B0-B19F-7BA714DDF2A8}"/>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3C468019-91BF-4E75-A9A3-B02D74286789}"/>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26A768A5-563F-4BE7-89B0-7A0454047FF2}"/>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3A9292C7-0004-4B5B-A145-ED17D194F7B2}"/>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68F564B8-4C63-4D2C-B7A3-36BBB99604BA}"/>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01921D1A-1637-4059-B6FC-DCD590E5F96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A30615AF-BFBA-478C-BAAF-28916D8BD2E1}"/>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E76D725D-333A-4A2B-8FCB-6610520076B7}"/>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BADD25C9-6A10-427E-9C16-8387E3420051}"/>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51E49DFB-9A96-4387-9A6F-A24B48F8FB82}"/>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7835138F-4F3F-4359-AF15-494B6AC54D4A}"/>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28340B4D-7E2A-48BA-AAC6-13E136E404DE}"/>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3AA9620C-873C-4159-BBE4-F6CCF54F147A}"/>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0DA2DB01-C271-4AAA-9161-77B687E80ED5}"/>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656336BD-02D3-4EF2-B4D7-7E0B9B05C8D7}"/>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EB0401A1-419F-48D9-AED2-FE384A673BB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3E7D6A15-7607-44F3-A6B7-5C10866BF519}"/>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8FE7A758-2CDD-4391-8529-BF51D4EC4B28}"/>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294C29DE-C15E-4080-9847-6EA1D6879CC0}"/>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38301A5B-37CB-4C6C-A79E-1654BE80870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FFC8380F-9EB5-4215-841F-DEE244EA1908}"/>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D4E6C50D-FCF6-45F4-984F-D4D40C0ECFEE}"/>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DBCE5B9-DC4D-46FB-967F-054D9298E285}"/>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ADBA2DAC-9513-4CC9-85DA-33D14A0DAADF}"/>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D43B4125-C1DE-4776-8805-497F98509686}"/>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15613A69-9CE2-4128-AE16-7E00A843598B}"/>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EF6AF082-9CB2-4AE9-A375-FD2D426CA83B}"/>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5DB4ECCF-ECFD-4CD7-96A7-BB8CDAC81B0A}"/>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12BFFC5D-A107-4445-AEA6-B622587CF6DE}"/>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39E6B07-5617-499C-9805-296704A8CB92}"/>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02963C54-8D86-4926-8250-9B31C62B194D}"/>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261DE405-41F1-4AFD-91C8-854E3FCACB9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303FBDB7-A164-4A82-B170-4A033886F0CD}"/>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86310732-C9BA-4436-81D6-2A0E9950812C}"/>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B4E89D63-7A07-494B-91EB-159B180CE21F}"/>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932EA6B2-49C2-48D2-9ED1-21EE7CAE97B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1F08556-96DB-4F44-BA8E-1712ABE600A8}"/>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5BEC45E6-83EA-4804-9D91-712A6E8A818F}"/>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B745A1CA-FA9B-408B-B686-9FFF042C0364}"/>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EEE259F8-E6B5-4060-B651-54E16FBC4548}"/>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149B2695-0E11-4E3B-8DCF-3E10FFFDEE4E}"/>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1F8DA33A-CDFB-4D37-8D76-B6743D41BB26}"/>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AD463459-C08E-40D4-AD70-7C678BDB0DAB}"/>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9B3A5097-5A1D-45E1-97B5-F91C6D4E3554}"/>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C73AFE0A-0085-407D-BDB3-EEE2205524C6}"/>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471DED7A-4314-4987-9B43-73D56E82733F}"/>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6187076B-9C6F-4A6F-8BF5-96E6DBE8AA22}"/>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7B388EFA-4B4B-434E-A355-A6472C50951E}"/>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7B5D024E-2B3E-42C1-8143-274B8C5E4DED}"/>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1513FE85-93AE-4698-9FFB-D1F9F22E075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80682E-B89B-44B3-AA6F-4EDCB639B7FF}"/>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F2E1318B-C97B-4B42-8F3F-9FD458A45B3C}"/>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CAD5E78F-F501-4B67-9B4D-15CC1B074DDB}"/>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D15A4AE1-7C70-4BD4-AA28-BD9223011F86}"/>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0C184231-6E28-4FAC-9F4F-FB4C7B0774C5}"/>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0361528F-EB42-4BD0-B357-D278560BD155}"/>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A251EFE8-5E1E-4951-B919-AA271D7AEDB4}"/>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85874129-DC2E-431E-A20E-EF6B10DC6FD4}"/>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21095BFE-5E1F-4FBB-9447-1681FA58FA6F}"/>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54320FC8-E78E-40C9-B1F7-E843604D5234}"/>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13C6E2F7-48EC-4993-9D22-B22ADBAA4C9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BF6FEC72-74D1-4AC4-9FF4-10E7EE223F3A}"/>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FF35C8D7-56DA-485D-B951-5E401029D0AD}"/>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590CAAD7-43C8-427A-8F6C-7DC75208AC02}"/>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E0DC7230-7F7F-458A-B47A-1D0E35615730}"/>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DBD05D02-444F-4CD7-9D9A-6E497F2FC8CC}"/>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4B9D8D8B-737E-4DAF-BF76-EFE9191081A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67301564-883D-449E-B41C-9175DF353C23}"/>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C3CA374C-AAE6-4A17-866A-824F9DDC3DED}"/>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E03E1D4D-653F-4670-ABFF-8ADFE5E755AB}"/>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745DCCED-83B9-409F-87DB-9D8D9AFB5509}"/>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8BB76755-3C12-4E83-95A8-4E91A57E468E}"/>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490AAA63-C3A7-4A4F-BDE8-FD9092193D6F}"/>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D53B403F-BFB8-4ED1-ABBF-A28D6ECA78B5}"/>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500D5023-F191-4373-92AA-D8A2F13C3B1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AC204362-8B83-4F3B-9604-EA40607FD32E}"/>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F82471FF-403B-4169-90FD-0B484511B947}"/>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A6A3F614-7CCD-490F-80AF-D3E3EA758E95}"/>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E86731C8-EB2F-4DC6-94B6-D3006FFC58EC}"/>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23165905-B741-495B-8041-E24E167B4B79}"/>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21AF23BC-014A-4E33-A2B1-F5F7D9BC11BA}"/>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1FEEB208-B63A-4708-A679-DDAB7B5AED13}"/>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5F15D109-B087-410E-9ABC-6C3D49185CF8}"/>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A699EA95-9AA1-40F2-B538-60E5687E479A}"/>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47D26587-FB36-4986-8283-F87319585F58}"/>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826673DE-5E0D-41BA-BCEC-A22C47154044}"/>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403033F7-2A15-4E5E-B852-89E9FB83D921}"/>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F9FC5D11-D1C3-4D4D-B19F-D0DCF8C2848A}"/>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D80BFB55-48FA-4E7E-9853-BFD3E6C1C636}"/>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D6AC9ECC-C7AD-49FA-BBCA-E5F891A5DBDE}"/>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BF28C28F-647B-44B2-AC9D-BBC26D2DA258}"/>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6777EBF0-A492-4B77-A303-09881E3E3FDA}"/>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ADA87CA5-944C-4311-AC65-1290F3FD11C2}"/>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31FD0D3-5992-418E-B4D3-0351A933235A}"/>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A61A9DEC-5619-45CE-946C-2DD980E7A542}"/>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ECF01E4F-ECD9-452D-A14F-33E77A614ECA}"/>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8C4C6306-AB23-4E56-943F-0FA96849FC6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9E55E009-45E2-4C9E-AB62-58406D3A469A}"/>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B19C2DB-248F-44B3-BB84-9851A6AFE9A1}"/>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362D8572-C41A-4E83-802E-DC07CD745918}"/>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BD40EA35-E2B3-4A81-A938-E5B06C495A63}"/>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2C0ECEA2-5DE6-49C7-AB8C-62BDBDA753A1}"/>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D7B1DDC0-CC4B-46C1-BD91-AF2761603999}"/>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8F7B8C2E-08A6-4964-8206-814CC155AD72}"/>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B627EC18-8057-46FB-97F7-A00281B61F75}"/>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964F28AD-28C1-4774-9492-3C39BEDDBA36}"/>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171BFA14-B8F6-4993-8617-0BFBC790F4CD}"/>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0E7617F8-ED80-481A-A956-FC294CF95EC1}"/>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B6280BDC-5E96-43CB-B8DC-7053AB9EC085}"/>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BD6DEC15-9CAD-4D6C-A08F-A6FDF6861194}"/>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3CDCA12A-267E-4BD5-A00F-0219B41413F4}"/>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12AC7433-889E-4AE8-A1B8-3B1BD3CCC9FC}"/>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E70BF3ED-AD64-4D1F-AD6D-53FAB7628ACF}"/>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0FE58FDA-1C6F-4C84-8B9D-E4842036C062}"/>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A3DB64D5-B328-4820-9FF6-6A957AF60536}"/>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B0A62E7E-683B-4E67-93DE-2A399C2FFC34}"/>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F6D364E6-CC59-4A01-B8FB-24C60817680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04F42F0D-8AE2-4C30-A396-BB2E5BF86651}"/>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9555688D-4EBF-4690-B938-1446F6F30250}"/>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77D9C91E-58CC-4EF0-A190-9B25AB5F53E3}"/>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492A1DC4-68D9-4EB2-9FFC-22D33927033B}"/>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F0CC1F5B-9D84-46D4-9EB5-2B07BDFAE4B9}"/>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1E4297F8-8265-48EA-A082-D7C89E33407B}"/>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98891078-79EE-4117-9E8C-19E0765AF3E4}"/>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BCD09636-1F11-4CF2-8DA6-D69137595C1E}"/>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82E2FB5-5834-45FF-8905-B9DB4F408D58}"/>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891569F0-1C8A-49D0-9A2C-492B3A744EED}"/>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94B465F1-40BE-4793-8491-5B420E65337D}"/>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D8D8F736-9292-4386-9614-FF7BA768AF76}"/>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D47FF807-8314-4A2E-9AFC-C1FC66C6F4A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AECC6993-2124-4BBA-B7E1-4B9C57578F8F}"/>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ED1F2D1C-8C34-4933-AC91-66E590AB1F7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D762CB6F-96B9-458B-8C1E-C0EE770F89DF}"/>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DFC3CBBA-72BC-410E-A638-94EE33ECCFE0}"/>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6FCEEA4C-1415-42ED-A72F-DBF531DE9D6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50885E73-1C85-41BB-8479-57C9833AD8A6}"/>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C3E46A69-F920-4D60-B1CE-F152E37B2FD5}"/>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DCE4FDCD-6424-4260-9C1F-E03B0D917C42}"/>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02906183-2895-46BB-87C3-4DC8A69A7965}"/>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E8ECAF68-05A3-43F2-8035-DBF86BBB69F0}"/>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002D7F6A-9424-47A8-B6A9-A3923F2CE6A8}"/>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6D426D9A-1796-46D6-8FF6-7D9BF49ABC97}"/>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75919E95-AE67-4297-9896-9072E1A98DB8}"/>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0200DAC1-BBD9-40F2-8EDE-32C3C9FC33D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F1E78986-164E-4532-960F-73D77982886D}"/>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E1D1D52E-93AB-4DF9-8985-55F1584AAF4F}"/>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F408F7C3-5850-4AC5-B28F-11641A15E6B6}"/>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3D63151C-5C55-4862-81CC-CAF56CDA24E2}"/>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B50E65ED-2097-4545-A1B5-112C8DFF5843}"/>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053011E-4710-4695-B8EE-C27D2AB6EC7A}"/>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F98BBF45-E142-4C35-BA5A-92BEA7881497}"/>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0718EA94-42B6-4B9F-AF3D-706980317305}"/>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C9D71B4-9060-45DE-ACC5-DF2E0AC06C90}"/>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AF9CF0F3-A223-4F88-85FF-3B13984FBF2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F77906BE-CC33-454A-80AF-43C9BC1D78FE}"/>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DFE3E4AC-9D7A-4E00-8EF5-F404B4A1DD76}"/>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F3782408-96F3-4BA2-9A05-3EDA885B1C94}"/>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74BF26D7-30C4-4129-83A7-898B5CE4BECE}"/>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8F9B2716-4A37-4F61-8323-B9EF8B7B9D58}"/>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E83AA578-739C-4858-B2D9-D089D2E66216}"/>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4179F0FB-FDF6-4649-8D7E-A4C492FFA6E7}"/>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A873C0F3-8424-488F-83C1-873553146FC6}"/>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1359403C-1098-4ADA-8006-51C108BB2BA5}"/>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D27AD5EC-34BA-4BBA-838D-AEA88C41EC96}"/>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2330FA8D-2D73-4FE9-A164-56F8092B6FE7}"/>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97B54DD7-8B04-49DB-8FB8-2D392A87A450}"/>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8467E486-9A17-4CD8-B3A9-41FBF19216C2}"/>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29D9EA34-58A5-42FD-B81E-D1475A7D63D1}"/>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45DB394D-E84D-495D-A68B-CB50D05AAFE9}"/>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9958AB8D-C287-4142-A7C9-C65CEB0EECF4}"/>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FA05E872-5606-49D7-901C-A6314A699E71}"/>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5C5E6B03-0AD5-4F89-8562-91FA3A40697D}"/>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E6C6C07F-A419-48AA-86AB-78A7DB6F4CE1}"/>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442BAA00-6E74-4554-89F9-2EA0D9E7596A}"/>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44574A8B-0837-46C7-83D8-A3EF4F2A32C2}"/>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77EE6970-DF6A-44DA-B1F5-EA69B53C17AA}"/>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081C12A2-6C6E-42A4-9A71-C476CF69935E}"/>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1202522A-E2DA-40D8-BECB-5EE3EA8FD6BD}"/>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929312F-FC8A-44DC-96B0-5BAC31C91549}"/>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306C8A03-9CA4-481B-BB00-BCB0A71DF5CE}"/>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DB2B74B2-1603-47C3-B9DF-8CD3CBF0607D}"/>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D055BEF1-3828-4477-9479-277B2FFD7CB5}"/>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2D576533-3DC5-43F9-95B7-29D830DBF92C}"/>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8E627A32-E4ED-42D4-9758-2FFDDD5E0594}"/>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22AA6D31-3A59-4759-B3E4-5AA8806730BC}"/>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AACD288F-63FC-4A9B-A591-3548701AE310}"/>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FBD6D32D-EC38-418F-B09D-B3B09C7DBA8C}"/>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523CFFC4-6C89-42D6-B553-9F2B9FCB21A1}"/>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1CCC7F17-552B-4C0B-984C-D35EC6718830}"/>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5EA04187-3957-4069-9936-A126E0A6F9D9}"/>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32067CE1-F8B0-450F-9D87-374818086DA0}"/>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22C44B62-1B17-444A-AB1C-638D710F56BC}"/>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9DCE4598-C09D-4241-A12E-9E1D63F75A3B}"/>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A4770E58-09A9-42B1-A3E4-B0FB3BEECB45}"/>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0C087AD4-E174-45D0-AC5F-653FFC0F57C5}"/>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56020A4A-11F0-4815-BF1C-E658786A0B2B}"/>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AA43AE16-B5F9-4E08-8205-B49E626AFE30}"/>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C0C1EA1A-5CEA-4516-BA3E-025598544E4D}"/>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F1C0E725-5188-4734-8CDF-50BDF33256CE}"/>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7A070AA6-D890-4B71-9893-E95DA1FD75AB}"/>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B77C54C9-81EB-4015-8B3D-6C7C38AAF66A}"/>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E1A3393A-5DA8-43A5-A24A-87DC8C3FE306}"/>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54BE06CB-1FD5-48EA-A604-C38DD25DF383}"/>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489F1972-191B-4D99-BBD9-E1DC60686D2F}"/>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D4FBB85E-3359-4A0B-9DAF-01EF2FC3E76B}"/>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BFEEC0EF-9851-4AB1-8BAF-CEBE2F9AF72D}"/>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B53AC91D-9DF5-4522-B61A-2E44D6534156}"/>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386CC784-43BB-4BA7-B811-F75E6097FAF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DC914277-6ADF-43C4-9BFD-564743041370}"/>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265E9295-AE02-48CA-84ED-481AD20583C3}"/>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E79772FA-292B-424D-B305-B718F963F34D}"/>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2B9D16B8-A1A3-42DC-9922-BE4CF14C6118}"/>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125CB376-B925-4F61-9F0D-DD85BF6B1744}"/>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DF8004DD-36FC-4AC6-A9CA-FCB47EC1ADC0}"/>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DABE2E5B-7CBE-4731-BD10-78E372152D71}"/>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CF1B149-0269-4628-A669-327885E151C4}"/>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017AC706-F04E-4AB8-9A73-E414571E9655}"/>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CD3D470F-2060-42C4-ACFE-6A2CC01D49F6}"/>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147C3F94-4A24-484F-8253-C73D45923893}"/>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DB7F89EA-CAB9-4DF9-B541-DED7AF1676A2}"/>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61655A1B-0513-422B-843D-5CC02255261A}"/>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2C043A62-89C9-45E3-A695-EAA3F2C82E47}"/>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4939EC1E-2251-4570-B0A3-4BE251CFC07D}"/>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7C0DE0F3-CBA0-44E2-A07A-ADE424C2E098}"/>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7F18B34C-2B99-45E4-9969-50BAD1BC2027}"/>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C344220A-FFF3-4766-A7A8-CA5E42A4D345}"/>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0FDA055-EE29-487E-892E-4903F3B588BB}"/>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07F56A9A-A9DE-45C4-8EEC-A1624F94540E}"/>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5E319A17-F72A-4D49-8792-75F24FFBBDEE}"/>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9095108E-8FBB-484F-A1B3-AD3C584CCD0C}"/>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03F3ACDC-C131-49E1-82FB-51A1864D538A}"/>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365198DC-1756-47BD-AA68-B2E9339FC7AC}"/>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99D020CA-A160-4BAF-9265-3F7A365C358C}"/>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E87F31BE-03DA-4F3D-8041-5E6CCFDB30F4}"/>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4255DD16-EFD2-4FFE-B394-3382523E052F}"/>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346A26F9-1E75-4468-AFFF-E63187EE9D26}"/>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0E9A8F97-2E5C-4AD6-BFB5-45A590EDB83A}"/>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22C8089D-FCC6-4699-B4B5-1EB259AD6760}"/>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42D78ED-9347-47F3-9706-11A2BF3D913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FCFF6AE1-4D39-419F-A421-F23555165257}"/>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52FB9A48-6CF7-4887-ACC9-56071639B774}"/>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C3B31D07-4BF1-4EED-AFEC-17F42D492C29}"/>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D2D2B373-E8D7-41CC-AEB5-008333866D8D}"/>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07315437-2D14-47BB-BE55-D976CB01AF3C}"/>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004740E9-F5CF-4656-ABFF-65395842022C}"/>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4298F8FE-9877-4A2F-B3DA-FC1302F1FBB7}"/>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05160D93-3EA4-4D1B-A02F-FECE31274D5F}"/>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A8AF5E8A-2D60-4765-BD95-B1F85C141458}"/>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EC6FF62-A909-4C3A-BE1F-50576689C82A}"/>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33489044-9398-4CA8-9687-DB6050566E8F}"/>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B085C3A2-10F1-4CF9-8CCE-E7978C2082C9}"/>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B061C88E-93D0-4513-9458-BA2ECB680267}"/>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27CC6054-60A7-44D8-897C-3A9B67E524C8}"/>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5F2CA121-6855-4533-9B65-816A5A29069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3A693570-D5F0-4B34-B7F2-9465A726161E}"/>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8C54527F-3EE3-4AB4-9DD9-33EBCD25A346}"/>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BADF3627-3020-40F7-8978-1321B7084A3C}"/>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53ECA292-9EE4-409A-A6AA-5A165967F086}"/>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5D67FC3F-4D68-4C4F-BCEF-9E3BF11293F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765FDC6E-FB0B-42A9-A1E5-C57CD66C52FE}"/>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A59B67CB-8A58-481D-B308-C535B1DFF348}"/>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F4C52BA0-AB6B-4BDA-B948-44BA03A4EB48}"/>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54F21FB2-A31C-4611-8DC2-5D296FA07221}"/>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EF5BEDAB-9A09-4929-AE9B-C1A9682615C8}"/>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D468DAF7-A45D-4AD7-9727-E47512DABEAF}"/>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ADAABBCC-FE10-4CE1-ACB7-BB79C11DA2DA}"/>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1756B6ED-9E30-428B-8B14-A55BA746658D}"/>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4959D2F1-3699-419B-BEED-DA5C78F50151}"/>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2F9F1FC5-27F4-4A5A-BC75-A8F92DD8AD6A}"/>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DC8024B3-DC4D-4CD6-970E-049180C3EDB5}"/>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A9ECC72A-129A-4F27-88C8-8E54D0F3A2EC}"/>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5FFF7A25-533E-4F2D-ADE8-BC6AF56D402F}"/>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D9698FD5-6844-47A9-8595-053A9486CF5E}"/>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4D477973-1A03-450B-A852-5AC333EDFE95}"/>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2C3D74A5-EFEB-4849-85A0-CD55C8945C14}"/>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1CB17B7-0922-4068-BEAF-AFBBEECF2437}"/>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B0C23686-B4C7-453F-89A1-D0AE0BE54EC4}"/>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42271481-911F-44D7-891C-061AD4D30B28}"/>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468A6134-7862-47CB-9B2B-E35D06B900E3}"/>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962B7F6A-E41F-4C2C-AC21-C28EE90346B9}"/>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A659C1C5-8DDC-4539-B425-F44E12B76B0E}"/>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E6EFB471-C6FE-4CA8-BA70-D361202D9B01}"/>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3E753BB2-E2A9-4C78-8B94-587A4F33F0D9}"/>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B4E1681D-AE9D-428E-91DA-81AECF6F5423}"/>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6CE64DDA-271F-404B-98C7-DC5FECD11A54}"/>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47E894AD-237F-45A6-B009-F34C345B44FB}"/>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1546348D-AD81-40C0-8798-456CBDD5BFCE}"/>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36475F49-CD83-4724-B90B-59C8147C7972}"/>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D81EDB72-7D2E-4ED5-B8ED-4C638D8BB4AA}"/>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8E3530DD-579E-4B4A-A4D1-C3A58625C05A}"/>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25B715F6-5C40-45B1-8BB6-CB0A9F73CD28}"/>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A58970D1-B629-47B1-ABE9-15C38207D751}"/>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FD134BFF-370D-48D2-A805-B0FA66C0F4F5}"/>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4F21C3BA-D120-45B0-9A16-D83B819027E6}"/>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501F7423-5682-4DC9-9528-6B1DEB4D27F9}"/>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328405EA-B23E-49E4-9A9F-05DBD66E7CF1}"/>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814E5BB7-3202-4CE7-ADB2-81A4D321BBB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49499456-A5DF-469C-90E5-E96C87E3358D}"/>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343721F8-4F7D-4D14-A554-0200D777EDD2}"/>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F67AD130-95C7-4443-B7F0-E9F5FEA9A56B}"/>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F737AAB2-BC24-4A52-B5D1-AA9206640ED5}"/>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BD19F594-8371-4DEA-BE1E-2E6D247CC15B}"/>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BEC85378-A413-4219-BD43-D83C67AD67CD}"/>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5BAEF850-7265-4C57-905E-528FE0FCF9C7}"/>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F92A87AF-2B35-486C-8B1E-F951095A4EF6}"/>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8E0F7D89-5958-42F4-86BF-C07825D91232}"/>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D727414E-5160-40F1-9CBE-67C348E5F894}"/>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B93A5565-1548-4701-9EFE-7AC1CFD5A438}"/>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77072AED-0A88-4343-B77D-E765F66891D7}"/>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1A21CCD0-ECFB-4430-AFFE-39C7893D81C4}"/>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25C8B944-0834-485B-BE87-985F806ED00C}"/>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F69568A9-1837-48C7-BE2F-8FF441D9DBA1}"/>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735C68F4-B803-423F-B2F2-28C37A9843FB}"/>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721B53FC-3B3D-4292-872F-E82110E7B143}"/>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637BE695-EF31-4220-84B0-C28C0B7120E2}"/>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F5D267D0-E58C-4989-B575-D5413B0DE9E6}"/>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4F437E0F-749A-45B0-A6BC-10BC821DD9AE}"/>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03F5BD62-9880-451F-826F-E44114A952D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66CB558A-FFC7-4C86-AF90-9BEBDBD1BCE7}"/>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90A1261B-AB96-48F6-A2BA-FB13A0B009FB}"/>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2DE4FFC-63C5-43C6-B3D2-F4A4D893C92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B08365A-6DE3-4BD7-B116-9D948A0DBDE2}"/>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06E99494-D170-4828-886D-9DF3DB7612AA}"/>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A3C26F94-2199-48E8-9E42-F0FD9AE720E6}"/>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DE3AE2DF-AA8C-47BB-8416-19C77610528B}"/>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B46B70D5-C633-47D5-88A9-4E24978D4C1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1DF4618F-9B62-43A2-9A51-DBE4A830737A}"/>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DF40DEB3-8B2A-4ACA-9572-7C595189FAEB}"/>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3206069A-3B6B-46E1-8069-59A87B97B7FD}"/>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5B362C7B-1CFF-46A7-8869-B5030695690B}"/>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0A4E0618-CDA5-4174-B393-B11AFD6B15CE}"/>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A1F1985C-6277-4A70-8655-EDC09E05F234}"/>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CB39D699-C3CE-4B70-9C04-982B5F67290F}"/>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428860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1234F3AE-1315-4BF4-8068-6C220E60F34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DAF0686A-0419-44AB-B955-29C6ACE995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4589B18C-9453-4909-858C-858F21ADC71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6FFAC009-2188-491B-95ED-8D60B6BC6D8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BDA4BF2E-33A8-4617-8A75-FAE1E9DF33F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15E980D3-C69D-4553-A79F-11B314E064B9}"/>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1B82403-876F-41DB-A482-28601DF3463B}"/>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37399942-F6A3-4D2C-840F-62494B494FF1}"/>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B80309B8-A85C-4365-BE8E-C68B7F4E7050}"/>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84871A9F-626B-4D7B-ABCE-4203EBF3A82F}"/>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F23F338D-29CA-4095-9974-DD193728989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68FF5201-6E77-4CE0-9FA1-F2B25053C36A}"/>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2DC90AC7-E529-4005-9E75-8D275AC19746}"/>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D9614892-2E31-4B28-A39D-C9A47A102F52}"/>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C760A609-9244-4B75-A916-09CBF4C75EC4}"/>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17B295D0-D16C-438C-8154-5A847062EED1}"/>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AC60C3E1-D009-4B09-B103-A3CD88EE2106}"/>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9F3917F3-9375-4322-9AD7-E5A7E92E6266}"/>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6A3FD8D8-48AA-4CC7-94FC-6A4FECCCA44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5450D387-194E-4B45-9F1E-0606426224C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26D145EE-DA91-45E5-A55F-CCEB2FC3C01E}"/>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435C47FA-EE3D-4C0E-BD37-50AF7B37C5B5}"/>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A8B15A92-07AA-409A-86BB-0B6C51292B01}"/>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EAC5B135-9CDE-445C-8CA3-6A37C5D49184}"/>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12225242-FC7A-438B-AE54-8979B94A7731}"/>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EC7003F7-BCEE-4F82-AE37-0FC1971B8FCA}"/>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C544BBE-15A6-4A3E-A114-2AA5815C43B6}"/>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92672E70-C418-41A3-8D2A-406C26AF1511}"/>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F6771870-1D8E-4AD1-B5E8-1EE80F67B9A9}"/>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AEBC683-B792-4F8D-9C90-910C4603F73B}"/>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E7CF21A-B28C-4C03-A038-724495C602C8}"/>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1979BF5D-6FA4-4140-A0DD-D7F205A431F1}"/>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D60337B-9AF3-4BE9-A52D-ED833F81DDF0}"/>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2BBFD3ED-2761-41A0-8191-1A7407DD069A}"/>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7CCA933C-DB03-47BC-880A-F71B686FEC14}"/>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A8996E5B-8FE2-4EA6-9C26-6AEAF7E1145F}"/>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14C68EDB-B2E0-416A-B542-90222B371081}"/>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D936B3E5-5122-49B7-8FFE-3D6BBE79DC64}"/>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F8E73D5F-ACB3-40EF-875F-C4EFC53E7034}"/>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8594997E-657C-4918-820D-52F155C2D11A}"/>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5178FD33-ABE3-41F7-B6A8-41DDBA865B39}"/>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6D841D71-68B3-42E7-9904-95971775F06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AF0669C-72CD-49FE-8695-85E42AB92164}"/>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59051E94-C9CC-4DA7-9100-B3E330339E96}"/>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0270F1B3-EDF0-4FD2-B7F9-3ADEE6F751AB}"/>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561BF827-7AC9-4E1C-BF63-046B926F7E59}"/>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0F464816-836C-4E6D-B71B-EA886AC753F7}"/>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8008C2D8-ED45-476A-BEBF-1DA4B51E00E4}"/>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CB67D471-2123-46AF-A8AC-48D0E45E38AA}"/>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7480B9DE-ED08-4C3B-B03F-10F583A4CB88}"/>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9EFA1FA6-2EA2-473E-B415-7244A549FCC7}"/>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08CDD13B-62C0-4A02-9113-4231B1CF3089}"/>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ED49F2FA-2C8E-4880-9D27-D2921AC945B9}"/>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85ECE955-A865-412A-A99D-160F03E035D8}"/>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B36560AB-948D-4CD5-9271-2DFBCA0AFA25}"/>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6E443A8C-1442-43BB-A15A-D14BF8210B61}"/>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19A07608-CA39-4E07-96DC-AD4FF2EF2FDF}"/>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79E42E14-7524-4330-9740-8A71F101C03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ABBBBEE1-B796-4C28-A7E9-5FDF37C4FF57}"/>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6C9F69F4-BC23-41EA-815A-1F1AB648450D}"/>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2E45603F-30DE-448C-B60F-B0E5BFE8457F}"/>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027B853B-0BB3-4319-A1E6-90A610AAB082}"/>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F7435605-E866-4A6E-A8F2-8890215CAF08}"/>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78381614-D94F-4554-8F09-BA07540D6A4F}"/>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F2A0B2AC-B868-496F-B9A8-CC9C7E339565}"/>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85FBBBA7-6763-4409-854F-191EC453951F}"/>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255B84A2-CBEB-4CB4-A3FA-11BFF8E2ACD1}"/>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3348C2E4-5CB9-446C-925D-5A5CE93AA70A}"/>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A2D84E23-A1FB-46D9-B535-6AC1A0FA0B70}"/>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7F0041CD-53E0-4E14-97F7-4BFDCF61E494}"/>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CD7DB5C5-EEEC-447E-9F4B-0B66A4435751}"/>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95C75D48-2BD9-40A3-A600-E8AD18CE9603}"/>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C51F700C-6CF7-4C10-8981-90B53DBBDDD7}"/>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8D16CD39-5EAC-4799-8D4D-13E2652213B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3F1E4464-F999-4643-AE96-0A094557A7FC}"/>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8B2A397C-BDD5-4362-9109-5E61E26173A0}"/>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F1C4E073-E613-4C15-9056-FBC19A74E8D3}"/>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53DCF274-FDCB-4E37-8AF9-D09B6DC6AD1A}"/>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86BD21AE-0347-402A-B80C-5FDC442696A1}"/>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32015FE7-EB50-436C-A6F8-A8DE7B8A1E1D}"/>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4A20D37F-FC96-4840-970C-B12E32E07ADB}"/>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38EC9151-030A-438A-934F-D0264249E42F}"/>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BADBF9B3-F409-4E5C-B31B-EBBD82EF2A1F}"/>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728B4478-6950-4546-979C-488906C2C321}"/>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9D08094A-51E9-4EA5-A0FC-9617BAF5A96B}"/>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0C8454EF-B201-4A75-A9BF-649D3F52C34C}"/>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7F4A3523-C8EE-482B-BE29-B68F3E65C9DA}"/>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F6CCB1D2-6838-4504-A92F-D84F11FD3177}"/>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40CEB053-5220-4D81-A6E7-DCDEFCD6AA0F}"/>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F2F81108-7776-46C1-98BD-7BA1CC06E389}"/>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0044D023-6B44-44A0-AD0D-155C0F11351E}"/>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67FEED5F-71B2-43D4-A00F-C1728C72A2AD}"/>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D06BDF96-D70A-404F-A545-9608D2F83F14}"/>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C792FABC-07D0-4D12-A34B-CF1AFE7E33F1}"/>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FE9DC326-B374-4054-AA28-2FC4E41E4450}"/>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61719F52-DDEE-48F6-AD95-15B901983E6A}"/>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A86D610C-8BCA-42E7-B415-4DAE455DCD0B}"/>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378685FA-03F3-4F07-BB8B-A1E952C9FA98}"/>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3DCC9897-FAA6-4DF9-9420-82D0F2526806}"/>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916D488-F06C-4E19-AFCE-722A076C361F}"/>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1913B723-724D-42A7-ABFA-0856DA26AA3E}"/>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F7E4A8CD-50D8-4FBC-95E6-7BDD6624B3FE}"/>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ED3F270F-8FA6-41BA-B358-3573F13F9A4F}"/>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EFB21E71-941A-49AF-B545-057EDECDCF67}"/>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4F3C299D-9B3C-49F1-9F1F-05EACD3723C6}"/>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A0B31DCF-A345-4121-B747-3E7A504B643E}"/>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231DD6FC-20BA-4344-8E8C-AB67DA5B9D61}"/>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BE2FD1C7-25B7-436D-A891-3153388EFC48}"/>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76C35040-3AE6-44DA-BA40-EC83B1B45AEA}"/>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4F203FA5-9412-44C5-BA67-2B8A78FC405B}"/>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2E318A6B-BC73-4278-B809-9A3585C3550E}"/>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F8208419-025E-482A-8EC5-05D3D42C5E51}"/>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D048ECD-E156-478A-8424-CF5D51042935}"/>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6780421E-E6F7-4AA8-B4A5-6C5C2DBCEA77}"/>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F6CE8501-6388-416A-93AE-F436DDE912B7}"/>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B34DDFA8-4CCA-413F-AB04-F81C60A87E02}"/>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8EF64041-1146-4EF6-BB4F-E48788D5FA1B}"/>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46652C6A-4929-459A-B7E4-6F6A50BFBB9E}"/>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EAD6339D-A874-4CC3-94E6-F4C384AA818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6D8637DC-2E6C-4514-9CBE-A19C337BBE57}"/>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B44B9835-E584-46C5-AB55-E5E1DC38C588}"/>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3441F8B3-873D-45EB-8A0E-8D0CF1E780E6}"/>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20D1A4CA-202D-4CF2-8548-B960F692F073}"/>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2944B5B7-8353-43BF-9FB3-2B5E3E000E4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C0FF3DAD-E109-4451-9CE4-CB0692D5BC8F}"/>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A7355524-DE52-44A3-95EA-F15CB4EA8027}"/>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8468960B-C033-484F-887A-D1C616B66DC1}"/>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DB1B713F-2663-4CDC-B389-1F8F24C90F5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AACC041C-1A19-4688-B59E-92F215CA818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076A8A3E-C137-455B-9FE5-8211BD62FD6D}"/>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2A078610-2876-4CF5-B5E1-0F8C758EAD16}"/>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66B6F700-5C1B-439D-B0F3-EE14F3D061FE}"/>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3671B8BC-3EBD-4D20-A83B-3CE8391DF345}"/>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EE8D3D2B-A34A-4803-9A83-91B3E79B614D}"/>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8F0D50FB-780C-43D2-8BB6-218EAEF7C16C}"/>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F0FEEADB-11AD-4741-A5AB-0B2509693BB5}"/>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0D8E8805-9247-4C85-8195-4708621CC42D}"/>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2DD70BFD-58EF-435E-9327-D1A27925FAC2}"/>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D537FFA1-57D9-4C32-AB2E-789002511055}"/>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44D12935-E860-41AC-BB22-EB0CA5C4B5EE}"/>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5BF9C12E-07B3-4C25-8DEB-9FF51E045FB8}"/>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AA347A0E-75FD-4204-85AD-74BF9FF62D0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BD8C6AC2-C300-4C8E-BCD5-2DD2827756F2}"/>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10E9D737-0EA9-4675-B918-011FDDFB9214}"/>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46151155-C055-41E5-A8C7-319098FC2271}"/>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9B2D9EE0-4A35-45FB-9412-57D095C97E8C}"/>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A95483E9-B764-494A-99A5-AF69F369BF4C}"/>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B878C013-A655-4B01-B93D-6EBB110801FD}"/>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45DC0084-DCCA-4C61-8454-49141EAD776B}"/>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94DB7CE6-670F-41D8-B116-21FA994A010C}"/>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BC44846-481F-46D7-9598-AFE58EB42DA5}"/>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65ADA26A-5D2F-4AEE-B051-0357252B9C14}"/>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B07DEF59-0BC0-4600-9583-408D7B26090A}"/>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2C9C001F-382D-4B6B-AA1C-7C3404A4942C}"/>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FE49A70B-0504-4D81-8ED9-2665ACB84430}"/>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DF0070E1-6355-4B30-809D-06288E2FC25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A216EFE8-9BCA-4592-9253-FA26DF94930D}"/>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3C7D871F-53F0-4154-B812-B219E6B44049}"/>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4452F09E-4C17-4980-9E84-D6F95D1691FB}"/>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FD04ABA7-1CF7-4E83-AD71-F562330A182A}"/>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93C97AE0-B75C-4170-952C-F00EE5AA2E93}"/>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9C66FF48-D86B-4078-BAB9-071E6B7874FD}"/>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7A6C1075-63FE-492A-912B-F4ECA3F5D889}"/>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1DBD9C8B-A188-4D3A-B9F1-5AE126C51771}"/>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1C30EDE8-2C1C-42CA-A849-7CB692BBF73C}"/>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987E5E2A-B579-4BF9-9C1B-582E244F19E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9C906504-8C5C-442C-9886-DB466C001E0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63DCD861-80B5-4E21-865F-C5D8D2BE6654}"/>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23874395-AA40-4D34-AA0D-71C5D858E83B}"/>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3BECF7B2-7E69-4FDF-9ACA-DAB12AD47245}"/>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2ADD2CF5-6D1C-4879-AC8E-FF6C99C72281}"/>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9DFA379D-2830-4BA1-809A-2A16746A1C3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75282257-BB05-46E9-A374-DC055339E9EE}"/>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DDC1D78A-2331-457A-9E37-8E09D8FC3C78}"/>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ED5F04AD-AC9F-4028-9CEA-882F47514C1D}"/>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58CC94E7-0110-4344-AB7F-5D1221630FB4}"/>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78CBA434-E1B2-40A7-A3C1-0DC0C4BD8360}"/>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730C9861-965B-4308-83D3-8FF405F2784F}"/>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4783419F-CC36-47B3-88C7-CDF49CA03CCF}"/>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5360C57B-BDF4-49F0-B92E-5E2259D30A8C}"/>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9AC79673-3078-40F0-ACB8-5B3285AA11E3}"/>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4FFB973E-3A76-45C3-9D2D-047309C11685}"/>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16A2BC26-BD94-4DC0-8D2D-5AFF1C312623}"/>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22BEBC24-96A7-4622-88F1-DEDDE7C12151}"/>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CB5EC3A9-E083-4729-AF07-D2A433D82851}"/>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0E42DB73-F6E3-4CAD-B976-10FA8AC6D1CB}"/>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83C43FF7-2C19-4F1C-88A6-086D57F1EFC6}"/>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9BE6A9EE-6BF5-4776-B0C3-A022C2D1743E}"/>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26D56422-4F89-45ED-AAE0-5639A11460C1}"/>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C91D847F-70DA-485E-8B34-17E530373675}"/>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042F13A4-B022-455C-84F5-5083CF5CF95C}"/>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3D4ABED5-79A5-445F-8195-6E850FECD84E}"/>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1EAC2F86-4264-49F3-A359-0D66704B8CD0}"/>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38B1ADCD-77E8-4188-9ED9-66BB0CC83E20}"/>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C5ADE268-F86C-440D-B3B1-62B19EA4F0BD}"/>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5CC51B21-E0FA-42F5-BCB9-B43D05344970}"/>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A531A119-79A9-4239-9967-6A53B990E56C}"/>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E7C40315-2843-474D-B320-AFE82E70DAFB}"/>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25022DAB-D94F-47B8-941C-196C63F0FC51}"/>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F67BC1E1-C3C8-4066-8F1A-90651093B15E}"/>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440A0099-B7C5-4BC2-AAF0-88EAF1B20CDC}"/>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44185320-B1F3-4564-8034-E9701A3E4534}"/>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FED0F48B-5C7C-437F-9B30-A968F797C8C2}"/>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E9696BDD-5DF8-4567-AD99-0DD765744328}"/>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7AA0935C-3056-4126-92CF-DDDCDA3DEAA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05D16F1C-FCC8-4C89-86E5-0B00D68BCE51}"/>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A563CBEB-C338-49BB-B6E6-E012DB5B6FCD}"/>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DBFE4DC0-4BCC-4C6F-B8F9-5262C9C7DC0B}"/>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C5EEF003-8CE4-476A-A9C1-F0B129543C27}"/>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DC861AC0-9272-4032-A8D7-2ADB73663B1D}"/>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2EA43B7B-B4BA-49F1-84E0-EE84242CAD1C}"/>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2AB4EC9D-2BDB-4F6A-A22B-8C205F82B622}"/>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812F543D-EB46-4C65-9C3C-3EB9A23797DE}"/>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E4E0E794-F4F8-4FF0-A2E3-2C1B67CDB8B1}"/>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B17FF4E0-9573-4BD8-9D6D-ECD20DFABDF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0F1FBAB1-B3EE-467B-930A-880129B75251}"/>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B0AAFEB0-548D-4F6F-B1C6-76E391905F1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D97AA25A-E9DF-4BA7-9730-49E4D1F0EA08}"/>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80E7FB32-5957-4234-A3DD-A3571E15196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07158C24-D0C4-4D39-936D-4F4008F76FC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1E4E28A4-C3DF-438B-BBBB-F44D9A1B0470}"/>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970A3E9-A689-4F50-87B5-6DE37AB4A077}"/>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DF36A0E6-6C17-4025-B3E6-713F7D96D8B8}"/>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BB4C3172-F903-4265-9E2F-C503AC8D5E3A}"/>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0291E9E4-D32A-4D80-B55A-191F66FD0360}"/>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EAB78572-7132-4F37-B0BF-FDC9CE5732AD}"/>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2DC8F8BB-3AA0-41F2-8767-D87E51F6B3F3}"/>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84240E7D-AC6D-4243-B91B-FCB59142185E}"/>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5A83F296-D35F-443E-844E-3D69D408D165}"/>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96B4DD49-1C98-481C-979B-3FB7568D176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816DD9F-C8BA-4752-9C7A-825CEB440E1B}"/>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D9E5D641-8CAF-433C-9472-CBF470600BE8}"/>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D4AD3295-EF94-40BF-8656-0D50819F06A8}"/>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8FBACE90-632F-4E1E-9105-F0D21BC48ABE}"/>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0F67C284-3E14-4DE8-9314-32EA1031049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041A45A5-2487-45FA-9DAF-6FD4A02BDA72}"/>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F3BA3DBA-A8BF-4DF1-8421-222A39D1B962}"/>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B684097-C03B-4A93-A11F-CE0EA5D76652}"/>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83B50790-BC45-4215-AF43-618A1FDC51DB}"/>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A3966D4-E578-48F5-AF6B-8315BB2C3135}"/>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F98726F8-A096-45F6-B32E-B422A25B06BB}"/>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2127D515-33FF-484F-9FC0-5C37D771D898}"/>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3100A06F-C5D2-4C15-8F29-1390D2AA5170}"/>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003A0375-BFD2-4032-A1B8-4C3F450F26ED}"/>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C46B0CAD-A343-427E-9CC0-A9146E67819D}"/>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2EEBF4A1-4EDC-44BB-A2F1-8BCCD24EC8A7}"/>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0D3F4CC9-4D61-49D3-8CDD-24AF6F5FB3E9}"/>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DB8995CB-BE82-45DB-A564-DB61DC5935E8}"/>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2BEFDD24-BF87-4614-97F9-6A71C6D8F2C5}"/>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F5ADBCE4-449F-4405-9672-967837B6AB8F}"/>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550878F3-F619-4495-BF39-7CF9CBA937BB}"/>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AE9D9D13-AD60-4E64-9488-074AE0B70839}"/>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256DB05A-4D11-4773-BC6A-DBD616BB7566}"/>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6085BC91-FB0C-41D6-BCBC-3BB283EEC9DA}"/>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141EF02-7F9A-485A-BDE0-D7510122927D}"/>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3D1575C5-07C1-470A-9A0F-9E63FDB3C80B}"/>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F9DA0ED0-F2B4-4961-9E4C-194E87AE358B}"/>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B89A0F9-F3DD-4313-9320-AAA9FC838204}"/>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227BB7B0-905D-4555-BAC7-1CF9C209AABB}"/>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4AE5CC47-3533-4D56-854B-B626A62F49B3}"/>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1C1EEF61-10EB-4E99-9071-C9CD3984B1B4}"/>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DCC04AF2-94E8-41B7-A7BE-32920F534244}"/>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B2E1F7A3-1507-4D22-9F65-09BB790DA1C1}"/>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9172A9A3-173F-4302-8ABD-24B0A9C8CB9E}"/>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446335C-1961-49E7-B707-E94D3C5178EC}"/>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3BD785DC-8E36-40F6-A10D-5DF9019E4601}"/>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3DE15D46-6086-4CD2-9A87-1C7AAE738120}"/>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5C175BA1-79CC-4D6C-92C7-13BBAE0BF6C4}"/>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A13D6F06-2137-4234-A02C-ED22358F3FFA}"/>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BA0E588B-1A23-47BE-B820-F5523778245B}"/>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91E4B418-B04B-4DE6-A954-F220AE9C5AB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97F339E3-8980-4AFA-B034-472589B1C79B}"/>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DE629227-3727-4C10-B575-7C51D5D3B652}"/>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84641339-B10D-4521-A8D5-6293B08DC113}"/>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5A12657F-1025-445F-A7B1-956769839E7F}"/>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3A5A492A-3089-44E6-87E2-91CC81AF246F}"/>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C30ABA4B-2AAB-4666-A811-5A4D7A55ED73}"/>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DD19C73A-9F5E-4307-BDDD-E0DB05F9F605}"/>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439AA17D-8463-42E1-B1AA-F48599A06F13}"/>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B2EBFF7F-903C-4787-8E7B-C38F33A34438}"/>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E209175-497D-4082-857C-F88E4D0F8D8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A32BA6F3-65C4-4A46-9B56-C9857915A9D0}"/>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47F5172F-8ECF-4130-A96B-A1A182F535C9}"/>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837E241F-1B8A-4612-BF00-A5EF7FF6AC5F}"/>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9D9D444C-7A7D-44FC-9459-B7CA284C9AAC}"/>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E29A6836-CC4B-4710-A899-EE2FD8AAC2FD}"/>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35AAAB43-C450-412A-AE4E-07C1959F3B8D}"/>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994477E5-B686-4732-B77C-3C4162D2F4B3}"/>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66E6889F-A4B1-42CF-82B7-A5BFF4514830}"/>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D7C76850-1940-4144-A5E4-2EF8C38EC113}"/>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4A034B3F-0861-441D-AC12-C453ABFB14A0}"/>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6EFEE97D-33A9-41D9-9EBF-D5B7B24251D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8AC56379-C8A3-47A7-9539-8A7BD3BC84BA}"/>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E2264F73-816E-4FD4-A2A2-FA07BCEDE03B}"/>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C0782B9B-8C53-40EE-AAE2-8321A68FDE49}"/>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88554556-6F82-4483-AC08-B10F21C0ACDF}"/>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C7C6B8B4-5223-4D79-BD5A-37959ACF055A}"/>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6F16BA0B-BF20-4B87-8787-C8B9A25F36A4}"/>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21F69E85-E890-40E1-B98F-2B5C3A4B02D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E9098FC4-C4C7-4C45-AB72-768AAEBD9F71}"/>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79C255CC-7EFD-4049-AAE7-1C972D68F64C}"/>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6879E14C-51FD-4B43-948A-A98E1439A3C7}"/>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A0C63DB7-B2C9-4ACC-9CF8-672BAB00B076}"/>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093268A2-6507-4F17-9F54-D64743EB4413}"/>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E5CBEE77-76F3-4FA2-BF52-6A7F9C1DC2A3}"/>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2CB7C86A-1B2D-40FD-A77A-685C140D3CB4}"/>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B37CBFEA-F1C9-4571-9DCD-3A7BF65B0ED6}"/>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62F9AAAE-ECD0-4AD9-B4EC-1709A24BCFBC}"/>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1961AF1F-B73A-40BE-B9E1-B09C91E2BE38}"/>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28607274-C386-4747-B7D3-FCD11EC6A8BF}"/>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D11B7B2F-1E32-4BD4-A723-0DA7DAF9664D}"/>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582BEE6C-3540-4B19-97C1-CDFBD7FDADBF}"/>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CD9C14D0-7ADE-46A4-8FFE-9C01CC62A355}"/>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7040048B-FD65-4768-A0B3-F0F16028D29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E204CAEA-06A0-4FB3-A988-FA1B7D8CD585}"/>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E55EF669-DBED-43C4-9A7E-FF5B24CDAE9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90E59035-C10E-497C-8A7B-0FF6A64556A7}"/>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2E31B81B-ED1A-4837-9987-B3D5DEF4444D}"/>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AFBFA00B-97FC-4D0E-B5B8-6519BB69258E}"/>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3D75847A-194F-49EB-AEDC-2F88F13BA440}"/>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D97522E2-4D4E-44DF-8C3B-D161F27F7732}"/>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A845F358-BAC1-4D55-BD18-ACADA53634F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D02B19BC-416C-4FE1-AD1F-90DC149EAB9E}"/>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F255A8FF-7C5D-4093-896A-9E5B0655AB0D}"/>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6DB00E15-F1A2-4DB7-B5AF-040BA1701485}"/>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2A366439-3C06-46B3-9BA9-C45F7247A339}"/>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7EA7071-67F2-4997-AD6B-CDC8E6EEEAAE}"/>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6FDE5618-F5BD-4BA0-BEDA-9010A25F510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0042F1CF-DE72-476C-8C27-B97DF9319BB9}"/>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74CC7D3A-D017-403C-9AE3-B2AD1A6D8947}"/>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AA4EEF2E-C2B8-400B-9E76-595381AF3B4F}"/>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3599250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