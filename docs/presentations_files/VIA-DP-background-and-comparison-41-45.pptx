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2e004a03eb924e7e" /><Relationship Type="http://schemas.openxmlformats.org/officeDocument/2006/relationships/extended-properties" Target="/docProps/app.xml" Id="R64e31a4b3c1148a7" /><Relationship Type="http://schemas.openxmlformats.org/officeDocument/2006/relationships/officeDocument" Target="/ppt/presentation.xml" Id="R53bbc0bcb9d54c0b" /></Relationships>
</file>

<file path=ppt/presentation.xml><?xml version="1.0" encoding="utf-8"?>
<p:presentation xmlns:p="http://schemas.openxmlformats.org/presentationml/2006/main">
  <p:sldMasterIdLst>
    <p:sldMasterId xmlns:r="http://schemas.openxmlformats.org/officeDocument/2006/relationships" id="2147483648" r:id="R0c3c72e8465844a2"/>
  </p:sldMasterIdLst>
  <p:notesMasterIdLst>
    <p:notesMasterId xmlns:r="http://schemas.openxmlformats.org/officeDocument/2006/relationships" r:id="R5ca85e813e954014"/>
  </p:notesMasterIdLst>
  <p:sldIdLst>
    <p:sldId xmlns:r="http://schemas.openxmlformats.org/officeDocument/2006/relationships" id="266" r:id="RviaOverview"/>
    <p:sldId xmlns:r="http://schemas.openxmlformats.org/officeDocument/2006/relationships" id="256" r:id="Rd5bb284998304d72"/>
    <p:sldId xmlns:r="http://schemas.openxmlformats.org/officeDocument/2006/relationships" id="257" r:id="R28e6acf7e558438e"/>
    <p:sldId xmlns:r="http://schemas.openxmlformats.org/officeDocument/2006/relationships" id="262" r:id="Re800c95b3ccc48b2"/>
    <p:sldId xmlns:r="http://schemas.openxmlformats.org/officeDocument/2006/relationships" id="263" r:id="R0b939428bc6f4c75"/>
    <p:sldId xmlns:r="http://schemas.openxmlformats.org/officeDocument/2006/relationships" id="264" r:id="R96a9b5e32194401d"/>
    <p:sldId xmlns:r="http://schemas.openxmlformats.org/officeDocument/2006/relationships" id="265" r:id="Rd4e355067edc4ce1"/>
    <p:sldId xmlns:r="http://schemas.openxmlformats.org/officeDocument/2006/relationships" id="258" r:id="R7e9e5d353de448df"/>
    <p:sldId xmlns:r="http://schemas.openxmlformats.org/officeDocument/2006/relationships" id="259" r:id="R87d1a1c2c5fd4dbd"/>
    <p:sldId xmlns:r="http://schemas.openxmlformats.org/officeDocument/2006/relationships" id="260" r:id="R12b0e32653054459"/>
    <p:sldId xmlns:r="http://schemas.openxmlformats.org/officeDocument/2006/relationships" id="261" r:id="R31db13b4990d4952"/>
  </p:sldIdLst>
  <p:sldSz cx="18288000" cy="10287000"/>
  <p:notesSz cx="6858000" cy="9144000"/>
  <p:extLst>
    <p:ext uri="{521415D9-36F7-43E2-AB2F-B90AF26B5E84}">
      <p14:sectionLst xmlns:p14="http://schemas.microsoft.com/office/powerpoint/2010/main">
        <p14:section name="본 발표" id="{82000001-0000-4000-8000-000000000001}">
          <p14:sldIdLst>
            <p14:sldId id="266"/>
            <p14:sldId id="256"/>
            <p14:sldId id="257"/>
            <p14:sldId id="262"/>
            <p14:sldId id="263"/>
            <p14:sldId id="264"/>
            <p14:sldId id="265"/>
            <p14:sldId id="258"/>
            <p14:sldId id="259"/>
          </p14:sldIdLst>
        </p14:section>
        <p14:section name="부록 · 보충 자료" id="{82000001-0000-4000-8000-000000000002}">
          <p14:sldIdLst>
            <p14:sldId id="260"/>
            <p14:sldId id="261"/>
          </p14:sldIdLst>
        </p14:section>
      </p14:sectionLst>
    </p:ext>
  </p:extLst>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07dfdd6d08314bc3" /><Relationship Type="http://schemas.openxmlformats.org/officeDocument/2006/relationships/slideMaster" Target="/ppt/slideMasters/slideMaster1.xml" Id="R0c3c72e8465844a2" /><Relationship Type="http://schemas.openxmlformats.org/officeDocument/2006/relationships/notesMaster" Target="/ppt/notesMasters/notesMaster1.xml" Id="R5ca85e813e954014" /><Relationship Type="http://schemas.openxmlformats.org/officeDocument/2006/relationships/presProps" Target="/ppt/presProps.xml" Id="Rdbcc7842291b4826" /><Relationship Type="http://schemas.openxmlformats.org/officeDocument/2006/relationships/tableStyles" Target="/ppt/tableStyles.xml" Id="Rb850dac62b96484f" /><Relationship Type="http://schemas.openxmlformats.org/officeDocument/2006/relationships/slide" Target="/ppt/slides/slide1.xml" Id="Rd5bb284998304d72" /><Relationship Type="http://schemas.openxmlformats.org/officeDocument/2006/relationships/slide" Target="/ppt/slides/slide2.xml" Id="R28e6acf7e558438e" /><Relationship Type="http://schemas.openxmlformats.org/officeDocument/2006/relationships/slide" Target="/ppt/slides/slide3.xml" Id="R7e9e5d353de448df" /><Relationship Type="http://schemas.openxmlformats.org/officeDocument/2006/relationships/slide" Target="/ppt/slides/slide4.xml" Id="R87d1a1c2c5fd4dbd" /><Relationship Type="http://schemas.openxmlformats.org/officeDocument/2006/relationships/slide" Target="/ppt/slides/slide5.xml" Id="R12b0e32653054459" /><Relationship Type="http://schemas.openxmlformats.org/officeDocument/2006/relationships/slide" Target="/ppt/slides/slide6.xml" Id="R31db13b4990d4952" /><Relationship Type="http://schemas.openxmlformats.org/officeDocument/2006/relationships/slide" Target="/ppt/slides/slide7.xml" Id="Re800c95b3ccc48b2" /><Relationship Type="http://schemas.openxmlformats.org/officeDocument/2006/relationships/slide" Target="/ppt/slides/slide8.xml" Id="R0b939428bc6f4c75" /><Relationship Type="http://schemas.openxmlformats.org/officeDocument/2006/relationships/slide" Target="/ppt/slides/slide9.xml" Id="R96a9b5e32194401d" /><Relationship Type="http://schemas.openxmlformats.org/officeDocument/2006/relationships/slide" Target="/ppt/slides/slide10.xml" Id="Rd4e355067edc4ce1" /><Relationship Type="http://schemas.openxmlformats.org/officeDocument/2006/relationships/slide" Target="/ppt/slides/slide11.xml" Id="RviaOverview"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8e00c7f09bf478e"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18411b37618c4e8a" /><Relationship Type="http://schemas.openxmlformats.org/officeDocument/2006/relationships/notesMaster" Target="/ppt/notesMasters/notesMaster1.xml" Id="Rd94b16226d97425e" /></Relationships>
</file>

<file path=ppt/notesSlides/_rels/notesSlide2.xml.rels>&#65279;<?xml version="1.0" encoding="utf-8"?><Relationships xmlns="http://schemas.openxmlformats.org/package/2006/relationships"><Relationship Type="http://schemas.openxmlformats.org/officeDocument/2006/relationships/slide" Target="/ppt/slides/slide2.xml" Id="Rf5695a13ef524abb" /><Relationship Type="http://schemas.openxmlformats.org/officeDocument/2006/relationships/notesMaster" Target="/ppt/notesMasters/notesMaster1.xml" Id="Rf7dd7de0035d414d" /></Relationships>
</file>

<file path=ppt/notesSlides/_rels/notesSlide3.xml.rels>&#65279;<?xml version="1.0" encoding="utf-8"?><Relationships xmlns="http://schemas.openxmlformats.org/package/2006/relationships"><Relationship Type="http://schemas.openxmlformats.org/officeDocument/2006/relationships/slide" Target="/ppt/slides/slide3.xml" Id="R2930f09d8a244954" /><Relationship Type="http://schemas.openxmlformats.org/officeDocument/2006/relationships/notesMaster" Target="/ppt/notesMasters/notesMaster1.xml" Id="Rf3499972cade4e59" /></Relationships>
</file>

<file path=ppt/notesSlides/_rels/notesSlide4.xml.rels>&#65279;<?xml version="1.0" encoding="utf-8"?><Relationships xmlns="http://schemas.openxmlformats.org/package/2006/relationships"><Relationship Type="http://schemas.openxmlformats.org/officeDocument/2006/relationships/slide" Target="/ppt/slides/slide4.xml" Id="Rabea582a54c24c83" /><Relationship Type="http://schemas.openxmlformats.org/officeDocument/2006/relationships/notesMaster" Target="/ppt/notesMasters/notesMaster1.xml" Id="R24a2b618dbd7401b" /></Relationships>
</file>

<file path=ppt/notesSlides/_rels/notesSlide5.xml.rels>&#65279;<?xml version="1.0" encoding="utf-8"?><Relationships xmlns="http://schemas.openxmlformats.org/package/2006/relationships"><Relationship Type="http://schemas.openxmlformats.org/officeDocument/2006/relationships/slide" Target="/ppt/slides/slide5.xml" Id="R6a2f5f856c9d4e1f" /><Relationship Type="http://schemas.openxmlformats.org/officeDocument/2006/relationships/notesMaster" Target="/ppt/notesMasters/notesMaster1.xml" Id="R5159846335084194" /></Relationships>
</file>

<file path=ppt/notesSlides/_rels/notesSlide6.xml.rels>&#65279;<?xml version="1.0" encoding="utf-8"?><Relationships xmlns="http://schemas.openxmlformats.org/package/2006/relationships"><Relationship Type="http://schemas.openxmlformats.org/officeDocument/2006/relationships/slide" Target="/ppt/slides/slide6.xml" Id="R403412f5785a45f5" /><Relationship Type="http://schemas.openxmlformats.org/officeDocument/2006/relationships/notesMaster" Target="/ppt/notesMasters/notesMaster1.xml" Id="R21cc2a9640064723" /></Relationships>
</file>

<file path=ppt/notesSlides/_rels/notesSlide7.xml.rels>&#65279;<?xml version="1.0" encoding="utf-8"?><Relationships xmlns="http://schemas.openxmlformats.org/package/2006/relationships"><Relationship Type="http://schemas.openxmlformats.org/officeDocument/2006/relationships/slide" Target="/ppt/slides/slide7.xml" Id="R627a3ac7c4c14f76" /><Relationship Type="http://schemas.openxmlformats.org/officeDocument/2006/relationships/notesMaster" Target="/ppt/notesMasters/notesMaster1.xml" Id="Rad29ecd59eaa4ae4" /></Relationships>
</file>

<file path=ppt/notesSlides/_rels/notesSlide8.xml.rels>&#65279;<?xml version="1.0" encoding="utf-8"?><Relationships xmlns="http://schemas.openxmlformats.org/package/2006/relationships"><Relationship Type="http://schemas.openxmlformats.org/officeDocument/2006/relationships/slide" Target="/ppt/slides/slide8.xml" Id="R406046e19a934426" /><Relationship Type="http://schemas.openxmlformats.org/officeDocument/2006/relationships/notesMaster" Target="/ppt/notesMasters/notesMaster1.xml" Id="R39514067d3f64c00" /></Relationships>
</file>

<file path=ppt/notesSlides/_rels/notesSlide9.xml.rels>&#65279;<?xml version="1.0" encoding="utf-8"?><Relationships xmlns="http://schemas.openxmlformats.org/package/2006/relationships"><Relationship Type="http://schemas.openxmlformats.org/officeDocument/2006/relationships/slide" Target="/ppt/slides/slide9.xml" Id="R8b722c512a9c466b" /><Relationship Type="http://schemas.openxmlformats.org/officeDocument/2006/relationships/notesMaster" Target="/ppt/notesMasters/notesMaster1.xml" Id="R6877b8abd8454a72"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fa706b4d6e834580" /><Relationship Type="http://schemas.openxmlformats.org/officeDocument/2006/relationships/notesMaster" Target="/ppt/notesMasters/notesMaster1.xml" Id="R1a32d61983b14d1a"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c125f551bf0c4525" /><Relationship Type="http://schemas.openxmlformats.org/officeDocument/2006/relationships/notesMaster" Target="/ppt/notesMasters/notesMaster1.xml" Id="R325333de39404226"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04-41. VIA 사용자 요청 이해 설계</a:t>
            </a:r>
          </a:p>
          <a:p xmlns:a="http://schemas.openxmlformats.org/drawingml/2006/main">
            <a:r>
              <a:t>https://github.com/cbyche/via-sw-architecture/blob/main/docs/architecture/12-decisions/decision-packages/04-41-request-resolution-control.md</a:t>
            </a:r>
          </a:p>
          <a:p xmlns:a="http://schemas.openxmlformats.org/drawingml/2006/main">
            <a:r>
              <a:t>https://github.com/cbyche/via-sw-architecture/blob/main/docs/architecture/12-decisions/decision-packages/diagrams/dp41-background.svg</a:t>
            </a:r>
          </a:p>
          <a:p xmlns:a="http://schemas.openxmlformats.org/drawingml/2006/main">
            <a:r>
              <a:t>공통 문제와 설계 고려 사항의 배경이며 특정 설계안의 선택을 뜻하지 않는다.</a:t>
            </a:r>
          </a:p>
          <a:p xmlns:a="http://schemas.openxmlformats.org/drawingml/2006/main">
            <a:r>
              <a:t>Task1은 예산 보고서, Task2는 실적 보고서 업무다. 선택한 표와 이전 업무 두 후보가 있으므로 아까라는 표현만으로 정답을 미리 결정하지 않는다. 보고서 수정 결과를 메일 초안에 사용하고 메일은 보내지 않는 조건을 유지한다. 보고서 수정과 메일 작성은 외부 업무 수행 Agent가 맡는다.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04-41. VIA 요청 이해의 모델 주도와 코드 주도 완성</a:t>
            </a:r>
          </a:p>
          <a:p xmlns:a="http://schemas.openxmlformats.org/drawingml/2006/main">
            <a:r>
              <a:t>https://github.com/cbyche/via-sw-architecture/blob/main/docs/architecture/12-decisions/decision-packages/04-41-request-resolution-control.md</a:t>
            </a:r>
          </a:p>
          <a:p xmlns:a="http://schemas.openxmlformats.org/drawingml/2006/main">
            <a:r>
              <a:t>https://github.com/cbyche/via-sw-architecture/blob/main/docs/presentations_files/dp-comparison/dp41-comparison.svg</a:t>
            </a:r>
          </a:p>
          <a:p xmlns:a="http://schemas.openxmlformats.org/drawingml/2006/main">
            <a:r>
              <a:t>조건별 정성 비교 / 미선정 / 미측정</a:t>
            </a:r>
          </a:p>
          <a:p xmlns:a="http://schemas.openxmlformats.org/drawingml/2006/main">
            <a:r>
              <a:t>사용자 요청은 “이 표를 아까 보고서에 넣고, 메일은 보내지 말고 결과를 바탕으로 초안만 만들어.”이다. 결과는 표를 추가한 보고서의 결과이며 그것으로 메일 초안을 작성한다. Task1은 예산 보고서 업무, Task2는 실적 보고서 업무다. “어느 보고서인가요?”라는 질문을 실제 전달하고 사용자의 “예산 보고서” 답변을 해석한 뒤 Task1을 연결한다. 초기 입력에 정답 Task를 미리 넣지 않는다.</a:t>
            </a:r>
          </a:p>
          <a:p xmlns:a="http://schemas.openxmlformats.org/drawingml/2006/main">
            <a:r>
              <a:t>A는 모델이 조회 요청(ReadRequest)을 선택하고 조회 결과(EvidenceBundle)를 받아 재판단하여 전체 의미 제안(MeaningProposal)을 만든다. 모델 주도 해석 제어기는 클라우드 LLM을 호출하고 그 제안을 제한하여 실행하는 로컬 코드다. 모델의 다음 행동이 조회이면 도구 실행 후 근거를 받아 모델을 다시 호출한다. 이 순환은 필요한 만큼 반복하고 모델이 완성 의미나 확인 질문을 제안하면 검증 경로로 나간다. A도 정해진 형식의 출력, 부분 수정과 cache를 허용한다.</a:t>
            </a:r>
          </a:p>
          <a:p xmlns:a="http://schemas.openxmlformats.org/drawingml/2006/main">
            <a:r>
              <a:t>B는 모델이 요청 틀(RequestFrame)을 만들고 Request Interpreter 내부 Request Resolution Engine이 필요한 조회와 항목 해결, 전체 의미 결합을 결정한다. Engine은 항목 검사와 조회 결과 반영을 코드 루프로 반복한다. 조회 결과를 코드만으로 처리할 수 있으면 LLM을 호출하지 않는다. 항목 의미 해석이 필요하면 요청 구조화기를 통해 부분 모델 호출을 하고 그 결과를 같은 코드 루프에 돌려준다. 필요한 항목만 모델에 다시 해석시킬 수 있으므로 항상 한 번 호출로 끝나는 구조가 아니다. 전체 관계를 모델이 만들고 코드가 복사하는 경우는 순수 B가 아닌 혼합안이다. 코드로 연결했다고 의미가 항상 옳은 것은 아니다.</a:t>
            </a:r>
          </a:p>
          <a:p xmlns:a="http://schemas.openxmlformats.org/drawingml/2006/main">
            <a:r>
              <a:t>A Module의 조회 출력은 kind=READ, tool_calls의 name/arguments다. task_retrieve(query=보고서,limit=5), context_retrieve(selector=INPUT_SELECTION)를 모델이 선택하고, 추가 대화 근거가 필요하면 다음 차례에 interaction_retrieve(query=보고서,limit=5)를 선택할 수 있다. 모든 도구를 매번 호출하지 않는다. interaction_retrieve는 Context Manager의 대화/실제 전달 읽기 view이며 Interaction Manager 마이크 직접 조회가 아니다.</a:t>
            </a:r>
          </a:p>
          <a:p xmlns:a="http://schemas.openxmlformats.org/drawingml/2006/main">
            <a:r>
              <a:t>B Module 이름은 요청 구조화기다. 초기 출력 RequestFrame의 고정 key는 schema_version, input_ref, goals, references, relations, constraints, unparsed_spans다. 예시 schema_version=1은 형식 버전이며 자료 변경 번호와 다르다. Input1은 현재 발화다. G1은 보고서 수정 목표, G2는 메일 초안 목표이며 아직 실제 Task가 아니다. report/table은 미해결 참조다. Engine이 RECENT_TASK/INPUT_SELECTION을 각각 같은 조회 도구로 바꾸고, USE_RESULT(G1,G2)와 FORBID_ACTION(scope=[G2],action=SEND)를 결합한다. 보고서를 수정한 뒤 생기는 결과를 초안에 사용하는 것이지 과거 결과를 이미 새 결과로 취급하지 않는다.</a:t>
            </a:r>
          </a:p>
          <a:p xmlns:a="http://schemas.openxmlformats.org/drawingml/2006/main">
            <a:r>
              <a:t>형식은 docs/architecture/12-decisions/decision-packages/contracts/dp41-request-frame-v1.schema.json, 전체 JSON과 조건부 항목 반환은 같은 위치의 dp41-output-examples.json을 따른다. 추가 key/알 수 없는 op/잘못된 참조는 거부하며 미해석 구간을 성공으로 누락하지 않는다. source_text는 원문 대응이며 그 대응이 뜻의 정답을 보장하지 않는다. 그림은 전체 JSON의 필드값을 축약한다. schema/예시 일관성 검사는 실행 Engine 구현이나 LLM 성공률 검증이 아니다.</a:t>
            </a:r>
          </a:p>
          <a:p xmlns:a="http://schemas.openxmlformats.org/drawingml/2006/main">
            <a:r>
              <a:t>읽기 도구 실행기는 Context Manager와 Task Manager에 각각 직접 조회한다. 화면/대화 근거와 업무 후보, 출처와 조회한 자료의 변경 번호를 받는다. 문서형 도형은 교환 내용의 설명용 예시이며 Component, Module, 저장 상태 또는 확정 API schema가 아니다.</a:t>
            </a:r>
          </a:p>
          <a:p xmlns:a="http://schemas.openxmlformats.org/drawingml/2006/main">
            <a:r>
              <a:t>이 발표 그림은 사용자 발화 → Interaction Manager → Request Controller → Request Interpreter 시작 경로를 간략히 표시하고 요청 해석을 확대했다. 위쪽 Request Interpreter 경계 안에는 Module 간 연결과 교환 데이터만 표시한다. 아래쪽 별도 실행 순서도에는 동작과 반복/종료 분기를 표시한다. 두 그림 영역 사이에는 실행 연결선이 없고, 순서도의 사각형/마름모는 동작/분기이며 Component나 Module이 아니다. 반복은 완성 의미 제안, 확인 질문 대기, 실패, 취소 또는 한도 도달에서 종료한다. 확인 질문의 실제 전달과 답변 뒤 새 해석은 공통 후속 경로다. 공통 음성 처리 내부, Model Access adapter 내부, Policy Manager 권한, Request Controller 검증/저장/채택, State Store, Response Manager 출력과 실제 전달, Task Manager/Agent Gateway 위임은 전체 MAIN에 남아 있다. 발표에서 생략은 설계 삭제가 아니다. 임시 해석 상태는 Request Interpreter, 채택 의미/질문은 Request Controller, 실제 전달 원본은 Response Manager다. 입력/자료/업무/질문이 바뀌었는지와 권한을 검사하고 저장 성공 후 채택한다.</a:t>
            </a:r>
          </a:p>
          <a:p xmlns:a="http://schemas.openxmlformats.org/drawingml/2006/main">
            <a:r>
              <a:t>revision/version은 자료나 상태의 변경 번호다. v2는 두 번째 버전이며 최신임을 보증하지 않는다. 그림은 이를 조회 시점과 자료 변경 확인으로 풀어 썼다. 자료가 바뀌면 옛 해석을 그대로 채택하지 않는 검사는 유지한다.</a:t>
            </a:r>
          </a:p>
          <a:p xmlns:a="http://schemas.openxmlformats.org/drawingml/2006/main">
            <a:r>
              <a:t>도구 조회 자체는 모델 호출이 아니다. Context 의미 가공, 응답 구성, 음성/전사, 실패/재시도/폐기된 호출의 실제 사용량도 비용에 포함한다. 조건별 trade-off는 가설이며 품질 우열을 측정하지 않았다.</a:t>
            </a:r>
          </a:p>
          <a:p xmlns:a="http://schemas.openxmlformats.org/drawingml/2006/main">
            <a:r>
              <a:t>다음 주제로 연결</a:t>
            </a:r>
          </a:p>
          <a:p xmlns:a="http://schemas.openxmlformats.org/drawingml/2006/main">
            <a:r>
              <a:t>요청을 이해하는 중에도 새 입력과 업무 알림은 계속 들어옵니다. 다음으로, 겹친 사건과 여러 처리를 이어가는 실행 구조를 설명하겠습니다.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04-42. 변경 용이성을 위한 VIA Conversation과 Task 관리 설계</a:t>
            </a:r>
          </a:p>
          <a:p xmlns:a="http://schemas.openxmlformats.org/drawingml/2006/main">
            <a:r>
              <a:t>https://github.com/cbyche/via-sw-architecture/blob/main/docs/architecture/12-decisions/decision-packages/04-42-lifecycle-ownership.md</a:t>
            </a:r>
          </a:p>
          <a:p xmlns:a="http://schemas.openxmlformats.org/drawingml/2006/main">
            <a:r>
              <a:t>https://github.com/cbyche/via-sw-architecture/blob/main/docs/architecture/12-decisions/decision-packages/diagrams/dp42-background.svg</a:t>
            </a:r>
          </a:p>
          <a:p xmlns:a="http://schemas.openxmlformats.org/drawingml/2006/main">
            <a:r>
              <a:t>공통 문제와 설계 고려 사항의 배경이며 특정 설계안의 선택을 뜻하지 않는다.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04-42. 변경 용이성을 위한 VIA Conversation과 Task 관리 설계</a:t>
            </a:r>
          </a:p>
          <a:p xmlns:a="http://schemas.openxmlformats.org/drawingml/2006/main">
            <a:r>
              <a:t>https://github.com/cbyche/via-sw-architecture/blob/main/docs/architecture/12-decisions/decision-packages/04-42-lifecycle-ownership.md</a:t>
            </a:r>
          </a:p>
          <a:p xmlns:a="http://schemas.openxmlformats.org/drawingml/2006/main">
            <a:r>
              <a:t>https://github.com/cbyche/via-sw-architecture/blob/main/docs/presentations_files/dp-comparison/dp42-comparison.svg</a:t>
            </a:r>
          </a:p>
          <a:p xmlns:a="http://schemas.openxmlformats.org/drawingml/2006/main">
            <a:r>
              <a:t>수치와 원형 점수는 형식 검토용 예상 예시이며 실측 또는 대안 선정 결과가 아니다. V-04는 평균 반응시간, V-05는 평균 VIA 처리시간이다. V-05는 외부 작업이나 사용자 답변만 기다리는 구간을 제외한다. 기존 시간 수치는 평균 시간의 형식 예시이며 p95 측정값을 변환한 결과가 아니다. 양안 조건은 본문과 그림의 비교 예시 조건을 따른다.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04-43. 기능 정확성을 위한 VIA Request 의미 판단 설계</a:t>
            </a:r>
          </a:p>
          <a:p xmlns:a="http://schemas.openxmlformats.org/drawingml/2006/main">
            <a:r>
              <a:t>https://github.com/cbyche/via-sw-architecture/blob/main/docs/architecture/12-decisions/decision-packages/04-43-request-interpretation.md</a:t>
            </a:r>
          </a:p>
          <a:p xmlns:a="http://schemas.openxmlformats.org/drawingml/2006/main">
            <a:r>
              <a:t>https://github.com/cbyche/via-sw-architecture/blob/main/docs/architecture/12-decisions/decision-packages/diagrams/dp43-background.svg</a:t>
            </a:r>
          </a:p>
          <a:p xmlns:a="http://schemas.openxmlformats.org/drawingml/2006/main">
            <a:r>
              <a:t>공통 문제와 설계 고려 사항의 배경이며 특정 설계안의 선택을 뜻하지 않는다.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04-43. 기능 정확성을 위한 VIA Request 의미 판단 설계</a:t>
            </a:r>
          </a:p>
          <a:p xmlns:a="http://schemas.openxmlformats.org/drawingml/2006/main">
            <a:r>
              <a:t>https://github.com/cbyche/via-sw-architecture/blob/main/docs/architecture/12-decisions/decision-packages/04-43-request-interpretation.md</a:t>
            </a:r>
          </a:p>
          <a:p xmlns:a="http://schemas.openxmlformats.org/drawingml/2006/main">
            <a:r>
              <a:t>https://github.com/cbyche/via-sw-architecture/blob/main/docs/presentations_files/dp-comparison/dp43-comparison.svg</a:t>
            </a:r>
          </a:p>
          <a:p xmlns:a="http://schemas.openxmlformats.org/drawingml/2006/main">
            <a:r>
              <a:t>수치와 원형 점수는 형식 검토용 예상 예시이며 실측 또는 대안 선정 결과가 아니다. V-04는 평균 반응시간, V-05는 평균 VIA 처리시간이다. V-05는 외부 작업이나 사용자 답변만 기다리는 구간을 제외한다. 기존 시간 수치는 평균 시간의 형식 예시이며 p95 측정값을 변환한 결과가 아니다. 양안 조건은 본문과 그림의 비교 예시 조건을 따른다.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04-44. 반응성을 위한 VIA 지속 입력과 Response 전달 설계</a:t>
            </a:r>
          </a:p>
          <a:p xmlns:a="http://schemas.openxmlformats.org/drawingml/2006/main">
            <a:r>
              <a:t>https://github.com/cbyche/via-sw-architecture/blob/main/docs/architecture/12-decisions/decision-packages/04-44-continuous-interaction.md</a:t>
            </a:r>
          </a:p>
          <a:p xmlns:a="http://schemas.openxmlformats.org/drawingml/2006/main">
            <a:r>
              <a:t>https://github.com/cbyche/via-sw-architecture/blob/main/docs/architecture/12-decisions/decision-packages/diagrams/dp44-background.svg</a:t>
            </a:r>
          </a:p>
          <a:p xmlns:a="http://schemas.openxmlformats.org/drawingml/2006/main">
            <a:r>
              <a:t>공통 문제와 설계 고려 사항의 배경이며 특정 설계안의 선택을 뜻하지 않는다.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04-44. VIA 지속 입력과 업무 알림의 후속 실행 구조</a:t>
            </a:r>
          </a:p>
          <a:p xmlns:a="http://schemas.openxmlformats.org/drawingml/2006/main">
            <a:r>
              <a:t>https://github.com/cbyche/via-sw-architecture/blob/main/docs/architecture/12-decisions/decision-packages/04-44-continuous-interaction.md</a:t>
            </a:r>
          </a:p>
          <a:p xmlns:a="http://schemas.openxmlformats.org/drawingml/2006/main">
            <a:r>
              <a:t>https://github.com/cbyche/via-sw-architecture/blob/main/docs/presentations_files/dp-comparison/dp44-comparison.svg</a:t>
            </a:r>
          </a:p>
          <a:p xmlns:a="http://schemas.openxmlformats.org/drawingml/2006/main">
            <a:r>
              <a:t>수치와 원형 점수는 형식 검토용 예상 예시이며 실측 또는 대안 선정 결과가 아니다. V-04는 평균 반응시간, V-05는 평균 VIA 처리시간이다. V-05는 외부 작업이나 사용자 답변만 기다리는 구간을 제외한다. 기존 시간 수치는 평균 시간의 형식 예시이며 p95 측정값을 변환한 결과가 아니다. 양안 조건은 본문과 그림의 비교 예시 조건을 따른다.</a:t>
            </a:r>
          </a:p>
          <a:p xmlns:a="http://schemas.openxmlformats.org/drawingml/2006/main">
            <a:r>
              <a:t>같은 Input1 표 설명,Task1 메일의 Question1,Input0의 늦은 Candidate0에서 A는 중앙 continuation/완료 회수/재지시, B는 입력/알림 Stage의 Window와 Candidate+AdoptedMeaning+InputSettled+admission+source+과거 전달 snapshot Join을 비교한다. Job ID와 input generation을 고정하며 현재 확인 질문은 InputSettled를 기다리지 않는 별도 admission이다. 로컬 VAD·VIA 상태 권위,클라우드 음성/의미 모델은 양안 공통. dispatch/join/credit는 코드이며 같은 모델 job에서 자동 비용 우위는 없다. 42A 공동 확정/42B 업무 gate 확정과hold ack를 각각 연결한다. schema/JSON 예시는 docs/architecture/12-decisions/decision-packages/contracts/dp44-execution-examples.json이며 미구현/미측정 설계 검토안이다.</a:t>
            </a:r>
          </a:p>
          <a:p xmlns:a="http://schemas.openxmlformats.org/drawingml/2006/main">
            <a:r>
              <a:t>A 중앙 조정 방식: Request Controller 내부 Dialogue Dispatcher와 Dialogue Progress State. B 이벤트 흐름을 연결하는 방식: Request Controller 내부 Input Resolution Stage·Task Notice Stage와 Window, Response Manager 내부 Publication Join·Publication Window. 같은 정식 10개 Component와 원본 owner, 흰색/검정 공통 및 살구색/짙은 테두리 차이 표기.</a:t>
            </a:r>
          </a:p>
          <a:p xmlns:a="http://schemas.openxmlformats.org/drawingml/2006/main">
            <a:r>
              <a:t>Voice Runtime에는 Interaction Manager의 음성 입출력·즉시 중단 기능과 Model Access client가 배치된다. 동시 실행 수가 제한된 비동기 executor와 Blocking worker pool, Model Access 별도 scheduler를 사용한다. A 사건 대기열·비동기 작업·완료 반환은 실행 기반이, B 이벤트 채널·구독·단계별 수용량·취소 전달은 실행 라이브러리가 지원한다. 수치·우선순위·pool 크기는 미정이며 별도 Component·process·모델을 추가하지 않는다.</a:t>
            </a:r>
          </a:p>
          <a:p xmlns:a="http://schemas.openxmlformats.org/drawingml/2006/main">
            <a:r>
              <a:t>다음 주제로 연결</a:t>
            </a:r>
          </a:p>
          <a:p xmlns:a="http://schemas.openxmlformats.org/drawingml/2006/main">
            <a:r>
              <a:t>들어온 사건을 처리하는 데 더해, 현재 요청이 가리키는 과거 설명과 업무 결과를 연결해야 합니다. 다음으로, 여러 활동의 과거 맥락을 제공하는 방식을 설명하겠습니다.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04-45. 기능 정확성을 위한 VIA 기억과 Context 제공 설계</a:t>
            </a:r>
          </a:p>
          <a:p xmlns:a="http://schemas.openxmlformats.org/drawingml/2006/main">
            <a:r>
              <a:t>https://github.com/cbyche/via-sw-architecture/blob/main/docs/architecture/12-decisions/decision-packages/04-45-memory-and-context.md</a:t>
            </a:r>
          </a:p>
          <a:p xmlns:a="http://schemas.openxmlformats.org/drawingml/2006/main">
            <a:r>
              <a:t>https://github.com/cbyche/via-sw-architecture/blob/main/docs/architecture/12-decisions/decision-packages/diagrams/dp45-background.svg</a:t>
            </a:r>
          </a:p>
          <a:p xmlns:a="http://schemas.openxmlformats.org/drawingml/2006/main">
            <a:r>
              <a:t>공통 문제와 설계 고려 사항의 배경이며 특정 설계안의 선택을 뜻하지 않는다.</a:t>
            </a:r>
          </a:p>
          <a:p xmlns:a="http://schemas.openxmlformats.org/drawingml/2006/main">
            <a:r>
              <a:t>공통 사례: C20/E20 VIA 직접 평가 기준 설명과 실제 전달 P20, C21/T21/D21@v2 제품 비교, C22/T22/D22@v1 견적. 현재 C23/R23의 제안서 작성 Task T23 연결은 현재 해석/채택의 결과다. VIA는 허용된 발췌와 참조를 연결하고, 평가 기준 적용과 제안서 작성은 Downstream Agent가 수행한다. 결과 참조는 본문 전체 보관을 뜻하지 않으며 Agent 내부 reasoning/모든 tool 기록은 전제하지 않는다.</a:t>
            </a:r>
          </a:p>
          <a:p xmlns:a="http://schemas.openxmlformats.org/drawingml/2006/main">
            <a:r>
              <a:t>A의 요약/index/cache/관계 cache/부분 갱신/병렬 조회와 기존 Agent 실행 맥락 재사용을 허용한다. B의 과거 관계는 검증/게시 범위만 읽고 원본 확인, 미게시/표현 미지원, 오류/갱신/삭제와 생산 비용을 유지한다. R23의 정답 관계를 미리 게시하지 않는다. 필요성과 사례 보완이며 최종 DP/A/B 선정 또는 새 사례의 품질 검증이 아니다. 기존 수치와 점수는 동일한 형식 예시다.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04-45. VIA 과거 근거의 요청별 구성과 공통 생산/조회</a:t>
            </a:r>
          </a:p>
          <a:p xmlns:a="http://schemas.openxmlformats.org/drawingml/2006/main">
            <a:r>
              <a:t>https://github.com/cbyche/via-sw-architecture/blob/main/docs/architecture/12-decisions/decision-packages/04-45-memory-and-context.md</a:t>
            </a:r>
          </a:p>
          <a:p xmlns:a="http://schemas.openxmlformats.org/drawingml/2006/main">
            <a:r>
              <a:t>https://github.com/cbyche/via-sw-architecture/blob/main/docs/presentations_files/dp-comparison/dp45-comparison.svg</a:t>
            </a:r>
          </a:p>
          <a:p xmlns:a="http://schemas.openxmlformats.org/drawingml/2006/main">
            <a:r>
              <a:t>조건별 정성 trade-off이며 최종 선정 또는 품질 측정이 아니다. 첫 요청, 반복 R24, 정정 직후와 표현 밖 새 관계를 구별한다.</a:t>
            </a:r>
          </a:p>
          <a:p xmlns:a="http://schemas.openxmlformats.org/drawingml/2006/main">
            <a:r>
              <a:t>공통 사례: C20/E20 VIA 직접 평가 기준 설명과 실제 전달 P20, C21/T21/D21@v2 제품 비교, C22/T22/D22@v1 견적. 현재 C23/R23의 제안서 작성 Task T23 연결은 현재 해석/채택의 결과다. VIA는 허용된 발췌와 참조를 연결하고, 평가 기준 적용과 제안서 작성은 Downstream Agent가 수행한다. 결과 참조는 본문 전체 보관을 뜻하지 않으며 Agent 내부 reasoning/모든 tool 기록은 전제하지 않는다.</a:t>
            </a:r>
          </a:p>
          <a:p xmlns:a="http://schemas.openxmlformats.org/drawingml/2006/main">
            <a:r>
              <a:t>A의 요약/index/cache/관계 cache/부분 갱신/병렬 조회와 기존 Agent 실행 맥락 재사용을 허용한다. B의 과거 관계는 검증/게시 범위만 읽고 원본 확인, 미게시/표현 미지원, 오류/갱신/삭제와 생산 비용을 유지한다. R23의 정답 관계를 미리 게시하지 않는다. 필요성과 사례 보완이며 최종 DP/A/B 선정 또는 새 사례의 품질 검증이 아니다. 45의 수치와 원형 점수는 조건별 정성 표로 교체했다.</a:t>
            </a:r>
          </a:p>
          <a:p xmlns:a="http://schemas.openxmlformats.org/drawingml/2006/main">
            <a:r>
              <a:t>A: Context Composer가 owner 읽기와 cache를 조합하여 직접 EvidenceBundle/receipt를 반환한다. Request Evidence Set은 요청 수명의 데이터다. B: 변경 알림, 실제 원본 읽기, 조건부 과거 의미 생산, 출처/권한/지원 종류 검증, 관계+coverage 게시, Evidence Reader의 게시 계약 소비를 나눈다. 미래 R23의 정답이나 T23 binding을 미리 생산하지 않는다.</a:t>
            </a:r>
          </a:p>
          <a:p xmlns:a="http://schemas.openxmlformats.org/drawingml/2006/main">
            <a:r>
              <a:t>NOT_COVERED는 지원 종류의 미생산으로 Publisher 생산 후 revision/상태를 반환하고 Reader가 Repository를 다시 읽는다. UNSUPPORTED_RELATION은 표현 변경 없이는 반복 생산으로 해결되지 않는다. NO_MATCH는 읽은 범위의 무일치다. DENIED/UNAVAILABLE도 분리한다. 현재 metadata 검사와 exact quote/조건/충돌 원문 확인은 남고, 원본 조합 우회는 명시적 B+다. 파생 오류 EvidenceDispute는 원본 revision 변화 없이도 차단/재검증한다. 삭제/철회 fence가 후속 정리보다 먼저이며 옛 job 게시를 거부한다.</a:t>
            </a:r>
          </a:p>
          <a:p xmlns:a="http://schemas.openxmlformats.org/drawingml/2006/main">
            <a:r>
              <a:t>첫 요청/정정 직후: B 생산/갱신 대기가 추가될 수 있다. 반복 조회: 유효 게시가 owner 교차 조합을 실제 대체하면 B 요청 경로가 줄지만 A warm 관계 cache가 같은 효과를 낼 수 있다. 새 관계/미묘한 부정/예외: A 원문 구성이 유연하나 검색 누락 가능, B 표현/추출 한계가 남는다. 정확성의 전체 우열을 고정하지 않는다.</a:t>
            </a:r>
          </a:p>
          <a:p xmlns:a="http://schemas.openxmlformats.org/drawingml/2006/main">
            <a:r>
              <a:t>전체 모델 호출: A cache 생산/유지+요청 구성/재검증, B 초기/갱신/backfill/미사용/실패 생산을 모두 포함한다. 현재 판단은 공통이고 명시 ID/위치 연결은 코드일 수 있다. 고정 우열 없음. Source 형식 변경은 adapter에 흡수할 수 있고, 관계 의미/schema 변경은 B producer/독자 호환/재생산, A cache 무효화도 함께 본다.</a:t>
            </a:r>
          </a:p>
          <a:p xmlns:a="http://schemas.openxmlformats.org/drawingml/2006/main">
            <a:r>
              <a:t>공식 Reference (본문 §9):</a:t>
            </a:r>
          </a:p>
          <a:p xmlns:a="http://schemas.openxmlformats.org/drawingml/2006/main">
            <a:r>
              <a:t>A https://docs.langchain.com/oss/python/deepagents/retrieval — 현재 질문의 원본 획득 선례. VIA Task/실제 전달/정정 계약 전체 구현 사례 아님.</a:t>
            </a:r>
          </a:p>
          <a:p xmlns:a="http://schemas.openxmlformats.org/drawingml/2006/main">
            <a:r>
              <a:t>B https://langchain-ai.github.io/langmem/background_quickstart/ 및 https://langchain-ai.github.io/langmem/reference/memory/ — 기억 생산/저장/소비 분리 선례. 자동 선호 추출을 VIA User Memory 정책으로 채택하지 않고 revision/coverage/삭제 fence는 VIA 별도 계약.</a:t>
            </a:r>
          </a:p>
          <a:p xmlns:a="http://schemas.openxmlformats.org/drawingml/2006/main">
            <a:r>
              <a:t>실행 https://langchain-ai.github.io/langmem/guides/delayed_processing/ — 대기 생산/재예약 선례. thread/지연값/배치를 채택하지 않는다.</a:t>
            </a:r>
          </a:p>
          <a:p xmlns:a="http://schemas.openxmlformats.org/drawingml/2006/main">
            <a:r>
              <a:t>연결 참고 https://docs.mem0.ai/platform/features/graph-memory — 공통 개체 연결 선례이며 typed 정정/대체/실제 전달 관계 구현 증거 아님. cloud/embedding/helper를 도입하지 않는다. 공식 사례는 VIA 성능 우위의 증거가 아니다.</a:t>
            </a:r>
          </a:p>
          <a:p xmlns:a="http://schemas.openxmlformats.org/drawingml/2006/main">
            <a:r>
              <a:t>다음 주제로 연결</a:t>
            </a:r>
          </a:p>
          <a:p xmlns:a="http://schemas.openxmlformats.org/drawingml/2006/main">
            <a:r>
              <a:t>이 연결을 유지하려면 대화·요청·업무·실행의 상태를 각자의 수명에 맞게 관리해야 합니다. 마지막으로, 서로 다른 수명과 상태 관리 책임을 설명하겠습니다.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사용자는 화면의 표를 가리키며 제안서에 넣고, 공유 메일은 초안만 만들어 달라고 합니다. VIA는 표가 무엇인지, 두 업무를 어떻게 나눌지, 초안이라는 조건을 이해해야 합니다.</a:t>
            </a:r>
          </a:p>
          <a:p xmlns:a="http://schemas.openxmlformats.org/drawingml/2006/main">
            <a:r>
              <a:t>그런데 처리가 끝나기 전에 가격을 빼 달라는 정정이 들어오고, 메일 업무에서는 수신자를 묻습니다. VIA는 각각의 업무를 연결하고, 늦게 끝난 결과도 현재 조건에서 유효한지 확인해야 합니다.</a:t>
            </a:r>
          </a:p>
          <a:p xmlns:a="http://schemas.openxmlformats.org/drawingml/2006/main">
            <a:r>
              <a:t>이어서 사용자는 VIA가 전에 설명한 기준과 제품 비교, 견적 결과를 함께 참조합니다. VIA는 실제 전달한 설명과 허용된 결과 참조를 연결하고, 분석과 제안서 작성은 업무 수행 Agent에 맡깁니다.</a:t>
            </a:r>
          </a:p>
          <a:p xmlns:a="http://schemas.openxmlformats.org/drawingml/2006/main">
            <a:r>
              <a:t>위임 요청 처리가 끝나도 대화와 업무는 이어집니다. 음성 대화가 끝난 뒤 사용자가 돌아오면 같은 업무의 진행과 결과를 연결해야 합니다.</a:t>
            </a:r>
          </a:p>
          <a:p xmlns:a="http://schemas.openxmlformats.org/drawingml/2006/main">
            <a:r>
              <a:t>먼저, 이처럼 대상과 조건이 섞인 요청을 VIA가 어떤 방식으로 이해하고 완성할지부터 설명하겠습니다.</a:t>
            </a:r>
          </a:p>
          <a:p xmlns:a="http://schemas.openxmlformats.org/drawingml/2006/main">
            <a:r>
              <a:t/>
            </a:r>
          </a:p>
          <a:p xmlns:a="http://schemas.openxmlformats.org/drawingml/2006/main">
            <a:r>
              <a:t>본 발표: 도입 → 41 → 44 → 45 → 42. 43은 부록이며 후보 자격 변경을 뜻하지 않는다. 시간축은 상대적인 설명용이며 구간 길이는 측정값이 아니다. Agent 내부 기록 전체를 보유한다고 가정하지 않는다.</a:t>
            </a:r>
          </a:p>
          <a:p xmlns:a="http://schemas.openxmlformats.org/drawingml/2006/main">
            <a:r>
              <a:t>https://github.com/cbyche/via-sw-architecture/blob/main/docs/architecture/12-decisions/decision-packages/diagrams/dp-background-overview.svg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0f07e463daf47c5"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786413db9a24cbc" /><Relationship Type="http://schemas.openxmlformats.org/officeDocument/2006/relationships/slideLayout" Target="/ppt/slideLayouts/slideLayout1.xml" Id="R663e5bb2ae2c4856"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63e5bb2ae2c485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1f054bf24ee64584" /><Relationship Type="http://schemas.openxmlformats.org/officeDocument/2006/relationships/notesSlide" Target="/ppt/notesSlides/notesSlide1.xml" Id="R0fb64cd22d524375"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a56806d47c644c63" /><Relationship Type="http://schemas.openxmlformats.org/officeDocument/2006/relationships/notesSlide" Target="/ppt/notesSlides/notesSlide2.xml" Id="R704ed05a7b664af2"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4b5772cdc81b41b9" /><Relationship Type="http://schemas.openxmlformats.org/officeDocument/2006/relationships/notesSlide" Target="/ppt/notesSlides/notesSlide3.xml" Id="R22430df242ca4bf6"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79c557a35e79434f" /><Relationship Type="http://schemas.openxmlformats.org/officeDocument/2006/relationships/notesSlide" Target="/ppt/notesSlides/notesSlide4.xml" Id="Rc06947a345af4d75"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411ba80a6364412a" /><Relationship Type="http://schemas.openxmlformats.org/officeDocument/2006/relationships/notesSlide" Target="/ppt/notesSlides/notesSlide5.xml" Id="Rd7f0a3fc64b14bf5"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a77ea5618b7240a4" /><Relationship Type="http://schemas.openxmlformats.org/officeDocument/2006/relationships/notesSlide" Target="/ppt/notesSlides/notesSlide6.xml" Id="Rb3fad9ea5c7a4010"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b9084e82e5dd4339" /><Relationship Type="http://schemas.openxmlformats.org/officeDocument/2006/relationships/notesSlide" Target="/ppt/notesSlides/notesSlide7.xml" Id="R73212bb7779f42af"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1e12008e1db1467f" /><Relationship Type="http://schemas.openxmlformats.org/officeDocument/2006/relationships/notesSlide" Target="/ppt/notesSlides/notesSlide8.xml" Id="R776926d34d01485a"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e9b73f500e104ec9" /><Relationship Type="http://schemas.openxmlformats.org/officeDocument/2006/relationships/notesSlide" Target="/ppt/notesSlides/notesSlide9.xml" Id="Reb3935ab28774dd7"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f66154affa0f4dd5" /><Relationship Type="http://schemas.openxmlformats.org/officeDocument/2006/relationships/notesSlide" Target="/ppt/notesSlides/notesSlide10.xml" Id="Rdf7f7506b1884c7e"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11502e4a4ab346a0" /><Relationship Type="http://schemas.openxmlformats.org/officeDocument/2006/relationships/notesSlide" Target="/ppt/notesSlides/notesSlide11.xml" Id="R59bf0a34ca3b4002"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3" name="dp41-background / n1">
            <a:extLst xmlns:a="http://schemas.openxmlformats.org/drawingml/2006/main">
              <a:ext uri="{FF2B5EF4-FFF2-40B4-BE49-F238E27FC236}">
                <a16:creationId xmlns:a16="http://schemas.microsoft.com/office/drawing/2014/main" id="{1A937930-9485-45F1-A98D-6B91E7B112C2}"/>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1-background / n2 / text 1">
            <a:extLst xmlns:a="http://schemas.openxmlformats.org/drawingml/2006/main">
              <a:ext uri="{FF2B5EF4-FFF2-40B4-BE49-F238E27FC236}">
                <a16:creationId xmlns:a16="http://schemas.microsoft.com/office/drawing/2014/main" id="{0666C81C-BA5E-4C7A-85C7-29AB3D8AF7F2}"/>
              </a:ext>
            </a:extLst>
          </p:cNvPr>
          <p:cNvSpPr>
            <a:spLocks xmlns:a="http://schemas.openxmlformats.org/drawingml/2006/main" noGrp="1"/>
          </p:cNvSpPr>
          <p:nvPr/>
        </p:nvSpPr>
        <p:spPr>
          <a:xfrm xmlns:a="http://schemas.openxmlformats.org/drawingml/2006/main">
            <a:off x="609600" y="238125"/>
            <a:ext cx="119062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1">
                <a:solidFill>
                  <a:srgbClr val="087E8B"/>
                </a:solidFill>
                <a:latin typeface="Apple SD Gothic Neo"/>
                <a:ea typeface="Apple SD Gothic Neo"/>
                <a:cs typeface="Apple SD Gothic Neo"/>
              </a:defRPr>
            </a:pPr>
            <a:r>
              <a:rPr sz="1500" b="1">
                <a:solidFill>
                  <a:srgbClr val="087E8B"/>
                </a:solidFill>
                <a:latin typeface="Apple SD Gothic Neo"/>
                <a:ea typeface="Apple SD Gothic Neo"/>
                <a:cs typeface="Apple SD Gothic Neo"/>
              </a:rPr>
              <a:t>VIA SOFTWARE ARCHITECTURE / DP 배경</a:t>
            </a:r>
          </a:p>
        </p:txBody>
      </p:sp>
      <p:sp>
        <p:nvSpPr>
          <p:cNvPr id="3" name="dp41-background / n3 / text 1">
            <a:extLst xmlns:a="http://schemas.openxmlformats.org/drawingml/2006/main">
              <a:ext uri="{FF2B5EF4-FFF2-40B4-BE49-F238E27FC236}">
                <a16:creationId xmlns:a16="http://schemas.microsoft.com/office/drawing/2014/main" id="{05C63861-B833-4679-B8D1-F58AC14C691C}"/>
              </a:ext>
            </a:extLst>
          </p:cNvPr>
          <p:cNvSpPr>
            <a:spLocks xmlns:a="http://schemas.openxmlformats.org/drawingml/2006/main" noGrp="1"/>
          </p:cNvSpPr>
          <p:nvPr/>
        </p:nvSpPr>
        <p:spPr>
          <a:xfrm xmlns:a="http://schemas.openxmlformats.org/drawingml/2006/main">
            <a:off x="15011400" y="238125"/>
            <a:ext cx="2667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04-41</a:t>
            </a:r>
          </a:p>
        </p:txBody>
      </p:sp>
      <p:sp>
        <p:nvSpPr>
          <p:cNvPr id="4" name="dp41-background / n4 / text 1">
            <a:extLst xmlns:a="http://schemas.openxmlformats.org/drawingml/2006/main">
              <a:ext uri="{FF2B5EF4-FFF2-40B4-BE49-F238E27FC236}">
                <a16:creationId xmlns:a16="http://schemas.microsoft.com/office/drawing/2014/main" id="{E04214FB-B420-4144-8E22-B3C8BEC6F5B5}"/>
              </a:ext>
            </a:extLst>
          </p:cNvPr>
          <p:cNvSpPr>
            <a:spLocks xmlns:a="http://schemas.openxmlformats.org/drawingml/2006/main" noGrp="1"/>
          </p:cNvSpPr>
          <p:nvPr/>
        </p:nvSpPr>
        <p:spPr>
          <a:xfrm xmlns:a="http://schemas.openxmlformats.org/drawingml/2006/main">
            <a:off x="609600" y="619125"/>
            <a:ext cx="1695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3000" b="1">
                <a:solidFill>
                  <a:srgbClr val="18232E"/>
                </a:solidFill>
                <a:latin typeface="Apple SD Gothic Neo"/>
                <a:ea typeface="Apple SD Gothic Neo"/>
                <a:cs typeface="Apple SD Gothic Neo"/>
              </a:defRPr>
            </a:pPr>
            <a:r>
              <a:rPr sz="3000" b="1">
                <a:solidFill>
                  <a:srgbClr val="18232E"/>
                </a:solidFill>
                <a:latin typeface="Apple SD Gothic Neo"/>
                <a:ea typeface="Apple SD Gothic Neo"/>
                <a:cs typeface="Apple SD Gothic Neo"/>
              </a:rPr>
              <a:t>04-41. VIA 사용자 요청 이해 설계</a:t>
            </a:r>
          </a:p>
        </p:txBody>
      </p:sp>
      <p:sp>
        <p:nvSpPr>
          <p:cNvPr id="5" name="dp41-background / n5 / path">
            <a:extLst xmlns:a="http://schemas.openxmlformats.org/drawingml/2006/main">
              <a:ext uri="{FF2B5EF4-FFF2-40B4-BE49-F238E27FC236}">
                <a16:creationId xmlns:a16="http://schemas.microsoft.com/office/drawing/2014/main" id="{7A14D3CB-5137-43C3-8D96-3203ABEC8A32}"/>
              </a:ext>
            </a:extLst>
          </p:cNvPr>
          <p:cNvSpPr>
            <a:spLocks xmlns:a="http://schemas.openxmlformats.org/drawingml/2006/main" noGrp="1"/>
          </p:cNvSpPr>
          <p:nvPr/>
        </p:nvSpPr>
        <p:spPr>
          <a:xfrm xmlns:a="http://schemas.openxmlformats.org/drawingml/2006/main">
            <a:off x="609600" y="1209675"/>
            <a:ext cx="17068800" cy="953"/>
          </a:xfrm>
          <a:custGeom xmlns:a="http://schemas.openxmlformats.org/drawingml/2006/main">
            <a:pathLst>
              <a:path w="17068800" h="953">
                <a:moveTo>
                  <a:pt x="0" y="0"/>
                </a:moveTo>
                <a:lnTo>
                  <a:pt x="17068800" y="0"/>
                </a:lnTo>
              </a:path>
            </a:pathLst>
          </a:custGeom>
          <a:noFill xmlns:a="http://schemas.openxmlformats.org/drawingml/2006/main"/>
          <a:ln xmlns:a="http://schemas.openxmlformats.org/drawingml/2006/main" w="19050">
            <a:solidFill>
              <a:srgbClr val="CDD6DE"/>
            </a:solidFill>
            <a:prstDash val="solid"/>
          </a:ln>
        </p:spPr>
      </p:sp>
      <p:sp>
        <p:nvSpPr>
          <p:cNvPr id="6" name="dp41-background / n6">
            <a:extLst xmlns:a="http://schemas.openxmlformats.org/drawingml/2006/main">
              <a:ext uri="{FF2B5EF4-FFF2-40B4-BE49-F238E27FC236}">
                <a16:creationId xmlns:a16="http://schemas.microsoft.com/office/drawing/2014/main" id="{471A22EC-C02C-4A55-83A6-EE77FB41528E}"/>
              </a:ext>
            </a:extLst>
          </p:cNvPr>
          <p:cNvSpPr>
            <a:spLocks xmlns:a="http://schemas.openxmlformats.org/drawingml/2006/main" noGrp="1"/>
          </p:cNvSpPr>
          <p:nvPr/>
        </p:nvSpPr>
        <p:spPr>
          <a:xfrm xmlns:a="http://schemas.openxmlformats.org/drawingml/2006/main">
            <a:off x="609600" y="1438275"/>
            <a:ext cx="17068800" cy="609600"/>
          </a:xfrm>
          <a:prstGeom xmlns:a="http://schemas.openxmlformats.org/drawingml/2006/main" prst="rect">
            <a:avLst/>
          </a:prstGeom>
          <a:solidFill xmlns:a="http://schemas.openxmlformats.org/drawingml/2006/main">
            <a:srgbClr val="FFF4A8"/>
          </a:solidFill>
          <a:ln xmlns:a="http://schemas.openxmlformats.org/drawingml/2006/main" w="0">
            <a:noFill/>
            <a:prstDash val="solid"/>
          </a:ln>
        </p:spPr>
      </p:sp>
      <p:sp>
        <p:nvSpPr>
          <p:cNvPr id="7" name="dp41-background / n7 / text 1">
            <a:extLst xmlns:a="http://schemas.openxmlformats.org/drawingml/2006/main">
              <a:ext uri="{FF2B5EF4-FFF2-40B4-BE49-F238E27FC236}">
                <a16:creationId xmlns:a16="http://schemas.microsoft.com/office/drawing/2014/main" id="{12697FDA-8691-4788-BA3D-EBFE3ED7B0D0}"/>
              </a:ext>
            </a:extLst>
          </p:cNvPr>
          <p:cNvSpPr>
            <a:spLocks xmlns:a="http://schemas.openxmlformats.org/drawingml/2006/main" noGrp="1"/>
          </p:cNvSpPr>
          <p:nvPr/>
        </p:nvSpPr>
        <p:spPr>
          <a:xfrm xmlns:a="http://schemas.openxmlformats.org/drawingml/2006/main">
            <a:off x="781050" y="1571625"/>
            <a:ext cx="16725900" cy="49720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700" b="1">
                <a:solidFill>
                  <a:srgbClr val="18232E"/>
                </a:solidFill>
                <a:latin typeface="Apple SD Gothic Neo"/>
                <a:ea typeface="Apple SD Gothic Neo"/>
                <a:cs typeface="Apple SD Gothic Neo"/>
              </a:defRPr>
            </a:pPr>
            <a:r>
              <a:rPr sz="2700" b="1">
                <a:solidFill>
                  <a:srgbClr val="18232E"/>
                </a:solidFill>
                <a:latin typeface="Apple SD Gothic Neo"/>
                <a:ea typeface="Apple SD Gothic Neo"/>
                <a:cs typeface="Apple SD Gothic Neo"/>
              </a:rPr>
              <a:t>선택한 표와 이전 보고서의 오연결 위험</a:t>
            </a:r>
          </a:p>
        </p:txBody>
      </p:sp>
      <p:sp>
        <p:nvSpPr>
          <p:cNvPr id="8" name="dp41-background / n8 / path">
            <a:extLst xmlns:a="http://schemas.openxmlformats.org/drawingml/2006/main">
              <a:ext uri="{FF2B5EF4-FFF2-40B4-BE49-F238E27FC236}">
                <a16:creationId xmlns:a16="http://schemas.microsoft.com/office/drawing/2014/main" id="{CDB9CA3E-4537-401D-B385-22D644681089}"/>
              </a:ext>
            </a:extLst>
          </p:cNvPr>
          <p:cNvSpPr>
            <a:spLocks xmlns:a="http://schemas.openxmlformats.org/drawingml/2006/main" noGrp="1"/>
          </p:cNvSpPr>
          <p:nvPr/>
        </p:nvSpPr>
        <p:spPr>
          <a:xfrm xmlns:a="http://schemas.openxmlformats.org/drawingml/2006/main">
            <a:off x="11553825" y="2686050"/>
            <a:ext cx="953" cy="5495925"/>
          </a:xfrm>
          <a:custGeom xmlns:a="http://schemas.openxmlformats.org/drawingml/2006/main">
            <a:pathLst>
              <a:path w="953" h="5495925">
                <a:moveTo>
                  <a:pt x="0" y="0"/>
                </a:moveTo>
                <a:lnTo>
                  <a:pt x="0" y="5495925"/>
                </a:lnTo>
              </a:path>
            </a:pathLst>
          </a:custGeom>
          <a:noFill xmlns:a="http://schemas.openxmlformats.org/drawingml/2006/main"/>
          <a:ln xmlns:a="http://schemas.openxmlformats.org/drawingml/2006/main" w="19050">
            <a:solidFill>
              <a:srgbClr val="CDD6DE"/>
            </a:solidFill>
            <a:prstDash val="solid"/>
          </a:ln>
        </p:spPr>
      </p:sp>
      <p:sp>
        <p:nvSpPr>
          <p:cNvPr id="9" name="dp41-background / n9 / text 1">
            <a:extLst xmlns:a="http://schemas.openxmlformats.org/drawingml/2006/main">
              <a:ext uri="{FF2B5EF4-FFF2-40B4-BE49-F238E27FC236}">
                <a16:creationId xmlns:a16="http://schemas.microsoft.com/office/drawing/2014/main" id="{24292391-A82D-4483-B8C8-ABA9F0DD62CF}"/>
              </a:ext>
            </a:extLst>
          </p:cNvPr>
          <p:cNvSpPr>
            <a:spLocks xmlns:a="http://schemas.openxmlformats.org/drawingml/2006/main" noGrp="1"/>
          </p:cNvSpPr>
          <p:nvPr/>
        </p:nvSpPr>
        <p:spPr>
          <a:xfrm xmlns:a="http://schemas.openxmlformats.org/drawingml/2006/main">
            <a:off x="12001500" y="2695575"/>
            <a:ext cx="567690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5F6B77"/>
                </a:solidFill>
                <a:latin typeface="Apple SD Gothic Neo"/>
                <a:ea typeface="Apple SD Gothic Neo"/>
                <a:cs typeface="Apple SD Gothic Neo"/>
              </a:defRPr>
            </a:pPr>
            <a:r>
              <a:rPr sz="1950" b="1">
                <a:solidFill>
                  <a:srgbClr val="5F6B77"/>
                </a:solidFill>
                <a:latin typeface="Apple SD Gothic Neo"/>
                <a:ea typeface="Apple SD Gothic Neo"/>
                <a:cs typeface="Apple SD Gothic Neo"/>
              </a:rPr>
              <a:t>설계 고려 사항</a:t>
            </a:r>
          </a:p>
        </p:txBody>
      </p:sp>
      <p:sp>
        <p:nvSpPr>
          <p:cNvPr id="10" name="dp41-background / n10 / path">
            <a:extLst xmlns:a="http://schemas.openxmlformats.org/drawingml/2006/main">
              <a:ext uri="{FF2B5EF4-FFF2-40B4-BE49-F238E27FC236}">
                <a16:creationId xmlns:a16="http://schemas.microsoft.com/office/drawing/2014/main" id="{A43E06DF-B36F-4FA8-9C50-C635FEAE0A12}"/>
              </a:ext>
            </a:extLst>
          </p:cNvPr>
          <p:cNvSpPr>
            <a:spLocks xmlns:a="http://schemas.openxmlformats.org/drawingml/2006/main" noGrp="1"/>
          </p:cNvSpPr>
          <p:nvPr/>
        </p:nvSpPr>
        <p:spPr>
          <a:xfrm xmlns:a="http://schemas.openxmlformats.org/drawingml/2006/main">
            <a:off x="609600" y="8458200"/>
            <a:ext cx="17068800" cy="953"/>
          </a:xfrm>
          <a:custGeom xmlns:a="http://schemas.openxmlformats.org/drawingml/2006/main">
            <a:pathLst>
              <a:path w="17068800" h="953">
                <a:moveTo>
                  <a:pt x="0" y="0"/>
                </a:moveTo>
                <a:lnTo>
                  <a:pt x="17068800" y="0"/>
                </a:lnTo>
              </a:path>
            </a:pathLst>
          </a:custGeom>
          <a:noFill xmlns:a="http://schemas.openxmlformats.org/drawingml/2006/main"/>
          <a:ln xmlns:a="http://schemas.openxmlformats.org/drawingml/2006/main" w="19050">
            <a:solidFill>
              <a:srgbClr val="CDD6DE"/>
            </a:solidFill>
            <a:prstDash val="solid"/>
          </a:ln>
        </p:spPr>
      </p:sp>
      <p:sp>
        <p:nvSpPr>
          <p:cNvPr id="11" name="dp41-background / n11 / text 1">
            <a:extLst xmlns:a="http://schemas.openxmlformats.org/drawingml/2006/main">
              <a:ext uri="{FF2B5EF4-FFF2-40B4-BE49-F238E27FC236}">
                <a16:creationId xmlns:a16="http://schemas.microsoft.com/office/drawing/2014/main" id="{5E5346CA-58D4-4582-A474-1E97681DDD0F}"/>
              </a:ext>
            </a:extLst>
          </p:cNvPr>
          <p:cNvSpPr>
            <a:spLocks xmlns:a="http://schemas.openxmlformats.org/drawingml/2006/main" noGrp="1"/>
          </p:cNvSpPr>
          <p:nvPr/>
        </p:nvSpPr>
        <p:spPr>
          <a:xfrm xmlns:a="http://schemas.openxmlformats.org/drawingml/2006/main">
            <a:off x="609600" y="8810625"/>
            <a:ext cx="1571625"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B63732"/>
                </a:solidFill>
                <a:latin typeface="Apple SD Gothic Neo"/>
                <a:ea typeface="Apple SD Gothic Neo"/>
                <a:cs typeface="Apple SD Gothic Neo"/>
              </a:defRPr>
            </a:pPr>
            <a:r>
              <a:rPr sz="1950" b="1">
                <a:solidFill>
                  <a:srgbClr val="B63732"/>
                </a:solidFill>
                <a:latin typeface="Apple SD Gothic Neo"/>
                <a:ea typeface="Apple SD Gothic Neo"/>
                <a:cs typeface="Apple SD Gothic Neo"/>
              </a:rPr>
              <a:t>설계 과제</a:t>
            </a:r>
          </a:p>
        </p:txBody>
      </p:sp>
      <p:sp>
        <p:nvSpPr>
          <p:cNvPr id="12" name="dp41-background / n12 / text 1">
            <a:extLst xmlns:a="http://schemas.openxmlformats.org/drawingml/2006/main">
              <a:ext uri="{FF2B5EF4-FFF2-40B4-BE49-F238E27FC236}">
                <a16:creationId xmlns:a16="http://schemas.microsoft.com/office/drawing/2014/main" id="{881E186B-E669-443C-B236-0C7530FA52E7}"/>
              </a:ext>
            </a:extLst>
          </p:cNvPr>
          <p:cNvSpPr>
            <a:spLocks xmlns:a="http://schemas.openxmlformats.org/drawingml/2006/main" noGrp="1"/>
          </p:cNvSpPr>
          <p:nvPr/>
        </p:nvSpPr>
        <p:spPr>
          <a:xfrm xmlns:a="http://schemas.openxmlformats.org/drawingml/2006/main">
            <a:off x="2286000" y="8763000"/>
            <a:ext cx="15392400" cy="42814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325" b="1">
                <a:solidFill>
                  <a:srgbClr val="18232E"/>
                </a:solidFill>
                <a:latin typeface="Apple SD Gothic Neo"/>
                <a:ea typeface="Apple SD Gothic Neo"/>
                <a:cs typeface="Apple SD Gothic Neo"/>
              </a:defRPr>
            </a:pPr>
            <a:r>
              <a:rPr sz="2325" b="1">
                <a:solidFill>
                  <a:srgbClr val="18232E"/>
                </a:solidFill>
                <a:latin typeface="Apple SD Gothic Neo"/>
                <a:ea typeface="Apple SD Gothic Neo"/>
                <a:cs typeface="Apple SD Gothic Neo"/>
              </a:rPr>
              <a:t>정보 조회와 의미 완성의 진행 책임 설계</a:t>
            </a:r>
          </a:p>
        </p:txBody>
      </p:sp>
      <p:sp>
        <p:nvSpPr>
          <p:cNvPr id="13" name="dp41-background / n13 / text 1">
            <a:extLst xmlns:a="http://schemas.openxmlformats.org/drawingml/2006/main">
              <a:ext uri="{FF2B5EF4-FFF2-40B4-BE49-F238E27FC236}">
                <a16:creationId xmlns:a16="http://schemas.microsoft.com/office/drawing/2014/main" id="{0D79E62A-9D18-46BF-84A3-6C13DC51F7C3}"/>
              </a:ext>
            </a:extLst>
          </p:cNvPr>
          <p:cNvSpPr>
            <a:spLocks xmlns:a="http://schemas.openxmlformats.org/drawingml/2006/main" noGrp="1"/>
          </p:cNvSpPr>
          <p:nvPr/>
        </p:nvSpPr>
        <p:spPr>
          <a:xfrm xmlns:a="http://schemas.openxmlformats.org/drawingml/2006/main">
            <a:off x="609600" y="9858375"/>
            <a:ext cx="12001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5F6B77"/>
                </a:solidFill>
                <a:latin typeface="Apple SD Gothic Neo"/>
                <a:ea typeface="Apple SD Gothic Neo"/>
                <a:cs typeface="Apple SD Gothic Neo"/>
              </a:defRPr>
            </a:pPr>
            <a:r>
              <a:rPr sz="1350" b="0">
                <a:solidFill>
                  <a:srgbClr val="5F6B77"/>
                </a:solidFill>
                <a:latin typeface="Apple SD Gothic Neo"/>
                <a:ea typeface="Apple SD Gothic Neo"/>
                <a:cs typeface="Apple SD Gothic Neo"/>
              </a:rPr>
              <a:t>품질 관점: 기능 정확성 / 기능 지원 범위 / 반응성</a:t>
            </a:r>
          </a:p>
        </p:txBody>
      </p:sp>
      <p:sp>
        <p:nvSpPr>
          <p:cNvPr id="14" name="dp41-background / n14 / text 1">
            <a:extLst xmlns:a="http://schemas.openxmlformats.org/drawingml/2006/main">
              <a:ext uri="{FF2B5EF4-FFF2-40B4-BE49-F238E27FC236}">
                <a16:creationId xmlns:a16="http://schemas.microsoft.com/office/drawing/2014/main" id="{278FD30B-1499-4F5F-9959-A61ADB110F93}"/>
              </a:ext>
            </a:extLst>
          </p:cNvPr>
          <p:cNvSpPr>
            <a:spLocks xmlns:a="http://schemas.openxmlformats.org/drawingml/2006/main" noGrp="1"/>
          </p:cNvSpPr>
          <p:nvPr/>
        </p:nvSpPr>
        <p:spPr>
          <a:xfrm xmlns:a="http://schemas.openxmlformats.org/drawingml/2006/main">
            <a:off x="13106400" y="9858375"/>
            <a:ext cx="4572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350" b="0">
                <a:solidFill>
                  <a:srgbClr val="5F6B77"/>
                </a:solidFill>
                <a:latin typeface="Apple SD Gothic Neo"/>
                <a:ea typeface="Apple SD Gothic Neo"/>
                <a:cs typeface="Apple SD Gothic Neo"/>
              </a:defRPr>
            </a:pPr>
            <a:r>
              <a:rPr sz="1350" b="0">
                <a:solidFill>
                  <a:srgbClr val="5F6B77"/>
                </a:solidFill>
                <a:latin typeface="Apple SD Gothic Neo"/>
                <a:ea typeface="Apple SD Gothic Neo"/>
                <a:cs typeface="Apple SD Gothic Neo"/>
              </a:rPr>
              <a:t>구조 후보 / 미선정 / 미측정</a:t>
            </a:r>
          </a:p>
        </p:txBody>
      </p:sp>
      <p:sp>
        <p:nvSpPr>
          <p:cNvPr id="15" name="dp41-background / n15 / text 1">
            <a:extLst xmlns:a="http://schemas.openxmlformats.org/drawingml/2006/main">
              <a:ext uri="{FF2B5EF4-FFF2-40B4-BE49-F238E27FC236}">
                <a16:creationId xmlns:a16="http://schemas.microsoft.com/office/drawing/2014/main" id="{B6A8D6E9-846F-4E72-AC7A-950BE38DF73B}"/>
              </a:ext>
            </a:extLst>
          </p:cNvPr>
          <p:cNvSpPr>
            <a:spLocks xmlns:a="http://schemas.openxmlformats.org/drawingml/2006/main" noGrp="1"/>
          </p:cNvSpPr>
          <p:nvPr/>
        </p:nvSpPr>
        <p:spPr>
          <a:xfrm xmlns:a="http://schemas.openxmlformats.org/drawingml/2006/main">
            <a:off x="609600" y="2428875"/>
            <a:ext cx="105727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100" b="1">
                <a:solidFill>
                  <a:srgbClr val="18232E"/>
                </a:solidFill>
                <a:latin typeface="Apple SD Gothic Neo"/>
                <a:ea typeface="Apple SD Gothic Neo"/>
                <a:cs typeface="Apple SD Gothic Neo"/>
              </a:defRPr>
            </a:pPr>
            <a:r>
              <a:rPr sz="2100" b="1">
                <a:solidFill>
                  <a:srgbClr val="18232E"/>
                </a:solidFill>
                <a:latin typeface="Apple SD Gothic Neo"/>
                <a:ea typeface="Apple SD Gothic Neo"/>
                <a:cs typeface="Apple SD Gothic Neo"/>
              </a:rPr>
              <a:t>“이 표를 아까 보고서에 넣고, 메일은 보내지 말고</a:t>
            </a:r>
          </a:p>
        </p:txBody>
      </p:sp>
      <p:sp>
        <p:nvSpPr>
          <p:cNvPr id="16" name="dp41-background / n15 / text 2">
            <a:extLst xmlns:a="http://schemas.openxmlformats.org/drawingml/2006/main">
              <a:ext uri="{FF2B5EF4-FFF2-40B4-BE49-F238E27FC236}">
                <a16:creationId xmlns:a16="http://schemas.microsoft.com/office/drawing/2014/main" id="{31579B14-4F84-4154-9838-3ACDB93B3562}"/>
              </a:ext>
            </a:extLst>
          </p:cNvPr>
          <p:cNvSpPr>
            <a:spLocks xmlns:a="http://schemas.openxmlformats.org/drawingml/2006/main" noGrp="1"/>
          </p:cNvSpPr>
          <p:nvPr/>
        </p:nvSpPr>
        <p:spPr>
          <a:xfrm xmlns:a="http://schemas.openxmlformats.org/drawingml/2006/main">
            <a:off x="609600" y="2762250"/>
            <a:ext cx="105727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100" b="1">
                <a:solidFill>
                  <a:srgbClr val="18232E"/>
                </a:solidFill>
                <a:latin typeface="Apple SD Gothic Neo"/>
                <a:ea typeface="Apple SD Gothic Neo"/>
                <a:cs typeface="Apple SD Gothic Neo"/>
              </a:defRPr>
            </a:pPr>
            <a:r>
              <a:rPr sz="2100" b="1">
                <a:solidFill>
                  <a:srgbClr val="18232E"/>
                </a:solidFill>
                <a:latin typeface="Apple SD Gothic Neo"/>
                <a:ea typeface="Apple SD Gothic Neo"/>
                <a:cs typeface="Apple SD Gothic Neo"/>
              </a:rPr>
              <a:t>결과를 바탕으로 초안만 만들어.”</a:t>
            </a:r>
          </a:p>
        </p:txBody>
      </p:sp>
      <p:sp>
        <p:nvSpPr>
          <p:cNvPr id="17" name="dp41-background / n16">
            <a:extLst xmlns:a="http://schemas.openxmlformats.org/drawingml/2006/main">
              <a:ext uri="{FF2B5EF4-FFF2-40B4-BE49-F238E27FC236}">
                <a16:creationId xmlns:a16="http://schemas.microsoft.com/office/drawing/2014/main" id="{A2309F6E-3F3D-456E-8CCB-DF05939ECD41}"/>
              </a:ext>
            </a:extLst>
          </p:cNvPr>
          <p:cNvSpPr>
            <a:spLocks xmlns:a="http://schemas.openxmlformats.org/drawingml/2006/main" noGrp="1"/>
          </p:cNvSpPr>
          <p:nvPr/>
        </p:nvSpPr>
        <p:spPr>
          <a:xfrm xmlns:a="http://schemas.openxmlformats.org/drawingml/2006/main">
            <a:off x="609600" y="3143250"/>
            <a:ext cx="10572750" cy="3914775"/>
          </a:xfrm>
          <a:prstGeom xmlns:a="http://schemas.openxmlformats.org/drawingml/2006/main" prst="rect">
            <a:avLst/>
          </a:prstGeom>
          <a:solidFill xmlns:a="http://schemas.openxmlformats.org/drawingml/2006/main">
            <a:srgbClr val="E6ECF2"/>
          </a:solidFill>
          <a:ln xmlns:a="http://schemas.openxmlformats.org/drawingml/2006/main" w="16193">
            <a:solidFill>
              <a:srgbClr val="CDD6DE"/>
            </a:solidFill>
            <a:prstDash val="solid"/>
          </a:ln>
        </p:spPr>
      </p:sp>
      <p:sp>
        <p:nvSpPr>
          <p:cNvPr id="18" name="dp41-background / n17 / text 1">
            <a:extLst xmlns:a="http://schemas.openxmlformats.org/drawingml/2006/main">
              <a:ext uri="{FF2B5EF4-FFF2-40B4-BE49-F238E27FC236}">
                <a16:creationId xmlns:a16="http://schemas.microsoft.com/office/drawing/2014/main" id="{92D914CB-BF63-4DA7-8DF0-482C9479CCDC}"/>
              </a:ext>
            </a:extLst>
          </p:cNvPr>
          <p:cNvSpPr>
            <a:spLocks xmlns:a="http://schemas.openxmlformats.org/drawingml/2006/main" noGrp="1"/>
          </p:cNvSpPr>
          <p:nvPr/>
        </p:nvSpPr>
        <p:spPr>
          <a:xfrm xmlns:a="http://schemas.openxmlformats.org/drawingml/2006/main">
            <a:off x="819150" y="3295650"/>
            <a:ext cx="98488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5F6B77"/>
                </a:solidFill>
                <a:latin typeface="Apple SD Gothic Neo"/>
                <a:ea typeface="Apple SD Gothic Neo"/>
                <a:cs typeface="Apple SD Gothic Neo"/>
              </a:defRPr>
            </a:pPr>
            <a:r>
              <a:rPr sz="1575" b="0">
                <a:solidFill>
                  <a:srgbClr val="5F6B77"/>
                </a:solidFill>
                <a:latin typeface="Apple SD Gothic Neo"/>
                <a:ea typeface="Apple SD Gothic Neo"/>
                <a:cs typeface="Apple SD Gothic Neo"/>
              </a:rPr>
              <a:t>사용자 화면과 VIA 기록 / 설명용 가상 화면</a:t>
            </a:r>
          </a:p>
        </p:txBody>
      </p:sp>
      <p:sp>
        <p:nvSpPr>
          <p:cNvPr id="19" name="dp41-background / n18">
            <a:extLst xmlns:a="http://schemas.openxmlformats.org/drawingml/2006/main">
              <a:ext uri="{FF2B5EF4-FFF2-40B4-BE49-F238E27FC236}">
                <a16:creationId xmlns:a16="http://schemas.microsoft.com/office/drawing/2014/main" id="{3A427EBA-0492-4D26-BF0B-6E9349B3DE14}"/>
              </a:ext>
            </a:extLst>
          </p:cNvPr>
          <p:cNvSpPr>
            <a:spLocks xmlns:a="http://schemas.openxmlformats.org/drawingml/2006/main" noGrp="1"/>
          </p:cNvSpPr>
          <p:nvPr/>
        </p:nvSpPr>
        <p:spPr>
          <a:xfrm xmlns:a="http://schemas.openxmlformats.org/drawingml/2006/main">
            <a:off x="762000" y="3705225"/>
            <a:ext cx="5410200" cy="3171825"/>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20" name="dp41-background / n19 / text 1">
            <a:extLst xmlns:a="http://schemas.openxmlformats.org/drawingml/2006/main">
              <a:ext uri="{FF2B5EF4-FFF2-40B4-BE49-F238E27FC236}">
                <a16:creationId xmlns:a16="http://schemas.microsoft.com/office/drawing/2014/main" id="{58C86A8C-AEE2-42AB-9631-3EC7E0A140FF}"/>
              </a:ext>
            </a:extLst>
          </p:cNvPr>
          <p:cNvSpPr>
            <a:spLocks xmlns:a="http://schemas.openxmlformats.org/drawingml/2006/main" noGrp="1"/>
          </p:cNvSpPr>
          <p:nvPr/>
        </p:nvSpPr>
        <p:spPr>
          <a:xfrm xmlns:a="http://schemas.openxmlformats.org/drawingml/2006/main">
            <a:off x="952500" y="3867150"/>
            <a:ext cx="504825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매출 현황.xlsx</a:t>
            </a:r>
          </a:p>
        </p:txBody>
      </p:sp>
      <p:sp>
        <p:nvSpPr>
          <p:cNvPr id="21" name="dp41-background / n20 / text 1">
            <a:extLst xmlns:a="http://schemas.openxmlformats.org/drawingml/2006/main">
              <a:ext uri="{FF2B5EF4-FFF2-40B4-BE49-F238E27FC236}">
                <a16:creationId xmlns:a16="http://schemas.microsoft.com/office/drawing/2014/main" id="{1A7A4B07-9940-40A7-B22E-F6DA42733180}"/>
              </a:ext>
            </a:extLst>
          </p:cNvPr>
          <p:cNvSpPr>
            <a:spLocks xmlns:a="http://schemas.openxmlformats.org/drawingml/2006/main" noGrp="1"/>
          </p:cNvSpPr>
          <p:nvPr/>
        </p:nvSpPr>
        <p:spPr>
          <a:xfrm xmlns:a="http://schemas.openxmlformats.org/drawingml/2006/main">
            <a:off x="952500" y="4305300"/>
            <a:ext cx="50482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2858A5"/>
                </a:solidFill>
                <a:latin typeface="Apple SD Gothic Neo"/>
                <a:ea typeface="Apple SD Gothic Neo"/>
                <a:cs typeface="Apple SD Gothic Neo"/>
              </a:defRPr>
            </a:pPr>
            <a:r>
              <a:rPr sz="1725" b="1">
                <a:solidFill>
                  <a:srgbClr val="2858A5"/>
                </a:solidFill>
                <a:latin typeface="Apple SD Gothic Neo"/>
                <a:ea typeface="Apple SD Gothic Neo"/>
                <a:cs typeface="Apple SD Gothic Neo"/>
              </a:rPr>
              <a:t>선택 범위 A1:D4</a:t>
            </a:r>
          </a:p>
        </p:txBody>
      </p:sp>
      <p:sp>
        <p:nvSpPr>
          <p:cNvPr id="22" name="dp41-background / n21">
            <a:extLst xmlns:a="http://schemas.openxmlformats.org/drawingml/2006/main">
              <a:ext uri="{FF2B5EF4-FFF2-40B4-BE49-F238E27FC236}">
                <a16:creationId xmlns:a16="http://schemas.microsoft.com/office/drawing/2014/main" id="{1AFE8325-F7C4-4800-91E6-AD907AC850A0}"/>
              </a:ext>
            </a:extLst>
          </p:cNvPr>
          <p:cNvSpPr>
            <a:spLocks xmlns:a="http://schemas.openxmlformats.org/drawingml/2006/main" noGrp="1"/>
          </p:cNvSpPr>
          <p:nvPr/>
        </p:nvSpPr>
        <p:spPr>
          <a:xfrm xmlns:a="http://schemas.openxmlformats.org/drawingml/2006/main">
            <a:off x="952500" y="4810125"/>
            <a:ext cx="5029200" cy="1638300"/>
          </a:xfrm>
          <a:prstGeom xmlns:a="http://schemas.openxmlformats.org/drawingml/2006/main" prst="rect">
            <a:avLst/>
          </a:prstGeom>
          <a:solidFill xmlns:a="http://schemas.openxmlformats.org/drawingml/2006/main">
            <a:srgbClr val="F3F7FC"/>
          </a:solidFill>
          <a:ln xmlns:a="http://schemas.openxmlformats.org/drawingml/2006/main" w="16193">
            <a:solidFill>
              <a:srgbClr val="2858A5"/>
            </a:solidFill>
            <a:prstDash val="solid"/>
          </a:ln>
        </p:spPr>
      </p:sp>
      <p:sp>
        <p:nvSpPr>
          <p:cNvPr id="23" name="dp41-background / n22">
            <a:extLst xmlns:a="http://schemas.openxmlformats.org/drawingml/2006/main">
              <a:ext uri="{FF2B5EF4-FFF2-40B4-BE49-F238E27FC236}">
                <a16:creationId xmlns:a16="http://schemas.microsoft.com/office/drawing/2014/main" id="{7C4857AA-F913-4751-B036-7A787A5F684A}"/>
              </a:ext>
            </a:extLst>
          </p:cNvPr>
          <p:cNvSpPr>
            <a:spLocks xmlns:a="http://schemas.openxmlformats.org/drawingml/2006/main" noGrp="1"/>
          </p:cNvSpPr>
          <p:nvPr/>
        </p:nvSpPr>
        <p:spPr>
          <a:xfrm xmlns:a="http://schemas.openxmlformats.org/drawingml/2006/main">
            <a:off x="952500" y="4810125"/>
            <a:ext cx="5029200" cy="409575"/>
          </a:xfrm>
          <a:prstGeom xmlns:a="http://schemas.openxmlformats.org/drawingml/2006/main" prst="rect">
            <a:avLst/>
          </a:prstGeom>
          <a:solidFill xmlns:a="http://schemas.openxmlformats.org/drawingml/2006/main">
            <a:srgbClr val="E4EDF8"/>
          </a:solidFill>
          <a:ln xmlns:a="http://schemas.openxmlformats.org/drawingml/2006/main" w="0">
            <a:noFill/>
            <a:prstDash val="solid"/>
          </a:ln>
        </p:spPr>
      </p:sp>
      <p:sp>
        <p:nvSpPr>
          <p:cNvPr id="24" name="dp41-background / n23 / path">
            <a:extLst xmlns:a="http://schemas.openxmlformats.org/drawingml/2006/main">
              <a:ext uri="{FF2B5EF4-FFF2-40B4-BE49-F238E27FC236}">
                <a16:creationId xmlns:a16="http://schemas.microsoft.com/office/drawing/2014/main" id="{7C726497-FF22-4A1C-A80A-77D732B04CAE}"/>
              </a:ext>
            </a:extLst>
          </p:cNvPr>
          <p:cNvSpPr>
            <a:spLocks xmlns:a="http://schemas.openxmlformats.org/drawingml/2006/main" noGrp="1"/>
          </p:cNvSpPr>
          <p:nvPr/>
        </p:nvSpPr>
        <p:spPr>
          <a:xfrm xmlns:a="http://schemas.openxmlformats.org/drawingml/2006/main">
            <a:off x="2209800" y="4810125"/>
            <a:ext cx="953" cy="1638300"/>
          </a:xfrm>
          <a:custGeom xmlns:a="http://schemas.openxmlformats.org/drawingml/2006/main">
            <a:pathLst>
              <a:path w="953" h="1638300">
                <a:moveTo>
                  <a:pt x="0" y="0"/>
                </a:moveTo>
                <a:lnTo>
                  <a:pt x="0" y="1638300"/>
                </a:lnTo>
              </a:path>
            </a:pathLst>
          </a:custGeom>
          <a:noFill xmlns:a="http://schemas.openxmlformats.org/drawingml/2006/main"/>
          <a:ln xmlns:a="http://schemas.openxmlformats.org/drawingml/2006/main" w="9525">
            <a:solidFill>
              <a:srgbClr val="CDD6DE"/>
            </a:solidFill>
            <a:prstDash val="solid"/>
          </a:ln>
        </p:spPr>
      </p:sp>
      <p:sp>
        <p:nvSpPr>
          <p:cNvPr id="25" name="dp41-background / n24 / path">
            <a:extLst xmlns:a="http://schemas.openxmlformats.org/drawingml/2006/main">
              <a:ext uri="{FF2B5EF4-FFF2-40B4-BE49-F238E27FC236}">
                <a16:creationId xmlns:a16="http://schemas.microsoft.com/office/drawing/2014/main" id="{828D0C00-94D0-44BF-8F23-35B3B4B302A4}"/>
              </a:ext>
            </a:extLst>
          </p:cNvPr>
          <p:cNvSpPr>
            <a:spLocks xmlns:a="http://schemas.openxmlformats.org/drawingml/2006/main" noGrp="1"/>
          </p:cNvSpPr>
          <p:nvPr/>
        </p:nvSpPr>
        <p:spPr>
          <a:xfrm xmlns:a="http://schemas.openxmlformats.org/drawingml/2006/main">
            <a:off x="3467100" y="4810125"/>
            <a:ext cx="953" cy="1638300"/>
          </a:xfrm>
          <a:custGeom xmlns:a="http://schemas.openxmlformats.org/drawingml/2006/main">
            <a:pathLst>
              <a:path w="953" h="1638300">
                <a:moveTo>
                  <a:pt x="0" y="0"/>
                </a:moveTo>
                <a:lnTo>
                  <a:pt x="0" y="1638300"/>
                </a:lnTo>
              </a:path>
            </a:pathLst>
          </a:custGeom>
          <a:noFill xmlns:a="http://schemas.openxmlformats.org/drawingml/2006/main"/>
          <a:ln xmlns:a="http://schemas.openxmlformats.org/drawingml/2006/main" w="9525">
            <a:solidFill>
              <a:srgbClr val="CDD6DE"/>
            </a:solidFill>
            <a:prstDash val="solid"/>
          </a:ln>
        </p:spPr>
      </p:sp>
      <p:sp>
        <p:nvSpPr>
          <p:cNvPr id="26" name="dp41-background / n25 / path">
            <a:extLst xmlns:a="http://schemas.openxmlformats.org/drawingml/2006/main">
              <a:ext uri="{FF2B5EF4-FFF2-40B4-BE49-F238E27FC236}">
                <a16:creationId xmlns:a16="http://schemas.microsoft.com/office/drawing/2014/main" id="{A82A28B4-37C7-4E5A-BDFD-08DA6C9D9359}"/>
              </a:ext>
            </a:extLst>
          </p:cNvPr>
          <p:cNvSpPr>
            <a:spLocks xmlns:a="http://schemas.openxmlformats.org/drawingml/2006/main" noGrp="1"/>
          </p:cNvSpPr>
          <p:nvPr/>
        </p:nvSpPr>
        <p:spPr>
          <a:xfrm xmlns:a="http://schemas.openxmlformats.org/drawingml/2006/main">
            <a:off x="4724400" y="4810125"/>
            <a:ext cx="953" cy="1638300"/>
          </a:xfrm>
          <a:custGeom xmlns:a="http://schemas.openxmlformats.org/drawingml/2006/main">
            <a:pathLst>
              <a:path w="953" h="1638300">
                <a:moveTo>
                  <a:pt x="0" y="0"/>
                </a:moveTo>
                <a:lnTo>
                  <a:pt x="0" y="1638300"/>
                </a:lnTo>
              </a:path>
            </a:pathLst>
          </a:custGeom>
          <a:noFill xmlns:a="http://schemas.openxmlformats.org/drawingml/2006/main"/>
          <a:ln xmlns:a="http://schemas.openxmlformats.org/drawingml/2006/main" w="9525">
            <a:solidFill>
              <a:srgbClr val="CDD6DE"/>
            </a:solidFill>
            <a:prstDash val="solid"/>
          </a:ln>
        </p:spPr>
      </p:sp>
      <p:sp>
        <p:nvSpPr>
          <p:cNvPr id="27" name="dp41-background / n26 / path">
            <a:extLst xmlns:a="http://schemas.openxmlformats.org/drawingml/2006/main">
              <a:ext uri="{FF2B5EF4-FFF2-40B4-BE49-F238E27FC236}">
                <a16:creationId xmlns:a16="http://schemas.microsoft.com/office/drawing/2014/main" id="{5FE65E71-46CA-41EA-897B-5EB4206B9032}"/>
              </a:ext>
            </a:extLst>
          </p:cNvPr>
          <p:cNvSpPr>
            <a:spLocks xmlns:a="http://schemas.openxmlformats.org/drawingml/2006/main" noGrp="1"/>
          </p:cNvSpPr>
          <p:nvPr/>
        </p:nvSpPr>
        <p:spPr>
          <a:xfrm xmlns:a="http://schemas.openxmlformats.org/drawingml/2006/main">
            <a:off x="952500" y="5219700"/>
            <a:ext cx="5029200" cy="953"/>
          </a:xfrm>
          <a:custGeom xmlns:a="http://schemas.openxmlformats.org/drawingml/2006/main">
            <a:pathLst>
              <a:path w="5029200" h="953">
                <a:moveTo>
                  <a:pt x="0" y="0"/>
                </a:moveTo>
                <a:lnTo>
                  <a:pt x="5029200" y="0"/>
                </a:lnTo>
              </a:path>
            </a:pathLst>
          </a:custGeom>
          <a:noFill xmlns:a="http://schemas.openxmlformats.org/drawingml/2006/main"/>
          <a:ln xmlns:a="http://schemas.openxmlformats.org/drawingml/2006/main" w="9525">
            <a:solidFill>
              <a:srgbClr val="CDD6DE"/>
            </a:solidFill>
            <a:prstDash val="solid"/>
          </a:ln>
        </p:spPr>
      </p:sp>
      <p:sp>
        <p:nvSpPr>
          <p:cNvPr id="28" name="dp41-background / n27 / path">
            <a:extLst xmlns:a="http://schemas.openxmlformats.org/drawingml/2006/main">
              <a:ext uri="{FF2B5EF4-FFF2-40B4-BE49-F238E27FC236}">
                <a16:creationId xmlns:a16="http://schemas.microsoft.com/office/drawing/2014/main" id="{D677B90E-9E16-4BEE-A568-2D269E5E0D02}"/>
              </a:ext>
            </a:extLst>
          </p:cNvPr>
          <p:cNvSpPr>
            <a:spLocks xmlns:a="http://schemas.openxmlformats.org/drawingml/2006/main" noGrp="1"/>
          </p:cNvSpPr>
          <p:nvPr/>
        </p:nvSpPr>
        <p:spPr>
          <a:xfrm xmlns:a="http://schemas.openxmlformats.org/drawingml/2006/main">
            <a:off x="952500" y="5629275"/>
            <a:ext cx="5029200" cy="953"/>
          </a:xfrm>
          <a:custGeom xmlns:a="http://schemas.openxmlformats.org/drawingml/2006/main">
            <a:pathLst>
              <a:path w="5029200" h="953">
                <a:moveTo>
                  <a:pt x="0" y="0"/>
                </a:moveTo>
                <a:lnTo>
                  <a:pt x="5029200" y="0"/>
                </a:lnTo>
              </a:path>
            </a:pathLst>
          </a:custGeom>
          <a:noFill xmlns:a="http://schemas.openxmlformats.org/drawingml/2006/main"/>
          <a:ln xmlns:a="http://schemas.openxmlformats.org/drawingml/2006/main" w="9525">
            <a:solidFill>
              <a:srgbClr val="CDD6DE"/>
            </a:solidFill>
            <a:prstDash val="solid"/>
          </a:ln>
        </p:spPr>
      </p:sp>
      <p:sp>
        <p:nvSpPr>
          <p:cNvPr id="29" name="dp41-background / n28 / path">
            <a:extLst xmlns:a="http://schemas.openxmlformats.org/drawingml/2006/main">
              <a:ext uri="{FF2B5EF4-FFF2-40B4-BE49-F238E27FC236}">
                <a16:creationId xmlns:a16="http://schemas.microsoft.com/office/drawing/2014/main" id="{F8520198-2E7F-4902-B1A2-A3F4168D49DF}"/>
              </a:ext>
            </a:extLst>
          </p:cNvPr>
          <p:cNvSpPr>
            <a:spLocks xmlns:a="http://schemas.openxmlformats.org/drawingml/2006/main" noGrp="1"/>
          </p:cNvSpPr>
          <p:nvPr/>
        </p:nvSpPr>
        <p:spPr>
          <a:xfrm xmlns:a="http://schemas.openxmlformats.org/drawingml/2006/main">
            <a:off x="952500" y="6038850"/>
            <a:ext cx="5029200" cy="953"/>
          </a:xfrm>
          <a:custGeom xmlns:a="http://schemas.openxmlformats.org/drawingml/2006/main">
            <a:pathLst>
              <a:path w="5029200" h="953">
                <a:moveTo>
                  <a:pt x="0" y="0"/>
                </a:moveTo>
                <a:lnTo>
                  <a:pt x="5029200" y="0"/>
                </a:lnTo>
              </a:path>
            </a:pathLst>
          </a:custGeom>
          <a:noFill xmlns:a="http://schemas.openxmlformats.org/drawingml/2006/main"/>
          <a:ln xmlns:a="http://schemas.openxmlformats.org/drawingml/2006/main" w="9525">
            <a:solidFill>
              <a:srgbClr val="CDD6DE"/>
            </a:solidFill>
            <a:prstDash val="solid"/>
          </a:ln>
        </p:spPr>
      </p:sp>
      <p:sp>
        <p:nvSpPr>
          <p:cNvPr id="30" name="dp41-background / n29 / text 1">
            <a:extLst xmlns:a="http://schemas.openxmlformats.org/drawingml/2006/main">
              <a:ext uri="{FF2B5EF4-FFF2-40B4-BE49-F238E27FC236}">
                <a16:creationId xmlns:a16="http://schemas.microsoft.com/office/drawing/2014/main" id="{B08D943C-086D-49B2-962D-17EFAF43CF38}"/>
              </a:ext>
            </a:extLst>
          </p:cNvPr>
          <p:cNvSpPr>
            <a:spLocks xmlns:a="http://schemas.openxmlformats.org/drawingml/2006/main" noGrp="1"/>
          </p:cNvSpPr>
          <p:nvPr/>
        </p:nvSpPr>
        <p:spPr>
          <a:xfrm xmlns:a="http://schemas.openxmlformats.org/drawingml/2006/main">
            <a:off x="1009650" y="4914900"/>
            <a:ext cx="1143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1">
                <a:solidFill>
                  <a:srgbClr val="18232E"/>
                </a:solidFill>
                <a:latin typeface="Apple SD Gothic Neo"/>
                <a:ea typeface="Apple SD Gothic Neo"/>
                <a:cs typeface="Apple SD Gothic Neo"/>
              </a:defRPr>
            </a:pPr>
            <a:r>
              <a:rPr sz="1500" b="1">
                <a:solidFill>
                  <a:srgbClr val="18232E"/>
                </a:solidFill>
                <a:latin typeface="Apple SD Gothic Neo"/>
                <a:ea typeface="Apple SD Gothic Neo"/>
                <a:cs typeface="Apple SD Gothic Neo"/>
              </a:rPr>
              <a:t>항목</a:t>
            </a:r>
          </a:p>
        </p:txBody>
      </p:sp>
      <p:sp>
        <p:nvSpPr>
          <p:cNvPr id="31" name="dp41-background / n30 / text 1">
            <a:extLst xmlns:a="http://schemas.openxmlformats.org/drawingml/2006/main">
              <a:ext uri="{FF2B5EF4-FFF2-40B4-BE49-F238E27FC236}">
                <a16:creationId xmlns:a16="http://schemas.microsoft.com/office/drawing/2014/main" id="{D0BF06A2-4489-4460-A0D3-2459DBB8DBA8}"/>
              </a:ext>
            </a:extLst>
          </p:cNvPr>
          <p:cNvSpPr>
            <a:spLocks xmlns:a="http://schemas.openxmlformats.org/drawingml/2006/main" noGrp="1"/>
          </p:cNvSpPr>
          <p:nvPr/>
        </p:nvSpPr>
        <p:spPr>
          <a:xfrm xmlns:a="http://schemas.openxmlformats.org/drawingml/2006/main">
            <a:off x="2266950" y="4914900"/>
            <a:ext cx="1143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1">
                <a:solidFill>
                  <a:srgbClr val="18232E"/>
                </a:solidFill>
                <a:latin typeface="Apple SD Gothic Neo"/>
                <a:ea typeface="Apple SD Gothic Neo"/>
                <a:cs typeface="Apple SD Gothic Neo"/>
              </a:defRPr>
            </a:pPr>
            <a:r>
              <a:rPr sz="1500" b="1">
                <a:solidFill>
                  <a:srgbClr val="18232E"/>
                </a:solidFill>
                <a:latin typeface="Apple SD Gothic Neo"/>
                <a:ea typeface="Apple SD Gothic Neo"/>
                <a:cs typeface="Apple SD Gothic Neo"/>
              </a:rPr>
              <a:t>1분기</a:t>
            </a:r>
          </a:p>
        </p:txBody>
      </p:sp>
      <p:sp>
        <p:nvSpPr>
          <p:cNvPr id="32" name="dp41-background / n31 / text 1">
            <a:extLst xmlns:a="http://schemas.openxmlformats.org/drawingml/2006/main">
              <a:ext uri="{FF2B5EF4-FFF2-40B4-BE49-F238E27FC236}">
                <a16:creationId xmlns:a16="http://schemas.microsoft.com/office/drawing/2014/main" id="{930D3EDE-09D3-444F-A070-CF9CEA4A9D0A}"/>
              </a:ext>
            </a:extLst>
          </p:cNvPr>
          <p:cNvSpPr>
            <a:spLocks xmlns:a="http://schemas.openxmlformats.org/drawingml/2006/main" noGrp="1"/>
          </p:cNvSpPr>
          <p:nvPr/>
        </p:nvSpPr>
        <p:spPr>
          <a:xfrm xmlns:a="http://schemas.openxmlformats.org/drawingml/2006/main">
            <a:off x="3524250" y="4914900"/>
            <a:ext cx="1143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1">
                <a:solidFill>
                  <a:srgbClr val="18232E"/>
                </a:solidFill>
                <a:latin typeface="Apple SD Gothic Neo"/>
                <a:ea typeface="Apple SD Gothic Neo"/>
                <a:cs typeface="Apple SD Gothic Neo"/>
              </a:defRPr>
            </a:pPr>
            <a:r>
              <a:rPr sz="1500" b="1">
                <a:solidFill>
                  <a:srgbClr val="18232E"/>
                </a:solidFill>
                <a:latin typeface="Apple SD Gothic Neo"/>
                <a:ea typeface="Apple SD Gothic Neo"/>
                <a:cs typeface="Apple SD Gothic Neo"/>
              </a:rPr>
              <a:t>2분기</a:t>
            </a:r>
          </a:p>
        </p:txBody>
      </p:sp>
      <p:sp>
        <p:nvSpPr>
          <p:cNvPr id="33" name="dp41-background / n32 / text 1">
            <a:extLst xmlns:a="http://schemas.openxmlformats.org/drawingml/2006/main">
              <a:ext uri="{FF2B5EF4-FFF2-40B4-BE49-F238E27FC236}">
                <a16:creationId xmlns:a16="http://schemas.microsoft.com/office/drawing/2014/main" id="{4EF0857F-8C41-49F1-8967-82AFB67B970A}"/>
              </a:ext>
            </a:extLst>
          </p:cNvPr>
          <p:cNvSpPr>
            <a:spLocks xmlns:a="http://schemas.openxmlformats.org/drawingml/2006/main" noGrp="1"/>
          </p:cNvSpPr>
          <p:nvPr/>
        </p:nvSpPr>
        <p:spPr>
          <a:xfrm xmlns:a="http://schemas.openxmlformats.org/drawingml/2006/main">
            <a:off x="4781550" y="4914900"/>
            <a:ext cx="1143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1">
                <a:solidFill>
                  <a:srgbClr val="18232E"/>
                </a:solidFill>
                <a:latin typeface="Apple SD Gothic Neo"/>
                <a:ea typeface="Apple SD Gothic Neo"/>
                <a:cs typeface="Apple SD Gothic Neo"/>
              </a:defRPr>
            </a:pPr>
            <a:r>
              <a:rPr sz="1500" b="1">
                <a:solidFill>
                  <a:srgbClr val="18232E"/>
                </a:solidFill>
                <a:latin typeface="Apple SD Gothic Neo"/>
                <a:ea typeface="Apple SD Gothic Neo"/>
                <a:cs typeface="Apple SD Gothic Neo"/>
              </a:rPr>
              <a:t>합계</a:t>
            </a:r>
          </a:p>
        </p:txBody>
      </p:sp>
      <p:sp>
        <p:nvSpPr>
          <p:cNvPr id="34" name="dp41-background / n33 / text 1">
            <a:extLst xmlns:a="http://schemas.openxmlformats.org/drawingml/2006/main">
              <a:ext uri="{FF2B5EF4-FFF2-40B4-BE49-F238E27FC236}">
                <a16:creationId xmlns:a16="http://schemas.microsoft.com/office/drawing/2014/main" id="{85446971-20BD-4E02-8927-E1F1FA59AD8E}"/>
              </a:ext>
            </a:extLst>
          </p:cNvPr>
          <p:cNvSpPr>
            <a:spLocks xmlns:a="http://schemas.openxmlformats.org/drawingml/2006/main" noGrp="1"/>
          </p:cNvSpPr>
          <p:nvPr/>
        </p:nvSpPr>
        <p:spPr>
          <a:xfrm xmlns:a="http://schemas.openxmlformats.org/drawingml/2006/main">
            <a:off x="1009650" y="5324475"/>
            <a:ext cx="1143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제품 A</a:t>
            </a:r>
          </a:p>
        </p:txBody>
      </p:sp>
      <p:sp>
        <p:nvSpPr>
          <p:cNvPr id="35" name="dp41-background / n34 / text 1">
            <a:extLst xmlns:a="http://schemas.openxmlformats.org/drawingml/2006/main">
              <a:ext uri="{FF2B5EF4-FFF2-40B4-BE49-F238E27FC236}">
                <a16:creationId xmlns:a16="http://schemas.microsoft.com/office/drawing/2014/main" id="{67140805-0576-4C4C-9254-A0DCFBCB7E12}"/>
              </a:ext>
            </a:extLst>
          </p:cNvPr>
          <p:cNvSpPr>
            <a:spLocks xmlns:a="http://schemas.openxmlformats.org/drawingml/2006/main" noGrp="1"/>
          </p:cNvSpPr>
          <p:nvPr/>
        </p:nvSpPr>
        <p:spPr>
          <a:xfrm xmlns:a="http://schemas.openxmlformats.org/drawingml/2006/main">
            <a:off x="2266950" y="5324475"/>
            <a:ext cx="1143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120</a:t>
            </a:r>
          </a:p>
        </p:txBody>
      </p:sp>
      <p:sp>
        <p:nvSpPr>
          <p:cNvPr id="36" name="dp41-background / n35 / text 1">
            <a:extLst xmlns:a="http://schemas.openxmlformats.org/drawingml/2006/main">
              <a:ext uri="{FF2B5EF4-FFF2-40B4-BE49-F238E27FC236}">
                <a16:creationId xmlns:a16="http://schemas.microsoft.com/office/drawing/2014/main" id="{2187544D-66F3-47E5-A2CD-3F84D02B7491}"/>
              </a:ext>
            </a:extLst>
          </p:cNvPr>
          <p:cNvSpPr>
            <a:spLocks xmlns:a="http://schemas.openxmlformats.org/drawingml/2006/main" noGrp="1"/>
          </p:cNvSpPr>
          <p:nvPr/>
        </p:nvSpPr>
        <p:spPr>
          <a:xfrm xmlns:a="http://schemas.openxmlformats.org/drawingml/2006/main">
            <a:off x="3524250" y="5324475"/>
            <a:ext cx="1143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140</a:t>
            </a:r>
          </a:p>
        </p:txBody>
      </p:sp>
      <p:sp>
        <p:nvSpPr>
          <p:cNvPr id="37" name="dp41-background / n36 / text 1">
            <a:extLst xmlns:a="http://schemas.openxmlformats.org/drawingml/2006/main">
              <a:ext uri="{FF2B5EF4-FFF2-40B4-BE49-F238E27FC236}">
                <a16:creationId xmlns:a16="http://schemas.microsoft.com/office/drawing/2014/main" id="{CBD1F978-ECD8-4980-A7E8-E7240DD0BD06}"/>
              </a:ext>
            </a:extLst>
          </p:cNvPr>
          <p:cNvSpPr>
            <a:spLocks xmlns:a="http://schemas.openxmlformats.org/drawingml/2006/main" noGrp="1"/>
          </p:cNvSpPr>
          <p:nvPr/>
        </p:nvSpPr>
        <p:spPr>
          <a:xfrm xmlns:a="http://schemas.openxmlformats.org/drawingml/2006/main">
            <a:off x="4781550" y="5324475"/>
            <a:ext cx="1143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260</a:t>
            </a:r>
          </a:p>
        </p:txBody>
      </p:sp>
      <p:sp>
        <p:nvSpPr>
          <p:cNvPr id="38" name="dp41-background / n37 / text 1">
            <a:extLst xmlns:a="http://schemas.openxmlformats.org/drawingml/2006/main">
              <a:ext uri="{FF2B5EF4-FFF2-40B4-BE49-F238E27FC236}">
                <a16:creationId xmlns:a16="http://schemas.microsoft.com/office/drawing/2014/main" id="{A571F6E6-E21E-4FCA-82FD-7FB420BB6064}"/>
              </a:ext>
            </a:extLst>
          </p:cNvPr>
          <p:cNvSpPr>
            <a:spLocks xmlns:a="http://schemas.openxmlformats.org/drawingml/2006/main" noGrp="1"/>
          </p:cNvSpPr>
          <p:nvPr/>
        </p:nvSpPr>
        <p:spPr>
          <a:xfrm xmlns:a="http://schemas.openxmlformats.org/drawingml/2006/main">
            <a:off x="1009650" y="5734050"/>
            <a:ext cx="1143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제품 B</a:t>
            </a:r>
          </a:p>
        </p:txBody>
      </p:sp>
      <p:sp>
        <p:nvSpPr>
          <p:cNvPr id="39" name="dp41-background / n38 / text 1">
            <a:extLst xmlns:a="http://schemas.openxmlformats.org/drawingml/2006/main">
              <a:ext uri="{FF2B5EF4-FFF2-40B4-BE49-F238E27FC236}">
                <a16:creationId xmlns:a16="http://schemas.microsoft.com/office/drawing/2014/main" id="{256AB43F-51CD-413D-82FA-EB760BC03B93}"/>
              </a:ext>
            </a:extLst>
          </p:cNvPr>
          <p:cNvSpPr>
            <a:spLocks xmlns:a="http://schemas.openxmlformats.org/drawingml/2006/main" noGrp="1"/>
          </p:cNvSpPr>
          <p:nvPr/>
        </p:nvSpPr>
        <p:spPr>
          <a:xfrm xmlns:a="http://schemas.openxmlformats.org/drawingml/2006/main">
            <a:off x="2266950" y="5734050"/>
            <a:ext cx="1143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80</a:t>
            </a:r>
          </a:p>
        </p:txBody>
      </p:sp>
      <p:sp>
        <p:nvSpPr>
          <p:cNvPr id="40" name="dp41-background / n39 / text 1">
            <a:extLst xmlns:a="http://schemas.openxmlformats.org/drawingml/2006/main">
              <a:ext uri="{FF2B5EF4-FFF2-40B4-BE49-F238E27FC236}">
                <a16:creationId xmlns:a16="http://schemas.microsoft.com/office/drawing/2014/main" id="{FD9C5D38-688F-4F07-B540-2CD4CF9947CA}"/>
              </a:ext>
            </a:extLst>
          </p:cNvPr>
          <p:cNvSpPr>
            <a:spLocks xmlns:a="http://schemas.openxmlformats.org/drawingml/2006/main" noGrp="1"/>
          </p:cNvSpPr>
          <p:nvPr/>
        </p:nvSpPr>
        <p:spPr>
          <a:xfrm xmlns:a="http://schemas.openxmlformats.org/drawingml/2006/main">
            <a:off x="3524250" y="5734050"/>
            <a:ext cx="1143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100</a:t>
            </a:r>
          </a:p>
        </p:txBody>
      </p:sp>
      <p:sp>
        <p:nvSpPr>
          <p:cNvPr id="41" name="dp41-background / n40 / text 1">
            <a:extLst xmlns:a="http://schemas.openxmlformats.org/drawingml/2006/main">
              <a:ext uri="{FF2B5EF4-FFF2-40B4-BE49-F238E27FC236}">
                <a16:creationId xmlns:a16="http://schemas.microsoft.com/office/drawing/2014/main" id="{71713AAB-AD9F-41F6-8787-8D52B3A27489}"/>
              </a:ext>
            </a:extLst>
          </p:cNvPr>
          <p:cNvSpPr>
            <a:spLocks xmlns:a="http://schemas.openxmlformats.org/drawingml/2006/main" noGrp="1"/>
          </p:cNvSpPr>
          <p:nvPr/>
        </p:nvSpPr>
        <p:spPr>
          <a:xfrm xmlns:a="http://schemas.openxmlformats.org/drawingml/2006/main">
            <a:off x="4781550" y="5734050"/>
            <a:ext cx="1143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180</a:t>
            </a:r>
          </a:p>
        </p:txBody>
      </p:sp>
      <p:sp>
        <p:nvSpPr>
          <p:cNvPr id="42" name="dp41-background / n41 / text 1">
            <a:extLst xmlns:a="http://schemas.openxmlformats.org/drawingml/2006/main">
              <a:ext uri="{FF2B5EF4-FFF2-40B4-BE49-F238E27FC236}">
                <a16:creationId xmlns:a16="http://schemas.microsoft.com/office/drawing/2014/main" id="{4E57F78C-9BEC-4D04-A91D-0C4979830042}"/>
              </a:ext>
            </a:extLst>
          </p:cNvPr>
          <p:cNvSpPr>
            <a:spLocks xmlns:a="http://schemas.openxmlformats.org/drawingml/2006/main" noGrp="1"/>
          </p:cNvSpPr>
          <p:nvPr/>
        </p:nvSpPr>
        <p:spPr>
          <a:xfrm xmlns:a="http://schemas.openxmlformats.org/drawingml/2006/main">
            <a:off x="1009650" y="6143625"/>
            <a:ext cx="1143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합계</a:t>
            </a:r>
          </a:p>
        </p:txBody>
      </p:sp>
      <p:sp>
        <p:nvSpPr>
          <p:cNvPr id="43" name="dp41-background / n42 / text 1">
            <a:extLst xmlns:a="http://schemas.openxmlformats.org/drawingml/2006/main">
              <a:ext uri="{FF2B5EF4-FFF2-40B4-BE49-F238E27FC236}">
                <a16:creationId xmlns:a16="http://schemas.microsoft.com/office/drawing/2014/main" id="{BF3EE9CF-82B0-4E1B-8723-F7E626989B65}"/>
              </a:ext>
            </a:extLst>
          </p:cNvPr>
          <p:cNvSpPr>
            <a:spLocks xmlns:a="http://schemas.openxmlformats.org/drawingml/2006/main" noGrp="1"/>
          </p:cNvSpPr>
          <p:nvPr/>
        </p:nvSpPr>
        <p:spPr>
          <a:xfrm xmlns:a="http://schemas.openxmlformats.org/drawingml/2006/main">
            <a:off x="2266950" y="6143625"/>
            <a:ext cx="1143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200</a:t>
            </a:r>
          </a:p>
        </p:txBody>
      </p:sp>
      <p:sp>
        <p:nvSpPr>
          <p:cNvPr id="44" name="dp41-background / n43 / text 1">
            <a:extLst xmlns:a="http://schemas.openxmlformats.org/drawingml/2006/main">
              <a:ext uri="{FF2B5EF4-FFF2-40B4-BE49-F238E27FC236}">
                <a16:creationId xmlns:a16="http://schemas.microsoft.com/office/drawing/2014/main" id="{BFC0B6DB-92DC-4B31-9F5A-BD206C4AD558}"/>
              </a:ext>
            </a:extLst>
          </p:cNvPr>
          <p:cNvSpPr>
            <a:spLocks xmlns:a="http://schemas.openxmlformats.org/drawingml/2006/main" noGrp="1"/>
          </p:cNvSpPr>
          <p:nvPr/>
        </p:nvSpPr>
        <p:spPr>
          <a:xfrm xmlns:a="http://schemas.openxmlformats.org/drawingml/2006/main">
            <a:off x="3524250" y="6143625"/>
            <a:ext cx="1143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240</a:t>
            </a:r>
          </a:p>
        </p:txBody>
      </p:sp>
      <p:sp>
        <p:nvSpPr>
          <p:cNvPr id="45" name="dp41-background / n44 / text 1">
            <a:extLst xmlns:a="http://schemas.openxmlformats.org/drawingml/2006/main">
              <a:ext uri="{FF2B5EF4-FFF2-40B4-BE49-F238E27FC236}">
                <a16:creationId xmlns:a16="http://schemas.microsoft.com/office/drawing/2014/main" id="{9F7FA958-77A3-43C8-9661-7A6C40A657CD}"/>
              </a:ext>
            </a:extLst>
          </p:cNvPr>
          <p:cNvSpPr>
            <a:spLocks xmlns:a="http://schemas.openxmlformats.org/drawingml/2006/main" noGrp="1"/>
          </p:cNvSpPr>
          <p:nvPr/>
        </p:nvSpPr>
        <p:spPr>
          <a:xfrm xmlns:a="http://schemas.openxmlformats.org/drawingml/2006/main">
            <a:off x="4781550" y="6143625"/>
            <a:ext cx="1143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440</a:t>
            </a:r>
          </a:p>
        </p:txBody>
      </p:sp>
      <p:sp>
        <p:nvSpPr>
          <p:cNvPr id="46" name="dp41-background / n45">
            <a:extLst xmlns:a="http://schemas.openxmlformats.org/drawingml/2006/main">
              <a:ext uri="{FF2B5EF4-FFF2-40B4-BE49-F238E27FC236}">
                <a16:creationId xmlns:a16="http://schemas.microsoft.com/office/drawing/2014/main" id="{71B8C96D-75F7-48FD-99D3-3BCA2D05D5DD}"/>
              </a:ext>
            </a:extLst>
          </p:cNvPr>
          <p:cNvSpPr>
            <a:spLocks xmlns:a="http://schemas.openxmlformats.org/drawingml/2006/main" noGrp="1"/>
          </p:cNvSpPr>
          <p:nvPr/>
        </p:nvSpPr>
        <p:spPr>
          <a:xfrm xmlns:a="http://schemas.openxmlformats.org/drawingml/2006/main">
            <a:off x="6381750" y="3705225"/>
            <a:ext cx="4648200" cy="3171825"/>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47" name="dp41-background / n46 / text 1">
            <a:extLst xmlns:a="http://schemas.openxmlformats.org/drawingml/2006/main">
              <a:ext uri="{FF2B5EF4-FFF2-40B4-BE49-F238E27FC236}">
                <a16:creationId xmlns:a16="http://schemas.microsoft.com/office/drawing/2014/main" id="{813DB3ED-84B3-453A-9D50-27B1E3A365C3}"/>
              </a:ext>
            </a:extLst>
          </p:cNvPr>
          <p:cNvSpPr>
            <a:spLocks xmlns:a="http://schemas.openxmlformats.org/drawingml/2006/main" noGrp="1"/>
          </p:cNvSpPr>
          <p:nvPr/>
        </p:nvSpPr>
        <p:spPr>
          <a:xfrm xmlns:a="http://schemas.openxmlformats.org/drawingml/2006/main">
            <a:off x="6572250" y="3867150"/>
            <a:ext cx="42672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5F6B77"/>
                </a:solidFill>
                <a:latin typeface="Apple SD Gothic Neo"/>
                <a:ea typeface="Apple SD Gothic Neo"/>
                <a:cs typeface="Apple SD Gothic Neo"/>
              </a:defRPr>
            </a:pPr>
            <a:r>
              <a:rPr sz="1725" b="1">
                <a:solidFill>
                  <a:srgbClr val="5F6B77"/>
                </a:solidFill>
                <a:latin typeface="Apple SD Gothic Neo"/>
                <a:ea typeface="Apple SD Gothic Neo"/>
                <a:cs typeface="Apple SD Gothic Neo"/>
              </a:rPr>
              <a:t>이전 요청과 업무(Task) 후보</a:t>
            </a:r>
          </a:p>
        </p:txBody>
      </p:sp>
      <p:sp>
        <p:nvSpPr>
          <p:cNvPr id="48" name="dp41-background / n47 / text 1">
            <a:extLst xmlns:a="http://schemas.openxmlformats.org/drawingml/2006/main">
              <a:ext uri="{FF2B5EF4-FFF2-40B4-BE49-F238E27FC236}">
                <a16:creationId xmlns:a16="http://schemas.microsoft.com/office/drawing/2014/main" id="{FB973E31-275A-43E6-A64C-40B77B88C594}"/>
              </a:ext>
            </a:extLst>
          </p:cNvPr>
          <p:cNvSpPr>
            <a:spLocks xmlns:a="http://schemas.openxmlformats.org/drawingml/2006/main" noGrp="1"/>
          </p:cNvSpPr>
          <p:nvPr/>
        </p:nvSpPr>
        <p:spPr>
          <a:xfrm xmlns:a="http://schemas.openxmlformats.org/drawingml/2006/main">
            <a:off x="6572250" y="4333875"/>
            <a:ext cx="426720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Task1: 예산 보고서</a:t>
            </a:r>
          </a:p>
        </p:txBody>
      </p:sp>
      <p:sp>
        <p:nvSpPr>
          <p:cNvPr id="49" name="dp41-background / n48 / text 1">
            <a:extLst xmlns:a="http://schemas.openxmlformats.org/drawingml/2006/main">
              <a:ext uri="{FF2B5EF4-FFF2-40B4-BE49-F238E27FC236}">
                <a16:creationId xmlns:a16="http://schemas.microsoft.com/office/drawing/2014/main" id="{973AE5AF-6B54-4433-8579-479792A936CB}"/>
              </a:ext>
            </a:extLst>
          </p:cNvPr>
          <p:cNvSpPr>
            <a:spLocks xmlns:a="http://schemas.openxmlformats.org/drawingml/2006/main" noGrp="1"/>
          </p:cNvSpPr>
          <p:nvPr/>
        </p:nvSpPr>
        <p:spPr>
          <a:xfrm xmlns:a="http://schemas.openxmlformats.org/drawingml/2006/main">
            <a:off x="6572250" y="4714875"/>
            <a:ext cx="42672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“예산 보고서 만들어줘” / 진행 중</a:t>
            </a:r>
          </a:p>
        </p:txBody>
      </p:sp>
      <p:sp>
        <p:nvSpPr>
          <p:cNvPr id="50" name="dp41-background / n49 / path">
            <a:extLst xmlns:a="http://schemas.openxmlformats.org/drawingml/2006/main">
              <a:ext uri="{FF2B5EF4-FFF2-40B4-BE49-F238E27FC236}">
                <a16:creationId xmlns:a16="http://schemas.microsoft.com/office/drawing/2014/main" id="{C54BC6CD-E3B0-47A2-82DA-448F475A7EC4}"/>
              </a:ext>
            </a:extLst>
          </p:cNvPr>
          <p:cNvSpPr>
            <a:spLocks xmlns:a="http://schemas.openxmlformats.org/drawingml/2006/main" noGrp="1"/>
          </p:cNvSpPr>
          <p:nvPr/>
        </p:nvSpPr>
        <p:spPr>
          <a:xfrm xmlns:a="http://schemas.openxmlformats.org/drawingml/2006/main">
            <a:off x="6572250" y="5105400"/>
            <a:ext cx="4267200" cy="953"/>
          </a:xfrm>
          <a:custGeom xmlns:a="http://schemas.openxmlformats.org/drawingml/2006/main">
            <a:pathLst>
              <a:path w="4267200" h="953">
                <a:moveTo>
                  <a:pt x="0" y="0"/>
                </a:moveTo>
                <a:lnTo>
                  <a:pt x="4267200" y="0"/>
                </a:lnTo>
              </a:path>
            </a:pathLst>
          </a:custGeom>
          <a:noFill xmlns:a="http://schemas.openxmlformats.org/drawingml/2006/main"/>
          <a:ln xmlns:a="http://schemas.openxmlformats.org/drawingml/2006/main" w="9525">
            <a:solidFill>
              <a:srgbClr val="CDD6DE"/>
            </a:solidFill>
            <a:prstDash val="solid"/>
          </a:ln>
        </p:spPr>
      </p:sp>
      <p:sp>
        <p:nvSpPr>
          <p:cNvPr id="51" name="dp41-background / n50 / text 1">
            <a:extLst xmlns:a="http://schemas.openxmlformats.org/drawingml/2006/main">
              <a:ext uri="{FF2B5EF4-FFF2-40B4-BE49-F238E27FC236}">
                <a16:creationId xmlns:a16="http://schemas.microsoft.com/office/drawing/2014/main" id="{DE1435B1-B907-4B7E-9B33-0F3993EA8DBB}"/>
              </a:ext>
            </a:extLst>
          </p:cNvPr>
          <p:cNvSpPr>
            <a:spLocks xmlns:a="http://schemas.openxmlformats.org/drawingml/2006/main" noGrp="1"/>
          </p:cNvSpPr>
          <p:nvPr/>
        </p:nvSpPr>
        <p:spPr>
          <a:xfrm xmlns:a="http://schemas.openxmlformats.org/drawingml/2006/main">
            <a:off x="6572250" y="5305425"/>
            <a:ext cx="426720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Task2: 실적 보고서</a:t>
            </a:r>
          </a:p>
        </p:txBody>
      </p:sp>
      <p:sp>
        <p:nvSpPr>
          <p:cNvPr id="52" name="dp41-background / n51 / text 1">
            <a:extLst xmlns:a="http://schemas.openxmlformats.org/drawingml/2006/main">
              <a:ext uri="{FF2B5EF4-FFF2-40B4-BE49-F238E27FC236}">
                <a16:creationId xmlns:a16="http://schemas.microsoft.com/office/drawing/2014/main" id="{64A56BCB-6F02-4F1E-9CC3-7C04B8DFA415}"/>
              </a:ext>
            </a:extLst>
          </p:cNvPr>
          <p:cNvSpPr>
            <a:spLocks xmlns:a="http://schemas.openxmlformats.org/drawingml/2006/main" noGrp="1"/>
          </p:cNvSpPr>
          <p:nvPr/>
        </p:nvSpPr>
        <p:spPr>
          <a:xfrm xmlns:a="http://schemas.openxmlformats.org/drawingml/2006/main">
            <a:off x="6572250" y="5686425"/>
            <a:ext cx="42672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“실적 보고서 만들어줘” / 진행 중</a:t>
            </a:r>
          </a:p>
        </p:txBody>
      </p:sp>
      <p:sp>
        <p:nvSpPr>
          <p:cNvPr id="53" name="dp41-background / n52 / text 1">
            <a:extLst xmlns:a="http://schemas.openxmlformats.org/drawingml/2006/main">
              <a:ext uri="{FF2B5EF4-FFF2-40B4-BE49-F238E27FC236}">
                <a16:creationId xmlns:a16="http://schemas.microsoft.com/office/drawing/2014/main" id="{6CCCEBE4-C628-47C0-BB05-7FE78ADDCB98}"/>
              </a:ext>
            </a:extLst>
          </p:cNvPr>
          <p:cNvSpPr>
            <a:spLocks xmlns:a="http://schemas.openxmlformats.org/drawingml/2006/main" noGrp="1"/>
          </p:cNvSpPr>
          <p:nvPr/>
        </p:nvSpPr>
        <p:spPr>
          <a:xfrm xmlns:a="http://schemas.openxmlformats.org/drawingml/2006/main">
            <a:off x="6572250" y="6334125"/>
            <a:ext cx="4267200" cy="40052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175" b="1">
                <a:solidFill>
                  <a:srgbClr val="B63732"/>
                </a:solidFill>
                <a:latin typeface="Apple SD Gothic Neo"/>
                <a:ea typeface="Apple SD Gothic Neo"/>
                <a:cs typeface="Apple SD Gothic Neo"/>
              </a:defRPr>
            </a:pPr>
            <a:r>
              <a:rPr sz="2175" b="1">
                <a:solidFill>
                  <a:srgbClr val="B63732"/>
                </a:solidFill>
                <a:latin typeface="Apple SD Gothic Neo"/>
                <a:ea typeface="Apple SD Gothic Neo"/>
                <a:cs typeface="Apple SD Gothic Neo"/>
              </a:rPr>
              <a:t>연결할 Task 미확정</a:t>
            </a:r>
          </a:p>
        </p:txBody>
      </p:sp>
      <p:sp>
        <p:nvSpPr>
          <p:cNvPr id="54" name="dp41-background / n53">
            <a:extLst xmlns:a="http://schemas.openxmlformats.org/drawingml/2006/main">
              <a:ext uri="{FF2B5EF4-FFF2-40B4-BE49-F238E27FC236}">
                <a16:creationId xmlns:a16="http://schemas.microsoft.com/office/drawing/2014/main" id="{99DD879F-E07C-4777-B0F5-0692E343F93F}"/>
              </a:ext>
            </a:extLst>
          </p:cNvPr>
          <p:cNvSpPr>
            <a:spLocks xmlns:a="http://schemas.openxmlformats.org/drawingml/2006/main" noGrp="1"/>
          </p:cNvSpPr>
          <p:nvPr/>
        </p:nvSpPr>
        <p:spPr>
          <a:xfrm xmlns:a="http://schemas.openxmlformats.org/drawingml/2006/main">
            <a:off x="609600" y="7410450"/>
            <a:ext cx="10572750" cy="638175"/>
          </a:xfrm>
          <a:prstGeom xmlns:a="http://schemas.openxmlformats.org/drawingml/2006/main" prst="rect">
            <a:avLst/>
          </a:prstGeom>
          <a:solidFill xmlns:a="http://schemas.openxmlformats.org/drawingml/2006/main">
            <a:srgbClr val="F1F4F7"/>
          </a:solidFill>
          <a:ln xmlns:a="http://schemas.openxmlformats.org/drawingml/2006/main" w="0">
            <a:noFill/>
            <a:prstDash val="solid"/>
          </a:ln>
        </p:spPr>
      </p:sp>
      <p:sp>
        <p:nvSpPr>
          <p:cNvPr id="55" name="dp41-background / n54 / text 1">
            <a:extLst xmlns:a="http://schemas.openxmlformats.org/drawingml/2006/main">
              <a:ext uri="{FF2B5EF4-FFF2-40B4-BE49-F238E27FC236}">
                <a16:creationId xmlns:a16="http://schemas.microsoft.com/office/drawing/2014/main" id="{D47E964A-0530-4596-BE82-084562E9F920}"/>
              </a:ext>
            </a:extLst>
          </p:cNvPr>
          <p:cNvSpPr>
            <a:spLocks xmlns:a="http://schemas.openxmlformats.org/drawingml/2006/main" noGrp="1"/>
          </p:cNvSpPr>
          <p:nvPr/>
        </p:nvSpPr>
        <p:spPr>
          <a:xfrm xmlns:a="http://schemas.openxmlformats.org/drawingml/2006/main">
            <a:off x="800100" y="7572375"/>
            <a:ext cx="1017270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수정된 보고서 결과로 메일 초안 작성 / 메일 발송 금지</a:t>
            </a:r>
          </a:p>
        </p:txBody>
      </p:sp>
      <p:sp>
        <p:nvSpPr>
          <p:cNvPr id="56" name="dp41-background / n55 / text 1">
            <a:extLst xmlns:a="http://schemas.openxmlformats.org/drawingml/2006/main">
              <a:ext uri="{FF2B5EF4-FFF2-40B4-BE49-F238E27FC236}">
                <a16:creationId xmlns:a16="http://schemas.microsoft.com/office/drawing/2014/main" id="{F64D7A39-94A0-4816-84FB-459545A659E0}"/>
              </a:ext>
            </a:extLst>
          </p:cNvPr>
          <p:cNvSpPr>
            <a:spLocks xmlns:a="http://schemas.openxmlformats.org/drawingml/2006/main" noGrp="1"/>
          </p:cNvSpPr>
          <p:nvPr/>
        </p:nvSpPr>
        <p:spPr>
          <a:xfrm xmlns:a="http://schemas.openxmlformats.org/drawingml/2006/main">
            <a:off x="12001500" y="3381375"/>
            <a:ext cx="56769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선택 자료의 확인</a:t>
            </a:r>
          </a:p>
        </p:txBody>
      </p:sp>
      <p:sp>
        <p:nvSpPr>
          <p:cNvPr id="57" name="dp41-background / n56 / text 1">
            <a:extLst xmlns:a="http://schemas.openxmlformats.org/drawingml/2006/main">
              <a:ext uri="{FF2B5EF4-FFF2-40B4-BE49-F238E27FC236}">
                <a16:creationId xmlns:a16="http://schemas.microsoft.com/office/drawing/2014/main" id="{444A60C8-C510-4EE0-A5DD-598A8C7666A5}"/>
              </a:ext>
            </a:extLst>
          </p:cNvPr>
          <p:cNvSpPr>
            <a:spLocks xmlns:a="http://schemas.openxmlformats.org/drawingml/2006/main" noGrp="1"/>
          </p:cNvSpPr>
          <p:nvPr/>
        </p:nvSpPr>
        <p:spPr>
          <a:xfrm xmlns:a="http://schemas.openxmlformats.org/drawingml/2006/main">
            <a:off x="12001500" y="3781425"/>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“이 표”가 가리킨 자료의 범위 확인</a:t>
            </a:r>
          </a:p>
        </p:txBody>
      </p:sp>
      <p:sp>
        <p:nvSpPr>
          <p:cNvPr id="58" name="dp41-background / n57 / text 1">
            <a:extLst xmlns:a="http://schemas.openxmlformats.org/drawingml/2006/main">
              <a:ext uri="{FF2B5EF4-FFF2-40B4-BE49-F238E27FC236}">
                <a16:creationId xmlns:a16="http://schemas.microsoft.com/office/drawing/2014/main" id="{B57EA088-0381-48D6-A8C2-9C0DDF6559A2}"/>
              </a:ext>
            </a:extLst>
          </p:cNvPr>
          <p:cNvSpPr>
            <a:spLocks xmlns:a="http://schemas.openxmlformats.org/drawingml/2006/main" noGrp="1"/>
          </p:cNvSpPr>
          <p:nvPr/>
        </p:nvSpPr>
        <p:spPr>
          <a:xfrm xmlns:a="http://schemas.openxmlformats.org/drawingml/2006/main">
            <a:off x="12001500" y="4905375"/>
            <a:ext cx="56769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관련 업무의 구분</a:t>
            </a:r>
          </a:p>
        </p:txBody>
      </p:sp>
      <p:sp>
        <p:nvSpPr>
          <p:cNvPr id="59" name="dp41-background / n58 / text 1">
            <a:extLst xmlns:a="http://schemas.openxmlformats.org/drawingml/2006/main">
              <a:ext uri="{FF2B5EF4-FFF2-40B4-BE49-F238E27FC236}">
                <a16:creationId xmlns:a16="http://schemas.microsoft.com/office/drawing/2014/main" id="{85BCD4C0-FC53-4825-BACC-AE9F90F3883E}"/>
              </a:ext>
            </a:extLst>
          </p:cNvPr>
          <p:cNvSpPr>
            <a:spLocks xmlns:a="http://schemas.openxmlformats.org/drawingml/2006/main" noGrp="1"/>
          </p:cNvSpPr>
          <p:nvPr/>
        </p:nvSpPr>
        <p:spPr>
          <a:xfrm xmlns:a="http://schemas.openxmlformats.org/drawingml/2006/main">
            <a:off x="12001500" y="5305425"/>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이전 요청과 현재 업무 상태 확인</a:t>
            </a:r>
          </a:p>
        </p:txBody>
      </p:sp>
      <p:sp>
        <p:nvSpPr>
          <p:cNvPr id="60" name="dp41-background / n59 / text 1">
            <a:extLst xmlns:a="http://schemas.openxmlformats.org/drawingml/2006/main">
              <a:ext uri="{FF2B5EF4-FFF2-40B4-BE49-F238E27FC236}">
                <a16:creationId xmlns:a16="http://schemas.microsoft.com/office/drawing/2014/main" id="{5EEC52B3-B897-4E40-95BD-2FF99AE38055}"/>
              </a:ext>
            </a:extLst>
          </p:cNvPr>
          <p:cNvSpPr>
            <a:spLocks xmlns:a="http://schemas.openxmlformats.org/drawingml/2006/main" noGrp="1"/>
          </p:cNvSpPr>
          <p:nvPr/>
        </p:nvSpPr>
        <p:spPr>
          <a:xfrm xmlns:a="http://schemas.openxmlformats.org/drawingml/2006/main">
            <a:off x="12001500" y="6429375"/>
            <a:ext cx="56769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정보 보완과 조건 유지</a:t>
            </a:r>
          </a:p>
        </p:txBody>
      </p:sp>
      <p:sp>
        <p:nvSpPr>
          <p:cNvPr id="61" name="dp41-background / n60 / text 1">
            <a:extLst xmlns:a="http://schemas.openxmlformats.org/drawingml/2006/main">
              <a:ext uri="{FF2B5EF4-FFF2-40B4-BE49-F238E27FC236}">
                <a16:creationId xmlns:a16="http://schemas.microsoft.com/office/drawing/2014/main" id="{42640913-C323-4EAF-A101-C17A692C37CA}"/>
              </a:ext>
            </a:extLst>
          </p:cNvPr>
          <p:cNvSpPr>
            <a:spLocks xmlns:a="http://schemas.openxmlformats.org/drawingml/2006/main" noGrp="1"/>
          </p:cNvSpPr>
          <p:nvPr/>
        </p:nvSpPr>
        <p:spPr>
          <a:xfrm xmlns:a="http://schemas.openxmlformats.org/drawingml/2006/main">
            <a:off x="12001500" y="6829425"/>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어느 보고서인지 확인 질문</a:t>
            </a:r>
          </a:p>
        </p:txBody>
      </p:sp>
      <p:sp>
        <p:nvSpPr>
          <p:cNvPr id="62" name="dp41-background / n60 / text 2">
            <a:extLst xmlns:a="http://schemas.openxmlformats.org/drawingml/2006/main">
              <a:ext uri="{FF2B5EF4-FFF2-40B4-BE49-F238E27FC236}">
                <a16:creationId xmlns:a16="http://schemas.microsoft.com/office/drawing/2014/main" id="{2AFCB531-54AD-4D3B-A879-575CBF34B167}"/>
              </a:ext>
            </a:extLst>
          </p:cNvPr>
          <p:cNvSpPr>
            <a:spLocks xmlns:a="http://schemas.openxmlformats.org/drawingml/2006/main" noGrp="1"/>
          </p:cNvSpPr>
          <p:nvPr/>
        </p:nvSpPr>
        <p:spPr>
          <a:xfrm xmlns:a="http://schemas.openxmlformats.org/drawingml/2006/main">
            <a:off x="12001500" y="7143750"/>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초안 작성과 발송 금지 조건 유지</a:t>
            </a:r>
          </a:p>
        </p:txBody>
      </p:sp>
    </p:spTree>
    <p:extLst>
      <p:ext uri="{BB962C8B-B14F-4D97-AF65-F5344CB8AC3E}">
        <p14:creationId xmlns:p14="http://schemas.microsoft.com/office/powerpoint/2010/main" val="1103722292"/>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3" name="dp41-comparison / n1">
            <a:extLst xmlns:a="http://schemas.openxmlformats.org/drawingml/2006/main">
              <a:ext uri="{FF2B5EF4-FFF2-40B4-BE49-F238E27FC236}">
                <a16:creationId xmlns:a16="http://schemas.microsoft.com/office/drawing/2014/main" id="{B38434E2-5E24-4233-9FDD-ACF82AA4F28C}"/>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1-comparison / n2 / text 1">
            <a:extLst xmlns:a="http://schemas.openxmlformats.org/drawingml/2006/main">
              <a:ext uri="{FF2B5EF4-FFF2-40B4-BE49-F238E27FC236}">
                <a16:creationId xmlns:a16="http://schemas.microsoft.com/office/drawing/2014/main" id="{77C6460A-0D3A-40AE-B978-C4278DD15D6C}"/>
              </a:ext>
            </a:extLst>
          </p:cNvPr>
          <p:cNvSpPr>
            <a:spLocks xmlns:a="http://schemas.openxmlformats.org/drawingml/2006/main" noGrp="1"/>
          </p:cNvSpPr>
          <p:nvPr/>
        </p:nvSpPr>
        <p:spPr>
          <a:xfrm xmlns:a="http://schemas.openxmlformats.org/drawingml/2006/main">
            <a:off x="381000" y="209550"/>
            <a:ext cx="123825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1">
                <a:solidFill>
                  <a:srgbClr val="087E8B"/>
                </a:solidFill>
                <a:latin typeface="Apple SD Gothic Neo"/>
                <a:ea typeface="Apple SD Gothic Neo"/>
                <a:cs typeface="Apple SD Gothic Neo"/>
              </a:defRPr>
            </a:pPr>
            <a:r>
              <a:rPr sz="1425" b="1">
                <a:solidFill>
                  <a:srgbClr val="087E8B"/>
                </a:solidFill>
                <a:latin typeface="Apple SD Gothic Neo"/>
                <a:ea typeface="Apple SD Gothic Neo"/>
                <a:cs typeface="Apple SD Gothic Neo"/>
              </a:rPr>
              <a:t>VIA SOFTWARE ARCHITECTURE / DP 설계 비교</a:t>
            </a:r>
          </a:p>
        </p:txBody>
      </p:sp>
      <p:sp>
        <p:nvSpPr>
          <p:cNvPr id="3" name="dp41-comparison / n3 / text 1">
            <a:extLst xmlns:a="http://schemas.openxmlformats.org/drawingml/2006/main">
              <a:ext uri="{FF2B5EF4-FFF2-40B4-BE49-F238E27FC236}">
                <a16:creationId xmlns:a16="http://schemas.microsoft.com/office/drawing/2014/main" id="{19C990CC-EFEE-47ED-AC0E-F1A4E3979CC7}"/>
              </a:ext>
            </a:extLst>
          </p:cNvPr>
          <p:cNvSpPr>
            <a:spLocks xmlns:a="http://schemas.openxmlformats.org/drawingml/2006/main" noGrp="1"/>
          </p:cNvSpPr>
          <p:nvPr/>
        </p:nvSpPr>
        <p:spPr>
          <a:xfrm xmlns:a="http://schemas.openxmlformats.org/drawingml/2006/main">
            <a:off x="13620750" y="209550"/>
            <a:ext cx="42862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구조 비교 / 장단점 / QA Trade-off</a:t>
            </a:r>
          </a:p>
        </p:txBody>
      </p:sp>
      <p:sp>
        <p:nvSpPr>
          <p:cNvPr id="4" name="dp41-comparison / n4 / text 1">
            <a:extLst xmlns:a="http://schemas.openxmlformats.org/drawingml/2006/main">
              <a:ext uri="{FF2B5EF4-FFF2-40B4-BE49-F238E27FC236}">
                <a16:creationId xmlns:a16="http://schemas.microsoft.com/office/drawing/2014/main" id="{5E5B20AA-D3C0-4C81-A23E-4A7916CA30C6}"/>
              </a:ext>
            </a:extLst>
          </p:cNvPr>
          <p:cNvSpPr>
            <a:spLocks xmlns:a="http://schemas.openxmlformats.org/drawingml/2006/main" noGrp="1"/>
          </p:cNvSpPr>
          <p:nvPr/>
        </p:nvSpPr>
        <p:spPr>
          <a:xfrm xmlns:a="http://schemas.openxmlformats.org/drawingml/2006/main">
            <a:off x="381000" y="619125"/>
            <a:ext cx="17526000" cy="53863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925" b="1">
                <a:solidFill>
                  <a:srgbClr val="18232E"/>
                </a:solidFill>
                <a:latin typeface="Apple SD Gothic Neo"/>
                <a:ea typeface="Apple SD Gothic Neo"/>
                <a:cs typeface="Apple SD Gothic Neo"/>
              </a:defRPr>
            </a:pPr>
            <a:r>
              <a:rPr sz="2925" b="1">
                <a:solidFill>
                  <a:srgbClr val="18232E"/>
                </a:solidFill>
                <a:latin typeface="Apple SD Gothic Neo"/>
                <a:ea typeface="Apple SD Gothic Neo"/>
                <a:cs typeface="Apple SD Gothic Neo"/>
              </a:rPr>
              <a:t>04-41. VIA 요청 이해의 모델 주도와 코드 주도 완성</a:t>
            </a:r>
          </a:p>
        </p:txBody>
      </p:sp>
      <p:sp>
        <p:nvSpPr>
          <p:cNvPr id="5" name="dp41-comparison / n5 / path">
            <a:extLst xmlns:a="http://schemas.openxmlformats.org/drawingml/2006/main">
              <a:ext uri="{FF2B5EF4-FFF2-40B4-BE49-F238E27FC236}">
                <a16:creationId xmlns:a16="http://schemas.microsoft.com/office/drawing/2014/main" id="{FFE9286E-1AE0-4D5F-A3FC-43A9931E3934}"/>
              </a:ext>
            </a:extLst>
          </p:cNvPr>
          <p:cNvSpPr>
            <a:spLocks xmlns:a="http://schemas.openxmlformats.org/drawingml/2006/main" noGrp="1"/>
          </p:cNvSpPr>
          <p:nvPr/>
        </p:nvSpPr>
        <p:spPr>
          <a:xfrm xmlns:a="http://schemas.openxmlformats.org/drawingml/2006/main">
            <a:off x="381000" y="11525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6" name="dp41-comparison / n6 / text 1">
            <a:extLst xmlns:a="http://schemas.openxmlformats.org/drawingml/2006/main">
              <a:ext uri="{FF2B5EF4-FFF2-40B4-BE49-F238E27FC236}">
                <a16:creationId xmlns:a16="http://schemas.microsoft.com/office/drawing/2014/main" id="{3E1D39BC-3C9E-4DA2-890D-60605D596CB3}"/>
              </a:ext>
            </a:extLst>
          </p:cNvPr>
          <p:cNvSpPr>
            <a:spLocks xmlns:a="http://schemas.openxmlformats.org/drawingml/2006/main" noGrp="1"/>
          </p:cNvSpPr>
          <p:nvPr/>
        </p:nvSpPr>
        <p:spPr>
          <a:xfrm xmlns:a="http://schemas.openxmlformats.org/drawingml/2006/main">
            <a:off x="381000" y="1333500"/>
            <a:ext cx="175260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입력 Input1: “이 표를 아까 보고서에 넣고, 메일은 보내지 말고 결과를 바탕으로 초안만 만들어.”</a:t>
            </a:r>
          </a:p>
        </p:txBody>
      </p:sp>
      <p:sp>
        <p:nvSpPr>
          <p:cNvPr id="7" name="dp41-comparison / n7 / text 1">
            <a:extLst xmlns:a="http://schemas.openxmlformats.org/drawingml/2006/main">
              <a:ext uri="{FF2B5EF4-FFF2-40B4-BE49-F238E27FC236}">
                <a16:creationId xmlns:a16="http://schemas.microsoft.com/office/drawing/2014/main" id="{F0803784-718A-4A26-AD54-F02C37CAEE02}"/>
              </a:ext>
            </a:extLst>
          </p:cNvPr>
          <p:cNvSpPr>
            <a:spLocks xmlns:a="http://schemas.openxmlformats.org/drawingml/2006/main" noGrp="1"/>
          </p:cNvSpPr>
          <p:nvPr/>
        </p:nvSpPr>
        <p:spPr>
          <a:xfrm xmlns:a="http://schemas.openxmlformats.org/drawingml/2006/main">
            <a:off x="381000" y="1609725"/>
            <a:ext cx="175260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0">
                <a:solidFill>
                  <a:srgbClr val="18232E"/>
                </a:solidFill>
                <a:latin typeface="Apple SD Gothic Neo"/>
                <a:ea typeface="Apple SD Gothic Neo"/>
                <a:cs typeface="Apple SD Gothic Neo"/>
              </a:defRPr>
            </a:pPr>
            <a:r>
              <a:rPr sz="1425" b="0">
                <a:solidFill>
                  <a:srgbClr val="18232E"/>
                </a:solidFill>
                <a:latin typeface="Apple SD Gothic Neo"/>
                <a:ea typeface="Apple SD Gothic Neo"/>
                <a:cs typeface="Apple SD Gothic Neo"/>
              </a:rPr>
              <a:t>Task1: 예산 보고서 / Task2: 실적 보고서 → “어느 보고서인가요?” → 사용자: “예산 보고서” / 결과: 수정된 보고서 → 메일 초안</a:t>
            </a:r>
          </a:p>
        </p:txBody>
      </p:sp>
      <p:sp>
        <p:nvSpPr>
          <p:cNvPr id="8" name="dp41-comparison / n8">
            <a:extLst xmlns:a="http://schemas.openxmlformats.org/drawingml/2006/main">
              <a:ext uri="{FF2B5EF4-FFF2-40B4-BE49-F238E27FC236}">
                <a16:creationId xmlns:a16="http://schemas.microsoft.com/office/drawing/2014/main" id="{2918153D-FA58-4044-987C-6065FAF297A1}"/>
              </a:ext>
            </a:extLst>
          </p:cNvPr>
          <p:cNvSpPr>
            <a:spLocks xmlns:a="http://schemas.openxmlformats.org/drawingml/2006/main" noGrp="1"/>
          </p:cNvSpPr>
          <p:nvPr/>
        </p:nvSpPr>
        <p:spPr>
          <a:xfrm xmlns:a="http://schemas.openxmlformats.org/drawingml/2006/main">
            <a:off x="381000" y="1857375"/>
            <a:ext cx="17526000" cy="457200"/>
          </a:xfrm>
          <a:prstGeom xmlns:a="http://schemas.openxmlformats.org/drawingml/2006/main" prst="rect">
            <a:avLst/>
          </a:prstGeom>
          <a:solidFill xmlns:a="http://schemas.openxmlformats.org/drawingml/2006/main">
            <a:srgbClr val="D5E7C7"/>
          </a:solidFill>
          <a:ln xmlns:a="http://schemas.openxmlformats.org/drawingml/2006/main" w="16193">
            <a:solidFill>
              <a:srgbClr val="CDD6DE"/>
            </a:solidFill>
            <a:prstDash val="solid"/>
          </a:ln>
        </p:spPr>
      </p:sp>
      <p:sp>
        <p:nvSpPr>
          <p:cNvPr id="9" name="dp41-comparison / n9 / text 1">
            <a:extLst xmlns:a="http://schemas.openxmlformats.org/drawingml/2006/main">
              <a:ext uri="{FF2B5EF4-FFF2-40B4-BE49-F238E27FC236}">
                <a16:creationId xmlns:a16="http://schemas.microsoft.com/office/drawing/2014/main" id="{36521F5D-73A1-4419-8C44-42FA7229BC0E}"/>
              </a:ext>
            </a:extLst>
          </p:cNvPr>
          <p:cNvSpPr>
            <a:spLocks xmlns:a="http://schemas.openxmlformats.org/drawingml/2006/main" noGrp="1"/>
          </p:cNvSpPr>
          <p:nvPr/>
        </p:nvSpPr>
        <p:spPr>
          <a:xfrm xmlns:a="http://schemas.openxmlformats.org/drawingml/2006/main">
            <a:off x="390525" y="1990725"/>
            <a:ext cx="9334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425" b="1">
                <a:solidFill>
                  <a:srgbClr val="18232E"/>
                </a:solidFill>
                <a:latin typeface="Apple SD Gothic Neo"/>
                <a:ea typeface="Apple SD Gothic Neo"/>
                <a:cs typeface="Apple SD Gothic Neo"/>
              </a:defRPr>
            </a:pPr>
            <a:r>
              <a:rPr sz="1425" b="1">
                <a:solidFill>
                  <a:srgbClr val="18232E"/>
                </a:solidFill>
                <a:latin typeface="Apple SD Gothic Neo"/>
                <a:ea typeface="Apple SD Gothic Neo"/>
                <a:cs typeface="Apple SD Gothic Neo"/>
              </a:rPr>
              <a:t>설계안</a:t>
            </a:r>
          </a:p>
        </p:txBody>
      </p:sp>
      <p:sp>
        <p:nvSpPr>
          <p:cNvPr id="10" name="dp41-comparison / n10 / text 1">
            <a:extLst xmlns:a="http://schemas.openxmlformats.org/drawingml/2006/main">
              <a:ext uri="{FF2B5EF4-FFF2-40B4-BE49-F238E27FC236}">
                <a16:creationId xmlns:a16="http://schemas.microsoft.com/office/drawing/2014/main" id="{585983DF-566E-4C38-B669-50D9A0BAAB35}"/>
              </a:ext>
            </a:extLst>
          </p:cNvPr>
          <p:cNvSpPr>
            <a:spLocks xmlns:a="http://schemas.openxmlformats.org/drawingml/2006/main" noGrp="1"/>
          </p:cNvSpPr>
          <p:nvPr/>
        </p:nvSpPr>
        <p:spPr>
          <a:xfrm xmlns:a="http://schemas.openxmlformats.org/drawingml/2006/main">
            <a:off x="1485900" y="1952625"/>
            <a:ext cx="79819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A 모델 주도 해석</a:t>
            </a:r>
          </a:p>
        </p:txBody>
      </p:sp>
      <p:sp>
        <p:nvSpPr>
          <p:cNvPr id="11" name="dp41-comparison / n11 / text 1">
            <a:extLst xmlns:a="http://schemas.openxmlformats.org/drawingml/2006/main">
              <a:ext uri="{FF2B5EF4-FFF2-40B4-BE49-F238E27FC236}">
                <a16:creationId xmlns:a16="http://schemas.microsoft.com/office/drawing/2014/main" id="{E7853367-9C32-467D-82AA-95224C259C10}"/>
              </a:ext>
            </a:extLst>
          </p:cNvPr>
          <p:cNvSpPr>
            <a:spLocks xmlns:a="http://schemas.openxmlformats.org/drawingml/2006/main" noGrp="1"/>
          </p:cNvSpPr>
          <p:nvPr/>
        </p:nvSpPr>
        <p:spPr>
          <a:xfrm xmlns:a="http://schemas.openxmlformats.org/drawingml/2006/main">
            <a:off x="9772650" y="1952625"/>
            <a:ext cx="79819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B 모델 요청 틀과 코드 주도 완성</a:t>
            </a:r>
          </a:p>
        </p:txBody>
      </p:sp>
      <p:sp>
        <p:nvSpPr>
          <p:cNvPr id="12" name="dp41-comparison / n12 / path">
            <a:extLst xmlns:a="http://schemas.openxmlformats.org/drawingml/2006/main">
              <a:ext uri="{FF2B5EF4-FFF2-40B4-BE49-F238E27FC236}">
                <a16:creationId xmlns:a16="http://schemas.microsoft.com/office/drawing/2014/main" id="{D1FD6DAB-5225-47AE-8D64-AEE11C123FA3}"/>
              </a:ext>
            </a:extLst>
          </p:cNvPr>
          <p:cNvSpPr>
            <a:spLocks xmlns:a="http://schemas.openxmlformats.org/drawingml/2006/main" noGrp="1"/>
          </p:cNvSpPr>
          <p:nvPr/>
        </p:nvSpPr>
        <p:spPr>
          <a:xfrm xmlns:a="http://schemas.openxmlformats.org/drawingml/2006/main">
            <a:off x="9620250" y="1857375"/>
            <a:ext cx="953" cy="5715000"/>
          </a:xfrm>
          <a:custGeom xmlns:a="http://schemas.openxmlformats.org/drawingml/2006/main">
            <a:pathLst>
              <a:path w="953" h="5715000">
                <a:moveTo>
                  <a:pt x="0" y="0"/>
                </a:moveTo>
                <a:lnTo>
                  <a:pt x="0" y="5715000"/>
                </a:lnTo>
              </a:path>
            </a:pathLst>
          </a:custGeom>
          <a:noFill xmlns:a="http://schemas.openxmlformats.org/drawingml/2006/main"/>
          <a:ln xmlns:a="http://schemas.openxmlformats.org/drawingml/2006/main" w="19050">
            <a:solidFill>
              <a:srgbClr val="CDD6DE"/>
            </a:solidFill>
            <a:prstDash val="solid"/>
          </a:ln>
        </p:spPr>
      </p:sp>
      <p:sp>
        <p:nvSpPr>
          <p:cNvPr id="13" name="dp41-comparison / n13 / path">
            <a:extLst xmlns:a="http://schemas.openxmlformats.org/drawingml/2006/main">
              <a:ext uri="{FF2B5EF4-FFF2-40B4-BE49-F238E27FC236}">
                <a16:creationId xmlns:a16="http://schemas.microsoft.com/office/drawing/2014/main" id="{E5320C3F-E4C6-45A7-A5A1-E87B655DD462}"/>
              </a:ext>
            </a:extLst>
          </p:cNvPr>
          <p:cNvSpPr>
            <a:spLocks xmlns:a="http://schemas.openxmlformats.org/drawingml/2006/main" noGrp="1"/>
          </p:cNvSpPr>
          <p:nvPr/>
        </p:nvSpPr>
        <p:spPr>
          <a:xfrm xmlns:a="http://schemas.openxmlformats.org/drawingml/2006/main">
            <a:off x="381000" y="75723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14" name="dp41-comparison / n14 / text 1">
            <a:extLst xmlns:a="http://schemas.openxmlformats.org/drawingml/2006/main">
              <a:ext uri="{FF2B5EF4-FFF2-40B4-BE49-F238E27FC236}">
                <a16:creationId xmlns:a16="http://schemas.microsoft.com/office/drawing/2014/main" id="{2EDC95E4-FE49-4CB9-93C0-C4C8AF89F62C}"/>
              </a:ext>
            </a:extLst>
          </p:cNvPr>
          <p:cNvSpPr>
            <a:spLocks xmlns:a="http://schemas.openxmlformats.org/drawingml/2006/main" noGrp="1"/>
          </p:cNvSpPr>
          <p:nvPr/>
        </p:nvSpPr>
        <p:spPr>
          <a:xfrm xmlns:a="http://schemas.openxmlformats.org/drawingml/2006/main">
            <a:off x="400050" y="7715250"/>
            <a:ext cx="17526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공통 후속 처리: Request Controller가 현재성/권한을 검증하고 저장 후 채택한다. 이어 응답 또는 업무 위임을 진행한다.</a:t>
            </a:r>
          </a:p>
        </p:txBody>
      </p:sp>
      <p:sp>
        <p:nvSpPr>
          <p:cNvPr id="15" name="dp41-comparison / n15 / text 1">
            <a:extLst xmlns:a="http://schemas.openxmlformats.org/drawingml/2006/main">
              <a:ext uri="{FF2B5EF4-FFF2-40B4-BE49-F238E27FC236}">
                <a16:creationId xmlns:a16="http://schemas.microsoft.com/office/drawing/2014/main" id="{A071E2BC-F2F4-4B70-89DE-E576FE958366}"/>
              </a:ext>
            </a:extLst>
          </p:cNvPr>
          <p:cNvSpPr>
            <a:spLocks xmlns:a="http://schemas.openxmlformats.org/drawingml/2006/main" noGrp="1"/>
          </p:cNvSpPr>
          <p:nvPr/>
        </p:nvSpPr>
        <p:spPr>
          <a:xfrm xmlns:a="http://schemas.openxmlformats.org/drawingml/2006/main">
            <a:off x="400050" y="8001000"/>
            <a:ext cx="17526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반복 종료: 완성 의미 제안 / 확인 질문 대기 / 실패 / 취소 / 한도 도달. 질문 답변 뒤 다시 해석한다. 무한 반복을 허용하지 않는다.</a:t>
            </a:r>
          </a:p>
        </p:txBody>
      </p:sp>
      <p:sp>
        <p:nvSpPr>
          <p:cNvPr id="16" name="dp41-comparison / n16 / path">
            <a:extLst xmlns:a="http://schemas.openxmlformats.org/drawingml/2006/main">
              <a:ext uri="{FF2B5EF4-FFF2-40B4-BE49-F238E27FC236}">
                <a16:creationId xmlns:a16="http://schemas.microsoft.com/office/drawing/2014/main" id="{AE0C5892-45A9-41E1-A496-5B2EE7A6EE25}"/>
              </a:ext>
            </a:extLst>
          </p:cNvPr>
          <p:cNvSpPr>
            <a:spLocks xmlns:a="http://schemas.openxmlformats.org/drawingml/2006/main" noGrp="1"/>
          </p:cNvSpPr>
          <p:nvPr/>
        </p:nvSpPr>
        <p:spPr>
          <a:xfrm xmlns:a="http://schemas.openxmlformats.org/drawingml/2006/main">
            <a:off x="381000" y="83343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17" name="dp41-comparison / n17 / text 1">
            <a:extLst xmlns:a="http://schemas.openxmlformats.org/drawingml/2006/main">
              <a:ext uri="{FF2B5EF4-FFF2-40B4-BE49-F238E27FC236}">
                <a16:creationId xmlns:a16="http://schemas.microsoft.com/office/drawing/2014/main" id="{06ECC3B7-627F-4ADC-9FEB-C640E62D644C}"/>
              </a:ext>
            </a:extLst>
          </p:cNvPr>
          <p:cNvSpPr>
            <a:spLocks xmlns:a="http://schemas.openxmlformats.org/drawingml/2006/main" noGrp="1"/>
          </p:cNvSpPr>
          <p:nvPr/>
        </p:nvSpPr>
        <p:spPr>
          <a:xfrm xmlns:a="http://schemas.openxmlformats.org/drawingml/2006/main">
            <a:off x="400050" y="8410575"/>
            <a:ext cx="23336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정확성 / 지원 범위</a:t>
            </a:r>
          </a:p>
        </p:txBody>
      </p:sp>
      <p:sp>
        <p:nvSpPr>
          <p:cNvPr id="18" name="dp41-comparison / n18 / text 1">
            <a:extLst xmlns:a="http://schemas.openxmlformats.org/drawingml/2006/main">
              <a:ext uri="{FF2B5EF4-FFF2-40B4-BE49-F238E27FC236}">
                <a16:creationId xmlns:a16="http://schemas.microsoft.com/office/drawing/2014/main" id="{FB8FE673-0064-4245-AADC-D01E6CCD2AF2}"/>
              </a:ext>
            </a:extLst>
          </p:cNvPr>
          <p:cNvSpPr>
            <a:spLocks xmlns:a="http://schemas.openxmlformats.org/drawingml/2006/main" noGrp="1"/>
          </p:cNvSpPr>
          <p:nvPr/>
        </p:nvSpPr>
        <p:spPr>
          <a:xfrm xmlns:a="http://schemas.openxmlformats.org/drawingml/2006/main">
            <a:off x="2857500" y="8410575"/>
            <a:ext cx="6858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열린 의미를 함께 판단 / 검색 누락과 모델 오판 가능</a:t>
            </a:r>
          </a:p>
        </p:txBody>
      </p:sp>
      <p:sp>
        <p:nvSpPr>
          <p:cNvPr id="19" name="dp41-comparison / n19 / text 1">
            <a:extLst xmlns:a="http://schemas.openxmlformats.org/drawingml/2006/main">
              <a:ext uri="{FF2B5EF4-FFF2-40B4-BE49-F238E27FC236}">
                <a16:creationId xmlns:a16="http://schemas.microsoft.com/office/drawing/2014/main" id="{A998CB58-B19F-454B-BB4D-D635C5622F05}"/>
              </a:ext>
            </a:extLst>
          </p:cNvPr>
          <p:cNvSpPr>
            <a:spLocks xmlns:a="http://schemas.openxmlformats.org/drawingml/2006/main" noGrp="1"/>
          </p:cNvSpPr>
          <p:nvPr/>
        </p:nvSpPr>
        <p:spPr>
          <a:xfrm xmlns:a="http://schemas.openxmlformats.org/drawingml/2006/main">
            <a:off x="10001250" y="8410575"/>
            <a:ext cx="7810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지원 관계의 코드 결합 / 틀 오류와 표현 밖 관계의 한계</a:t>
            </a:r>
          </a:p>
        </p:txBody>
      </p:sp>
      <p:sp>
        <p:nvSpPr>
          <p:cNvPr id="20" name="dp41-comparison / n20 / path">
            <a:extLst xmlns:a="http://schemas.openxmlformats.org/drawingml/2006/main">
              <a:ext uri="{FF2B5EF4-FFF2-40B4-BE49-F238E27FC236}">
                <a16:creationId xmlns:a16="http://schemas.microsoft.com/office/drawing/2014/main" id="{62F51D04-7862-448B-889F-A603BD51F337}"/>
              </a:ext>
            </a:extLst>
          </p:cNvPr>
          <p:cNvSpPr>
            <a:spLocks xmlns:a="http://schemas.openxmlformats.org/drawingml/2006/main" noGrp="1"/>
          </p:cNvSpPr>
          <p:nvPr/>
        </p:nvSpPr>
        <p:spPr>
          <a:xfrm xmlns:a="http://schemas.openxmlformats.org/drawingml/2006/main">
            <a:off x="381000" y="86582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1" name="dp41-comparison / n21 / text 1">
            <a:extLst xmlns:a="http://schemas.openxmlformats.org/drawingml/2006/main">
              <a:ext uri="{FF2B5EF4-FFF2-40B4-BE49-F238E27FC236}">
                <a16:creationId xmlns:a16="http://schemas.microsoft.com/office/drawing/2014/main" id="{C90B3D59-D344-4717-BDF3-16BF208C1F1E}"/>
              </a:ext>
            </a:extLst>
          </p:cNvPr>
          <p:cNvSpPr>
            <a:spLocks xmlns:a="http://schemas.openxmlformats.org/drawingml/2006/main" noGrp="1"/>
          </p:cNvSpPr>
          <p:nvPr/>
        </p:nvSpPr>
        <p:spPr>
          <a:xfrm xmlns:a="http://schemas.openxmlformats.org/drawingml/2006/main">
            <a:off x="400050" y="8734425"/>
            <a:ext cx="23336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응답성</a:t>
            </a:r>
          </a:p>
        </p:txBody>
      </p:sp>
      <p:sp>
        <p:nvSpPr>
          <p:cNvPr id="22" name="dp41-comparison / n22 / text 1">
            <a:extLst xmlns:a="http://schemas.openxmlformats.org/drawingml/2006/main">
              <a:ext uri="{FF2B5EF4-FFF2-40B4-BE49-F238E27FC236}">
                <a16:creationId xmlns:a16="http://schemas.microsoft.com/office/drawing/2014/main" id="{E1D6E06C-7207-4873-8B67-A16536B4CC00}"/>
              </a:ext>
            </a:extLst>
          </p:cNvPr>
          <p:cNvSpPr>
            <a:spLocks xmlns:a="http://schemas.openxmlformats.org/drawingml/2006/main" noGrp="1"/>
          </p:cNvSpPr>
          <p:nvPr/>
        </p:nvSpPr>
        <p:spPr>
          <a:xfrm xmlns:a="http://schemas.openxmlformats.org/drawingml/2006/main">
            <a:off x="2857500" y="8734425"/>
            <a:ext cx="6858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조회 후 재판단마다 클라우드 왕복 / 부분 수정 허용</a:t>
            </a:r>
          </a:p>
        </p:txBody>
      </p:sp>
      <p:sp>
        <p:nvSpPr>
          <p:cNvPr id="23" name="dp41-comparison / n23 / text 1">
            <a:extLst xmlns:a="http://schemas.openxmlformats.org/drawingml/2006/main">
              <a:ext uri="{FF2B5EF4-FFF2-40B4-BE49-F238E27FC236}">
                <a16:creationId xmlns:a16="http://schemas.microsoft.com/office/drawing/2014/main" id="{CF013D21-1480-4CD0-A221-F59E1DC6FDCF}"/>
              </a:ext>
            </a:extLst>
          </p:cNvPr>
          <p:cNvSpPr>
            <a:spLocks xmlns:a="http://schemas.openxmlformats.org/drawingml/2006/main" noGrp="1"/>
          </p:cNvSpPr>
          <p:nvPr/>
        </p:nvSpPr>
        <p:spPr>
          <a:xfrm xmlns:a="http://schemas.openxmlformats.org/drawingml/2006/main">
            <a:off x="10001250" y="8734425"/>
            <a:ext cx="7810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지원 틀이 충분하면 재판단 축소 / 추가 해석과 질문 대기</a:t>
            </a:r>
          </a:p>
        </p:txBody>
      </p:sp>
      <p:sp>
        <p:nvSpPr>
          <p:cNvPr id="24" name="dp41-comparison / n24 / path">
            <a:extLst xmlns:a="http://schemas.openxmlformats.org/drawingml/2006/main">
              <a:ext uri="{FF2B5EF4-FFF2-40B4-BE49-F238E27FC236}">
                <a16:creationId xmlns:a16="http://schemas.microsoft.com/office/drawing/2014/main" id="{9DFDC46B-20DF-4043-ADE3-28582D76483E}"/>
              </a:ext>
            </a:extLst>
          </p:cNvPr>
          <p:cNvSpPr>
            <a:spLocks xmlns:a="http://schemas.openxmlformats.org/drawingml/2006/main" noGrp="1"/>
          </p:cNvSpPr>
          <p:nvPr/>
        </p:nvSpPr>
        <p:spPr>
          <a:xfrm xmlns:a="http://schemas.openxmlformats.org/drawingml/2006/main">
            <a:off x="381000" y="89820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5" name="dp41-comparison / n25 / text 1">
            <a:extLst xmlns:a="http://schemas.openxmlformats.org/drawingml/2006/main">
              <a:ext uri="{FF2B5EF4-FFF2-40B4-BE49-F238E27FC236}">
                <a16:creationId xmlns:a16="http://schemas.microsoft.com/office/drawing/2014/main" id="{63E3A768-7353-46BD-BE61-9546E136053B}"/>
              </a:ext>
            </a:extLst>
          </p:cNvPr>
          <p:cNvSpPr>
            <a:spLocks xmlns:a="http://schemas.openxmlformats.org/drawingml/2006/main" noGrp="1"/>
          </p:cNvSpPr>
          <p:nvPr/>
        </p:nvSpPr>
        <p:spPr>
          <a:xfrm xmlns:a="http://schemas.openxmlformats.org/drawingml/2006/main">
            <a:off x="400050" y="9058275"/>
            <a:ext cx="23336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모델 호출 비용</a:t>
            </a:r>
          </a:p>
        </p:txBody>
      </p:sp>
      <p:sp>
        <p:nvSpPr>
          <p:cNvPr id="26" name="dp41-comparison / n26 / text 1">
            <a:extLst xmlns:a="http://schemas.openxmlformats.org/drawingml/2006/main">
              <a:ext uri="{FF2B5EF4-FFF2-40B4-BE49-F238E27FC236}">
                <a16:creationId xmlns:a16="http://schemas.microsoft.com/office/drawing/2014/main" id="{102F79FF-1675-4E7B-9C1E-A66FB44D8EBC}"/>
              </a:ext>
            </a:extLst>
          </p:cNvPr>
          <p:cNvSpPr>
            <a:spLocks xmlns:a="http://schemas.openxmlformats.org/drawingml/2006/main" noGrp="1"/>
          </p:cNvSpPr>
          <p:nvPr/>
        </p:nvSpPr>
        <p:spPr>
          <a:xfrm xmlns:a="http://schemas.openxmlformats.org/drawingml/2006/main">
            <a:off x="2857500" y="9058275"/>
            <a:ext cx="6858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반복 해석과 긴 Context가 비용 증가 요인</a:t>
            </a:r>
          </a:p>
        </p:txBody>
      </p:sp>
      <p:sp>
        <p:nvSpPr>
          <p:cNvPr id="27" name="dp41-comparison / n27 / text 1">
            <a:extLst xmlns:a="http://schemas.openxmlformats.org/drawingml/2006/main">
              <a:ext uri="{FF2B5EF4-FFF2-40B4-BE49-F238E27FC236}">
                <a16:creationId xmlns:a16="http://schemas.microsoft.com/office/drawing/2014/main" id="{74CA2568-D139-4D82-9F36-3EE1D33993A3}"/>
              </a:ext>
            </a:extLst>
          </p:cNvPr>
          <p:cNvSpPr>
            <a:spLocks xmlns:a="http://schemas.openxmlformats.org/drawingml/2006/main" noGrp="1"/>
          </p:cNvSpPr>
          <p:nvPr/>
        </p:nvSpPr>
        <p:spPr>
          <a:xfrm xmlns:a="http://schemas.openxmlformats.org/drawingml/2006/main">
            <a:off x="10001250" y="9058275"/>
            <a:ext cx="7810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초기 틀 + 필요한 부분 해석 / 항상 1회라는 전제 없음</a:t>
            </a:r>
          </a:p>
        </p:txBody>
      </p:sp>
      <p:sp>
        <p:nvSpPr>
          <p:cNvPr id="28" name="dp41-comparison / n28 / path">
            <a:extLst xmlns:a="http://schemas.openxmlformats.org/drawingml/2006/main">
              <a:ext uri="{FF2B5EF4-FFF2-40B4-BE49-F238E27FC236}">
                <a16:creationId xmlns:a16="http://schemas.microsoft.com/office/drawing/2014/main" id="{A2ACE2BF-B0D2-4C3F-82ED-0FF25E684CE2}"/>
              </a:ext>
            </a:extLst>
          </p:cNvPr>
          <p:cNvSpPr>
            <a:spLocks xmlns:a="http://schemas.openxmlformats.org/drawingml/2006/main" noGrp="1"/>
          </p:cNvSpPr>
          <p:nvPr/>
        </p:nvSpPr>
        <p:spPr>
          <a:xfrm xmlns:a="http://schemas.openxmlformats.org/drawingml/2006/main">
            <a:off x="381000" y="93059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9" name="dp41-comparison / n29 / text 1">
            <a:extLst xmlns:a="http://schemas.openxmlformats.org/drawingml/2006/main">
              <a:ext uri="{FF2B5EF4-FFF2-40B4-BE49-F238E27FC236}">
                <a16:creationId xmlns:a16="http://schemas.microsoft.com/office/drawing/2014/main" id="{1079ECFC-2810-45B9-A4F3-414AE43832A0}"/>
              </a:ext>
            </a:extLst>
          </p:cNvPr>
          <p:cNvSpPr>
            <a:spLocks xmlns:a="http://schemas.openxmlformats.org/drawingml/2006/main" noGrp="1"/>
          </p:cNvSpPr>
          <p:nvPr/>
        </p:nvSpPr>
        <p:spPr>
          <a:xfrm xmlns:a="http://schemas.openxmlformats.org/drawingml/2006/main">
            <a:off x="400050" y="9382125"/>
            <a:ext cx="23336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변경 용이성</a:t>
            </a:r>
          </a:p>
        </p:txBody>
      </p:sp>
      <p:sp>
        <p:nvSpPr>
          <p:cNvPr id="30" name="dp41-comparison / n30 / text 1">
            <a:extLst xmlns:a="http://schemas.openxmlformats.org/drawingml/2006/main">
              <a:ext uri="{FF2B5EF4-FFF2-40B4-BE49-F238E27FC236}">
                <a16:creationId xmlns:a16="http://schemas.microsoft.com/office/drawing/2014/main" id="{6926E1DF-E9C5-4412-AD09-6A364C77D3C8}"/>
              </a:ext>
            </a:extLst>
          </p:cNvPr>
          <p:cNvSpPr>
            <a:spLocks xmlns:a="http://schemas.openxmlformats.org/drawingml/2006/main" noGrp="1"/>
          </p:cNvSpPr>
          <p:nvPr/>
        </p:nvSpPr>
        <p:spPr>
          <a:xfrm xmlns:a="http://schemas.openxmlformats.org/drawingml/2006/main">
            <a:off x="2857500" y="9382125"/>
            <a:ext cx="6858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새 관계는 모델 지침/조회 도구 변경 가능</a:t>
            </a:r>
          </a:p>
        </p:txBody>
      </p:sp>
      <p:sp>
        <p:nvSpPr>
          <p:cNvPr id="31" name="dp41-comparison / n31 / text 1">
            <a:extLst xmlns:a="http://schemas.openxmlformats.org/drawingml/2006/main">
              <a:ext uri="{FF2B5EF4-FFF2-40B4-BE49-F238E27FC236}">
                <a16:creationId xmlns:a16="http://schemas.microsoft.com/office/drawing/2014/main" id="{12A1C72B-E1F3-4B02-9C37-6D914C427256}"/>
              </a:ext>
            </a:extLst>
          </p:cNvPr>
          <p:cNvSpPr>
            <a:spLocks xmlns:a="http://schemas.openxmlformats.org/drawingml/2006/main" noGrp="1"/>
          </p:cNvSpPr>
          <p:nvPr/>
        </p:nvSpPr>
        <p:spPr>
          <a:xfrm xmlns:a="http://schemas.openxmlformats.org/drawingml/2006/main">
            <a:off x="10001250" y="9382125"/>
            <a:ext cx="7810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요청 틀과 코드 규칙 확장 / 기존 지원 관계는 코드 제어</a:t>
            </a:r>
          </a:p>
        </p:txBody>
      </p:sp>
      <p:sp>
        <p:nvSpPr>
          <p:cNvPr id="32" name="dp41-comparison / n32 / text 1">
            <a:extLst xmlns:a="http://schemas.openxmlformats.org/drawingml/2006/main">
              <a:ext uri="{FF2B5EF4-FFF2-40B4-BE49-F238E27FC236}">
                <a16:creationId xmlns:a16="http://schemas.microsoft.com/office/drawing/2014/main" id="{45125DD6-B6C4-47B2-89C0-32F532E3A189}"/>
              </a:ext>
            </a:extLst>
          </p:cNvPr>
          <p:cNvSpPr>
            <a:spLocks xmlns:a="http://schemas.openxmlformats.org/drawingml/2006/main" noGrp="1"/>
          </p:cNvSpPr>
          <p:nvPr/>
        </p:nvSpPr>
        <p:spPr>
          <a:xfrm xmlns:a="http://schemas.openxmlformats.org/drawingml/2006/main">
            <a:off x="381000" y="9829800"/>
            <a:ext cx="17526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미선정 / 미측정. B도 부분 의미 판단을 다시 호출할 수 있다. 새 관계의 지원 범위와 질문 비용을 함께 비교한다.</a:t>
            </a:r>
          </a:p>
        </p:txBody>
      </p:sp>
      <p:sp>
        <p:nvSpPr>
          <p:cNvPr id="33" name="dp41-comparison / n33 / text 1">
            <a:extLst xmlns:a="http://schemas.openxmlformats.org/drawingml/2006/main">
              <a:ext uri="{FF2B5EF4-FFF2-40B4-BE49-F238E27FC236}">
                <a16:creationId xmlns:a16="http://schemas.microsoft.com/office/drawing/2014/main" id="{3C480C16-F88A-4BDE-A33F-820C537B2093}"/>
              </a:ext>
            </a:extLst>
          </p:cNvPr>
          <p:cNvSpPr>
            <a:spLocks xmlns:a="http://schemas.openxmlformats.org/drawingml/2006/main" noGrp="1"/>
          </p:cNvSpPr>
          <p:nvPr/>
        </p:nvSpPr>
        <p:spPr>
          <a:xfrm xmlns:a="http://schemas.openxmlformats.org/drawingml/2006/main">
            <a:off x="381000" y="10096500"/>
            <a:ext cx="175260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5F6B77"/>
                </a:solidFill>
                <a:latin typeface="Apple SD Gothic Neo"/>
                <a:ea typeface="Apple SD Gothic Neo"/>
                <a:cs typeface="Apple SD Gothic Neo"/>
              </a:defRPr>
            </a:pPr>
            <a:r>
              <a:rPr sz="1050" b="0">
                <a:solidFill>
                  <a:srgbClr val="5F6B77"/>
                </a:solidFill>
                <a:latin typeface="Apple SD Gothic Neo"/>
                <a:ea typeface="Apple SD Gothic Neo"/>
                <a:cs typeface="Apple SD Gothic Neo"/>
              </a:rPr>
              <a:t>A도 정해진 형식으로 출력 가능 / B도 추가 모델 호출 가능 / 코드로 연결했다고 의미가 항상 옳은 것은 아님 / 품질/비용은 측정 전 가설</a:t>
            </a:r>
          </a:p>
        </p:txBody>
      </p:sp>
      <p:sp>
        <p:nvSpPr>
          <p:cNvPr id="34" name="dp41-comparison / n34">
            <a:extLst xmlns:a="http://schemas.openxmlformats.org/drawingml/2006/main">
              <a:ext uri="{FF2B5EF4-FFF2-40B4-BE49-F238E27FC236}">
                <a16:creationId xmlns:a16="http://schemas.microsoft.com/office/drawing/2014/main" id="{B0719BF4-B00E-4904-9019-2101C14D97AD}"/>
              </a:ext>
            </a:extLst>
          </p:cNvPr>
          <p:cNvSpPr>
            <a:spLocks xmlns:a="http://schemas.openxmlformats.org/drawingml/2006/main" noGrp="1"/>
          </p:cNvSpPr>
          <p:nvPr/>
        </p:nvSpPr>
        <p:spPr>
          <a:xfrm xmlns:a="http://schemas.openxmlformats.org/drawingml/2006/main">
            <a:off x="447675" y="3257550"/>
            <a:ext cx="819150" cy="42576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35" name="dp41-comparison / n35 / text 1">
            <a:extLst xmlns:a="http://schemas.openxmlformats.org/drawingml/2006/main">
              <a:ext uri="{FF2B5EF4-FFF2-40B4-BE49-F238E27FC236}">
                <a16:creationId xmlns:a16="http://schemas.microsoft.com/office/drawing/2014/main" id="{DDFEAE23-9985-46CE-8853-0B09782CE924}"/>
              </a:ext>
            </a:extLst>
          </p:cNvPr>
          <p:cNvSpPr>
            <a:spLocks xmlns:a="http://schemas.openxmlformats.org/drawingml/2006/main" noGrp="1"/>
          </p:cNvSpPr>
          <p:nvPr/>
        </p:nvSpPr>
        <p:spPr>
          <a:xfrm xmlns:a="http://schemas.openxmlformats.org/drawingml/2006/main">
            <a:off x="466725" y="3343275"/>
            <a:ext cx="781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Legend</a:t>
            </a:r>
          </a:p>
        </p:txBody>
      </p:sp>
      <p:sp>
        <p:nvSpPr>
          <p:cNvPr id="36" name="dp41-comparison / n36">
            <a:extLst xmlns:a="http://schemas.openxmlformats.org/drawingml/2006/main">
              <a:ext uri="{FF2B5EF4-FFF2-40B4-BE49-F238E27FC236}">
                <a16:creationId xmlns:a16="http://schemas.microsoft.com/office/drawing/2014/main" id="{F3D75A18-F4E9-42AC-9E8C-528E63BC69BD}"/>
              </a:ext>
            </a:extLst>
          </p:cNvPr>
          <p:cNvSpPr>
            <a:spLocks xmlns:a="http://schemas.openxmlformats.org/drawingml/2006/main" noGrp="1"/>
          </p:cNvSpPr>
          <p:nvPr/>
        </p:nvSpPr>
        <p:spPr>
          <a:xfrm xmlns:a="http://schemas.openxmlformats.org/drawingml/2006/main">
            <a:off x="504825" y="3609975"/>
            <a:ext cx="7048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37" name="dp41-comparison / n37 / text 1">
            <a:extLst xmlns:a="http://schemas.openxmlformats.org/drawingml/2006/main">
              <a:ext uri="{FF2B5EF4-FFF2-40B4-BE49-F238E27FC236}">
                <a16:creationId xmlns:a16="http://schemas.microsoft.com/office/drawing/2014/main" id="{2D7148A0-EBA4-423A-8D39-793C76C3D2E0}"/>
              </a:ext>
            </a:extLst>
          </p:cNvPr>
          <p:cNvSpPr>
            <a:spLocks xmlns:a="http://schemas.openxmlformats.org/drawingml/2006/main" noGrp="1"/>
          </p:cNvSpPr>
          <p:nvPr/>
        </p:nvSpPr>
        <p:spPr>
          <a:xfrm xmlns:a="http://schemas.openxmlformats.org/drawingml/2006/main">
            <a:off x="590550" y="3676650"/>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Component</a:t>
            </a:r>
          </a:p>
        </p:txBody>
      </p:sp>
      <p:sp>
        <p:nvSpPr>
          <p:cNvPr id="38" name="dp41-comparison / n38 / text 1">
            <a:extLst xmlns:a="http://schemas.openxmlformats.org/drawingml/2006/main">
              <a:ext uri="{FF2B5EF4-FFF2-40B4-BE49-F238E27FC236}">
                <a16:creationId xmlns:a16="http://schemas.microsoft.com/office/drawing/2014/main" id="{242EAEF3-2011-418D-B495-F316932360D5}"/>
              </a:ext>
            </a:extLst>
          </p:cNvPr>
          <p:cNvSpPr>
            <a:spLocks xmlns:a="http://schemas.openxmlformats.org/drawingml/2006/main" noGrp="1"/>
          </p:cNvSpPr>
          <p:nvPr/>
        </p:nvSpPr>
        <p:spPr>
          <a:xfrm xmlns:a="http://schemas.openxmlformats.org/drawingml/2006/main">
            <a:off x="514350" y="389572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논리 책임</a:t>
            </a:r>
          </a:p>
        </p:txBody>
      </p:sp>
      <p:sp>
        <p:nvSpPr>
          <p:cNvPr id="39" name="dp41-comparison / n39">
            <a:extLst xmlns:a="http://schemas.openxmlformats.org/drawingml/2006/main">
              <a:ext uri="{FF2B5EF4-FFF2-40B4-BE49-F238E27FC236}">
                <a16:creationId xmlns:a16="http://schemas.microsoft.com/office/drawing/2014/main" id="{5A218C19-DACD-44BD-B139-F4EEF2F113B5}"/>
              </a:ext>
            </a:extLst>
          </p:cNvPr>
          <p:cNvSpPr>
            <a:spLocks xmlns:a="http://schemas.openxmlformats.org/drawingml/2006/main" noGrp="1"/>
          </p:cNvSpPr>
          <p:nvPr/>
        </p:nvSpPr>
        <p:spPr>
          <a:xfrm xmlns:a="http://schemas.openxmlformats.org/drawingml/2006/main">
            <a:off x="504825" y="4171950"/>
            <a:ext cx="704850" cy="257175"/>
          </a:xfrm>
          <a:prstGeom xmlns:a="http://schemas.openxmlformats.org/drawingml/2006/main" prst="roundRect">
            <a:avLst>
              <a:gd name="adj" fmla="val 29630"/>
            </a:avLst>
          </a:prstGeom>
          <a:solidFill xmlns:a="http://schemas.openxmlformats.org/drawingml/2006/main">
            <a:srgbClr val="FFFFFF"/>
          </a:solidFill>
          <a:ln xmlns:a="http://schemas.openxmlformats.org/drawingml/2006/main" w="9525">
            <a:solidFill>
              <a:srgbClr val="000000"/>
            </a:solidFill>
            <a:prstDash val="solid"/>
          </a:ln>
        </p:spPr>
      </p:sp>
      <p:sp>
        <p:nvSpPr>
          <p:cNvPr id="40" name="dp41-comparison / n40 / text 1">
            <a:extLst xmlns:a="http://schemas.openxmlformats.org/drawingml/2006/main">
              <a:ext uri="{FF2B5EF4-FFF2-40B4-BE49-F238E27FC236}">
                <a16:creationId xmlns:a16="http://schemas.microsoft.com/office/drawing/2014/main" id="{9D8DDA99-CEFF-46E0-8E19-58AC33DF3DA7}"/>
              </a:ext>
            </a:extLst>
          </p:cNvPr>
          <p:cNvSpPr>
            <a:spLocks xmlns:a="http://schemas.openxmlformats.org/drawingml/2006/main" noGrp="1"/>
          </p:cNvSpPr>
          <p:nvPr/>
        </p:nvSpPr>
        <p:spPr>
          <a:xfrm xmlns:a="http://schemas.openxmlformats.org/drawingml/2006/main">
            <a:off x="590550" y="4238625"/>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Module</a:t>
            </a:r>
          </a:p>
        </p:txBody>
      </p:sp>
      <p:sp>
        <p:nvSpPr>
          <p:cNvPr id="41" name="dp41-comparison / n41 / text 1">
            <a:extLst xmlns:a="http://schemas.openxmlformats.org/drawingml/2006/main">
              <a:ext uri="{FF2B5EF4-FFF2-40B4-BE49-F238E27FC236}">
                <a16:creationId xmlns:a16="http://schemas.microsoft.com/office/drawing/2014/main" id="{CF2CE4E2-DCF5-45F8-B367-9ABF2110ACFE}"/>
              </a:ext>
            </a:extLst>
          </p:cNvPr>
          <p:cNvSpPr>
            <a:spLocks xmlns:a="http://schemas.openxmlformats.org/drawingml/2006/main" noGrp="1"/>
          </p:cNvSpPr>
          <p:nvPr/>
        </p:nvSpPr>
        <p:spPr>
          <a:xfrm xmlns:a="http://schemas.openxmlformats.org/drawingml/2006/main">
            <a:off x="514350" y="445770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내부 구현</a:t>
            </a:r>
          </a:p>
        </p:txBody>
      </p:sp>
      <p:sp>
        <p:nvSpPr>
          <p:cNvPr id="42" name="dp41-comparison / n42">
            <a:extLst xmlns:a="http://schemas.openxmlformats.org/drawingml/2006/main">
              <a:ext uri="{FF2B5EF4-FFF2-40B4-BE49-F238E27FC236}">
                <a16:creationId xmlns:a16="http://schemas.microsoft.com/office/drawing/2014/main" id="{48D9D6D7-D744-4549-83A4-235FC4BD0941}"/>
              </a:ext>
            </a:extLst>
          </p:cNvPr>
          <p:cNvSpPr>
            <a:spLocks xmlns:a="http://schemas.openxmlformats.org/drawingml/2006/main" noGrp="1"/>
          </p:cNvSpPr>
          <p:nvPr/>
        </p:nvSpPr>
        <p:spPr>
          <a:xfrm xmlns:a="http://schemas.openxmlformats.org/drawingml/2006/main">
            <a:off x="504825" y="4733925"/>
            <a:ext cx="704850" cy="257175"/>
          </a:xfrm>
          <a:custGeom xmlns:a="http://schemas.openxmlformats.org/drawingml/2006/main">
            <a:pathLst>
              <a:path w="704850" h="257175">
                <a:moveTo>
                  <a:pt x="0" y="0"/>
                </a:moveTo>
                <a:lnTo>
                  <a:pt x="533400" y="0"/>
                </a:lnTo>
                <a:lnTo>
                  <a:pt x="704850" y="171450"/>
                </a:lnTo>
                <a:lnTo>
                  <a:pt x="704850" y="257175"/>
                </a:lnTo>
                <a:lnTo>
                  <a:pt x="0" y="25717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43" name="dp41-comparison / n42 / fold">
            <a:extLst xmlns:a="http://schemas.openxmlformats.org/drawingml/2006/main">
              <a:ext uri="{FF2B5EF4-FFF2-40B4-BE49-F238E27FC236}">
                <a16:creationId xmlns:a16="http://schemas.microsoft.com/office/drawing/2014/main" id="{0C815BC8-F9DF-4B1A-A26D-3C529D07399A}"/>
              </a:ext>
            </a:extLst>
          </p:cNvPr>
          <p:cNvSpPr>
            <a:spLocks xmlns:a="http://schemas.openxmlformats.org/drawingml/2006/main" noGrp="1"/>
          </p:cNvSpPr>
          <p:nvPr/>
        </p:nvSpPr>
        <p:spPr>
          <a:xfrm xmlns:a="http://schemas.openxmlformats.org/drawingml/2006/main">
            <a:off x="1038225" y="47339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44" name="dp41-comparison / n43 / text 1">
            <a:extLst xmlns:a="http://schemas.openxmlformats.org/drawingml/2006/main">
              <a:ext uri="{FF2B5EF4-FFF2-40B4-BE49-F238E27FC236}">
                <a16:creationId xmlns:a16="http://schemas.microsoft.com/office/drawing/2014/main" id="{8A95D421-739B-4A36-8520-BE25259495FD}"/>
              </a:ext>
            </a:extLst>
          </p:cNvPr>
          <p:cNvSpPr>
            <a:spLocks xmlns:a="http://schemas.openxmlformats.org/drawingml/2006/main" noGrp="1"/>
          </p:cNvSpPr>
          <p:nvPr/>
        </p:nvSpPr>
        <p:spPr>
          <a:xfrm xmlns:a="http://schemas.openxmlformats.org/drawingml/2006/main">
            <a:off x="523875" y="4800600"/>
            <a:ext cx="666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Data</a:t>
            </a:r>
          </a:p>
        </p:txBody>
      </p:sp>
      <p:sp>
        <p:nvSpPr>
          <p:cNvPr id="45" name="dp41-comparison / n44 / text 1">
            <a:extLst xmlns:a="http://schemas.openxmlformats.org/drawingml/2006/main">
              <a:ext uri="{FF2B5EF4-FFF2-40B4-BE49-F238E27FC236}">
                <a16:creationId xmlns:a16="http://schemas.microsoft.com/office/drawing/2014/main" id="{EFC9B71A-FF44-4049-A924-24998C5BCA72}"/>
              </a:ext>
            </a:extLst>
          </p:cNvPr>
          <p:cNvSpPr>
            <a:spLocks xmlns:a="http://schemas.openxmlformats.org/drawingml/2006/main" noGrp="1"/>
          </p:cNvSpPr>
          <p:nvPr/>
        </p:nvSpPr>
        <p:spPr>
          <a:xfrm xmlns:a="http://schemas.openxmlformats.org/drawingml/2006/main">
            <a:off x="514350" y="501967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교환 예시</a:t>
            </a:r>
          </a:p>
        </p:txBody>
      </p:sp>
      <p:sp>
        <p:nvSpPr>
          <p:cNvPr id="46" name="dp41-comparison / n45">
            <a:extLst xmlns:a="http://schemas.openxmlformats.org/drawingml/2006/main">
              <a:ext uri="{FF2B5EF4-FFF2-40B4-BE49-F238E27FC236}">
                <a16:creationId xmlns:a16="http://schemas.microsoft.com/office/drawing/2014/main" id="{E15818F5-3745-408D-9EB7-28DAD9C13FBA}"/>
              </a:ext>
            </a:extLst>
          </p:cNvPr>
          <p:cNvSpPr>
            <a:spLocks xmlns:a="http://schemas.openxmlformats.org/drawingml/2006/main" noGrp="1"/>
          </p:cNvSpPr>
          <p:nvPr/>
        </p:nvSpPr>
        <p:spPr>
          <a:xfrm xmlns:a="http://schemas.openxmlformats.org/drawingml/2006/main">
            <a:off x="504825" y="5286375"/>
            <a:ext cx="704850" cy="257175"/>
          </a:xfrm>
          <a:prstGeom xmlns:a="http://schemas.openxmlformats.org/drawingml/2006/main" prst="hexagon">
            <a:avLst/>
          </a:prstGeom>
          <a:solidFill xmlns:a="http://schemas.openxmlformats.org/drawingml/2006/main">
            <a:srgbClr val="FFFFFF"/>
          </a:solidFill>
          <a:ln xmlns:a="http://schemas.openxmlformats.org/drawingml/2006/main" w="9525">
            <a:solidFill>
              <a:srgbClr val="000000"/>
            </a:solidFill>
            <a:prstDash val="solid"/>
          </a:ln>
        </p:spPr>
      </p:sp>
      <p:sp>
        <p:nvSpPr>
          <p:cNvPr id="47" name="dp41-comparison / n46 / text 1">
            <a:extLst xmlns:a="http://schemas.openxmlformats.org/drawingml/2006/main">
              <a:ext uri="{FF2B5EF4-FFF2-40B4-BE49-F238E27FC236}">
                <a16:creationId xmlns:a16="http://schemas.microsoft.com/office/drawing/2014/main" id="{3962E1AA-4353-4F55-ADC9-CDF5A839576F}"/>
              </a:ext>
            </a:extLst>
          </p:cNvPr>
          <p:cNvSpPr>
            <a:spLocks xmlns:a="http://schemas.openxmlformats.org/drawingml/2006/main" noGrp="1"/>
          </p:cNvSpPr>
          <p:nvPr/>
        </p:nvSpPr>
        <p:spPr>
          <a:xfrm xmlns:a="http://schemas.openxmlformats.org/drawingml/2006/main">
            <a:off x="590550" y="5353050"/>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LLM</a:t>
            </a:r>
          </a:p>
        </p:txBody>
      </p:sp>
      <p:sp>
        <p:nvSpPr>
          <p:cNvPr id="48" name="dp41-comparison / n47 / text 1">
            <a:extLst xmlns:a="http://schemas.openxmlformats.org/drawingml/2006/main">
              <a:ext uri="{FF2B5EF4-FFF2-40B4-BE49-F238E27FC236}">
                <a16:creationId xmlns:a16="http://schemas.microsoft.com/office/drawing/2014/main" id="{0099D265-7DBF-4250-ADF5-F8CFBDAEFE61}"/>
              </a:ext>
            </a:extLst>
          </p:cNvPr>
          <p:cNvSpPr>
            <a:spLocks xmlns:a="http://schemas.openxmlformats.org/drawingml/2006/main" noGrp="1"/>
          </p:cNvSpPr>
          <p:nvPr/>
        </p:nvSpPr>
        <p:spPr>
          <a:xfrm xmlns:a="http://schemas.openxmlformats.org/drawingml/2006/main">
            <a:off x="514350" y="557212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외부 모델</a:t>
            </a:r>
          </a:p>
        </p:txBody>
      </p:sp>
      <p:sp>
        <p:nvSpPr>
          <p:cNvPr id="49" name="dp41-comparison / n48">
            <a:extLst xmlns:a="http://schemas.openxmlformats.org/drawingml/2006/main">
              <a:ext uri="{FF2B5EF4-FFF2-40B4-BE49-F238E27FC236}">
                <a16:creationId xmlns:a16="http://schemas.microsoft.com/office/drawing/2014/main" id="{CD48DE4C-DFD1-41FE-835D-2323DD7D52DA}"/>
              </a:ext>
            </a:extLst>
          </p:cNvPr>
          <p:cNvSpPr>
            <a:spLocks xmlns:a="http://schemas.openxmlformats.org/drawingml/2006/main" noGrp="1"/>
          </p:cNvSpPr>
          <p:nvPr/>
        </p:nvSpPr>
        <p:spPr>
          <a:xfrm xmlns:a="http://schemas.openxmlformats.org/drawingml/2006/main">
            <a:off x="504825" y="5848350"/>
            <a:ext cx="704850" cy="257175"/>
          </a:xfrm>
          <a:prstGeom xmlns:a="http://schemas.openxmlformats.org/drawingml/2006/main" prst="roundRect">
            <a:avLst>
              <a:gd name="adj" fmla="val 29630"/>
            </a:avLst>
          </a:prstGeom>
          <a:solidFill xmlns:a="http://schemas.openxmlformats.org/drawingml/2006/main">
            <a:srgbClr val="FFF0DD"/>
          </a:solidFill>
          <a:ln xmlns:a="http://schemas.openxmlformats.org/drawingml/2006/main" w="9525">
            <a:solidFill>
              <a:srgbClr val="B8753F"/>
            </a:solidFill>
            <a:prstDash val="solid"/>
          </a:ln>
        </p:spPr>
      </p:sp>
      <p:sp>
        <p:nvSpPr>
          <p:cNvPr id="50" name="dp41-comparison / n49 / text 1">
            <a:extLst xmlns:a="http://schemas.openxmlformats.org/drawingml/2006/main">
              <a:ext uri="{FF2B5EF4-FFF2-40B4-BE49-F238E27FC236}">
                <a16:creationId xmlns:a16="http://schemas.microsoft.com/office/drawing/2014/main" id="{551CD6A2-9990-4E27-A81D-5FCFE8EDD6CB}"/>
              </a:ext>
            </a:extLst>
          </p:cNvPr>
          <p:cNvSpPr>
            <a:spLocks xmlns:a="http://schemas.openxmlformats.org/drawingml/2006/main" noGrp="1"/>
          </p:cNvSpPr>
          <p:nvPr/>
        </p:nvSpPr>
        <p:spPr>
          <a:xfrm xmlns:a="http://schemas.openxmlformats.org/drawingml/2006/main">
            <a:off x="590550" y="5915025"/>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Module</a:t>
            </a:r>
          </a:p>
        </p:txBody>
      </p:sp>
      <p:sp>
        <p:nvSpPr>
          <p:cNvPr id="51" name="dp41-comparison / n50 / text 1">
            <a:extLst xmlns:a="http://schemas.openxmlformats.org/drawingml/2006/main">
              <a:ext uri="{FF2B5EF4-FFF2-40B4-BE49-F238E27FC236}">
                <a16:creationId xmlns:a16="http://schemas.microsoft.com/office/drawing/2014/main" id="{2575EFB3-48CD-485F-82AF-6B6B2D7052E0}"/>
              </a:ext>
            </a:extLst>
          </p:cNvPr>
          <p:cNvSpPr>
            <a:spLocks xmlns:a="http://schemas.openxmlformats.org/drawingml/2006/main" noGrp="1"/>
          </p:cNvSpPr>
          <p:nvPr/>
        </p:nvSpPr>
        <p:spPr>
          <a:xfrm xmlns:a="http://schemas.openxmlformats.org/drawingml/2006/main">
            <a:off x="514350" y="613410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차이: 살구색</a:t>
            </a:r>
          </a:p>
        </p:txBody>
      </p:sp>
      <p:sp>
        <p:nvSpPr>
          <p:cNvPr id="52" name="dp41-comparison / n51 / path">
            <a:extLst xmlns:a="http://schemas.openxmlformats.org/drawingml/2006/main">
              <a:ext uri="{FF2B5EF4-FFF2-40B4-BE49-F238E27FC236}">
                <a16:creationId xmlns:a16="http://schemas.microsoft.com/office/drawing/2014/main" id="{6DA39E9F-1C0B-4039-919C-39FD4B1E3D35}"/>
              </a:ext>
            </a:extLst>
          </p:cNvPr>
          <p:cNvSpPr>
            <a:spLocks xmlns:a="http://schemas.openxmlformats.org/drawingml/2006/main" noGrp="1"/>
          </p:cNvSpPr>
          <p:nvPr/>
        </p:nvSpPr>
        <p:spPr>
          <a:xfrm xmlns:a="http://schemas.openxmlformats.org/drawingml/2006/main">
            <a:off x="514350" y="6419850"/>
            <a:ext cx="390525" cy="953"/>
          </a:xfrm>
          <a:custGeom xmlns:a="http://schemas.openxmlformats.org/drawingml/2006/main">
            <a:pathLst>
              <a:path w="390525" h="953">
                <a:moveTo>
                  <a:pt x="0" y="0"/>
                </a:moveTo>
                <a:lnTo>
                  <a:pt x="390525" y="0"/>
                </a:lnTo>
              </a:path>
            </a:pathLst>
          </a:custGeom>
          <a:noFill xmlns:a="http://schemas.openxmlformats.org/drawingml/2006/main"/>
          <a:ln xmlns:a="http://schemas.openxmlformats.org/drawingml/2006/main" w="10478">
            <a:solidFill>
              <a:srgbClr val="000000"/>
            </a:solidFill>
            <a:prstDash val="solid"/>
          </a:ln>
        </p:spPr>
      </p:sp>
      <p:sp>
        <p:nvSpPr>
          <p:cNvPr id="53" name="dp41-comparison / n51 / arrow">
            <a:extLst xmlns:a="http://schemas.openxmlformats.org/drawingml/2006/main">
              <a:ext uri="{FF2B5EF4-FFF2-40B4-BE49-F238E27FC236}">
                <a16:creationId xmlns:a16="http://schemas.microsoft.com/office/drawing/2014/main" id="{13C30A54-69DB-4B07-BF91-5EC40AF0E7AC}"/>
              </a:ext>
            </a:extLst>
          </p:cNvPr>
          <p:cNvSpPr>
            <a:spLocks xmlns:a="http://schemas.openxmlformats.org/drawingml/2006/main" noGrp="1"/>
          </p:cNvSpPr>
          <p:nvPr/>
        </p:nvSpPr>
        <p:spPr>
          <a:xfrm xmlns:a="http://schemas.openxmlformats.org/drawingml/2006/main">
            <a:off x="837819" y="638632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54" name="dp41-comparison / n52 / text 1">
            <a:extLst xmlns:a="http://schemas.openxmlformats.org/drawingml/2006/main">
              <a:ext uri="{FF2B5EF4-FFF2-40B4-BE49-F238E27FC236}">
                <a16:creationId xmlns:a16="http://schemas.microsoft.com/office/drawing/2014/main" id="{1DD0220A-DC26-4668-9156-72A436CEE274}"/>
              </a:ext>
            </a:extLst>
          </p:cNvPr>
          <p:cNvSpPr>
            <a:spLocks xmlns:a="http://schemas.openxmlformats.org/drawingml/2006/main" noGrp="1"/>
          </p:cNvSpPr>
          <p:nvPr/>
        </p:nvSpPr>
        <p:spPr>
          <a:xfrm xmlns:a="http://schemas.openxmlformats.org/drawingml/2006/main">
            <a:off x="962025" y="6353175"/>
            <a:ext cx="285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요청</a:t>
            </a:r>
          </a:p>
        </p:txBody>
      </p:sp>
      <p:sp>
        <p:nvSpPr>
          <p:cNvPr id="55" name="dp41-comparison / n53 / path">
            <a:extLst xmlns:a="http://schemas.openxmlformats.org/drawingml/2006/main">
              <a:ext uri="{FF2B5EF4-FFF2-40B4-BE49-F238E27FC236}">
                <a16:creationId xmlns:a16="http://schemas.microsoft.com/office/drawing/2014/main" id="{57982E80-E3E9-4995-9ACE-AD0C781ACC70}"/>
              </a:ext>
            </a:extLst>
          </p:cNvPr>
          <p:cNvSpPr>
            <a:spLocks xmlns:a="http://schemas.openxmlformats.org/drawingml/2006/main" noGrp="1"/>
          </p:cNvSpPr>
          <p:nvPr/>
        </p:nvSpPr>
        <p:spPr>
          <a:xfrm xmlns:a="http://schemas.openxmlformats.org/drawingml/2006/main">
            <a:off x="514350" y="6619875"/>
            <a:ext cx="390525" cy="953"/>
          </a:xfrm>
          <a:custGeom xmlns:a="http://schemas.openxmlformats.org/drawingml/2006/main">
            <a:pathLst>
              <a:path w="390525" h="953">
                <a:moveTo>
                  <a:pt x="0" y="0"/>
                </a:moveTo>
                <a:lnTo>
                  <a:pt x="390525" y="0"/>
                </a:lnTo>
              </a:path>
            </a:pathLst>
          </a:custGeom>
          <a:noFill xmlns:a="http://schemas.openxmlformats.org/drawingml/2006/main"/>
          <a:ln xmlns:a="http://schemas.openxmlformats.org/drawingml/2006/main" w="10478">
            <a:solidFill>
              <a:srgbClr val="000000"/>
            </a:solidFill>
            <a:prstDash val="dash"/>
          </a:ln>
        </p:spPr>
      </p:sp>
      <p:sp>
        <p:nvSpPr>
          <p:cNvPr id="56" name="dp41-comparison / n53 / arrow">
            <a:extLst xmlns:a="http://schemas.openxmlformats.org/drawingml/2006/main">
              <a:ext uri="{FF2B5EF4-FFF2-40B4-BE49-F238E27FC236}">
                <a16:creationId xmlns:a16="http://schemas.microsoft.com/office/drawing/2014/main" id="{C856E782-C8C3-4C42-8ED1-84F4684DD8FF}"/>
              </a:ext>
            </a:extLst>
          </p:cNvPr>
          <p:cNvSpPr>
            <a:spLocks xmlns:a="http://schemas.openxmlformats.org/drawingml/2006/main" noGrp="1"/>
          </p:cNvSpPr>
          <p:nvPr/>
        </p:nvSpPr>
        <p:spPr>
          <a:xfrm xmlns:a="http://schemas.openxmlformats.org/drawingml/2006/main">
            <a:off x="837819" y="65863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57" name="dp41-comparison / n54 / text 1">
            <a:extLst xmlns:a="http://schemas.openxmlformats.org/drawingml/2006/main">
              <a:ext uri="{FF2B5EF4-FFF2-40B4-BE49-F238E27FC236}">
                <a16:creationId xmlns:a16="http://schemas.microsoft.com/office/drawing/2014/main" id="{D0F6F5B8-E774-49F2-ABB8-8A484E5EE89D}"/>
              </a:ext>
            </a:extLst>
          </p:cNvPr>
          <p:cNvSpPr>
            <a:spLocks xmlns:a="http://schemas.openxmlformats.org/drawingml/2006/main" noGrp="1"/>
          </p:cNvSpPr>
          <p:nvPr/>
        </p:nvSpPr>
        <p:spPr>
          <a:xfrm xmlns:a="http://schemas.openxmlformats.org/drawingml/2006/main">
            <a:off x="962025" y="6553200"/>
            <a:ext cx="285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반환</a:t>
            </a:r>
          </a:p>
        </p:txBody>
      </p:sp>
      <p:sp>
        <p:nvSpPr>
          <p:cNvPr id="58" name="dp41-comparison / n55 / text 1">
            <a:extLst xmlns:a="http://schemas.openxmlformats.org/drawingml/2006/main">
              <a:ext uri="{FF2B5EF4-FFF2-40B4-BE49-F238E27FC236}">
                <a16:creationId xmlns:a16="http://schemas.microsoft.com/office/drawing/2014/main" id="{360F87C1-2F5A-47BC-9991-0BC7CDF8893D}"/>
              </a:ext>
            </a:extLst>
          </p:cNvPr>
          <p:cNvSpPr>
            <a:spLocks xmlns:a="http://schemas.openxmlformats.org/drawingml/2006/main" noGrp="1"/>
          </p:cNvSpPr>
          <p:nvPr/>
        </p:nvSpPr>
        <p:spPr>
          <a:xfrm xmlns:a="http://schemas.openxmlformats.org/drawingml/2006/main">
            <a:off x="514350" y="6810375"/>
            <a:ext cx="7239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아래: 순서도</a:t>
            </a:r>
          </a:p>
        </p:txBody>
      </p:sp>
      <p:sp>
        <p:nvSpPr>
          <p:cNvPr id="59" name="dp41-comparison / n56">
            <a:extLst xmlns:a="http://schemas.openxmlformats.org/drawingml/2006/main">
              <a:ext uri="{FF2B5EF4-FFF2-40B4-BE49-F238E27FC236}">
                <a16:creationId xmlns:a16="http://schemas.microsoft.com/office/drawing/2014/main" id="{2DD24043-DCB2-4C2A-892E-69A017A1FBF0}"/>
              </a:ext>
            </a:extLst>
          </p:cNvPr>
          <p:cNvSpPr>
            <a:spLocks xmlns:a="http://schemas.openxmlformats.org/drawingml/2006/main" noGrp="1"/>
          </p:cNvSpPr>
          <p:nvPr/>
        </p:nvSpPr>
        <p:spPr>
          <a:xfrm xmlns:a="http://schemas.openxmlformats.org/drawingml/2006/main">
            <a:off x="504825" y="6981825"/>
            <a:ext cx="285750" cy="1714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60" name="dp41-comparison / n57 / text 1">
            <a:extLst xmlns:a="http://schemas.openxmlformats.org/drawingml/2006/main">
              <a:ext uri="{FF2B5EF4-FFF2-40B4-BE49-F238E27FC236}">
                <a16:creationId xmlns:a16="http://schemas.microsoft.com/office/drawing/2014/main" id="{CB48AE60-7F7A-427C-8B3F-AE80E853A33E}"/>
              </a:ext>
            </a:extLst>
          </p:cNvPr>
          <p:cNvSpPr>
            <a:spLocks xmlns:a="http://schemas.openxmlformats.org/drawingml/2006/main" noGrp="1"/>
          </p:cNvSpPr>
          <p:nvPr/>
        </p:nvSpPr>
        <p:spPr>
          <a:xfrm xmlns:a="http://schemas.openxmlformats.org/drawingml/2006/main">
            <a:off x="590550" y="7005638"/>
            <a:ext cx="1143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r>
              <a:t/>
            </a:r>
          </a:p>
        </p:txBody>
      </p:sp>
      <p:sp>
        <p:nvSpPr>
          <p:cNvPr id="61" name="dp41-comparison / n58 / text 1">
            <a:extLst xmlns:a="http://schemas.openxmlformats.org/drawingml/2006/main">
              <a:ext uri="{FF2B5EF4-FFF2-40B4-BE49-F238E27FC236}">
                <a16:creationId xmlns:a16="http://schemas.microsoft.com/office/drawing/2014/main" id="{DABCFEB0-1C7A-4B43-82DF-EC77EA49BB53}"/>
              </a:ext>
            </a:extLst>
          </p:cNvPr>
          <p:cNvSpPr>
            <a:spLocks xmlns:a="http://schemas.openxmlformats.org/drawingml/2006/main" noGrp="1"/>
          </p:cNvSpPr>
          <p:nvPr/>
        </p:nvSpPr>
        <p:spPr>
          <a:xfrm xmlns:a="http://schemas.openxmlformats.org/drawingml/2006/main">
            <a:off x="847725" y="7010400"/>
            <a:ext cx="333375"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동작</a:t>
            </a:r>
          </a:p>
        </p:txBody>
      </p:sp>
      <p:sp>
        <p:nvSpPr>
          <p:cNvPr id="62" name="dp41-comparison / n59">
            <a:extLst xmlns:a="http://schemas.openxmlformats.org/drawingml/2006/main">
              <a:ext uri="{FF2B5EF4-FFF2-40B4-BE49-F238E27FC236}">
                <a16:creationId xmlns:a16="http://schemas.microsoft.com/office/drawing/2014/main" id="{DBB8407B-C533-41C1-B110-AE1997520D77}"/>
              </a:ext>
            </a:extLst>
          </p:cNvPr>
          <p:cNvSpPr>
            <a:spLocks xmlns:a="http://schemas.openxmlformats.org/drawingml/2006/main" noGrp="1"/>
          </p:cNvSpPr>
          <p:nvPr/>
        </p:nvSpPr>
        <p:spPr>
          <a:xfrm xmlns:a="http://schemas.openxmlformats.org/drawingml/2006/main">
            <a:off x="504825" y="7229475"/>
            <a:ext cx="285750" cy="171450"/>
          </a:xfrm>
          <a:prstGeom xmlns:a="http://schemas.openxmlformats.org/drawingml/2006/main" prst="diamond">
            <a:avLst/>
          </a:prstGeom>
          <a:solidFill xmlns:a="http://schemas.openxmlformats.org/drawingml/2006/main">
            <a:srgbClr val="FFFFFF"/>
          </a:solidFill>
          <a:ln xmlns:a="http://schemas.openxmlformats.org/drawingml/2006/main" w="9525">
            <a:solidFill>
              <a:srgbClr val="000000"/>
            </a:solidFill>
            <a:prstDash val="solid"/>
          </a:ln>
        </p:spPr>
      </p:sp>
      <p:sp>
        <p:nvSpPr>
          <p:cNvPr id="63" name="dp41-comparison / n60 / text 1">
            <a:extLst xmlns:a="http://schemas.openxmlformats.org/drawingml/2006/main">
              <a:ext uri="{FF2B5EF4-FFF2-40B4-BE49-F238E27FC236}">
                <a16:creationId xmlns:a16="http://schemas.microsoft.com/office/drawing/2014/main" id="{58888448-107E-4294-9B6E-6AB4127FEF9A}"/>
              </a:ext>
            </a:extLst>
          </p:cNvPr>
          <p:cNvSpPr>
            <a:spLocks xmlns:a="http://schemas.openxmlformats.org/drawingml/2006/main" noGrp="1"/>
          </p:cNvSpPr>
          <p:nvPr/>
        </p:nvSpPr>
        <p:spPr>
          <a:xfrm xmlns:a="http://schemas.openxmlformats.org/drawingml/2006/main">
            <a:off x="590550" y="7253288"/>
            <a:ext cx="1143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r>
              <a:t/>
            </a:r>
          </a:p>
        </p:txBody>
      </p:sp>
      <p:sp>
        <p:nvSpPr>
          <p:cNvPr id="64" name="dp41-comparison / n61 / text 1">
            <a:extLst xmlns:a="http://schemas.openxmlformats.org/drawingml/2006/main">
              <a:ext uri="{FF2B5EF4-FFF2-40B4-BE49-F238E27FC236}">
                <a16:creationId xmlns:a16="http://schemas.microsoft.com/office/drawing/2014/main" id="{D0BC1145-A89F-48CD-AEB2-2D8C8B33A0E2}"/>
              </a:ext>
            </a:extLst>
          </p:cNvPr>
          <p:cNvSpPr>
            <a:spLocks xmlns:a="http://schemas.openxmlformats.org/drawingml/2006/main" noGrp="1"/>
          </p:cNvSpPr>
          <p:nvPr/>
        </p:nvSpPr>
        <p:spPr>
          <a:xfrm xmlns:a="http://schemas.openxmlformats.org/drawingml/2006/main">
            <a:off x="847725" y="7258050"/>
            <a:ext cx="333375"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분기</a:t>
            </a:r>
          </a:p>
        </p:txBody>
      </p:sp>
      <p:sp>
        <p:nvSpPr>
          <p:cNvPr id="65" name="dp41-comparison / n64">
            <a:extLst xmlns:a="http://schemas.openxmlformats.org/drawingml/2006/main">
              <a:ext uri="{FF2B5EF4-FFF2-40B4-BE49-F238E27FC236}">
                <a16:creationId xmlns:a16="http://schemas.microsoft.com/office/drawing/2014/main" id="{398148D7-1D9E-4B13-9C28-6AFB97CA0257}"/>
              </a:ext>
            </a:extLst>
          </p:cNvPr>
          <p:cNvSpPr>
            <a:spLocks xmlns:a="http://schemas.openxmlformats.org/drawingml/2006/main" noGrp="1"/>
          </p:cNvSpPr>
          <p:nvPr/>
        </p:nvSpPr>
        <p:spPr>
          <a:xfrm xmlns:a="http://schemas.openxmlformats.org/drawingml/2006/main">
            <a:off x="3333750" y="2409825"/>
            <a:ext cx="2286000" cy="3333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66" name="dp41-comparison / n65 / text 1">
            <a:extLst xmlns:a="http://schemas.openxmlformats.org/drawingml/2006/main">
              <a:ext uri="{FF2B5EF4-FFF2-40B4-BE49-F238E27FC236}">
                <a16:creationId xmlns:a16="http://schemas.microsoft.com/office/drawing/2014/main" id="{F05F69BD-3132-4EB1-BE01-330ADDA61DCC}"/>
              </a:ext>
            </a:extLst>
          </p:cNvPr>
          <p:cNvSpPr>
            <a:spLocks xmlns:a="http://schemas.openxmlformats.org/drawingml/2006/main" noGrp="1"/>
          </p:cNvSpPr>
          <p:nvPr/>
        </p:nvSpPr>
        <p:spPr>
          <a:xfrm xmlns:a="http://schemas.openxmlformats.org/drawingml/2006/main">
            <a:off x="3419475" y="2465070"/>
            <a:ext cx="21145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Interaction Manager</a:t>
            </a:r>
          </a:p>
        </p:txBody>
      </p:sp>
      <p:sp>
        <p:nvSpPr>
          <p:cNvPr id="67" name="dp41-comparison / n66">
            <a:extLst xmlns:a="http://schemas.openxmlformats.org/drawingml/2006/main">
              <a:ext uri="{FF2B5EF4-FFF2-40B4-BE49-F238E27FC236}">
                <a16:creationId xmlns:a16="http://schemas.microsoft.com/office/drawing/2014/main" id="{8403DD8A-6B15-4F5C-ACF5-3F58F3A8034B}"/>
              </a:ext>
            </a:extLst>
          </p:cNvPr>
          <p:cNvSpPr>
            <a:spLocks xmlns:a="http://schemas.openxmlformats.org/drawingml/2006/main" noGrp="1"/>
          </p:cNvSpPr>
          <p:nvPr/>
        </p:nvSpPr>
        <p:spPr>
          <a:xfrm xmlns:a="http://schemas.openxmlformats.org/drawingml/2006/main">
            <a:off x="6048375" y="2409825"/>
            <a:ext cx="2381250" cy="3333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68" name="dp41-comparison / n67 / text 1">
            <a:extLst xmlns:a="http://schemas.openxmlformats.org/drawingml/2006/main">
              <a:ext uri="{FF2B5EF4-FFF2-40B4-BE49-F238E27FC236}">
                <a16:creationId xmlns:a16="http://schemas.microsoft.com/office/drawing/2014/main" id="{B7C16F67-B5A7-4434-A806-2E96E88CC8A3}"/>
              </a:ext>
            </a:extLst>
          </p:cNvPr>
          <p:cNvSpPr>
            <a:spLocks xmlns:a="http://schemas.openxmlformats.org/drawingml/2006/main" noGrp="1"/>
          </p:cNvSpPr>
          <p:nvPr/>
        </p:nvSpPr>
        <p:spPr>
          <a:xfrm xmlns:a="http://schemas.openxmlformats.org/drawingml/2006/main">
            <a:off x="6134100" y="2465070"/>
            <a:ext cx="22098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Request Controller</a:t>
            </a:r>
          </a:p>
        </p:txBody>
      </p:sp>
      <p:sp>
        <p:nvSpPr>
          <p:cNvPr id="69" name="dp41-comparison / n68 / path">
            <a:extLst xmlns:a="http://schemas.openxmlformats.org/drawingml/2006/main">
              <a:ext uri="{FF2B5EF4-FFF2-40B4-BE49-F238E27FC236}">
                <a16:creationId xmlns:a16="http://schemas.microsoft.com/office/drawing/2014/main" id="{83881129-A851-45EC-AC86-E06386136CDD}"/>
              </a:ext>
            </a:extLst>
          </p:cNvPr>
          <p:cNvSpPr>
            <a:spLocks xmlns:a="http://schemas.openxmlformats.org/drawingml/2006/main" noGrp="1"/>
          </p:cNvSpPr>
          <p:nvPr/>
        </p:nvSpPr>
        <p:spPr>
          <a:xfrm xmlns:a="http://schemas.openxmlformats.org/drawingml/2006/main">
            <a:off x="3000375" y="2576513"/>
            <a:ext cx="333375" cy="953"/>
          </a:xfrm>
          <a:custGeom xmlns:a="http://schemas.openxmlformats.org/drawingml/2006/main">
            <a:pathLst>
              <a:path w="333375" h="953">
                <a:moveTo>
                  <a:pt x="0" y="0"/>
                </a:moveTo>
                <a:lnTo>
                  <a:pt x="333375" y="0"/>
                </a:lnTo>
              </a:path>
            </a:pathLst>
          </a:custGeom>
          <a:noFill xmlns:a="http://schemas.openxmlformats.org/drawingml/2006/main"/>
          <a:ln xmlns:a="http://schemas.openxmlformats.org/drawingml/2006/main" w="10478">
            <a:solidFill>
              <a:srgbClr val="000000"/>
            </a:solidFill>
            <a:prstDash val="solid"/>
          </a:ln>
        </p:spPr>
      </p:sp>
      <p:sp>
        <p:nvSpPr>
          <p:cNvPr id="70" name="dp41-comparison / n68 / arrow">
            <a:extLst xmlns:a="http://schemas.openxmlformats.org/drawingml/2006/main">
              <a:ext uri="{FF2B5EF4-FFF2-40B4-BE49-F238E27FC236}">
                <a16:creationId xmlns:a16="http://schemas.microsoft.com/office/drawing/2014/main" id="{1798A36F-62EC-40C0-BBEF-8F2310BF3B33}"/>
              </a:ext>
            </a:extLst>
          </p:cNvPr>
          <p:cNvSpPr>
            <a:spLocks xmlns:a="http://schemas.openxmlformats.org/drawingml/2006/main" noGrp="1"/>
          </p:cNvSpPr>
          <p:nvPr/>
        </p:nvSpPr>
        <p:spPr>
          <a:xfrm xmlns:a="http://schemas.openxmlformats.org/drawingml/2006/main">
            <a:off x="3266694" y="254298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71" name="dp41-comparison / n69 / path">
            <a:extLst xmlns:a="http://schemas.openxmlformats.org/drawingml/2006/main">
              <a:ext uri="{FF2B5EF4-FFF2-40B4-BE49-F238E27FC236}">
                <a16:creationId xmlns:a16="http://schemas.microsoft.com/office/drawing/2014/main" id="{B983D490-2E7E-4278-9D6E-563C67B3E9B5}"/>
              </a:ext>
            </a:extLst>
          </p:cNvPr>
          <p:cNvSpPr>
            <a:spLocks xmlns:a="http://schemas.openxmlformats.org/drawingml/2006/main" noGrp="1"/>
          </p:cNvSpPr>
          <p:nvPr/>
        </p:nvSpPr>
        <p:spPr>
          <a:xfrm xmlns:a="http://schemas.openxmlformats.org/drawingml/2006/main">
            <a:off x="5619750" y="2576513"/>
            <a:ext cx="428625" cy="953"/>
          </a:xfrm>
          <a:custGeom xmlns:a="http://schemas.openxmlformats.org/drawingml/2006/main">
            <a:pathLst>
              <a:path w="428625" h="953">
                <a:moveTo>
                  <a:pt x="0" y="0"/>
                </a:moveTo>
                <a:lnTo>
                  <a:pt x="428625" y="0"/>
                </a:lnTo>
              </a:path>
            </a:pathLst>
          </a:custGeom>
          <a:noFill xmlns:a="http://schemas.openxmlformats.org/drawingml/2006/main"/>
          <a:ln xmlns:a="http://schemas.openxmlformats.org/drawingml/2006/main" w="10478">
            <a:solidFill>
              <a:srgbClr val="000000"/>
            </a:solidFill>
            <a:prstDash val="solid"/>
          </a:ln>
        </p:spPr>
      </p:sp>
      <p:sp>
        <p:nvSpPr>
          <p:cNvPr id="72" name="dp41-comparison / n69 / arrow">
            <a:extLst xmlns:a="http://schemas.openxmlformats.org/drawingml/2006/main">
              <a:ext uri="{FF2B5EF4-FFF2-40B4-BE49-F238E27FC236}">
                <a16:creationId xmlns:a16="http://schemas.microsoft.com/office/drawing/2014/main" id="{29FAC116-FBAF-4560-9D6E-5C6D9A2558E8}"/>
              </a:ext>
            </a:extLst>
          </p:cNvPr>
          <p:cNvSpPr>
            <a:spLocks xmlns:a="http://schemas.openxmlformats.org/drawingml/2006/main" noGrp="1"/>
          </p:cNvSpPr>
          <p:nvPr/>
        </p:nvSpPr>
        <p:spPr>
          <a:xfrm xmlns:a="http://schemas.openxmlformats.org/drawingml/2006/main">
            <a:off x="5981319" y="254298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73" name="dp41-comparison / n70">
            <a:extLst xmlns:a="http://schemas.openxmlformats.org/drawingml/2006/main">
              <a:ext uri="{FF2B5EF4-FFF2-40B4-BE49-F238E27FC236}">
                <a16:creationId xmlns:a16="http://schemas.microsoft.com/office/drawing/2014/main" id="{483CE0E4-4203-4B23-B80D-F77DC4BC5F40}"/>
              </a:ext>
            </a:extLst>
          </p:cNvPr>
          <p:cNvSpPr>
            <a:spLocks xmlns:a="http://schemas.openxmlformats.org/drawingml/2006/main" noGrp="1"/>
          </p:cNvSpPr>
          <p:nvPr/>
        </p:nvSpPr>
        <p:spPr>
          <a:xfrm xmlns:a="http://schemas.openxmlformats.org/drawingml/2006/main">
            <a:off x="1476375" y="3257550"/>
            <a:ext cx="7953375" cy="25717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74" name="dp41-comparison / n71 / text 1">
            <a:extLst xmlns:a="http://schemas.openxmlformats.org/drawingml/2006/main">
              <a:ext uri="{FF2B5EF4-FFF2-40B4-BE49-F238E27FC236}">
                <a16:creationId xmlns:a16="http://schemas.microsoft.com/office/drawing/2014/main" id="{7D8C1400-75A3-4813-AF44-81169823B0E4}"/>
              </a:ext>
            </a:extLst>
          </p:cNvPr>
          <p:cNvSpPr>
            <a:spLocks xmlns:a="http://schemas.openxmlformats.org/drawingml/2006/main" noGrp="1"/>
          </p:cNvSpPr>
          <p:nvPr/>
        </p:nvSpPr>
        <p:spPr>
          <a:xfrm xmlns:a="http://schemas.openxmlformats.org/drawingml/2006/main">
            <a:off x="1600200" y="3352800"/>
            <a:ext cx="770572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Request Interpreter</a:t>
            </a:r>
          </a:p>
        </p:txBody>
      </p:sp>
      <p:sp>
        <p:nvSpPr>
          <p:cNvPr id="75" name="dp41-comparison / n74 / path">
            <a:extLst xmlns:a="http://schemas.openxmlformats.org/drawingml/2006/main">
              <a:ext uri="{FF2B5EF4-FFF2-40B4-BE49-F238E27FC236}">
                <a16:creationId xmlns:a16="http://schemas.microsoft.com/office/drawing/2014/main" id="{592C105D-00ED-40BB-9C6F-725896C88EE6}"/>
              </a:ext>
            </a:extLst>
          </p:cNvPr>
          <p:cNvSpPr>
            <a:spLocks xmlns:a="http://schemas.openxmlformats.org/drawingml/2006/main" noGrp="1"/>
          </p:cNvSpPr>
          <p:nvPr/>
        </p:nvSpPr>
        <p:spPr>
          <a:xfrm xmlns:a="http://schemas.openxmlformats.org/drawingml/2006/main">
            <a:off x="7239000" y="2743200"/>
            <a:ext cx="23813" cy="514350"/>
          </a:xfrm>
          <a:custGeom xmlns:a="http://schemas.openxmlformats.org/drawingml/2006/main">
            <a:pathLst>
              <a:path w="23813" h="514350">
                <a:moveTo>
                  <a:pt x="0" y="0"/>
                </a:moveTo>
                <a:lnTo>
                  <a:pt x="0" y="447675"/>
                </a:lnTo>
                <a:lnTo>
                  <a:pt x="23813" y="447675"/>
                </a:lnTo>
                <a:lnTo>
                  <a:pt x="23813" y="514350"/>
                </a:lnTo>
              </a:path>
            </a:pathLst>
          </a:custGeom>
          <a:noFill xmlns:a="http://schemas.openxmlformats.org/drawingml/2006/main"/>
          <a:ln xmlns:a="http://schemas.openxmlformats.org/drawingml/2006/main" w="10478">
            <a:solidFill>
              <a:srgbClr val="000000"/>
            </a:solidFill>
            <a:prstDash val="solid"/>
          </a:ln>
        </p:spPr>
      </p:sp>
      <p:sp>
        <p:nvSpPr>
          <p:cNvPr id="76" name="dp41-comparison / n74 / arrow">
            <a:extLst xmlns:a="http://schemas.openxmlformats.org/drawingml/2006/main">
              <a:ext uri="{FF2B5EF4-FFF2-40B4-BE49-F238E27FC236}">
                <a16:creationId xmlns:a16="http://schemas.microsoft.com/office/drawing/2014/main" id="{CD022EC0-8FC5-4922-AF41-CAA7BC728F6F}"/>
              </a:ext>
            </a:extLst>
          </p:cNvPr>
          <p:cNvSpPr>
            <a:spLocks xmlns:a="http://schemas.openxmlformats.org/drawingml/2006/main" noGrp="1"/>
          </p:cNvSpPr>
          <p:nvPr/>
        </p:nvSpPr>
        <p:spPr>
          <a:xfrm xmlns:a="http://schemas.openxmlformats.org/drawingml/2006/main">
            <a:off x="7229285" y="31904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77" name="dp41-comparison / n77">
            <a:extLst xmlns:a="http://schemas.openxmlformats.org/drawingml/2006/main">
              <a:ext uri="{FF2B5EF4-FFF2-40B4-BE49-F238E27FC236}">
                <a16:creationId xmlns:a16="http://schemas.microsoft.com/office/drawing/2014/main" id="{4875D293-4E24-454B-AE61-D535A803B9CB}"/>
              </a:ext>
            </a:extLst>
          </p:cNvPr>
          <p:cNvSpPr>
            <a:spLocks xmlns:a="http://schemas.openxmlformats.org/drawingml/2006/main" noGrp="1"/>
          </p:cNvSpPr>
          <p:nvPr/>
        </p:nvSpPr>
        <p:spPr>
          <a:xfrm xmlns:a="http://schemas.openxmlformats.org/drawingml/2006/main">
            <a:off x="1666875" y="2867025"/>
            <a:ext cx="2381250" cy="304800"/>
          </a:xfrm>
          <a:prstGeom xmlns:a="http://schemas.openxmlformats.org/drawingml/2006/main" prst="hexagon">
            <a:avLst/>
          </a:prstGeom>
          <a:solidFill xmlns:a="http://schemas.openxmlformats.org/drawingml/2006/main">
            <a:srgbClr val="FFFFFF"/>
          </a:solidFill>
          <a:ln xmlns:a="http://schemas.openxmlformats.org/drawingml/2006/main" w="9525">
            <a:solidFill>
              <a:srgbClr val="000000"/>
            </a:solidFill>
            <a:prstDash val="solid"/>
          </a:ln>
        </p:spPr>
      </p:sp>
      <p:sp>
        <p:nvSpPr>
          <p:cNvPr id="78" name="dp41-comparison / n78 / text 1">
            <a:extLst xmlns:a="http://schemas.openxmlformats.org/drawingml/2006/main">
              <a:ext uri="{FF2B5EF4-FFF2-40B4-BE49-F238E27FC236}">
                <a16:creationId xmlns:a16="http://schemas.microsoft.com/office/drawing/2014/main" id="{29E513C5-F71C-45C9-9188-B6D2E6828A42}"/>
              </a:ext>
            </a:extLst>
          </p:cNvPr>
          <p:cNvSpPr>
            <a:spLocks xmlns:a="http://schemas.openxmlformats.org/drawingml/2006/main" noGrp="1"/>
          </p:cNvSpPr>
          <p:nvPr/>
        </p:nvSpPr>
        <p:spPr>
          <a:xfrm xmlns:a="http://schemas.openxmlformats.org/drawingml/2006/main">
            <a:off x="1752600" y="2895600"/>
            <a:ext cx="2209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1">
                <a:solidFill>
                  <a:srgbClr val="000000"/>
                </a:solidFill>
                <a:latin typeface="Apple SD Gothic Neo"/>
                <a:ea typeface="Apple SD Gothic Neo"/>
                <a:cs typeface="Apple SD Gothic Neo"/>
              </a:defRPr>
            </a:pPr>
            <a:r>
              <a:rPr sz="1500" b="1">
                <a:solidFill>
                  <a:srgbClr val="000000"/>
                </a:solidFill>
                <a:latin typeface="Apple SD Gothic Neo"/>
                <a:ea typeface="Apple SD Gothic Neo"/>
                <a:cs typeface="Apple SD Gothic Neo"/>
              </a:rPr>
              <a:t>클라우드 LLM</a:t>
            </a:r>
          </a:p>
        </p:txBody>
      </p:sp>
      <p:sp>
        <p:nvSpPr>
          <p:cNvPr id="79" name="dp41-comparison / n81">
            <a:extLst xmlns:a="http://schemas.openxmlformats.org/drawingml/2006/main">
              <a:ext uri="{FF2B5EF4-FFF2-40B4-BE49-F238E27FC236}">
                <a16:creationId xmlns:a16="http://schemas.microsoft.com/office/drawing/2014/main" id="{59A444FC-0CE5-4A83-B0D0-8DB39E3B946F}"/>
              </a:ext>
            </a:extLst>
          </p:cNvPr>
          <p:cNvSpPr>
            <a:spLocks xmlns:a="http://schemas.openxmlformats.org/drawingml/2006/main" noGrp="1"/>
          </p:cNvSpPr>
          <p:nvPr/>
        </p:nvSpPr>
        <p:spPr>
          <a:xfrm xmlns:a="http://schemas.openxmlformats.org/drawingml/2006/main">
            <a:off x="1666875" y="3667125"/>
            <a:ext cx="2333625" cy="342900"/>
          </a:xfrm>
          <a:prstGeom xmlns:a="http://schemas.openxmlformats.org/drawingml/2006/main" prst="roundRect">
            <a:avLst>
              <a:gd name="adj" fmla="val 22222"/>
            </a:avLst>
          </a:prstGeom>
          <a:solidFill xmlns:a="http://schemas.openxmlformats.org/drawingml/2006/main">
            <a:srgbClr val="FFF0DD"/>
          </a:solidFill>
          <a:ln xmlns:a="http://schemas.openxmlformats.org/drawingml/2006/main" w="17145">
            <a:solidFill>
              <a:srgbClr val="B8753F"/>
            </a:solidFill>
            <a:prstDash val="solid"/>
          </a:ln>
        </p:spPr>
      </p:sp>
      <p:sp>
        <p:nvSpPr>
          <p:cNvPr id="80" name="dp41-comparison / n82 / text 1">
            <a:extLst xmlns:a="http://schemas.openxmlformats.org/drawingml/2006/main">
              <a:ext uri="{FF2B5EF4-FFF2-40B4-BE49-F238E27FC236}">
                <a16:creationId xmlns:a16="http://schemas.microsoft.com/office/drawing/2014/main" id="{08C8FF5C-2BC5-41BA-8D80-E5A4A23EED87}"/>
              </a:ext>
            </a:extLst>
          </p:cNvPr>
          <p:cNvSpPr>
            <a:spLocks xmlns:a="http://schemas.openxmlformats.org/drawingml/2006/main" noGrp="1"/>
          </p:cNvSpPr>
          <p:nvPr/>
        </p:nvSpPr>
        <p:spPr>
          <a:xfrm xmlns:a="http://schemas.openxmlformats.org/drawingml/2006/main">
            <a:off x="1752600" y="3727133"/>
            <a:ext cx="216217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모델 주도 해석 제어기</a:t>
            </a:r>
          </a:p>
        </p:txBody>
      </p:sp>
      <p:sp>
        <p:nvSpPr>
          <p:cNvPr id="81" name="dp41-comparison / n83">
            <a:extLst xmlns:a="http://schemas.openxmlformats.org/drawingml/2006/main">
              <a:ext uri="{FF2B5EF4-FFF2-40B4-BE49-F238E27FC236}">
                <a16:creationId xmlns:a16="http://schemas.microsoft.com/office/drawing/2014/main" id="{A62C0905-B07C-4CA1-BE7A-ECDFD8CE95AA}"/>
              </a:ext>
            </a:extLst>
          </p:cNvPr>
          <p:cNvSpPr>
            <a:spLocks xmlns:a="http://schemas.openxmlformats.org/drawingml/2006/main" noGrp="1"/>
          </p:cNvSpPr>
          <p:nvPr/>
        </p:nvSpPr>
        <p:spPr>
          <a:xfrm xmlns:a="http://schemas.openxmlformats.org/drawingml/2006/main">
            <a:off x="7620000" y="3667125"/>
            <a:ext cx="1619250" cy="342900"/>
          </a:xfrm>
          <a:prstGeom xmlns:a="http://schemas.openxmlformats.org/drawingml/2006/main" prst="roundRect">
            <a:avLst>
              <a:gd name="adj" fmla="val 22222"/>
            </a:avLst>
          </a:prstGeom>
          <a:solidFill xmlns:a="http://schemas.openxmlformats.org/drawingml/2006/main">
            <a:srgbClr val="FFFFFF"/>
          </a:solidFill>
          <a:ln xmlns:a="http://schemas.openxmlformats.org/drawingml/2006/main" w="9525">
            <a:solidFill>
              <a:srgbClr val="000000"/>
            </a:solidFill>
            <a:prstDash val="solid"/>
          </a:ln>
        </p:spPr>
      </p:sp>
      <p:sp>
        <p:nvSpPr>
          <p:cNvPr id="82" name="dp41-comparison / n84 / text 1">
            <a:extLst xmlns:a="http://schemas.openxmlformats.org/drawingml/2006/main">
              <a:ext uri="{FF2B5EF4-FFF2-40B4-BE49-F238E27FC236}">
                <a16:creationId xmlns:a16="http://schemas.microsoft.com/office/drawing/2014/main" id="{F52B7BF3-0B85-4D34-B7EE-9E1CE81FC2D9}"/>
              </a:ext>
            </a:extLst>
          </p:cNvPr>
          <p:cNvSpPr>
            <a:spLocks xmlns:a="http://schemas.openxmlformats.org/drawingml/2006/main" noGrp="1"/>
          </p:cNvSpPr>
          <p:nvPr/>
        </p:nvSpPr>
        <p:spPr>
          <a:xfrm xmlns:a="http://schemas.openxmlformats.org/drawingml/2006/main">
            <a:off x="7705725" y="3745706"/>
            <a:ext cx="14478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읽기 도구 실행기</a:t>
            </a:r>
          </a:p>
        </p:txBody>
      </p:sp>
      <p:sp>
        <p:nvSpPr>
          <p:cNvPr id="83" name="dp41-comparison / n85">
            <a:extLst xmlns:a="http://schemas.openxmlformats.org/drawingml/2006/main">
              <a:ext uri="{FF2B5EF4-FFF2-40B4-BE49-F238E27FC236}">
                <a16:creationId xmlns:a16="http://schemas.microsoft.com/office/drawing/2014/main" id="{166F3F74-0BAC-4F8E-8A4D-69BE5CB1EACD}"/>
              </a:ext>
            </a:extLst>
          </p:cNvPr>
          <p:cNvSpPr>
            <a:spLocks xmlns:a="http://schemas.openxmlformats.org/drawingml/2006/main" noGrp="1"/>
          </p:cNvSpPr>
          <p:nvPr/>
        </p:nvSpPr>
        <p:spPr>
          <a:xfrm xmlns:a="http://schemas.openxmlformats.org/drawingml/2006/main">
            <a:off x="7334250" y="5429250"/>
            <a:ext cx="1905000" cy="304800"/>
          </a:xfrm>
          <a:prstGeom xmlns:a="http://schemas.openxmlformats.org/drawingml/2006/main" prst="roundRect">
            <a:avLst>
              <a:gd name="adj" fmla="val 25000"/>
            </a:avLst>
          </a:prstGeom>
          <a:solidFill xmlns:a="http://schemas.openxmlformats.org/drawingml/2006/main">
            <a:srgbClr val="FFFFFF"/>
          </a:solidFill>
          <a:ln xmlns:a="http://schemas.openxmlformats.org/drawingml/2006/main" w="9525">
            <a:solidFill>
              <a:srgbClr val="000000"/>
            </a:solidFill>
            <a:prstDash val="solid"/>
          </a:ln>
        </p:spPr>
      </p:sp>
      <p:sp>
        <p:nvSpPr>
          <p:cNvPr id="84" name="dp41-comparison / n86 / text 1">
            <a:extLst xmlns:a="http://schemas.openxmlformats.org/drawingml/2006/main">
              <a:ext uri="{FF2B5EF4-FFF2-40B4-BE49-F238E27FC236}">
                <a16:creationId xmlns:a16="http://schemas.microsoft.com/office/drawing/2014/main" id="{8734831C-B9E4-415C-8DE8-FEEF19C0B25C}"/>
              </a:ext>
            </a:extLst>
          </p:cNvPr>
          <p:cNvSpPr>
            <a:spLocks xmlns:a="http://schemas.openxmlformats.org/drawingml/2006/main" noGrp="1"/>
          </p:cNvSpPr>
          <p:nvPr/>
        </p:nvSpPr>
        <p:spPr>
          <a:xfrm xmlns:a="http://schemas.openxmlformats.org/drawingml/2006/main">
            <a:off x="7419975" y="5476399"/>
            <a:ext cx="17335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의미 제안 검증기</a:t>
            </a:r>
          </a:p>
        </p:txBody>
      </p:sp>
      <p:sp>
        <p:nvSpPr>
          <p:cNvPr id="85" name="dp41-comparison / n87 / path">
            <a:extLst xmlns:a="http://schemas.openxmlformats.org/drawingml/2006/main">
              <a:ext uri="{FF2B5EF4-FFF2-40B4-BE49-F238E27FC236}">
                <a16:creationId xmlns:a16="http://schemas.microsoft.com/office/drawing/2014/main" id="{D30ADB8B-F026-4576-A6B8-2892A24BA2A2}"/>
              </a:ext>
            </a:extLst>
          </p:cNvPr>
          <p:cNvSpPr>
            <a:spLocks xmlns:a="http://schemas.openxmlformats.org/drawingml/2006/main" noGrp="1"/>
          </p:cNvSpPr>
          <p:nvPr/>
        </p:nvSpPr>
        <p:spPr>
          <a:xfrm xmlns:a="http://schemas.openxmlformats.org/drawingml/2006/main">
            <a:off x="4000500" y="3762375"/>
            <a:ext cx="3619500" cy="953"/>
          </a:xfrm>
          <a:custGeom xmlns:a="http://schemas.openxmlformats.org/drawingml/2006/main">
            <a:pathLst>
              <a:path w="3619500" h="953">
                <a:moveTo>
                  <a:pt x="0" y="0"/>
                </a:moveTo>
                <a:lnTo>
                  <a:pt x="3619500" y="0"/>
                </a:lnTo>
              </a:path>
            </a:pathLst>
          </a:custGeom>
          <a:noFill xmlns:a="http://schemas.openxmlformats.org/drawingml/2006/main"/>
          <a:ln xmlns:a="http://schemas.openxmlformats.org/drawingml/2006/main" w="10478">
            <a:solidFill>
              <a:srgbClr val="000000"/>
            </a:solidFill>
            <a:prstDash val="solid"/>
          </a:ln>
        </p:spPr>
      </p:sp>
      <p:sp>
        <p:nvSpPr>
          <p:cNvPr id="86" name="dp41-comparison / n87 / arrow">
            <a:extLst xmlns:a="http://schemas.openxmlformats.org/drawingml/2006/main">
              <a:ext uri="{FF2B5EF4-FFF2-40B4-BE49-F238E27FC236}">
                <a16:creationId xmlns:a16="http://schemas.microsoft.com/office/drawing/2014/main" id="{1C873090-21C7-4BFA-959C-6EDCEE1E42A0}"/>
              </a:ext>
            </a:extLst>
          </p:cNvPr>
          <p:cNvSpPr>
            <a:spLocks xmlns:a="http://schemas.openxmlformats.org/drawingml/2006/main" noGrp="1"/>
          </p:cNvSpPr>
          <p:nvPr/>
        </p:nvSpPr>
        <p:spPr>
          <a:xfrm xmlns:a="http://schemas.openxmlformats.org/drawingml/2006/main">
            <a:off x="7552944" y="37288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87" name="dp41-comparison / n90 / path">
            <a:extLst xmlns:a="http://schemas.openxmlformats.org/drawingml/2006/main">
              <a:ext uri="{FF2B5EF4-FFF2-40B4-BE49-F238E27FC236}">
                <a16:creationId xmlns:a16="http://schemas.microsoft.com/office/drawing/2014/main" id="{ED300909-F7A2-4252-B007-CF8A6AFFE7AE}"/>
              </a:ext>
            </a:extLst>
          </p:cNvPr>
          <p:cNvSpPr>
            <a:spLocks xmlns:a="http://schemas.openxmlformats.org/drawingml/2006/main" noGrp="1"/>
          </p:cNvSpPr>
          <p:nvPr/>
        </p:nvSpPr>
        <p:spPr>
          <a:xfrm xmlns:a="http://schemas.openxmlformats.org/drawingml/2006/main">
            <a:off x="2833688" y="4010025"/>
            <a:ext cx="5595938" cy="66675"/>
          </a:xfrm>
          <a:custGeom xmlns:a="http://schemas.openxmlformats.org/drawingml/2006/main">
            <a:pathLst>
              <a:path w="5595938" h="66675">
                <a:moveTo>
                  <a:pt x="5595938" y="0"/>
                </a:moveTo>
                <a:lnTo>
                  <a:pt x="5595938" y="66675"/>
                </a:lnTo>
                <a:lnTo>
                  <a:pt x="0" y="66675"/>
                </a:lnTo>
                <a:lnTo>
                  <a:pt x="0" y="0"/>
                </a:lnTo>
              </a:path>
            </a:pathLst>
          </a:custGeom>
          <a:noFill xmlns:a="http://schemas.openxmlformats.org/drawingml/2006/main"/>
          <a:ln xmlns:a="http://schemas.openxmlformats.org/drawingml/2006/main" w="10478">
            <a:solidFill>
              <a:srgbClr val="000000"/>
            </a:solidFill>
            <a:prstDash val="dash"/>
          </a:ln>
        </p:spPr>
      </p:sp>
      <p:sp>
        <p:nvSpPr>
          <p:cNvPr id="88" name="dp41-comparison / n90 / arrow">
            <a:extLst xmlns:a="http://schemas.openxmlformats.org/drawingml/2006/main">
              <a:ext uri="{FF2B5EF4-FFF2-40B4-BE49-F238E27FC236}">
                <a16:creationId xmlns:a16="http://schemas.microsoft.com/office/drawing/2014/main" id="{3A648A64-13A0-4740-A12B-E9DBEA9BD124}"/>
              </a:ext>
            </a:extLst>
          </p:cNvPr>
          <p:cNvSpPr>
            <a:spLocks xmlns:a="http://schemas.openxmlformats.org/drawingml/2006/main" noGrp="1"/>
          </p:cNvSpPr>
          <p:nvPr/>
        </p:nvSpPr>
        <p:spPr>
          <a:xfrm xmlns:a="http://schemas.openxmlformats.org/drawingml/2006/main">
            <a:off x="2800160" y="4010025"/>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89" name="dp41-comparison / n95 / path">
            <a:extLst xmlns:a="http://schemas.openxmlformats.org/drawingml/2006/main">
              <a:ext uri="{FF2B5EF4-FFF2-40B4-BE49-F238E27FC236}">
                <a16:creationId xmlns:a16="http://schemas.microsoft.com/office/drawing/2014/main" id="{3A6E18FF-A3D1-4433-A60B-5E1CEFB70745}"/>
              </a:ext>
            </a:extLst>
          </p:cNvPr>
          <p:cNvSpPr>
            <a:spLocks xmlns:a="http://schemas.openxmlformats.org/drawingml/2006/main" noGrp="1"/>
          </p:cNvSpPr>
          <p:nvPr/>
        </p:nvSpPr>
        <p:spPr>
          <a:xfrm xmlns:a="http://schemas.openxmlformats.org/drawingml/2006/main">
            <a:off x="1571625" y="3838575"/>
            <a:ext cx="5762625" cy="1952625"/>
          </a:xfrm>
          <a:custGeom xmlns:a="http://schemas.openxmlformats.org/drawingml/2006/main">
            <a:pathLst>
              <a:path w="5762625" h="1952625">
                <a:moveTo>
                  <a:pt x="95250" y="0"/>
                </a:moveTo>
                <a:lnTo>
                  <a:pt x="0" y="0"/>
                </a:lnTo>
                <a:lnTo>
                  <a:pt x="0" y="1952625"/>
                </a:lnTo>
                <a:lnTo>
                  <a:pt x="5667375" y="1952625"/>
                </a:lnTo>
                <a:lnTo>
                  <a:pt x="5667375" y="1743075"/>
                </a:lnTo>
                <a:lnTo>
                  <a:pt x="5762625" y="1743075"/>
                </a:lnTo>
              </a:path>
            </a:pathLst>
          </a:custGeom>
          <a:noFill xmlns:a="http://schemas.openxmlformats.org/drawingml/2006/main"/>
          <a:ln xmlns:a="http://schemas.openxmlformats.org/drawingml/2006/main" w="10478">
            <a:solidFill>
              <a:srgbClr val="000000"/>
            </a:solidFill>
            <a:prstDash val="solid"/>
          </a:ln>
        </p:spPr>
      </p:sp>
      <p:sp>
        <p:nvSpPr>
          <p:cNvPr id="90" name="dp41-comparison / n95 / arrow">
            <a:extLst xmlns:a="http://schemas.openxmlformats.org/drawingml/2006/main">
              <a:ext uri="{FF2B5EF4-FFF2-40B4-BE49-F238E27FC236}">
                <a16:creationId xmlns:a16="http://schemas.microsoft.com/office/drawing/2014/main" id="{26DEF080-62C3-4497-A9D2-9EF37BC18483}"/>
              </a:ext>
            </a:extLst>
          </p:cNvPr>
          <p:cNvSpPr>
            <a:spLocks xmlns:a="http://schemas.openxmlformats.org/drawingml/2006/main" noGrp="1"/>
          </p:cNvSpPr>
          <p:nvPr/>
        </p:nvSpPr>
        <p:spPr>
          <a:xfrm xmlns:a="http://schemas.openxmlformats.org/drawingml/2006/main">
            <a:off x="7267194" y="554812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91" name="dp41-comparison / n104">
            <a:extLst xmlns:a="http://schemas.openxmlformats.org/drawingml/2006/main">
              <a:ext uri="{FF2B5EF4-FFF2-40B4-BE49-F238E27FC236}">
                <a16:creationId xmlns:a16="http://schemas.microsoft.com/office/drawing/2014/main" id="{C2DA84B4-C74A-4CC4-BBB0-217EA3073A3E}"/>
              </a:ext>
            </a:extLst>
          </p:cNvPr>
          <p:cNvSpPr>
            <a:spLocks xmlns:a="http://schemas.openxmlformats.org/drawingml/2006/main" noGrp="1"/>
          </p:cNvSpPr>
          <p:nvPr/>
        </p:nvSpPr>
        <p:spPr>
          <a:xfrm xmlns:a="http://schemas.openxmlformats.org/drawingml/2006/main">
            <a:off x="4362450" y="6019800"/>
            <a:ext cx="21907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92" name="dp41-comparison / n105 / text 1">
            <a:extLst xmlns:a="http://schemas.openxmlformats.org/drawingml/2006/main">
              <a:ext uri="{FF2B5EF4-FFF2-40B4-BE49-F238E27FC236}">
                <a16:creationId xmlns:a16="http://schemas.microsoft.com/office/drawing/2014/main" id="{CEA60C1A-F137-48BB-8DAE-93AFE65B5965}"/>
              </a:ext>
            </a:extLst>
          </p:cNvPr>
          <p:cNvSpPr>
            <a:spLocks xmlns:a="http://schemas.openxmlformats.org/drawingml/2006/main" noGrp="1"/>
          </p:cNvSpPr>
          <p:nvPr/>
        </p:nvSpPr>
        <p:spPr>
          <a:xfrm xmlns:a="http://schemas.openxmlformats.org/drawingml/2006/main">
            <a:off x="4448175" y="6043136"/>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Context Manager</a:t>
            </a:r>
          </a:p>
        </p:txBody>
      </p:sp>
      <p:sp>
        <p:nvSpPr>
          <p:cNvPr id="93" name="dp41-comparison / n106 / path">
            <a:extLst xmlns:a="http://schemas.openxmlformats.org/drawingml/2006/main">
              <a:ext uri="{FF2B5EF4-FFF2-40B4-BE49-F238E27FC236}">
                <a16:creationId xmlns:a16="http://schemas.microsoft.com/office/drawing/2014/main" id="{C2C3FEBF-3224-4115-B0D3-4848B85D2745}"/>
              </a:ext>
            </a:extLst>
          </p:cNvPr>
          <p:cNvSpPr>
            <a:spLocks xmlns:a="http://schemas.openxmlformats.org/drawingml/2006/main" noGrp="1"/>
          </p:cNvSpPr>
          <p:nvPr/>
        </p:nvSpPr>
        <p:spPr>
          <a:xfrm xmlns:a="http://schemas.openxmlformats.org/drawingml/2006/main">
            <a:off x="5457825" y="3771900"/>
            <a:ext cx="4010025" cy="2247900"/>
          </a:xfrm>
          <a:custGeom xmlns:a="http://schemas.openxmlformats.org/drawingml/2006/main">
            <a:pathLst>
              <a:path w="4010025" h="2247900">
                <a:moveTo>
                  <a:pt x="3781425" y="0"/>
                </a:moveTo>
                <a:lnTo>
                  <a:pt x="4010025" y="0"/>
                </a:lnTo>
                <a:lnTo>
                  <a:pt x="4010025" y="2105025"/>
                </a:lnTo>
                <a:lnTo>
                  <a:pt x="0" y="2105025"/>
                </a:lnTo>
                <a:lnTo>
                  <a:pt x="0" y="2247900"/>
                </a:lnTo>
              </a:path>
            </a:pathLst>
          </a:custGeom>
          <a:noFill xmlns:a="http://schemas.openxmlformats.org/drawingml/2006/main"/>
          <a:ln xmlns:a="http://schemas.openxmlformats.org/drawingml/2006/main" w="10478">
            <a:solidFill>
              <a:srgbClr val="000000"/>
            </a:solidFill>
            <a:prstDash val="solid"/>
          </a:ln>
        </p:spPr>
      </p:sp>
      <p:sp>
        <p:nvSpPr>
          <p:cNvPr id="94" name="dp41-comparison / n106 / arrow">
            <a:extLst xmlns:a="http://schemas.openxmlformats.org/drawingml/2006/main">
              <a:ext uri="{FF2B5EF4-FFF2-40B4-BE49-F238E27FC236}">
                <a16:creationId xmlns:a16="http://schemas.microsoft.com/office/drawing/2014/main" id="{0ACDE6C0-1363-4AC8-A9D6-CC4AB203A3CD}"/>
              </a:ext>
            </a:extLst>
          </p:cNvPr>
          <p:cNvSpPr>
            <a:spLocks xmlns:a="http://schemas.openxmlformats.org/drawingml/2006/main" noGrp="1"/>
          </p:cNvSpPr>
          <p:nvPr/>
        </p:nvSpPr>
        <p:spPr>
          <a:xfrm xmlns:a="http://schemas.openxmlformats.org/drawingml/2006/main">
            <a:off x="5424297" y="59527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95" name="dp41-comparison / n107 / path">
            <a:extLst xmlns:a="http://schemas.openxmlformats.org/drawingml/2006/main">
              <a:ext uri="{FF2B5EF4-FFF2-40B4-BE49-F238E27FC236}">
                <a16:creationId xmlns:a16="http://schemas.microsoft.com/office/drawing/2014/main" id="{85B22561-42DC-4299-A252-8D3E8E31964D}"/>
              </a:ext>
            </a:extLst>
          </p:cNvPr>
          <p:cNvSpPr>
            <a:spLocks xmlns:a="http://schemas.openxmlformats.org/drawingml/2006/main" noGrp="1"/>
          </p:cNvSpPr>
          <p:nvPr/>
        </p:nvSpPr>
        <p:spPr>
          <a:xfrm xmlns:a="http://schemas.openxmlformats.org/drawingml/2006/main">
            <a:off x="5543550" y="3914775"/>
            <a:ext cx="3848100" cy="2105025"/>
          </a:xfrm>
          <a:custGeom xmlns:a="http://schemas.openxmlformats.org/drawingml/2006/main">
            <a:pathLst>
              <a:path w="3848100" h="2105025">
                <a:moveTo>
                  <a:pt x="0" y="2105025"/>
                </a:moveTo>
                <a:lnTo>
                  <a:pt x="0" y="2000250"/>
                </a:lnTo>
                <a:lnTo>
                  <a:pt x="3848100" y="2000250"/>
                </a:lnTo>
                <a:lnTo>
                  <a:pt x="3848100" y="0"/>
                </a:lnTo>
                <a:lnTo>
                  <a:pt x="3695700" y="0"/>
                </a:lnTo>
              </a:path>
            </a:pathLst>
          </a:custGeom>
          <a:noFill xmlns:a="http://schemas.openxmlformats.org/drawingml/2006/main"/>
          <a:ln xmlns:a="http://schemas.openxmlformats.org/drawingml/2006/main" w="10478">
            <a:solidFill>
              <a:srgbClr val="000000"/>
            </a:solidFill>
            <a:prstDash val="dash"/>
          </a:ln>
        </p:spPr>
      </p:sp>
      <p:sp>
        <p:nvSpPr>
          <p:cNvPr id="96" name="dp41-comparison / n107 / arrow">
            <a:extLst xmlns:a="http://schemas.openxmlformats.org/drawingml/2006/main">
              <a:ext uri="{FF2B5EF4-FFF2-40B4-BE49-F238E27FC236}">
                <a16:creationId xmlns:a16="http://schemas.microsoft.com/office/drawing/2014/main" id="{08F5D6A3-B612-438E-B5D7-3F95B646AAA7}"/>
              </a:ext>
            </a:extLst>
          </p:cNvPr>
          <p:cNvSpPr>
            <a:spLocks xmlns:a="http://schemas.openxmlformats.org/drawingml/2006/main" noGrp="1"/>
          </p:cNvSpPr>
          <p:nvPr/>
        </p:nvSpPr>
        <p:spPr>
          <a:xfrm xmlns:a="http://schemas.openxmlformats.org/drawingml/2006/main">
            <a:off x="9239250" y="38812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97" name="dp41-comparison / n108">
            <a:extLst xmlns:a="http://schemas.openxmlformats.org/drawingml/2006/main">
              <a:ext uri="{FF2B5EF4-FFF2-40B4-BE49-F238E27FC236}">
                <a16:creationId xmlns:a16="http://schemas.microsoft.com/office/drawing/2014/main" id="{CBD0DE3C-66A3-410D-A8C1-BC0AF674B398}"/>
              </a:ext>
            </a:extLst>
          </p:cNvPr>
          <p:cNvSpPr>
            <a:spLocks xmlns:a="http://schemas.openxmlformats.org/drawingml/2006/main" noGrp="1"/>
          </p:cNvSpPr>
          <p:nvPr/>
        </p:nvSpPr>
        <p:spPr>
          <a:xfrm xmlns:a="http://schemas.openxmlformats.org/drawingml/2006/main">
            <a:off x="7096125" y="6019800"/>
            <a:ext cx="21907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98" name="dp41-comparison / n109 / text 1">
            <a:extLst xmlns:a="http://schemas.openxmlformats.org/drawingml/2006/main">
              <a:ext uri="{FF2B5EF4-FFF2-40B4-BE49-F238E27FC236}">
                <a16:creationId xmlns:a16="http://schemas.microsoft.com/office/drawing/2014/main" id="{475A85E1-9D8C-4818-B4E5-A6D887EA3C9F}"/>
              </a:ext>
            </a:extLst>
          </p:cNvPr>
          <p:cNvSpPr>
            <a:spLocks xmlns:a="http://schemas.openxmlformats.org/drawingml/2006/main" noGrp="1"/>
          </p:cNvSpPr>
          <p:nvPr/>
        </p:nvSpPr>
        <p:spPr>
          <a:xfrm xmlns:a="http://schemas.openxmlformats.org/drawingml/2006/main">
            <a:off x="7181850" y="6043136"/>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Task Manager</a:t>
            </a:r>
          </a:p>
        </p:txBody>
      </p:sp>
      <p:sp>
        <p:nvSpPr>
          <p:cNvPr id="99" name="dp41-comparison / n110 / path">
            <a:extLst xmlns:a="http://schemas.openxmlformats.org/drawingml/2006/main">
              <a:ext uri="{FF2B5EF4-FFF2-40B4-BE49-F238E27FC236}">
                <a16:creationId xmlns:a16="http://schemas.microsoft.com/office/drawing/2014/main" id="{7EC329EC-51F9-4941-8B0F-C1DFACA36804}"/>
              </a:ext>
            </a:extLst>
          </p:cNvPr>
          <p:cNvSpPr>
            <a:spLocks xmlns:a="http://schemas.openxmlformats.org/drawingml/2006/main" noGrp="1"/>
          </p:cNvSpPr>
          <p:nvPr/>
        </p:nvSpPr>
        <p:spPr>
          <a:xfrm xmlns:a="http://schemas.openxmlformats.org/drawingml/2006/main">
            <a:off x="8191500" y="3771900"/>
            <a:ext cx="1276350" cy="2247900"/>
          </a:xfrm>
          <a:custGeom xmlns:a="http://schemas.openxmlformats.org/drawingml/2006/main">
            <a:pathLst>
              <a:path w="1276350" h="2247900">
                <a:moveTo>
                  <a:pt x="1047750" y="0"/>
                </a:moveTo>
                <a:lnTo>
                  <a:pt x="1276350" y="0"/>
                </a:lnTo>
                <a:lnTo>
                  <a:pt x="1276350" y="2152650"/>
                </a:lnTo>
                <a:lnTo>
                  <a:pt x="0" y="2152650"/>
                </a:lnTo>
                <a:lnTo>
                  <a:pt x="0" y="2247900"/>
                </a:lnTo>
              </a:path>
            </a:pathLst>
          </a:custGeom>
          <a:noFill xmlns:a="http://schemas.openxmlformats.org/drawingml/2006/main"/>
          <a:ln xmlns:a="http://schemas.openxmlformats.org/drawingml/2006/main" w="10478">
            <a:solidFill>
              <a:srgbClr val="000000"/>
            </a:solidFill>
            <a:prstDash val="solid"/>
          </a:ln>
        </p:spPr>
      </p:sp>
      <p:sp>
        <p:nvSpPr>
          <p:cNvPr id="100" name="dp41-comparison / n110 / arrow">
            <a:extLst xmlns:a="http://schemas.openxmlformats.org/drawingml/2006/main">
              <a:ext uri="{FF2B5EF4-FFF2-40B4-BE49-F238E27FC236}">
                <a16:creationId xmlns:a16="http://schemas.microsoft.com/office/drawing/2014/main" id="{946CC04C-FBAF-4D3C-9ACC-D4E5021AC8DB}"/>
              </a:ext>
            </a:extLst>
          </p:cNvPr>
          <p:cNvSpPr>
            <a:spLocks xmlns:a="http://schemas.openxmlformats.org/drawingml/2006/main" noGrp="1"/>
          </p:cNvSpPr>
          <p:nvPr/>
        </p:nvSpPr>
        <p:spPr>
          <a:xfrm xmlns:a="http://schemas.openxmlformats.org/drawingml/2006/main">
            <a:off x="8157972" y="59527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01" name="dp41-comparison / n111 / path">
            <a:extLst xmlns:a="http://schemas.openxmlformats.org/drawingml/2006/main">
              <a:ext uri="{FF2B5EF4-FFF2-40B4-BE49-F238E27FC236}">
                <a16:creationId xmlns:a16="http://schemas.microsoft.com/office/drawing/2014/main" id="{9F3EF2D8-5F76-4625-A2C6-7A2B56661B17}"/>
              </a:ext>
            </a:extLst>
          </p:cNvPr>
          <p:cNvSpPr>
            <a:spLocks xmlns:a="http://schemas.openxmlformats.org/drawingml/2006/main" noGrp="1"/>
          </p:cNvSpPr>
          <p:nvPr/>
        </p:nvSpPr>
        <p:spPr>
          <a:xfrm xmlns:a="http://schemas.openxmlformats.org/drawingml/2006/main">
            <a:off x="8277225" y="3914775"/>
            <a:ext cx="1114425" cy="2105025"/>
          </a:xfrm>
          <a:custGeom xmlns:a="http://schemas.openxmlformats.org/drawingml/2006/main">
            <a:pathLst>
              <a:path w="1114425" h="2105025">
                <a:moveTo>
                  <a:pt x="0" y="2105025"/>
                </a:moveTo>
                <a:lnTo>
                  <a:pt x="0" y="2047875"/>
                </a:lnTo>
                <a:lnTo>
                  <a:pt x="1114425" y="2047875"/>
                </a:lnTo>
                <a:lnTo>
                  <a:pt x="1114425" y="0"/>
                </a:lnTo>
                <a:lnTo>
                  <a:pt x="962025" y="0"/>
                </a:lnTo>
              </a:path>
            </a:pathLst>
          </a:custGeom>
          <a:noFill xmlns:a="http://schemas.openxmlformats.org/drawingml/2006/main"/>
          <a:ln xmlns:a="http://schemas.openxmlformats.org/drawingml/2006/main" w="10478">
            <a:solidFill>
              <a:srgbClr val="000000"/>
            </a:solidFill>
            <a:prstDash val="dash"/>
          </a:ln>
        </p:spPr>
      </p:sp>
      <p:sp>
        <p:nvSpPr>
          <p:cNvPr id="102" name="dp41-comparison / n111 / arrow">
            <a:extLst xmlns:a="http://schemas.openxmlformats.org/drawingml/2006/main">
              <a:ext uri="{FF2B5EF4-FFF2-40B4-BE49-F238E27FC236}">
                <a16:creationId xmlns:a16="http://schemas.microsoft.com/office/drawing/2014/main" id="{B36ADEAA-53F1-4E1F-8575-D2F87EC153B0}"/>
              </a:ext>
            </a:extLst>
          </p:cNvPr>
          <p:cNvSpPr>
            <a:spLocks xmlns:a="http://schemas.openxmlformats.org/drawingml/2006/main" noGrp="1"/>
          </p:cNvSpPr>
          <p:nvPr/>
        </p:nvSpPr>
        <p:spPr>
          <a:xfrm xmlns:a="http://schemas.openxmlformats.org/drawingml/2006/main">
            <a:off x="9239250" y="38812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03" name="dp41-comparison / n114 / path">
            <a:extLst xmlns:a="http://schemas.openxmlformats.org/drawingml/2006/main">
              <a:ext uri="{FF2B5EF4-FFF2-40B4-BE49-F238E27FC236}">
                <a16:creationId xmlns:a16="http://schemas.microsoft.com/office/drawing/2014/main" id="{354C2C7B-BC5F-44CC-B883-0687DE1692DE}"/>
              </a:ext>
            </a:extLst>
          </p:cNvPr>
          <p:cNvSpPr>
            <a:spLocks xmlns:a="http://schemas.openxmlformats.org/drawingml/2006/main" noGrp="1"/>
          </p:cNvSpPr>
          <p:nvPr/>
        </p:nvSpPr>
        <p:spPr>
          <a:xfrm xmlns:a="http://schemas.openxmlformats.org/drawingml/2006/main">
            <a:off x="1524000" y="3019425"/>
            <a:ext cx="142875" cy="819150"/>
          </a:xfrm>
          <a:custGeom xmlns:a="http://schemas.openxmlformats.org/drawingml/2006/main">
            <a:pathLst>
              <a:path w="142875" h="819150">
                <a:moveTo>
                  <a:pt x="142875" y="819150"/>
                </a:moveTo>
                <a:lnTo>
                  <a:pt x="0" y="819150"/>
                </a:lnTo>
                <a:lnTo>
                  <a:pt x="0" y="0"/>
                </a:lnTo>
                <a:lnTo>
                  <a:pt x="142875" y="0"/>
                </a:lnTo>
              </a:path>
            </a:pathLst>
          </a:custGeom>
          <a:noFill xmlns:a="http://schemas.openxmlformats.org/drawingml/2006/main"/>
          <a:ln xmlns:a="http://schemas.openxmlformats.org/drawingml/2006/main" w="10478">
            <a:solidFill>
              <a:srgbClr val="000000"/>
            </a:solidFill>
            <a:prstDash val="solid"/>
          </a:ln>
        </p:spPr>
      </p:sp>
      <p:sp>
        <p:nvSpPr>
          <p:cNvPr id="104" name="dp41-comparison / n114 / arrow">
            <a:extLst xmlns:a="http://schemas.openxmlformats.org/drawingml/2006/main">
              <a:ext uri="{FF2B5EF4-FFF2-40B4-BE49-F238E27FC236}">
                <a16:creationId xmlns:a16="http://schemas.microsoft.com/office/drawing/2014/main" id="{5EF6E824-408D-463D-B501-B7943DBD01B8}"/>
              </a:ext>
            </a:extLst>
          </p:cNvPr>
          <p:cNvSpPr>
            <a:spLocks xmlns:a="http://schemas.openxmlformats.org/drawingml/2006/main" noGrp="1"/>
          </p:cNvSpPr>
          <p:nvPr/>
        </p:nvSpPr>
        <p:spPr>
          <a:xfrm xmlns:a="http://schemas.openxmlformats.org/drawingml/2006/main">
            <a:off x="1599819" y="29858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05" name="dp41-comparison / n115 / path">
            <a:extLst xmlns:a="http://schemas.openxmlformats.org/drawingml/2006/main">
              <a:ext uri="{FF2B5EF4-FFF2-40B4-BE49-F238E27FC236}">
                <a16:creationId xmlns:a16="http://schemas.microsoft.com/office/drawing/2014/main" id="{211B269C-6B95-4896-9D1E-F81D0E222798}"/>
              </a:ext>
            </a:extLst>
          </p:cNvPr>
          <p:cNvSpPr>
            <a:spLocks xmlns:a="http://schemas.openxmlformats.org/drawingml/2006/main" noGrp="1"/>
          </p:cNvSpPr>
          <p:nvPr/>
        </p:nvSpPr>
        <p:spPr>
          <a:xfrm xmlns:a="http://schemas.openxmlformats.org/drawingml/2006/main">
            <a:off x="1428750" y="3019425"/>
            <a:ext cx="238125" cy="933450"/>
          </a:xfrm>
          <a:custGeom xmlns:a="http://schemas.openxmlformats.org/drawingml/2006/main">
            <a:pathLst>
              <a:path w="238125" h="933450">
                <a:moveTo>
                  <a:pt x="238125" y="0"/>
                </a:moveTo>
                <a:lnTo>
                  <a:pt x="0" y="0"/>
                </a:lnTo>
                <a:lnTo>
                  <a:pt x="0" y="933450"/>
                </a:lnTo>
                <a:lnTo>
                  <a:pt x="238125" y="933450"/>
                </a:lnTo>
              </a:path>
            </a:pathLst>
          </a:custGeom>
          <a:noFill xmlns:a="http://schemas.openxmlformats.org/drawingml/2006/main"/>
          <a:ln xmlns:a="http://schemas.openxmlformats.org/drawingml/2006/main" w="10478">
            <a:solidFill>
              <a:srgbClr val="000000"/>
            </a:solidFill>
            <a:prstDash val="dash"/>
          </a:ln>
        </p:spPr>
      </p:sp>
      <p:sp>
        <p:nvSpPr>
          <p:cNvPr id="106" name="dp41-comparison / n115 / arrow">
            <a:extLst xmlns:a="http://schemas.openxmlformats.org/drawingml/2006/main">
              <a:ext uri="{FF2B5EF4-FFF2-40B4-BE49-F238E27FC236}">
                <a16:creationId xmlns:a16="http://schemas.microsoft.com/office/drawing/2014/main" id="{7A5D5565-B6F4-4348-B3CE-0AE9ADA93603}"/>
              </a:ext>
            </a:extLst>
          </p:cNvPr>
          <p:cNvSpPr>
            <a:spLocks xmlns:a="http://schemas.openxmlformats.org/drawingml/2006/main" noGrp="1"/>
          </p:cNvSpPr>
          <p:nvPr/>
        </p:nvSpPr>
        <p:spPr>
          <a:xfrm xmlns:a="http://schemas.openxmlformats.org/drawingml/2006/main">
            <a:off x="1599819" y="39193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07" name="dp41-comparison / n116 / path">
            <a:extLst xmlns:a="http://schemas.openxmlformats.org/drawingml/2006/main">
              <a:ext uri="{FF2B5EF4-FFF2-40B4-BE49-F238E27FC236}">
                <a16:creationId xmlns:a16="http://schemas.microsoft.com/office/drawing/2014/main" id="{AB611A6E-C921-456C-81B7-E4ECEDAD30A5}"/>
              </a:ext>
            </a:extLst>
          </p:cNvPr>
          <p:cNvSpPr>
            <a:spLocks xmlns:a="http://schemas.openxmlformats.org/drawingml/2006/main" noGrp="1"/>
          </p:cNvSpPr>
          <p:nvPr/>
        </p:nvSpPr>
        <p:spPr>
          <a:xfrm xmlns:a="http://schemas.openxmlformats.org/drawingml/2006/main">
            <a:off x="1476375" y="6343650"/>
            <a:ext cx="7953375" cy="953"/>
          </a:xfrm>
          <a:custGeom xmlns:a="http://schemas.openxmlformats.org/drawingml/2006/main">
            <a:pathLst>
              <a:path w="7953375" h="953">
                <a:moveTo>
                  <a:pt x="0" y="0"/>
                </a:moveTo>
                <a:lnTo>
                  <a:pt x="7953375" y="0"/>
                </a:lnTo>
              </a:path>
            </a:pathLst>
          </a:custGeom>
          <a:noFill xmlns:a="http://schemas.openxmlformats.org/drawingml/2006/main"/>
          <a:ln xmlns:a="http://schemas.openxmlformats.org/drawingml/2006/main" w="10478">
            <a:solidFill>
              <a:srgbClr val="000000"/>
            </a:solidFill>
            <a:prstDash val="solid"/>
          </a:ln>
        </p:spPr>
      </p:sp>
      <p:sp>
        <p:nvSpPr>
          <p:cNvPr id="108" name="dp41-comparison / n119">
            <a:extLst xmlns:a="http://schemas.openxmlformats.org/drawingml/2006/main">
              <a:ext uri="{FF2B5EF4-FFF2-40B4-BE49-F238E27FC236}">
                <a16:creationId xmlns:a16="http://schemas.microsoft.com/office/drawing/2014/main" id="{7B0180CC-8596-4E1B-8AFE-8E8B3EEF37F0}"/>
              </a:ext>
            </a:extLst>
          </p:cNvPr>
          <p:cNvSpPr>
            <a:spLocks xmlns:a="http://schemas.openxmlformats.org/drawingml/2006/main" noGrp="1"/>
          </p:cNvSpPr>
          <p:nvPr/>
        </p:nvSpPr>
        <p:spPr>
          <a:xfrm xmlns:a="http://schemas.openxmlformats.org/drawingml/2006/main">
            <a:off x="1666875" y="6638925"/>
            <a:ext cx="1714500" cy="2667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09" name="dp41-comparison / n120 / text 1">
            <a:extLst xmlns:a="http://schemas.openxmlformats.org/drawingml/2006/main">
              <a:ext uri="{FF2B5EF4-FFF2-40B4-BE49-F238E27FC236}">
                <a16:creationId xmlns:a16="http://schemas.microsoft.com/office/drawing/2014/main" id="{E9EFBC59-80E0-48EF-96F1-C2F346633029}"/>
              </a:ext>
            </a:extLst>
          </p:cNvPr>
          <p:cNvSpPr>
            <a:spLocks xmlns:a="http://schemas.openxmlformats.org/drawingml/2006/main" noGrp="1"/>
          </p:cNvSpPr>
          <p:nvPr/>
        </p:nvSpPr>
        <p:spPr>
          <a:xfrm xmlns:a="http://schemas.openxmlformats.org/drawingml/2006/main">
            <a:off x="1752600" y="6679406"/>
            <a:ext cx="1543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모델: 다음 행동 판단</a:t>
            </a:r>
          </a:p>
        </p:txBody>
      </p:sp>
      <p:sp>
        <p:nvSpPr>
          <p:cNvPr id="110" name="dp41-comparison / n121">
            <a:extLst xmlns:a="http://schemas.openxmlformats.org/drawingml/2006/main">
              <a:ext uri="{FF2B5EF4-FFF2-40B4-BE49-F238E27FC236}">
                <a16:creationId xmlns:a16="http://schemas.microsoft.com/office/drawing/2014/main" id="{B7E72C66-A936-4C32-8B57-2C19D532C666}"/>
              </a:ext>
            </a:extLst>
          </p:cNvPr>
          <p:cNvSpPr>
            <a:spLocks xmlns:a="http://schemas.openxmlformats.org/drawingml/2006/main" noGrp="1"/>
          </p:cNvSpPr>
          <p:nvPr/>
        </p:nvSpPr>
        <p:spPr>
          <a:xfrm xmlns:a="http://schemas.openxmlformats.org/drawingml/2006/main">
            <a:off x="4048125" y="6572250"/>
            <a:ext cx="1428750" cy="400050"/>
          </a:xfrm>
          <a:prstGeom xmlns:a="http://schemas.openxmlformats.org/drawingml/2006/main" prst="diamond">
            <a:avLst/>
          </a:prstGeom>
          <a:solidFill xmlns:a="http://schemas.openxmlformats.org/drawingml/2006/main">
            <a:srgbClr val="FFFFFF"/>
          </a:solidFill>
          <a:ln xmlns:a="http://schemas.openxmlformats.org/drawingml/2006/main" w="9525">
            <a:solidFill>
              <a:srgbClr val="000000"/>
            </a:solidFill>
            <a:prstDash val="solid"/>
          </a:ln>
        </p:spPr>
      </p:sp>
      <p:sp>
        <p:nvSpPr>
          <p:cNvPr id="111" name="dp41-comparison / n122 / text 1">
            <a:extLst xmlns:a="http://schemas.openxmlformats.org/drawingml/2006/main">
              <a:ext uri="{FF2B5EF4-FFF2-40B4-BE49-F238E27FC236}">
                <a16:creationId xmlns:a16="http://schemas.microsoft.com/office/drawing/2014/main" id="{B79D379D-74EE-4514-AAD0-EC50A126B621}"/>
              </a:ext>
            </a:extLst>
          </p:cNvPr>
          <p:cNvSpPr>
            <a:spLocks xmlns:a="http://schemas.openxmlformats.org/drawingml/2006/main" noGrp="1"/>
          </p:cNvSpPr>
          <p:nvPr/>
        </p:nvSpPr>
        <p:spPr>
          <a:xfrm xmlns:a="http://schemas.openxmlformats.org/drawingml/2006/main">
            <a:off x="4133850" y="6679406"/>
            <a:ext cx="12573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다음 행동?</a:t>
            </a:r>
          </a:p>
        </p:txBody>
      </p:sp>
      <p:sp>
        <p:nvSpPr>
          <p:cNvPr id="112" name="dp41-comparison / n123">
            <a:extLst xmlns:a="http://schemas.openxmlformats.org/drawingml/2006/main">
              <a:ext uri="{FF2B5EF4-FFF2-40B4-BE49-F238E27FC236}">
                <a16:creationId xmlns:a16="http://schemas.microsoft.com/office/drawing/2014/main" id="{4E147660-A1C4-4F3A-955F-D1E735EAA875}"/>
              </a:ext>
            </a:extLst>
          </p:cNvPr>
          <p:cNvSpPr>
            <a:spLocks xmlns:a="http://schemas.openxmlformats.org/drawingml/2006/main" noGrp="1"/>
          </p:cNvSpPr>
          <p:nvPr/>
        </p:nvSpPr>
        <p:spPr>
          <a:xfrm xmlns:a="http://schemas.openxmlformats.org/drawingml/2006/main">
            <a:off x="6429375" y="6638925"/>
            <a:ext cx="2095500" cy="2667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13" name="dp41-comparison / n124 / text 1">
            <a:extLst xmlns:a="http://schemas.openxmlformats.org/drawingml/2006/main">
              <a:ext uri="{FF2B5EF4-FFF2-40B4-BE49-F238E27FC236}">
                <a16:creationId xmlns:a16="http://schemas.microsoft.com/office/drawing/2014/main" id="{701E195E-A525-4330-873C-7E2EC9D44C09}"/>
              </a:ext>
            </a:extLst>
          </p:cNvPr>
          <p:cNvSpPr>
            <a:spLocks xmlns:a="http://schemas.openxmlformats.org/drawingml/2006/main" noGrp="1"/>
          </p:cNvSpPr>
          <p:nvPr/>
        </p:nvSpPr>
        <p:spPr>
          <a:xfrm xmlns:a="http://schemas.openxmlformats.org/drawingml/2006/main">
            <a:off x="6515100" y="6679406"/>
            <a:ext cx="1924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도구: 지정한 자료 조회</a:t>
            </a:r>
          </a:p>
        </p:txBody>
      </p:sp>
      <p:sp>
        <p:nvSpPr>
          <p:cNvPr id="114" name="dp41-comparison / n125">
            <a:extLst xmlns:a="http://schemas.openxmlformats.org/drawingml/2006/main">
              <a:ext uri="{FF2B5EF4-FFF2-40B4-BE49-F238E27FC236}">
                <a16:creationId xmlns:a16="http://schemas.microsoft.com/office/drawing/2014/main" id="{BE867C1F-BFFE-42F1-B906-3D30C7A71BDE}"/>
              </a:ext>
            </a:extLst>
          </p:cNvPr>
          <p:cNvSpPr>
            <a:spLocks xmlns:a="http://schemas.openxmlformats.org/drawingml/2006/main" noGrp="1"/>
          </p:cNvSpPr>
          <p:nvPr/>
        </p:nvSpPr>
        <p:spPr>
          <a:xfrm xmlns:a="http://schemas.openxmlformats.org/drawingml/2006/main">
            <a:off x="6953250" y="7229475"/>
            <a:ext cx="2238375" cy="27622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15" name="dp41-comparison / n126 / text 1">
            <a:extLst xmlns:a="http://schemas.openxmlformats.org/drawingml/2006/main">
              <a:ext uri="{FF2B5EF4-FFF2-40B4-BE49-F238E27FC236}">
                <a16:creationId xmlns:a16="http://schemas.microsoft.com/office/drawing/2014/main" id="{3777BA6A-876F-44C8-B751-AC6DAC64ED51}"/>
              </a:ext>
            </a:extLst>
          </p:cNvPr>
          <p:cNvSpPr>
            <a:spLocks xmlns:a="http://schemas.openxmlformats.org/drawingml/2006/main" noGrp="1"/>
          </p:cNvSpPr>
          <p:nvPr/>
        </p:nvSpPr>
        <p:spPr>
          <a:xfrm xmlns:a="http://schemas.openxmlformats.org/drawingml/2006/main">
            <a:off x="7038975" y="7274719"/>
            <a:ext cx="2066925"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모델: 의미 / 질문 제안</a:t>
            </a:r>
          </a:p>
        </p:txBody>
      </p:sp>
      <p:sp>
        <p:nvSpPr>
          <p:cNvPr id="116" name="dp41-comparison / n127 / path">
            <a:extLst xmlns:a="http://schemas.openxmlformats.org/drawingml/2006/main">
              <a:ext uri="{FF2B5EF4-FFF2-40B4-BE49-F238E27FC236}">
                <a16:creationId xmlns:a16="http://schemas.microsoft.com/office/drawing/2014/main" id="{B6CA4CDB-7244-4C5C-A6EA-1A4AECD1530D}"/>
              </a:ext>
            </a:extLst>
          </p:cNvPr>
          <p:cNvSpPr>
            <a:spLocks xmlns:a="http://schemas.openxmlformats.org/drawingml/2006/main" noGrp="1"/>
          </p:cNvSpPr>
          <p:nvPr/>
        </p:nvSpPr>
        <p:spPr>
          <a:xfrm xmlns:a="http://schemas.openxmlformats.org/drawingml/2006/main">
            <a:off x="3381375" y="6772275"/>
            <a:ext cx="666750" cy="953"/>
          </a:xfrm>
          <a:custGeom xmlns:a="http://schemas.openxmlformats.org/drawingml/2006/main">
            <a:pathLst>
              <a:path w="666750" h="953">
                <a:moveTo>
                  <a:pt x="0" y="0"/>
                </a:moveTo>
                <a:lnTo>
                  <a:pt x="666750" y="0"/>
                </a:lnTo>
              </a:path>
            </a:pathLst>
          </a:custGeom>
          <a:noFill xmlns:a="http://schemas.openxmlformats.org/drawingml/2006/main"/>
          <a:ln xmlns:a="http://schemas.openxmlformats.org/drawingml/2006/main" w="10478">
            <a:solidFill>
              <a:srgbClr val="000000"/>
            </a:solidFill>
            <a:prstDash val="solid"/>
          </a:ln>
        </p:spPr>
      </p:sp>
      <p:sp>
        <p:nvSpPr>
          <p:cNvPr id="117" name="dp41-comparison / n127 / arrow">
            <a:extLst xmlns:a="http://schemas.openxmlformats.org/drawingml/2006/main">
              <a:ext uri="{FF2B5EF4-FFF2-40B4-BE49-F238E27FC236}">
                <a16:creationId xmlns:a16="http://schemas.microsoft.com/office/drawing/2014/main" id="{D7FF5C73-496A-4DDC-B1DF-FF34B0C1D7DC}"/>
              </a:ext>
            </a:extLst>
          </p:cNvPr>
          <p:cNvSpPr>
            <a:spLocks xmlns:a="http://schemas.openxmlformats.org/drawingml/2006/main" noGrp="1"/>
          </p:cNvSpPr>
          <p:nvPr/>
        </p:nvSpPr>
        <p:spPr>
          <a:xfrm xmlns:a="http://schemas.openxmlformats.org/drawingml/2006/main">
            <a:off x="3981069" y="67387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18" name="dp41-comparison / n128 / path">
            <a:extLst xmlns:a="http://schemas.openxmlformats.org/drawingml/2006/main">
              <a:ext uri="{FF2B5EF4-FFF2-40B4-BE49-F238E27FC236}">
                <a16:creationId xmlns:a16="http://schemas.microsoft.com/office/drawing/2014/main" id="{EC42A422-D99F-4240-8BC4-F318536CF3DA}"/>
              </a:ext>
            </a:extLst>
          </p:cNvPr>
          <p:cNvSpPr>
            <a:spLocks xmlns:a="http://schemas.openxmlformats.org/drawingml/2006/main" noGrp="1"/>
          </p:cNvSpPr>
          <p:nvPr/>
        </p:nvSpPr>
        <p:spPr>
          <a:xfrm xmlns:a="http://schemas.openxmlformats.org/drawingml/2006/main">
            <a:off x="5476875" y="6772275"/>
            <a:ext cx="952500" cy="953"/>
          </a:xfrm>
          <a:custGeom xmlns:a="http://schemas.openxmlformats.org/drawingml/2006/main">
            <a:pathLst>
              <a:path w="952500" h="953">
                <a:moveTo>
                  <a:pt x="0" y="0"/>
                </a:moveTo>
                <a:lnTo>
                  <a:pt x="952500" y="0"/>
                </a:lnTo>
              </a:path>
            </a:pathLst>
          </a:custGeom>
          <a:noFill xmlns:a="http://schemas.openxmlformats.org/drawingml/2006/main"/>
          <a:ln xmlns:a="http://schemas.openxmlformats.org/drawingml/2006/main" w="10478">
            <a:solidFill>
              <a:srgbClr val="000000"/>
            </a:solidFill>
            <a:prstDash val="solid"/>
          </a:ln>
        </p:spPr>
      </p:sp>
      <p:sp>
        <p:nvSpPr>
          <p:cNvPr id="119" name="dp41-comparison / n128 / arrow">
            <a:extLst xmlns:a="http://schemas.openxmlformats.org/drawingml/2006/main">
              <a:ext uri="{FF2B5EF4-FFF2-40B4-BE49-F238E27FC236}">
                <a16:creationId xmlns:a16="http://schemas.microsoft.com/office/drawing/2014/main" id="{F9CD4E00-CA3D-468D-B106-3F706303818A}"/>
              </a:ext>
            </a:extLst>
          </p:cNvPr>
          <p:cNvSpPr>
            <a:spLocks xmlns:a="http://schemas.openxmlformats.org/drawingml/2006/main" noGrp="1"/>
          </p:cNvSpPr>
          <p:nvPr/>
        </p:nvSpPr>
        <p:spPr>
          <a:xfrm xmlns:a="http://schemas.openxmlformats.org/drawingml/2006/main">
            <a:off x="6362319" y="67387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20" name="dp41-comparison / n131 / path">
            <a:extLst xmlns:a="http://schemas.openxmlformats.org/drawingml/2006/main">
              <a:ext uri="{FF2B5EF4-FFF2-40B4-BE49-F238E27FC236}">
                <a16:creationId xmlns:a16="http://schemas.microsoft.com/office/drawing/2014/main" id="{252479A5-A1BF-4DB8-9522-1A67696CA9F5}"/>
              </a:ext>
            </a:extLst>
          </p:cNvPr>
          <p:cNvSpPr>
            <a:spLocks xmlns:a="http://schemas.openxmlformats.org/drawingml/2006/main" noGrp="1"/>
          </p:cNvSpPr>
          <p:nvPr/>
        </p:nvSpPr>
        <p:spPr>
          <a:xfrm xmlns:a="http://schemas.openxmlformats.org/drawingml/2006/main">
            <a:off x="2524125" y="6905625"/>
            <a:ext cx="4953000" cy="152400"/>
          </a:xfrm>
          <a:custGeom xmlns:a="http://schemas.openxmlformats.org/drawingml/2006/main">
            <a:pathLst>
              <a:path w="4953000" h="152400">
                <a:moveTo>
                  <a:pt x="4953000" y="0"/>
                </a:moveTo>
                <a:lnTo>
                  <a:pt x="4953000" y="152400"/>
                </a:lnTo>
                <a:lnTo>
                  <a:pt x="0" y="152400"/>
                </a:lnTo>
                <a:lnTo>
                  <a:pt x="0" y="0"/>
                </a:lnTo>
              </a:path>
            </a:pathLst>
          </a:custGeom>
          <a:noFill xmlns:a="http://schemas.openxmlformats.org/drawingml/2006/main"/>
          <a:ln xmlns:a="http://schemas.openxmlformats.org/drawingml/2006/main" w="10478">
            <a:solidFill>
              <a:srgbClr val="000000"/>
            </a:solidFill>
            <a:prstDash val="solid"/>
          </a:ln>
        </p:spPr>
      </p:sp>
      <p:sp>
        <p:nvSpPr>
          <p:cNvPr id="121" name="dp41-comparison / n131 / arrow">
            <a:extLst xmlns:a="http://schemas.openxmlformats.org/drawingml/2006/main">
              <a:ext uri="{FF2B5EF4-FFF2-40B4-BE49-F238E27FC236}">
                <a16:creationId xmlns:a16="http://schemas.microsoft.com/office/drawing/2014/main" id="{2ECB1926-074A-4082-85F2-1A6FD5C06071}"/>
              </a:ext>
            </a:extLst>
          </p:cNvPr>
          <p:cNvSpPr>
            <a:spLocks xmlns:a="http://schemas.openxmlformats.org/drawingml/2006/main" noGrp="1"/>
          </p:cNvSpPr>
          <p:nvPr/>
        </p:nvSpPr>
        <p:spPr>
          <a:xfrm xmlns:a="http://schemas.openxmlformats.org/drawingml/2006/main">
            <a:off x="2490597" y="6905625"/>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122" name="dp41-comparison / n134 / path">
            <a:extLst xmlns:a="http://schemas.openxmlformats.org/drawingml/2006/main">
              <a:ext uri="{FF2B5EF4-FFF2-40B4-BE49-F238E27FC236}">
                <a16:creationId xmlns:a16="http://schemas.microsoft.com/office/drawing/2014/main" id="{DEFAA689-9FFF-4CD3-B84E-B8320FDF1923}"/>
              </a:ext>
            </a:extLst>
          </p:cNvPr>
          <p:cNvSpPr>
            <a:spLocks xmlns:a="http://schemas.openxmlformats.org/drawingml/2006/main" noGrp="1"/>
          </p:cNvSpPr>
          <p:nvPr/>
        </p:nvSpPr>
        <p:spPr>
          <a:xfrm xmlns:a="http://schemas.openxmlformats.org/drawingml/2006/main">
            <a:off x="4762500" y="6972300"/>
            <a:ext cx="2190750" cy="395288"/>
          </a:xfrm>
          <a:custGeom xmlns:a="http://schemas.openxmlformats.org/drawingml/2006/main">
            <a:pathLst>
              <a:path w="2190750" h="395288">
                <a:moveTo>
                  <a:pt x="0" y="0"/>
                </a:moveTo>
                <a:lnTo>
                  <a:pt x="0" y="395288"/>
                </a:lnTo>
                <a:lnTo>
                  <a:pt x="2190750" y="395288"/>
                </a:lnTo>
              </a:path>
            </a:pathLst>
          </a:custGeom>
          <a:noFill xmlns:a="http://schemas.openxmlformats.org/drawingml/2006/main"/>
          <a:ln xmlns:a="http://schemas.openxmlformats.org/drawingml/2006/main" w="10478">
            <a:solidFill>
              <a:srgbClr val="000000"/>
            </a:solidFill>
            <a:prstDash val="solid"/>
          </a:ln>
        </p:spPr>
      </p:sp>
      <p:sp>
        <p:nvSpPr>
          <p:cNvPr id="123" name="dp41-comparison / n134 / arrow">
            <a:extLst xmlns:a="http://schemas.openxmlformats.org/drawingml/2006/main">
              <a:ext uri="{FF2B5EF4-FFF2-40B4-BE49-F238E27FC236}">
                <a16:creationId xmlns:a16="http://schemas.microsoft.com/office/drawing/2014/main" id="{0EEB0BE3-3E86-4674-801B-BFE24513A519}"/>
              </a:ext>
            </a:extLst>
          </p:cNvPr>
          <p:cNvSpPr>
            <a:spLocks xmlns:a="http://schemas.openxmlformats.org/drawingml/2006/main" noGrp="1"/>
          </p:cNvSpPr>
          <p:nvPr/>
        </p:nvSpPr>
        <p:spPr>
          <a:xfrm xmlns:a="http://schemas.openxmlformats.org/drawingml/2006/main">
            <a:off x="6886194" y="7334060"/>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24" name="dp41-comparison / n62">
            <a:extLst xmlns:a="http://schemas.openxmlformats.org/drawingml/2006/main">
              <a:ext uri="{FF2B5EF4-FFF2-40B4-BE49-F238E27FC236}">
                <a16:creationId xmlns:a16="http://schemas.microsoft.com/office/drawing/2014/main" id="{63B60D8C-B3CF-4631-A2F9-1137C9B2BBA1}"/>
              </a:ext>
            </a:extLst>
          </p:cNvPr>
          <p:cNvSpPr>
            <a:spLocks xmlns:a="http://schemas.openxmlformats.org/drawingml/2006/main" noGrp="1"/>
          </p:cNvSpPr>
          <p:nvPr/>
        </p:nvSpPr>
        <p:spPr>
          <a:xfrm xmlns:a="http://schemas.openxmlformats.org/drawingml/2006/main">
            <a:off x="1571625" y="2409825"/>
            <a:ext cx="1428750" cy="333375"/>
          </a:xfrm>
          <a:custGeom xmlns:a="http://schemas.openxmlformats.org/drawingml/2006/main">
            <a:pathLst>
              <a:path w="1428750" h="333375">
                <a:moveTo>
                  <a:pt x="0" y="0"/>
                </a:moveTo>
                <a:lnTo>
                  <a:pt x="1257300" y="0"/>
                </a:lnTo>
                <a:lnTo>
                  <a:pt x="1428750" y="171450"/>
                </a:lnTo>
                <a:lnTo>
                  <a:pt x="1428750" y="333375"/>
                </a:lnTo>
                <a:lnTo>
                  <a:pt x="0" y="33337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125" name="dp41-comparison / n62 / fold">
            <a:extLst xmlns:a="http://schemas.openxmlformats.org/drawingml/2006/main">
              <a:ext uri="{FF2B5EF4-FFF2-40B4-BE49-F238E27FC236}">
                <a16:creationId xmlns:a16="http://schemas.microsoft.com/office/drawing/2014/main" id="{10050C96-949A-4219-9342-FA9E066AC1F8}"/>
              </a:ext>
            </a:extLst>
          </p:cNvPr>
          <p:cNvSpPr>
            <a:spLocks xmlns:a="http://schemas.openxmlformats.org/drawingml/2006/main" noGrp="1"/>
          </p:cNvSpPr>
          <p:nvPr/>
        </p:nvSpPr>
        <p:spPr>
          <a:xfrm xmlns:a="http://schemas.openxmlformats.org/drawingml/2006/main">
            <a:off x="2828925" y="24098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126" name="dp41-comparison / n63 / text 1">
            <a:extLst xmlns:a="http://schemas.openxmlformats.org/drawingml/2006/main">
              <a:ext uri="{FF2B5EF4-FFF2-40B4-BE49-F238E27FC236}">
                <a16:creationId xmlns:a16="http://schemas.microsoft.com/office/drawing/2014/main" id="{A8AF65BB-9466-4FDF-A3A8-7250935247EE}"/>
              </a:ext>
            </a:extLst>
          </p:cNvPr>
          <p:cNvSpPr>
            <a:spLocks xmlns:a="http://schemas.openxmlformats.org/drawingml/2006/main" noGrp="1"/>
          </p:cNvSpPr>
          <p:nvPr/>
        </p:nvSpPr>
        <p:spPr>
          <a:xfrm xmlns:a="http://schemas.openxmlformats.org/drawingml/2006/main">
            <a:off x="1666875" y="2466975"/>
            <a:ext cx="11620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000000"/>
                </a:solidFill>
                <a:latin typeface="Apple SD Gothic Neo"/>
                <a:ea typeface="Apple SD Gothic Neo"/>
                <a:cs typeface="Apple SD Gothic Neo"/>
              </a:defRPr>
            </a:pPr>
            <a:r>
              <a:rPr sz="1200" b="0">
                <a:solidFill>
                  <a:srgbClr val="000000"/>
                </a:solidFill>
                <a:latin typeface="Apple SD Gothic Neo"/>
                <a:ea typeface="Apple SD Gothic Neo"/>
                <a:cs typeface="Apple SD Gothic Neo"/>
              </a:rPr>
              <a:t>사용자 발화</a:t>
            </a:r>
          </a:p>
        </p:txBody>
      </p:sp>
      <p:sp>
        <p:nvSpPr>
          <p:cNvPr id="127" name="dp41-comparison / n72">
            <a:extLst xmlns:a="http://schemas.openxmlformats.org/drawingml/2006/main">
              <a:ext uri="{FF2B5EF4-FFF2-40B4-BE49-F238E27FC236}">
                <a16:creationId xmlns:a16="http://schemas.microsoft.com/office/drawing/2014/main" id="{EC9F2330-6682-4B28-9ECF-30B0265F684C}"/>
              </a:ext>
            </a:extLst>
          </p:cNvPr>
          <p:cNvSpPr>
            <a:spLocks xmlns:a="http://schemas.openxmlformats.org/drawingml/2006/main" noGrp="1"/>
          </p:cNvSpPr>
          <p:nvPr/>
        </p:nvSpPr>
        <p:spPr>
          <a:xfrm xmlns:a="http://schemas.openxmlformats.org/drawingml/2006/main">
            <a:off x="7362825" y="3305175"/>
            <a:ext cx="1063752"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28" name="dp41-comparison / n73 / text 1">
            <a:extLst xmlns:a="http://schemas.openxmlformats.org/drawingml/2006/main">
              <a:ext uri="{FF2B5EF4-FFF2-40B4-BE49-F238E27FC236}">
                <a16:creationId xmlns:a16="http://schemas.microsoft.com/office/drawing/2014/main" id="{91591139-F0DC-4C16-9146-935B86E4F737}"/>
              </a:ext>
            </a:extLst>
          </p:cNvPr>
          <p:cNvSpPr>
            <a:spLocks xmlns:a="http://schemas.openxmlformats.org/drawingml/2006/main" noGrp="1"/>
          </p:cNvSpPr>
          <p:nvPr/>
        </p:nvSpPr>
        <p:spPr>
          <a:xfrm xmlns:a="http://schemas.openxmlformats.org/drawingml/2006/main">
            <a:off x="7381875" y="3314700"/>
            <a:ext cx="176212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Module 협력 구조</a:t>
            </a:r>
          </a:p>
        </p:txBody>
      </p:sp>
      <p:sp>
        <p:nvSpPr>
          <p:cNvPr id="129" name="dp41-comparison / n75">
            <a:extLst xmlns:a="http://schemas.openxmlformats.org/drawingml/2006/main">
              <a:ext uri="{FF2B5EF4-FFF2-40B4-BE49-F238E27FC236}">
                <a16:creationId xmlns:a16="http://schemas.microsoft.com/office/drawing/2014/main" id="{A6C71825-81C5-4540-8BF9-210E9C0436D8}"/>
              </a:ext>
            </a:extLst>
          </p:cNvPr>
          <p:cNvSpPr>
            <a:spLocks xmlns:a="http://schemas.openxmlformats.org/drawingml/2006/main" noGrp="1"/>
          </p:cNvSpPr>
          <p:nvPr/>
        </p:nvSpPr>
        <p:spPr>
          <a:xfrm xmlns:a="http://schemas.openxmlformats.org/drawingml/2006/main">
            <a:off x="7410450" y="2943225"/>
            <a:ext cx="817817"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30" name="dp41-comparison / n76 / text 1">
            <a:extLst xmlns:a="http://schemas.openxmlformats.org/drawingml/2006/main">
              <a:ext uri="{FF2B5EF4-FFF2-40B4-BE49-F238E27FC236}">
                <a16:creationId xmlns:a16="http://schemas.microsoft.com/office/drawing/2014/main" id="{30A6C3F1-A3D2-4F45-978F-ECD86DD4C027}"/>
              </a:ext>
            </a:extLst>
          </p:cNvPr>
          <p:cNvSpPr>
            <a:spLocks xmlns:a="http://schemas.openxmlformats.org/drawingml/2006/main" noGrp="1"/>
          </p:cNvSpPr>
          <p:nvPr/>
        </p:nvSpPr>
        <p:spPr>
          <a:xfrm xmlns:a="http://schemas.openxmlformats.org/drawingml/2006/main">
            <a:off x="7429500" y="2952750"/>
            <a:ext cx="166687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000000"/>
                </a:solidFill>
                <a:latin typeface="Apple SD Gothic Neo"/>
                <a:ea typeface="Apple SD Gothic Neo"/>
                <a:cs typeface="Apple SD Gothic Neo"/>
              </a:defRPr>
            </a:pPr>
            <a:r>
              <a:rPr sz="1275" b="0">
                <a:solidFill>
                  <a:srgbClr val="000000"/>
                </a:solidFill>
                <a:latin typeface="Apple SD Gothic Neo"/>
                <a:ea typeface="Apple SD Gothic Neo"/>
                <a:cs typeface="Apple SD Gothic Neo"/>
              </a:rPr>
              <a:t>해석 시작</a:t>
            </a:r>
          </a:p>
        </p:txBody>
      </p:sp>
      <p:sp>
        <p:nvSpPr>
          <p:cNvPr id="131" name="dp41-comparison / n79">
            <a:extLst xmlns:a="http://schemas.openxmlformats.org/drawingml/2006/main">
              <a:ext uri="{FF2B5EF4-FFF2-40B4-BE49-F238E27FC236}">
                <a16:creationId xmlns:a16="http://schemas.microsoft.com/office/drawing/2014/main" id="{BDD0D1CA-30FD-4216-9883-EDCC2F19FC95}"/>
              </a:ext>
            </a:extLst>
          </p:cNvPr>
          <p:cNvSpPr>
            <a:spLocks xmlns:a="http://schemas.openxmlformats.org/drawingml/2006/main" noGrp="1"/>
          </p:cNvSpPr>
          <p:nvPr/>
        </p:nvSpPr>
        <p:spPr>
          <a:xfrm xmlns:a="http://schemas.openxmlformats.org/drawingml/2006/main">
            <a:off x="4248150" y="2924175"/>
            <a:ext cx="2038731"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32" name="dp41-comparison / n80 / text 1">
            <a:extLst xmlns:a="http://schemas.openxmlformats.org/drawingml/2006/main">
              <a:ext uri="{FF2B5EF4-FFF2-40B4-BE49-F238E27FC236}">
                <a16:creationId xmlns:a16="http://schemas.microsoft.com/office/drawing/2014/main" id="{5B49FC1E-AC14-42B2-968C-3DF39D0C5DC1}"/>
              </a:ext>
            </a:extLst>
          </p:cNvPr>
          <p:cNvSpPr>
            <a:spLocks xmlns:a="http://schemas.openxmlformats.org/drawingml/2006/main" noGrp="1"/>
          </p:cNvSpPr>
          <p:nvPr/>
        </p:nvSpPr>
        <p:spPr>
          <a:xfrm xmlns:a="http://schemas.openxmlformats.org/drawingml/2006/main">
            <a:off x="4267200" y="2933700"/>
            <a:ext cx="290512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000000"/>
                </a:solidFill>
                <a:latin typeface="Apple SD Gothic Neo"/>
                <a:ea typeface="Apple SD Gothic Neo"/>
                <a:cs typeface="Apple SD Gothic Neo"/>
              </a:defRPr>
            </a:pPr>
            <a:r>
              <a:rPr sz="1275" b="0">
                <a:solidFill>
                  <a:srgbClr val="000000"/>
                </a:solidFill>
                <a:latin typeface="Apple SD Gothic Neo"/>
                <a:ea typeface="Apple SD Gothic Neo"/>
                <a:cs typeface="Apple SD Gothic Neo"/>
              </a:rPr>
              <a:t>Model Access 경유 호출</a:t>
            </a:r>
          </a:p>
        </p:txBody>
      </p:sp>
      <p:sp>
        <p:nvSpPr>
          <p:cNvPr id="133" name="dp41-comparison / n88">
            <a:extLst xmlns:a="http://schemas.openxmlformats.org/drawingml/2006/main">
              <a:ext uri="{FF2B5EF4-FFF2-40B4-BE49-F238E27FC236}">
                <a16:creationId xmlns:a16="http://schemas.microsoft.com/office/drawing/2014/main" id="{A6B1276A-73E6-471A-9295-C9BDCF4170F3}"/>
              </a:ext>
            </a:extLst>
          </p:cNvPr>
          <p:cNvSpPr>
            <a:spLocks xmlns:a="http://schemas.openxmlformats.org/drawingml/2006/main" noGrp="1"/>
          </p:cNvSpPr>
          <p:nvPr/>
        </p:nvSpPr>
        <p:spPr>
          <a:xfrm xmlns:a="http://schemas.openxmlformats.org/drawingml/2006/main">
            <a:off x="4267200" y="3562350"/>
            <a:ext cx="1959102"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34" name="dp41-comparison / n89 / text 1">
            <a:extLst xmlns:a="http://schemas.openxmlformats.org/drawingml/2006/main">
              <a:ext uri="{FF2B5EF4-FFF2-40B4-BE49-F238E27FC236}">
                <a16:creationId xmlns:a16="http://schemas.microsoft.com/office/drawing/2014/main" id="{FD389697-9A53-434B-B61B-95B836D8BBAF}"/>
              </a:ext>
            </a:extLst>
          </p:cNvPr>
          <p:cNvSpPr>
            <a:spLocks xmlns:a="http://schemas.openxmlformats.org/drawingml/2006/main" noGrp="1"/>
          </p:cNvSpPr>
          <p:nvPr/>
        </p:nvSpPr>
        <p:spPr>
          <a:xfrm xmlns:a="http://schemas.openxmlformats.org/drawingml/2006/main">
            <a:off x="4286250" y="3571875"/>
            <a:ext cx="30003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① 모델이 선택한 tool_calls</a:t>
            </a:r>
          </a:p>
        </p:txBody>
      </p:sp>
      <p:sp>
        <p:nvSpPr>
          <p:cNvPr id="135" name="dp41-comparison / n91">
            <a:extLst xmlns:a="http://schemas.openxmlformats.org/drawingml/2006/main">
              <a:ext uri="{FF2B5EF4-FFF2-40B4-BE49-F238E27FC236}">
                <a16:creationId xmlns:a16="http://schemas.microsoft.com/office/drawing/2014/main" id="{3FEB1F66-EAC4-4840-9DBE-E2C9367D1233}"/>
              </a:ext>
            </a:extLst>
          </p:cNvPr>
          <p:cNvSpPr>
            <a:spLocks xmlns:a="http://schemas.openxmlformats.org/drawingml/2006/main" noGrp="1"/>
          </p:cNvSpPr>
          <p:nvPr/>
        </p:nvSpPr>
        <p:spPr>
          <a:xfrm xmlns:a="http://schemas.openxmlformats.org/drawingml/2006/main">
            <a:off x="4267200" y="3876675"/>
            <a:ext cx="2243328"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36" name="dp41-comparison / n92 / text 1">
            <a:extLst xmlns:a="http://schemas.openxmlformats.org/drawingml/2006/main">
              <a:ext uri="{FF2B5EF4-FFF2-40B4-BE49-F238E27FC236}">
                <a16:creationId xmlns:a16="http://schemas.microsoft.com/office/drawing/2014/main" id="{7D980F7D-C9C2-403C-9649-12AA6FA4EC6F}"/>
              </a:ext>
            </a:extLst>
          </p:cNvPr>
          <p:cNvSpPr>
            <a:spLocks xmlns:a="http://schemas.openxmlformats.org/drawingml/2006/main" noGrp="1"/>
          </p:cNvSpPr>
          <p:nvPr/>
        </p:nvSpPr>
        <p:spPr>
          <a:xfrm xmlns:a="http://schemas.openxmlformats.org/drawingml/2006/main">
            <a:off x="4286250" y="3886200"/>
            <a:ext cx="31432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② 근거로 모델 재호출 → 다시 ① (반복)</a:t>
            </a:r>
          </a:p>
        </p:txBody>
      </p:sp>
      <p:sp>
        <p:nvSpPr>
          <p:cNvPr id="137" name="dp41-comparison / n93">
            <a:extLst xmlns:a="http://schemas.openxmlformats.org/drawingml/2006/main">
              <a:ext uri="{FF2B5EF4-FFF2-40B4-BE49-F238E27FC236}">
                <a16:creationId xmlns:a16="http://schemas.microsoft.com/office/drawing/2014/main" id="{AFDADC9B-2BFA-4B17-B1D1-66E0D5E709C4}"/>
              </a:ext>
            </a:extLst>
          </p:cNvPr>
          <p:cNvSpPr>
            <a:spLocks xmlns:a="http://schemas.openxmlformats.org/drawingml/2006/main" noGrp="1"/>
          </p:cNvSpPr>
          <p:nvPr/>
        </p:nvSpPr>
        <p:spPr>
          <a:xfrm xmlns:a="http://schemas.openxmlformats.org/drawingml/2006/main">
            <a:off x="1666875" y="4143375"/>
            <a:ext cx="5476875" cy="1219200"/>
          </a:xfrm>
          <a:custGeom xmlns:a="http://schemas.openxmlformats.org/drawingml/2006/main">
            <a:pathLst>
              <a:path w="5476875" h="1219200">
                <a:moveTo>
                  <a:pt x="0" y="0"/>
                </a:moveTo>
                <a:lnTo>
                  <a:pt x="5305425" y="0"/>
                </a:lnTo>
                <a:lnTo>
                  <a:pt x="5476875" y="171450"/>
                </a:lnTo>
                <a:lnTo>
                  <a:pt x="5476875" y="1219200"/>
                </a:lnTo>
                <a:lnTo>
                  <a:pt x="0" y="1219200"/>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138" name="dp41-comparison / n93 / fold">
            <a:extLst xmlns:a="http://schemas.openxmlformats.org/drawingml/2006/main">
              <a:ext uri="{FF2B5EF4-FFF2-40B4-BE49-F238E27FC236}">
                <a16:creationId xmlns:a16="http://schemas.microsoft.com/office/drawing/2014/main" id="{60E2BFBB-F20D-491D-8ECB-9CA4BCDB9242}"/>
              </a:ext>
            </a:extLst>
          </p:cNvPr>
          <p:cNvSpPr>
            <a:spLocks xmlns:a="http://schemas.openxmlformats.org/drawingml/2006/main" noGrp="1"/>
          </p:cNvSpPr>
          <p:nvPr/>
        </p:nvSpPr>
        <p:spPr>
          <a:xfrm xmlns:a="http://schemas.openxmlformats.org/drawingml/2006/main">
            <a:off x="6972300" y="414337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139" name="dp41-comparison / n94 / text 1">
            <a:extLst xmlns:a="http://schemas.openxmlformats.org/drawingml/2006/main">
              <a:ext uri="{FF2B5EF4-FFF2-40B4-BE49-F238E27FC236}">
                <a16:creationId xmlns:a16="http://schemas.microsoft.com/office/drawing/2014/main" id="{3CBF948D-82C2-420E-A8C4-12FF8AF56298}"/>
              </a:ext>
            </a:extLst>
          </p:cNvPr>
          <p:cNvSpPr>
            <a:spLocks xmlns:a="http://schemas.openxmlformats.org/drawingml/2006/main" noGrp="1"/>
          </p:cNvSpPr>
          <p:nvPr/>
        </p:nvSpPr>
        <p:spPr>
          <a:xfrm xmlns:a="http://schemas.openxmlformats.org/drawingml/2006/main">
            <a:off x="1762125" y="4200525"/>
            <a:ext cx="52101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모델 출력: ReadRequest — 실제 tool call 예시</a:t>
            </a:r>
          </a:p>
        </p:txBody>
      </p:sp>
      <p:sp>
        <p:nvSpPr>
          <p:cNvPr id="140" name="dp41-comparison / n94 / text 2">
            <a:extLst xmlns:a="http://schemas.openxmlformats.org/drawingml/2006/main">
              <a:ext uri="{FF2B5EF4-FFF2-40B4-BE49-F238E27FC236}">
                <a16:creationId xmlns:a16="http://schemas.microsoft.com/office/drawing/2014/main" id="{8BA499BF-2978-4086-87BC-F196D07689C4}"/>
              </a:ext>
            </a:extLst>
          </p:cNvPr>
          <p:cNvSpPr>
            <a:spLocks xmlns:a="http://schemas.openxmlformats.org/drawingml/2006/main" noGrp="1"/>
          </p:cNvSpPr>
          <p:nvPr/>
        </p:nvSpPr>
        <p:spPr>
          <a:xfrm xmlns:a="http://schemas.openxmlformats.org/drawingml/2006/main">
            <a:off x="1762125" y="4349115"/>
            <a:ext cx="52101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tool_calls: [{name:"task_retrieve",</a:t>
            </a:r>
          </a:p>
        </p:txBody>
      </p:sp>
      <p:sp>
        <p:nvSpPr>
          <p:cNvPr id="141" name="dp41-comparison / n94 / text 3">
            <a:extLst xmlns:a="http://schemas.openxmlformats.org/drawingml/2006/main">
              <a:ext uri="{FF2B5EF4-FFF2-40B4-BE49-F238E27FC236}">
                <a16:creationId xmlns:a16="http://schemas.microsoft.com/office/drawing/2014/main" id="{6C30C75E-4CAA-45F7-9D67-13CFAD0F50E9}"/>
              </a:ext>
            </a:extLst>
          </p:cNvPr>
          <p:cNvSpPr>
            <a:spLocks xmlns:a="http://schemas.openxmlformats.org/drawingml/2006/main" noGrp="1"/>
          </p:cNvSpPr>
          <p:nvPr/>
        </p:nvSpPr>
        <p:spPr>
          <a:xfrm xmlns:a="http://schemas.openxmlformats.org/drawingml/2006/main">
            <a:off x="1762125" y="4497705"/>
            <a:ext cx="52101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  arguments:{query:"보고서", limit:5}},</a:t>
            </a:r>
          </a:p>
        </p:txBody>
      </p:sp>
      <p:sp>
        <p:nvSpPr>
          <p:cNvPr id="142" name="dp41-comparison / n94 / text 4">
            <a:extLst xmlns:a="http://schemas.openxmlformats.org/drawingml/2006/main">
              <a:ext uri="{FF2B5EF4-FFF2-40B4-BE49-F238E27FC236}">
                <a16:creationId xmlns:a16="http://schemas.microsoft.com/office/drawing/2014/main" id="{966EAA88-40EE-42B2-956A-BB7055987138}"/>
              </a:ext>
            </a:extLst>
          </p:cNvPr>
          <p:cNvSpPr>
            <a:spLocks xmlns:a="http://schemas.openxmlformats.org/drawingml/2006/main" noGrp="1"/>
          </p:cNvSpPr>
          <p:nvPr/>
        </p:nvSpPr>
        <p:spPr>
          <a:xfrm xmlns:a="http://schemas.openxmlformats.org/drawingml/2006/main">
            <a:off x="1762125" y="4646295"/>
            <a:ext cx="52101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 {name:"context_retrieve",</a:t>
            </a:r>
          </a:p>
        </p:txBody>
      </p:sp>
      <p:sp>
        <p:nvSpPr>
          <p:cNvPr id="143" name="dp41-comparison / n94 / text 5">
            <a:extLst xmlns:a="http://schemas.openxmlformats.org/drawingml/2006/main">
              <a:ext uri="{FF2B5EF4-FFF2-40B4-BE49-F238E27FC236}">
                <a16:creationId xmlns:a16="http://schemas.microsoft.com/office/drawing/2014/main" id="{E022263D-1BEE-4B0A-8E54-A9EE4AA7A0C5}"/>
              </a:ext>
            </a:extLst>
          </p:cNvPr>
          <p:cNvSpPr>
            <a:spLocks xmlns:a="http://schemas.openxmlformats.org/drawingml/2006/main" noGrp="1"/>
          </p:cNvSpPr>
          <p:nvPr/>
        </p:nvSpPr>
        <p:spPr>
          <a:xfrm xmlns:a="http://schemas.openxmlformats.org/drawingml/2006/main">
            <a:off x="1762125" y="4794885"/>
            <a:ext cx="52101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  arguments:{selector:"INPUT_SELECTION"}}]</a:t>
            </a:r>
          </a:p>
        </p:txBody>
      </p:sp>
      <p:sp>
        <p:nvSpPr>
          <p:cNvPr id="144" name="dp41-comparison / n94 / text 6">
            <a:extLst xmlns:a="http://schemas.openxmlformats.org/drawingml/2006/main">
              <a:ext uri="{FF2B5EF4-FFF2-40B4-BE49-F238E27FC236}">
                <a16:creationId xmlns:a16="http://schemas.microsoft.com/office/drawing/2014/main" id="{9F763CDD-17E7-47A3-922B-88A042473428}"/>
              </a:ext>
            </a:extLst>
          </p:cNvPr>
          <p:cNvSpPr>
            <a:spLocks xmlns:a="http://schemas.openxmlformats.org/drawingml/2006/main" noGrp="1"/>
          </p:cNvSpPr>
          <p:nvPr/>
        </p:nvSpPr>
        <p:spPr>
          <a:xfrm xmlns:a="http://schemas.openxmlformats.org/drawingml/2006/main">
            <a:off x="1762125" y="4943475"/>
            <a:ext cx="52101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추가 근거가 필요하면 다음 모델 호출에서:</a:t>
            </a:r>
          </a:p>
        </p:txBody>
      </p:sp>
      <p:sp>
        <p:nvSpPr>
          <p:cNvPr id="145" name="dp41-comparison / n94 / text 7">
            <a:extLst xmlns:a="http://schemas.openxmlformats.org/drawingml/2006/main">
              <a:ext uri="{FF2B5EF4-FFF2-40B4-BE49-F238E27FC236}">
                <a16:creationId xmlns:a16="http://schemas.microsoft.com/office/drawing/2014/main" id="{73005055-F4D1-4862-95BB-9C1FC95559A0}"/>
              </a:ext>
            </a:extLst>
          </p:cNvPr>
          <p:cNvSpPr>
            <a:spLocks xmlns:a="http://schemas.openxmlformats.org/drawingml/2006/main" noGrp="1"/>
          </p:cNvSpPr>
          <p:nvPr/>
        </p:nvSpPr>
        <p:spPr>
          <a:xfrm xmlns:a="http://schemas.openxmlformats.org/drawingml/2006/main">
            <a:off x="1762125" y="5092065"/>
            <a:ext cx="52101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interaction_retrieve(query="보고서", limit=5)</a:t>
            </a:r>
          </a:p>
        </p:txBody>
      </p:sp>
      <p:sp>
        <p:nvSpPr>
          <p:cNvPr id="146" name="dp41-comparison / n96">
            <a:extLst xmlns:a="http://schemas.openxmlformats.org/drawingml/2006/main">
              <a:ext uri="{FF2B5EF4-FFF2-40B4-BE49-F238E27FC236}">
                <a16:creationId xmlns:a16="http://schemas.microsoft.com/office/drawing/2014/main" id="{B2D41557-8E7F-4F16-85BE-5B33BE0E9D2D}"/>
              </a:ext>
            </a:extLst>
          </p:cNvPr>
          <p:cNvSpPr>
            <a:spLocks xmlns:a="http://schemas.openxmlformats.org/drawingml/2006/main" noGrp="1"/>
          </p:cNvSpPr>
          <p:nvPr/>
        </p:nvSpPr>
        <p:spPr>
          <a:xfrm xmlns:a="http://schemas.openxmlformats.org/drawingml/2006/main">
            <a:off x="7524750" y="4143375"/>
            <a:ext cx="1714500" cy="523875"/>
          </a:xfrm>
          <a:custGeom xmlns:a="http://schemas.openxmlformats.org/drawingml/2006/main">
            <a:pathLst>
              <a:path w="1714500" h="523875">
                <a:moveTo>
                  <a:pt x="0" y="0"/>
                </a:moveTo>
                <a:lnTo>
                  <a:pt x="1543050" y="0"/>
                </a:lnTo>
                <a:lnTo>
                  <a:pt x="1714500" y="171450"/>
                </a:lnTo>
                <a:lnTo>
                  <a:pt x="1714500" y="523875"/>
                </a:lnTo>
                <a:lnTo>
                  <a:pt x="0" y="52387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147" name="dp41-comparison / n96 / fold">
            <a:extLst xmlns:a="http://schemas.openxmlformats.org/drawingml/2006/main">
              <a:ext uri="{FF2B5EF4-FFF2-40B4-BE49-F238E27FC236}">
                <a16:creationId xmlns:a16="http://schemas.microsoft.com/office/drawing/2014/main" id="{C522DE06-3D0E-4064-A86F-6512C2FD9AC0}"/>
              </a:ext>
            </a:extLst>
          </p:cNvPr>
          <p:cNvSpPr>
            <a:spLocks xmlns:a="http://schemas.openxmlformats.org/drawingml/2006/main" noGrp="1"/>
          </p:cNvSpPr>
          <p:nvPr/>
        </p:nvSpPr>
        <p:spPr>
          <a:xfrm xmlns:a="http://schemas.openxmlformats.org/drawingml/2006/main">
            <a:off x="9067800" y="414337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148" name="dp41-comparison / n97 / text 1">
            <a:extLst xmlns:a="http://schemas.openxmlformats.org/drawingml/2006/main">
              <a:ext uri="{FF2B5EF4-FFF2-40B4-BE49-F238E27FC236}">
                <a16:creationId xmlns:a16="http://schemas.microsoft.com/office/drawing/2014/main" id="{11AAC557-9CC5-421D-8F8D-3DF179BC2188}"/>
              </a:ext>
            </a:extLst>
          </p:cNvPr>
          <p:cNvSpPr>
            <a:spLocks xmlns:a="http://schemas.openxmlformats.org/drawingml/2006/main" noGrp="1"/>
          </p:cNvSpPr>
          <p:nvPr/>
        </p:nvSpPr>
        <p:spPr>
          <a:xfrm xmlns:a="http://schemas.openxmlformats.org/drawingml/2006/main">
            <a:off x="7620000" y="4200525"/>
            <a:ext cx="14478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도구 조회 결과</a:t>
            </a:r>
          </a:p>
        </p:txBody>
      </p:sp>
      <p:sp>
        <p:nvSpPr>
          <p:cNvPr id="149" name="dp41-comparison / n97 / text 2">
            <a:extLst xmlns:a="http://schemas.openxmlformats.org/drawingml/2006/main">
              <a:ext uri="{FF2B5EF4-FFF2-40B4-BE49-F238E27FC236}">
                <a16:creationId xmlns:a16="http://schemas.microsoft.com/office/drawing/2014/main" id="{5A7A1B7C-5B4A-4131-A711-3229C9195225}"/>
              </a:ext>
            </a:extLst>
          </p:cNvPr>
          <p:cNvSpPr>
            <a:spLocks xmlns:a="http://schemas.openxmlformats.org/drawingml/2006/main" noGrp="1"/>
          </p:cNvSpPr>
          <p:nvPr/>
        </p:nvSpPr>
        <p:spPr>
          <a:xfrm xmlns:a="http://schemas.openxmlformats.org/drawingml/2006/main">
            <a:off x="7620000" y="4337685"/>
            <a:ext cx="14478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보고서: Task1 / Task2</a:t>
            </a:r>
          </a:p>
        </p:txBody>
      </p:sp>
      <p:sp>
        <p:nvSpPr>
          <p:cNvPr id="150" name="dp41-comparison / n97 / text 3">
            <a:extLst xmlns:a="http://schemas.openxmlformats.org/drawingml/2006/main">
              <a:ext uri="{FF2B5EF4-FFF2-40B4-BE49-F238E27FC236}">
                <a16:creationId xmlns:a16="http://schemas.microsoft.com/office/drawing/2014/main" id="{0D9708BE-42F7-47ED-974A-1CF4DD03E054}"/>
              </a:ext>
            </a:extLst>
          </p:cNvPr>
          <p:cNvSpPr>
            <a:spLocks xmlns:a="http://schemas.openxmlformats.org/drawingml/2006/main" noGrp="1"/>
          </p:cNvSpPr>
          <p:nvPr/>
        </p:nvSpPr>
        <p:spPr>
          <a:xfrm xmlns:a="http://schemas.openxmlformats.org/drawingml/2006/main">
            <a:off x="7620000" y="4474845"/>
            <a:ext cx="14478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표: 선택한 표</a:t>
            </a:r>
          </a:p>
        </p:txBody>
      </p:sp>
      <p:sp>
        <p:nvSpPr>
          <p:cNvPr id="151" name="dp41-comparison / n98">
            <a:extLst xmlns:a="http://schemas.openxmlformats.org/drawingml/2006/main">
              <a:ext uri="{FF2B5EF4-FFF2-40B4-BE49-F238E27FC236}">
                <a16:creationId xmlns:a16="http://schemas.microsoft.com/office/drawing/2014/main" id="{0B17C1E8-C9E0-4FE8-AC9C-26977B3A0A18}"/>
              </a:ext>
            </a:extLst>
          </p:cNvPr>
          <p:cNvSpPr>
            <a:spLocks xmlns:a="http://schemas.openxmlformats.org/drawingml/2006/main" noGrp="1"/>
          </p:cNvSpPr>
          <p:nvPr/>
        </p:nvSpPr>
        <p:spPr>
          <a:xfrm xmlns:a="http://schemas.openxmlformats.org/drawingml/2006/main">
            <a:off x="7505700" y="4724400"/>
            <a:ext cx="960882"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52" name="dp41-comparison / n99 / text 1">
            <a:extLst xmlns:a="http://schemas.openxmlformats.org/drawingml/2006/main">
              <a:ext uri="{FF2B5EF4-FFF2-40B4-BE49-F238E27FC236}">
                <a16:creationId xmlns:a16="http://schemas.microsoft.com/office/drawing/2014/main" id="{1CD6E10B-44E9-47C0-AD25-D40D370503A4}"/>
              </a:ext>
            </a:extLst>
          </p:cNvPr>
          <p:cNvSpPr>
            <a:spLocks xmlns:a="http://schemas.openxmlformats.org/drawingml/2006/main" noGrp="1"/>
          </p:cNvSpPr>
          <p:nvPr/>
        </p:nvSpPr>
        <p:spPr>
          <a:xfrm xmlns:a="http://schemas.openxmlformats.org/drawingml/2006/main">
            <a:off x="7524750" y="4733925"/>
            <a:ext cx="17145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반복 주체: 모델</a:t>
            </a:r>
          </a:p>
        </p:txBody>
      </p:sp>
      <p:sp>
        <p:nvSpPr>
          <p:cNvPr id="153" name="dp41-comparison / n100">
            <a:extLst xmlns:a="http://schemas.openxmlformats.org/drawingml/2006/main">
              <a:ext uri="{FF2B5EF4-FFF2-40B4-BE49-F238E27FC236}">
                <a16:creationId xmlns:a16="http://schemas.microsoft.com/office/drawing/2014/main" id="{C0DFECC1-AA02-4527-9076-F90DAC045EE7}"/>
              </a:ext>
            </a:extLst>
          </p:cNvPr>
          <p:cNvSpPr>
            <a:spLocks xmlns:a="http://schemas.openxmlformats.org/drawingml/2006/main" noGrp="1"/>
          </p:cNvSpPr>
          <p:nvPr/>
        </p:nvSpPr>
        <p:spPr>
          <a:xfrm xmlns:a="http://schemas.openxmlformats.org/drawingml/2006/main">
            <a:off x="7505700" y="4933950"/>
            <a:ext cx="1322070"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54" name="dp41-comparison / n101 / text 1">
            <a:extLst xmlns:a="http://schemas.openxmlformats.org/drawingml/2006/main">
              <a:ext uri="{FF2B5EF4-FFF2-40B4-BE49-F238E27FC236}">
                <a16:creationId xmlns:a16="http://schemas.microsoft.com/office/drawing/2014/main" id="{480C9C65-EE6A-40AB-95F5-0EFFA4807C66}"/>
              </a:ext>
            </a:extLst>
          </p:cNvPr>
          <p:cNvSpPr>
            <a:spLocks xmlns:a="http://schemas.openxmlformats.org/drawingml/2006/main" noGrp="1"/>
          </p:cNvSpPr>
          <p:nvPr/>
        </p:nvSpPr>
        <p:spPr>
          <a:xfrm xmlns:a="http://schemas.openxmlformats.org/drawingml/2006/main">
            <a:off x="7524750" y="4943475"/>
            <a:ext cx="17145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근거 반영 → 다음 조회</a:t>
            </a:r>
          </a:p>
        </p:txBody>
      </p:sp>
      <p:sp>
        <p:nvSpPr>
          <p:cNvPr id="155" name="dp41-comparison / n102">
            <a:extLst xmlns:a="http://schemas.openxmlformats.org/drawingml/2006/main">
              <a:ext uri="{FF2B5EF4-FFF2-40B4-BE49-F238E27FC236}">
                <a16:creationId xmlns:a16="http://schemas.microsoft.com/office/drawing/2014/main" id="{80234112-1092-4A7E-8B67-F5A3C8739A97}"/>
              </a:ext>
            </a:extLst>
          </p:cNvPr>
          <p:cNvSpPr>
            <a:spLocks xmlns:a="http://schemas.openxmlformats.org/drawingml/2006/main" noGrp="1"/>
          </p:cNvSpPr>
          <p:nvPr/>
        </p:nvSpPr>
        <p:spPr>
          <a:xfrm xmlns:a="http://schemas.openxmlformats.org/drawingml/2006/main">
            <a:off x="1666875" y="5419725"/>
            <a:ext cx="5476875" cy="352425"/>
          </a:xfrm>
          <a:custGeom xmlns:a="http://schemas.openxmlformats.org/drawingml/2006/main">
            <a:pathLst>
              <a:path w="5476875" h="352425">
                <a:moveTo>
                  <a:pt x="0" y="0"/>
                </a:moveTo>
                <a:lnTo>
                  <a:pt x="5305425" y="0"/>
                </a:lnTo>
                <a:lnTo>
                  <a:pt x="5476875" y="171450"/>
                </a:lnTo>
                <a:lnTo>
                  <a:pt x="5476875" y="352425"/>
                </a:lnTo>
                <a:lnTo>
                  <a:pt x="0" y="35242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156" name="dp41-comparison / n102 / fold">
            <a:extLst xmlns:a="http://schemas.openxmlformats.org/drawingml/2006/main">
              <a:ext uri="{FF2B5EF4-FFF2-40B4-BE49-F238E27FC236}">
                <a16:creationId xmlns:a16="http://schemas.microsoft.com/office/drawing/2014/main" id="{3C2ED50E-7D17-4DF3-9397-0514C60FA650}"/>
              </a:ext>
            </a:extLst>
          </p:cNvPr>
          <p:cNvSpPr>
            <a:spLocks xmlns:a="http://schemas.openxmlformats.org/drawingml/2006/main" noGrp="1"/>
          </p:cNvSpPr>
          <p:nvPr/>
        </p:nvSpPr>
        <p:spPr>
          <a:xfrm xmlns:a="http://schemas.openxmlformats.org/drawingml/2006/main">
            <a:off x="6972300" y="54197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157" name="dp41-comparison / n103 / text 1">
            <a:extLst xmlns:a="http://schemas.openxmlformats.org/drawingml/2006/main">
              <a:ext uri="{FF2B5EF4-FFF2-40B4-BE49-F238E27FC236}">
                <a16:creationId xmlns:a16="http://schemas.microsoft.com/office/drawing/2014/main" id="{2BDBCE31-1241-4E3E-8BBF-51513D37AD70}"/>
              </a:ext>
            </a:extLst>
          </p:cNvPr>
          <p:cNvSpPr>
            <a:spLocks xmlns:a="http://schemas.openxmlformats.org/drawingml/2006/main" noGrp="1"/>
          </p:cNvSpPr>
          <p:nvPr/>
        </p:nvSpPr>
        <p:spPr>
          <a:xfrm xmlns:a="http://schemas.openxmlformats.org/drawingml/2006/main">
            <a:off x="1762125" y="5476875"/>
            <a:ext cx="52101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최종 MeaningProposal (사용자 확인 뒤): Task1 보고서에 표 추가</a:t>
            </a:r>
          </a:p>
        </p:txBody>
      </p:sp>
      <p:sp>
        <p:nvSpPr>
          <p:cNvPr id="158" name="dp41-comparison / n103 / text 2">
            <a:extLst xmlns:a="http://schemas.openxmlformats.org/drawingml/2006/main">
              <a:ext uri="{FF2B5EF4-FFF2-40B4-BE49-F238E27FC236}">
                <a16:creationId xmlns:a16="http://schemas.microsoft.com/office/drawing/2014/main" id="{47EA7FE9-E83F-4538-A092-FD80D4993068}"/>
              </a:ext>
            </a:extLst>
          </p:cNvPr>
          <p:cNvSpPr>
            <a:spLocks xmlns:a="http://schemas.openxmlformats.org/drawingml/2006/main" noGrp="1"/>
          </p:cNvSpPr>
          <p:nvPr/>
        </p:nvSpPr>
        <p:spPr>
          <a:xfrm xmlns:a="http://schemas.openxmlformats.org/drawingml/2006/main">
            <a:off x="1762125" y="5614035"/>
            <a:ext cx="52101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보고서 결과 → 메일 초안 / SEND 금지 유지</a:t>
            </a:r>
          </a:p>
        </p:txBody>
      </p:sp>
      <p:sp>
        <p:nvSpPr>
          <p:cNvPr id="159" name="dp41-comparison / n112">
            <a:extLst xmlns:a="http://schemas.openxmlformats.org/drawingml/2006/main">
              <a:ext uri="{FF2B5EF4-FFF2-40B4-BE49-F238E27FC236}">
                <a16:creationId xmlns:a16="http://schemas.microsoft.com/office/drawing/2014/main" id="{D9D44FBF-9B33-47B0-9BA6-C27A3B87091D}"/>
              </a:ext>
            </a:extLst>
          </p:cNvPr>
          <p:cNvSpPr>
            <a:spLocks xmlns:a="http://schemas.openxmlformats.org/drawingml/2006/main" noGrp="1"/>
          </p:cNvSpPr>
          <p:nvPr/>
        </p:nvSpPr>
        <p:spPr>
          <a:xfrm xmlns:a="http://schemas.openxmlformats.org/drawingml/2006/main">
            <a:off x="1647825" y="6038850"/>
            <a:ext cx="2167890"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0" name="dp41-comparison / n113 / text 1">
            <a:extLst xmlns:a="http://schemas.openxmlformats.org/drawingml/2006/main">
              <a:ext uri="{FF2B5EF4-FFF2-40B4-BE49-F238E27FC236}">
                <a16:creationId xmlns:a16="http://schemas.microsoft.com/office/drawing/2014/main" id="{5EF0F141-9FAB-4138-AFF6-AF422570FA0F}"/>
              </a:ext>
            </a:extLst>
          </p:cNvPr>
          <p:cNvSpPr>
            <a:spLocks xmlns:a="http://schemas.openxmlformats.org/drawingml/2006/main" noGrp="1"/>
          </p:cNvSpPr>
          <p:nvPr/>
        </p:nvSpPr>
        <p:spPr>
          <a:xfrm xmlns:a="http://schemas.openxmlformats.org/drawingml/2006/main">
            <a:off x="1666875" y="6048375"/>
            <a:ext cx="24765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자료 / 대화 / 업무 기록 조회</a:t>
            </a:r>
          </a:p>
        </p:txBody>
      </p:sp>
      <p:sp>
        <p:nvSpPr>
          <p:cNvPr id="161" name="dp41-comparison / n117">
            <a:extLst xmlns:a="http://schemas.openxmlformats.org/drawingml/2006/main">
              <a:ext uri="{FF2B5EF4-FFF2-40B4-BE49-F238E27FC236}">
                <a16:creationId xmlns:a16="http://schemas.microsoft.com/office/drawing/2014/main" id="{B3E75826-D3E5-480B-8C97-68472F31EF7E}"/>
              </a:ext>
            </a:extLst>
          </p:cNvPr>
          <p:cNvSpPr>
            <a:spLocks xmlns:a="http://schemas.openxmlformats.org/drawingml/2006/main" noGrp="1"/>
          </p:cNvSpPr>
          <p:nvPr/>
        </p:nvSpPr>
        <p:spPr>
          <a:xfrm xmlns:a="http://schemas.openxmlformats.org/drawingml/2006/main">
            <a:off x="1647825" y="6362700"/>
            <a:ext cx="2484501"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2" name="dp41-comparison / n118 / text 1">
            <a:extLst xmlns:a="http://schemas.openxmlformats.org/drawingml/2006/main">
              <a:ext uri="{FF2B5EF4-FFF2-40B4-BE49-F238E27FC236}">
                <a16:creationId xmlns:a16="http://schemas.microsoft.com/office/drawing/2014/main" id="{A459E9B2-6F39-4371-A06C-BA2A14D32115}"/>
              </a:ext>
            </a:extLst>
          </p:cNvPr>
          <p:cNvSpPr>
            <a:spLocks xmlns:a="http://schemas.openxmlformats.org/drawingml/2006/main" noGrp="1"/>
          </p:cNvSpPr>
          <p:nvPr/>
        </p:nvSpPr>
        <p:spPr>
          <a:xfrm xmlns:a="http://schemas.openxmlformats.org/drawingml/2006/main">
            <a:off x="1666875" y="6372225"/>
            <a:ext cx="76200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실행 순서도 — 반복 제어와 종료 조건</a:t>
            </a:r>
          </a:p>
        </p:txBody>
      </p:sp>
      <p:sp>
        <p:nvSpPr>
          <p:cNvPr id="163" name="dp41-comparison / n129">
            <a:extLst xmlns:a="http://schemas.openxmlformats.org/drawingml/2006/main">
              <a:ext uri="{FF2B5EF4-FFF2-40B4-BE49-F238E27FC236}">
                <a16:creationId xmlns:a16="http://schemas.microsoft.com/office/drawing/2014/main" id="{08AA367E-B4C6-420B-84A2-397A2BB7030A}"/>
              </a:ext>
            </a:extLst>
          </p:cNvPr>
          <p:cNvSpPr>
            <a:spLocks xmlns:a="http://schemas.openxmlformats.org/drawingml/2006/main" noGrp="1"/>
          </p:cNvSpPr>
          <p:nvPr/>
        </p:nvSpPr>
        <p:spPr>
          <a:xfrm xmlns:a="http://schemas.openxmlformats.org/drawingml/2006/main">
            <a:off x="5600700" y="6600825"/>
            <a:ext cx="342900"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4" name="dp41-comparison / n130 / text 1">
            <a:extLst xmlns:a="http://schemas.openxmlformats.org/drawingml/2006/main">
              <a:ext uri="{FF2B5EF4-FFF2-40B4-BE49-F238E27FC236}">
                <a16:creationId xmlns:a16="http://schemas.microsoft.com/office/drawing/2014/main" id="{158F7A65-DAF8-44B9-ACA5-8B62A9288B99}"/>
              </a:ext>
            </a:extLst>
          </p:cNvPr>
          <p:cNvSpPr>
            <a:spLocks xmlns:a="http://schemas.openxmlformats.org/drawingml/2006/main" noGrp="1"/>
          </p:cNvSpPr>
          <p:nvPr/>
        </p:nvSpPr>
        <p:spPr>
          <a:xfrm xmlns:a="http://schemas.openxmlformats.org/drawingml/2006/main">
            <a:off x="5619750" y="6610350"/>
            <a:ext cx="6667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조회</a:t>
            </a:r>
          </a:p>
        </p:txBody>
      </p:sp>
      <p:sp>
        <p:nvSpPr>
          <p:cNvPr id="165" name="dp41-comparison / n132">
            <a:extLst xmlns:a="http://schemas.openxmlformats.org/drawingml/2006/main">
              <a:ext uri="{FF2B5EF4-FFF2-40B4-BE49-F238E27FC236}">
                <a16:creationId xmlns:a16="http://schemas.microsoft.com/office/drawing/2014/main" id="{7D172D15-60CD-453F-8A96-81A2FE8150C8}"/>
              </a:ext>
            </a:extLst>
          </p:cNvPr>
          <p:cNvSpPr>
            <a:spLocks xmlns:a="http://schemas.openxmlformats.org/drawingml/2006/main" noGrp="1"/>
          </p:cNvSpPr>
          <p:nvPr/>
        </p:nvSpPr>
        <p:spPr>
          <a:xfrm xmlns:a="http://schemas.openxmlformats.org/drawingml/2006/main">
            <a:off x="2962275" y="6867525"/>
            <a:ext cx="2751201"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6" name="dp41-comparison / n133 / text 1">
            <a:extLst xmlns:a="http://schemas.openxmlformats.org/drawingml/2006/main">
              <a:ext uri="{FF2B5EF4-FFF2-40B4-BE49-F238E27FC236}">
                <a16:creationId xmlns:a16="http://schemas.microsoft.com/office/drawing/2014/main" id="{B39BB708-0CB4-484D-8B81-189DC735C59B}"/>
              </a:ext>
            </a:extLst>
          </p:cNvPr>
          <p:cNvSpPr>
            <a:spLocks xmlns:a="http://schemas.openxmlformats.org/drawingml/2006/main" noGrp="1"/>
          </p:cNvSpPr>
          <p:nvPr/>
        </p:nvSpPr>
        <p:spPr>
          <a:xfrm xmlns:a="http://schemas.openxmlformats.org/drawingml/2006/main">
            <a:off x="2981325" y="6877050"/>
            <a:ext cx="38100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근거를 받아 모델 재호출 / 필요하면 반복</a:t>
            </a:r>
          </a:p>
        </p:txBody>
      </p:sp>
      <p:sp>
        <p:nvSpPr>
          <p:cNvPr id="167" name="dp41-comparison / n135">
            <a:extLst xmlns:a="http://schemas.openxmlformats.org/drawingml/2006/main">
              <a:ext uri="{FF2B5EF4-FFF2-40B4-BE49-F238E27FC236}">
                <a16:creationId xmlns:a16="http://schemas.microsoft.com/office/drawing/2014/main" id="{003DD929-2306-479F-A3B3-23DC8BFB4719}"/>
              </a:ext>
            </a:extLst>
          </p:cNvPr>
          <p:cNvSpPr>
            <a:spLocks xmlns:a="http://schemas.openxmlformats.org/drawingml/2006/main" noGrp="1"/>
          </p:cNvSpPr>
          <p:nvPr/>
        </p:nvSpPr>
        <p:spPr>
          <a:xfrm xmlns:a="http://schemas.openxmlformats.org/drawingml/2006/main">
            <a:off x="4933950" y="7181850"/>
            <a:ext cx="1425893"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8" name="dp41-comparison / n136 / text 1">
            <a:extLst xmlns:a="http://schemas.openxmlformats.org/drawingml/2006/main">
              <a:ext uri="{FF2B5EF4-FFF2-40B4-BE49-F238E27FC236}">
                <a16:creationId xmlns:a16="http://schemas.microsoft.com/office/drawing/2014/main" id="{90F90381-AC95-4654-A2BD-515D6708A056}"/>
              </a:ext>
            </a:extLst>
          </p:cNvPr>
          <p:cNvSpPr>
            <a:spLocks xmlns:a="http://schemas.openxmlformats.org/drawingml/2006/main" noGrp="1"/>
          </p:cNvSpPr>
          <p:nvPr/>
        </p:nvSpPr>
        <p:spPr>
          <a:xfrm xmlns:a="http://schemas.openxmlformats.org/drawingml/2006/main">
            <a:off x="4953000" y="7191375"/>
            <a:ext cx="190500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완성 / 확인 질문 필요</a:t>
            </a:r>
          </a:p>
        </p:txBody>
      </p:sp>
      <p:sp>
        <p:nvSpPr>
          <p:cNvPr id="169" name="dp41-comparison / n139">
            <a:extLst xmlns:a="http://schemas.openxmlformats.org/drawingml/2006/main">
              <a:ext uri="{FF2B5EF4-FFF2-40B4-BE49-F238E27FC236}">
                <a16:creationId xmlns:a16="http://schemas.microsoft.com/office/drawing/2014/main" id="{CB084F43-7E95-4FD9-A028-AFA4912F8B78}"/>
              </a:ext>
            </a:extLst>
          </p:cNvPr>
          <p:cNvSpPr>
            <a:spLocks xmlns:a="http://schemas.openxmlformats.org/drawingml/2006/main" noGrp="1"/>
          </p:cNvSpPr>
          <p:nvPr/>
        </p:nvSpPr>
        <p:spPr>
          <a:xfrm xmlns:a="http://schemas.openxmlformats.org/drawingml/2006/main">
            <a:off x="11620500" y="2409825"/>
            <a:ext cx="2286000" cy="3333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70" name="dp41-comparison / n140 / text 1">
            <a:extLst xmlns:a="http://schemas.openxmlformats.org/drawingml/2006/main">
              <a:ext uri="{FF2B5EF4-FFF2-40B4-BE49-F238E27FC236}">
                <a16:creationId xmlns:a16="http://schemas.microsoft.com/office/drawing/2014/main" id="{9110F0BC-75AA-4E55-8208-E449D2885968}"/>
              </a:ext>
            </a:extLst>
          </p:cNvPr>
          <p:cNvSpPr>
            <a:spLocks xmlns:a="http://schemas.openxmlformats.org/drawingml/2006/main" noGrp="1"/>
          </p:cNvSpPr>
          <p:nvPr/>
        </p:nvSpPr>
        <p:spPr>
          <a:xfrm xmlns:a="http://schemas.openxmlformats.org/drawingml/2006/main">
            <a:off x="11706225" y="2465070"/>
            <a:ext cx="21145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Interaction Manager</a:t>
            </a:r>
          </a:p>
        </p:txBody>
      </p:sp>
      <p:sp>
        <p:nvSpPr>
          <p:cNvPr id="171" name="dp41-comparison / n141">
            <a:extLst xmlns:a="http://schemas.openxmlformats.org/drawingml/2006/main">
              <a:ext uri="{FF2B5EF4-FFF2-40B4-BE49-F238E27FC236}">
                <a16:creationId xmlns:a16="http://schemas.microsoft.com/office/drawing/2014/main" id="{584F5B3C-9769-4C03-B6F8-11D84382A97A}"/>
              </a:ext>
            </a:extLst>
          </p:cNvPr>
          <p:cNvSpPr>
            <a:spLocks xmlns:a="http://schemas.openxmlformats.org/drawingml/2006/main" noGrp="1"/>
          </p:cNvSpPr>
          <p:nvPr/>
        </p:nvSpPr>
        <p:spPr>
          <a:xfrm xmlns:a="http://schemas.openxmlformats.org/drawingml/2006/main">
            <a:off x="14335125" y="2409825"/>
            <a:ext cx="2381250" cy="3333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72" name="dp41-comparison / n142 / text 1">
            <a:extLst xmlns:a="http://schemas.openxmlformats.org/drawingml/2006/main">
              <a:ext uri="{FF2B5EF4-FFF2-40B4-BE49-F238E27FC236}">
                <a16:creationId xmlns:a16="http://schemas.microsoft.com/office/drawing/2014/main" id="{19381874-DBB0-40C8-97E9-6C5E30952DD4}"/>
              </a:ext>
            </a:extLst>
          </p:cNvPr>
          <p:cNvSpPr>
            <a:spLocks xmlns:a="http://schemas.openxmlformats.org/drawingml/2006/main" noGrp="1"/>
          </p:cNvSpPr>
          <p:nvPr/>
        </p:nvSpPr>
        <p:spPr>
          <a:xfrm xmlns:a="http://schemas.openxmlformats.org/drawingml/2006/main">
            <a:off x="14420850" y="2465070"/>
            <a:ext cx="22098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Request Controller</a:t>
            </a:r>
          </a:p>
        </p:txBody>
      </p:sp>
      <p:sp>
        <p:nvSpPr>
          <p:cNvPr id="173" name="dp41-comparison / n143 / path">
            <a:extLst xmlns:a="http://schemas.openxmlformats.org/drawingml/2006/main">
              <a:ext uri="{FF2B5EF4-FFF2-40B4-BE49-F238E27FC236}">
                <a16:creationId xmlns:a16="http://schemas.microsoft.com/office/drawing/2014/main" id="{DDAC50CA-ADE2-4E4B-9464-1314075C5908}"/>
              </a:ext>
            </a:extLst>
          </p:cNvPr>
          <p:cNvSpPr>
            <a:spLocks xmlns:a="http://schemas.openxmlformats.org/drawingml/2006/main" noGrp="1"/>
          </p:cNvSpPr>
          <p:nvPr/>
        </p:nvSpPr>
        <p:spPr>
          <a:xfrm xmlns:a="http://schemas.openxmlformats.org/drawingml/2006/main">
            <a:off x="11287125" y="2576513"/>
            <a:ext cx="333375" cy="953"/>
          </a:xfrm>
          <a:custGeom xmlns:a="http://schemas.openxmlformats.org/drawingml/2006/main">
            <a:pathLst>
              <a:path w="333375" h="953">
                <a:moveTo>
                  <a:pt x="0" y="0"/>
                </a:moveTo>
                <a:lnTo>
                  <a:pt x="333375" y="0"/>
                </a:lnTo>
              </a:path>
            </a:pathLst>
          </a:custGeom>
          <a:noFill xmlns:a="http://schemas.openxmlformats.org/drawingml/2006/main"/>
          <a:ln xmlns:a="http://schemas.openxmlformats.org/drawingml/2006/main" w="10478">
            <a:solidFill>
              <a:srgbClr val="000000"/>
            </a:solidFill>
            <a:prstDash val="solid"/>
          </a:ln>
        </p:spPr>
      </p:sp>
      <p:sp>
        <p:nvSpPr>
          <p:cNvPr id="174" name="dp41-comparison / n143 / arrow">
            <a:extLst xmlns:a="http://schemas.openxmlformats.org/drawingml/2006/main">
              <a:ext uri="{FF2B5EF4-FFF2-40B4-BE49-F238E27FC236}">
                <a16:creationId xmlns:a16="http://schemas.microsoft.com/office/drawing/2014/main" id="{02A04D08-4A31-48E4-B2A5-C65EFF47B313}"/>
              </a:ext>
            </a:extLst>
          </p:cNvPr>
          <p:cNvSpPr>
            <a:spLocks xmlns:a="http://schemas.openxmlformats.org/drawingml/2006/main" noGrp="1"/>
          </p:cNvSpPr>
          <p:nvPr/>
        </p:nvSpPr>
        <p:spPr>
          <a:xfrm xmlns:a="http://schemas.openxmlformats.org/drawingml/2006/main">
            <a:off x="11553444" y="254298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75" name="dp41-comparison / n144 / path">
            <a:extLst xmlns:a="http://schemas.openxmlformats.org/drawingml/2006/main">
              <a:ext uri="{FF2B5EF4-FFF2-40B4-BE49-F238E27FC236}">
                <a16:creationId xmlns:a16="http://schemas.microsoft.com/office/drawing/2014/main" id="{A9EF506C-B077-4EC1-B739-E5E68EFD7D91}"/>
              </a:ext>
            </a:extLst>
          </p:cNvPr>
          <p:cNvSpPr>
            <a:spLocks xmlns:a="http://schemas.openxmlformats.org/drawingml/2006/main" noGrp="1"/>
          </p:cNvSpPr>
          <p:nvPr/>
        </p:nvSpPr>
        <p:spPr>
          <a:xfrm xmlns:a="http://schemas.openxmlformats.org/drawingml/2006/main">
            <a:off x="13906500" y="2576513"/>
            <a:ext cx="428625" cy="953"/>
          </a:xfrm>
          <a:custGeom xmlns:a="http://schemas.openxmlformats.org/drawingml/2006/main">
            <a:pathLst>
              <a:path w="428625" h="953">
                <a:moveTo>
                  <a:pt x="0" y="0"/>
                </a:moveTo>
                <a:lnTo>
                  <a:pt x="428625" y="0"/>
                </a:lnTo>
              </a:path>
            </a:pathLst>
          </a:custGeom>
          <a:noFill xmlns:a="http://schemas.openxmlformats.org/drawingml/2006/main"/>
          <a:ln xmlns:a="http://schemas.openxmlformats.org/drawingml/2006/main" w="10478">
            <a:solidFill>
              <a:srgbClr val="000000"/>
            </a:solidFill>
            <a:prstDash val="solid"/>
          </a:ln>
        </p:spPr>
      </p:sp>
      <p:sp>
        <p:nvSpPr>
          <p:cNvPr id="176" name="dp41-comparison / n144 / arrow">
            <a:extLst xmlns:a="http://schemas.openxmlformats.org/drawingml/2006/main">
              <a:ext uri="{FF2B5EF4-FFF2-40B4-BE49-F238E27FC236}">
                <a16:creationId xmlns:a16="http://schemas.microsoft.com/office/drawing/2014/main" id="{91A446EF-FD1B-4C12-AADC-C8B88A1338AB}"/>
              </a:ext>
            </a:extLst>
          </p:cNvPr>
          <p:cNvSpPr>
            <a:spLocks xmlns:a="http://schemas.openxmlformats.org/drawingml/2006/main" noGrp="1"/>
          </p:cNvSpPr>
          <p:nvPr/>
        </p:nvSpPr>
        <p:spPr>
          <a:xfrm xmlns:a="http://schemas.openxmlformats.org/drawingml/2006/main">
            <a:off x="14268069" y="254298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77" name="dp41-comparison / n145">
            <a:extLst xmlns:a="http://schemas.openxmlformats.org/drawingml/2006/main">
              <a:ext uri="{FF2B5EF4-FFF2-40B4-BE49-F238E27FC236}">
                <a16:creationId xmlns:a16="http://schemas.microsoft.com/office/drawing/2014/main" id="{511187F1-0806-4C3A-A1AF-8CF50D74064D}"/>
              </a:ext>
            </a:extLst>
          </p:cNvPr>
          <p:cNvSpPr>
            <a:spLocks xmlns:a="http://schemas.openxmlformats.org/drawingml/2006/main" noGrp="1"/>
          </p:cNvSpPr>
          <p:nvPr/>
        </p:nvSpPr>
        <p:spPr>
          <a:xfrm xmlns:a="http://schemas.openxmlformats.org/drawingml/2006/main">
            <a:off x="9763125" y="3257550"/>
            <a:ext cx="7953375" cy="25717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78" name="dp41-comparison / n146 / text 1">
            <a:extLst xmlns:a="http://schemas.openxmlformats.org/drawingml/2006/main">
              <a:ext uri="{FF2B5EF4-FFF2-40B4-BE49-F238E27FC236}">
                <a16:creationId xmlns:a16="http://schemas.microsoft.com/office/drawing/2014/main" id="{CF6B45F6-17B1-4D84-A4E6-C9A89A606020}"/>
              </a:ext>
            </a:extLst>
          </p:cNvPr>
          <p:cNvSpPr>
            <a:spLocks xmlns:a="http://schemas.openxmlformats.org/drawingml/2006/main" noGrp="1"/>
          </p:cNvSpPr>
          <p:nvPr/>
        </p:nvSpPr>
        <p:spPr>
          <a:xfrm xmlns:a="http://schemas.openxmlformats.org/drawingml/2006/main">
            <a:off x="9886950" y="3352800"/>
            <a:ext cx="770572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Request Interpreter</a:t>
            </a:r>
          </a:p>
        </p:txBody>
      </p:sp>
      <p:sp>
        <p:nvSpPr>
          <p:cNvPr id="179" name="dp41-comparison / n149 / path">
            <a:extLst xmlns:a="http://schemas.openxmlformats.org/drawingml/2006/main">
              <a:ext uri="{FF2B5EF4-FFF2-40B4-BE49-F238E27FC236}">
                <a16:creationId xmlns:a16="http://schemas.microsoft.com/office/drawing/2014/main" id="{1CB25FBA-1971-4786-8853-DA74849D3F62}"/>
              </a:ext>
            </a:extLst>
          </p:cNvPr>
          <p:cNvSpPr>
            <a:spLocks xmlns:a="http://schemas.openxmlformats.org/drawingml/2006/main" noGrp="1"/>
          </p:cNvSpPr>
          <p:nvPr/>
        </p:nvSpPr>
        <p:spPr>
          <a:xfrm xmlns:a="http://schemas.openxmlformats.org/drawingml/2006/main">
            <a:off x="15525750" y="2743200"/>
            <a:ext cx="23813" cy="514350"/>
          </a:xfrm>
          <a:custGeom xmlns:a="http://schemas.openxmlformats.org/drawingml/2006/main">
            <a:pathLst>
              <a:path w="23813" h="514350">
                <a:moveTo>
                  <a:pt x="0" y="0"/>
                </a:moveTo>
                <a:lnTo>
                  <a:pt x="0" y="447675"/>
                </a:lnTo>
                <a:lnTo>
                  <a:pt x="23813" y="447675"/>
                </a:lnTo>
                <a:lnTo>
                  <a:pt x="23813" y="514350"/>
                </a:lnTo>
              </a:path>
            </a:pathLst>
          </a:custGeom>
          <a:noFill xmlns:a="http://schemas.openxmlformats.org/drawingml/2006/main"/>
          <a:ln xmlns:a="http://schemas.openxmlformats.org/drawingml/2006/main" w="10478">
            <a:solidFill>
              <a:srgbClr val="000000"/>
            </a:solidFill>
            <a:prstDash val="solid"/>
          </a:ln>
        </p:spPr>
      </p:sp>
      <p:sp>
        <p:nvSpPr>
          <p:cNvPr id="180" name="dp41-comparison / n149 / arrow">
            <a:extLst xmlns:a="http://schemas.openxmlformats.org/drawingml/2006/main">
              <a:ext uri="{FF2B5EF4-FFF2-40B4-BE49-F238E27FC236}">
                <a16:creationId xmlns:a16="http://schemas.microsoft.com/office/drawing/2014/main" id="{17E7289E-F7D2-4736-8580-313D07CD8081}"/>
              </a:ext>
            </a:extLst>
          </p:cNvPr>
          <p:cNvSpPr>
            <a:spLocks xmlns:a="http://schemas.openxmlformats.org/drawingml/2006/main" noGrp="1"/>
          </p:cNvSpPr>
          <p:nvPr/>
        </p:nvSpPr>
        <p:spPr>
          <a:xfrm xmlns:a="http://schemas.openxmlformats.org/drawingml/2006/main">
            <a:off x="15516035" y="31904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81" name="dp41-comparison / n152">
            <a:extLst xmlns:a="http://schemas.openxmlformats.org/drawingml/2006/main">
              <a:ext uri="{FF2B5EF4-FFF2-40B4-BE49-F238E27FC236}">
                <a16:creationId xmlns:a16="http://schemas.microsoft.com/office/drawing/2014/main" id="{BA047B7B-17B4-4FBA-979E-547504FFBC3F}"/>
              </a:ext>
            </a:extLst>
          </p:cNvPr>
          <p:cNvSpPr>
            <a:spLocks xmlns:a="http://schemas.openxmlformats.org/drawingml/2006/main" noGrp="1"/>
          </p:cNvSpPr>
          <p:nvPr/>
        </p:nvSpPr>
        <p:spPr>
          <a:xfrm xmlns:a="http://schemas.openxmlformats.org/drawingml/2006/main">
            <a:off x="9953625" y="2867025"/>
            <a:ext cx="2381250" cy="304800"/>
          </a:xfrm>
          <a:prstGeom xmlns:a="http://schemas.openxmlformats.org/drawingml/2006/main" prst="hexagon">
            <a:avLst/>
          </a:prstGeom>
          <a:solidFill xmlns:a="http://schemas.openxmlformats.org/drawingml/2006/main">
            <a:srgbClr val="FFFFFF"/>
          </a:solidFill>
          <a:ln xmlns:a="http://schemas.openxmlformats.org/drawingml/2006/main" w="9525">
            <a:solidFill>
              <a:srgbClr val="000000"/>
            </a:solidFill>
            <a:prstDash val="solid"/>
          </a:ln>
        </p:spPr>
      </p:sp>
      <p:sp>
        <p:nvSpPr>
          <p:cNvPr id="182" name="dp41-comparison / n153 / text 1">
            <a:extLst xmlns:a="http://schemas.openxmlformats.org/drawingml/2006/main">
              <a:ext uri="{FF2B5EF4-FFF2-40B4-BE49-F238E27FC236}">
                <a16:creationId xmlns:a16="http://schemas.microsoft.com/office/drawing/2014/main" id="{A2DA3B87-96DB-4F0B-8729-F95DC3E76CBE}"/>
              </a:ext>
            </a:extLst>
          </p:cNvPr>
          <p:cNvSpPr>
            <a:spLocks xmlns:a="http://schemas.openxmlformats.org/drawingml/2006/main" noGrp="1"/>
          </p:cNvSpPr>
          <p:nvPr/>
        </p:nvSpPr>
        <p:spPr>
          <a:xfrm xmlns:a="http://schemas.openxmlformats.org/drawingml/2006/main">
            <a:off x="10039350" y="2895600"/>
            <a:ext cx="2209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1">
                <a:solidFill>
                  <a:srgbClr val="000000"/>
                </a:solidFill>
                <a:latin typeface="Apple SD Gothic Neo"/>
                <a:ea typeface="Apple SD Gothic Neo"/>
                <a:cs typeface="Apple SD Gothic Neo"/>
              </a:defRPr>
            </a:pPr>
            <a:r>
              <a:rPr sz="1500" b="1">
                <a:solidFill>
                  <a:srgbClr val="000000"/>
                </a:solidFill>
                <a:latin typeface="Apple SD Gothic Neo"/>
                <a:ea typeface="Apple SD Gothic Neo"/>
                <a:cs typeface="Apple SD Gothic Neo"/>
              </a:rPr>
              <a:t>클라우드 LLM</a:t>
            </a:r>
          </a:p>
        </p:txBody>
      </p:sp>
      <p:sp>
        <p:nvSpPr>
          <p:cNvPr id="183" name="dp41-comparison / n156">
            <a:extLst xmlns:a="http://schemas.openxmlformats.org/drawingml/2006/main">
              <a:ext uri="{FF2B5EF4-FFF2-40B4-BE49-F238E27FC236}">
                <a16:creationId xmlns:a16="http://schemas.microsoft.com/office/drawing/2014/main" id="{838CBB48-8712-4A2E-B442-35F6D4653A20}"/>
              </a:ext>
            </a:extLst>
          </p:cNvPr>
          <p:cNvSpPr>
            <a:spLocks xmlns:a="http://schemas.openxmlformats.org/drawingml/2006/main" noGrp="1"/>
          </p:cNvSpPr>
          <p:nvPr/>
        </p:nvSpPr>
        <p:spPr>
          <a:xfrm xmlns:a="http://schemas.openxmlformats.org/drawingml/2006/main">
            <a:off x="9953625" y="3667125"/>
            <a:ext cx="2333625" cy="342900"/>
          </a:xfrm>
          <a:prstGeom xmlns:a="http://schemas.openxmlformats.org/drawingml/2006/main" prst="roundRect">
            <a:avLst>
              <a:gd name="adj" fmla="val 22222"/>
            </a:avLst>
          </a:prstGeom>
          <a:solidFill xmlns:a="http://schemas.openxmlformats.org/drawingml/2006/main">
            <a:srgbClr val="FFF0DD"/>
          </a:solidFill>
          <a:ln xmlns:a="http://schemas.openxmlformats.org/drawingml/2006/main" w="17145">
            <a:solidFill>
              <a:srgbClr val="B8753F"/>
            </a:solidFill>
            <a:prstDash val="solid"/>
          </a:ln>
        </p:spPr>
      </p:sp>
      <p:sp>
        <p:nvSpPr>
          <p:cNvPr id="184" name="dp41-comparison / n157 / text 1">
            <a:extLst xmlns:a="http://schemas.openxmlformats.org/drawingml/2006/main">
              <a:ext uri="{FF2B5EF4-FFF2-40B4-BE49-F238E27FC236}">
                <a16:creationId xmlns:a16="http://schemas.microsoft.com/office/drawing/2014/main" id="{7A3FD974-EC5F-4E89-AF3D-7F88AF7EC634}"/>
              </a:ext>
            </a:extLst>
          </p:cNvPr>
          <p:cNvSpPr>
            <a:spLocks xmlns:a="http://schemas.openxmlformats.org/drawingml/2006/main" noGrp="1"/>
          </p:cNvSpPr>
          <p:nvPr/>
        </p:nvSpPr>
        <p:spPr>
          <a:xfrm xmlns:a="http://schemas.openxmlformats.org/drawingml/2006/main">
            <a:off x="10039350" y="3727133"/>
            <a:ext cx="216217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요청 구조화기</a:t>
            </a:r>
          </a:p>
        </p:txBody>
      </p:sp>
      <p:sp>
        <p:nvSpPr>
          <p:cNvPr id="185" name="dp41-comparison / n158">
            <a:extLst xmlns:a="http://schemas.openxmlformats.org/drawingml/2006/main">
              <a:ext uri="{FF2B5EF4-FFF2-40B4-BE49-F238E27FC236}">
                <a16:creationId xmlns:a16="http://schemas.microsoft.com/office/drawing/2014/main" id="{80685E7E-6949-4249-9671-649EDBF527FA}"/>
              </a:ext>
            </a:extLst>
          </p:cNvPr>
          <p:cNvSpPr>
            <a:spLocks xmlns:a="http://schemas.openxmlformats.org/drawingml/2006/main" noGrp="1"/>
          </p:cNvSpPr>
          <p:nvPr/>
        </p:nvSpPr>
        <p:spPr>
          <a:xfrm xmlns:a="http://schemas.openxmlformats.org/drawingml/2006/main">
            <a:off x="15906750" y="3667125"/>
            <a:ext cx="1619250" cy="342900"/>
          </a:xfrm>
          <a:prstGeom xmlns:a="http://schemas.openxmlformats.org/drawingml/2006/main" prst="roundRect">
            <a:avLst>
              <a:gd name="adj" fmla="val 22222"/>
            </a:avLst>
          </a:prstGeom>
          <a:solidFill xmlns:a="http://schemas.openxmlformats.org/drawingml/2006/main">
            <a:srgbClr val="FFFFFF"/>
          </a:solidFill>
          <a:ln xmlns:a="http://schemas.openxmlformats.org/drawingml/2006/main" w="9525">
            <a:solidFill>
              <a:srgbClr val="000000"/>
            </a:solidFill>
            <a:prstDash val="solid"/>
          </a:ln>
        </p:spPr>
      </p:sp>
      <p:sp>
        <p:nvSpPr>
          <p:cNvPr id="186" name="dp41-comparison / n159 / text 1">
            <a:extLst xmlns:a="http://schemas.openxmlformats.org/drawingml/2006/main">
              <a:ext uri="{FF2B5EF4-FFF2-40B4-BE49-F238E27FC236}">
                <a16:creationId xmlns:a16="http://schemas.microsoft.com/office/drawing/2014/main" id="{75CB5A11-3AF6-48E4-8451-D450DAABEC4B}"/>
              </a:ext>
            </a:extLst>
          </p:cNvPr>
          <p:cNvSpPr>
            <a:spLocks xmlns:a="http://schemas.openxmlformats.org/drawingml/2006/main" noGrp="1"/>
          </p:cNvSpPr>
          <p:nvPr/>
        </p:nvSpPr>
        <p:spPr>
          <a:xfrm xmlns:a="http://schemas.openxmlformats.org/drawingml/2006/main">
            <a:off x="15992475" y="3745706"/>
            <a:ext cx="14478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읽기 도구 실행기</a:t>
            </a:r>
          </a:p>
        </p:txBody>
      </p:sp>
      <p:sp>
        <p:nvSpPr>
          <p:cNvPr id="187" name="dp41-comparison / n160">
            <a:extLst xmlns:a="http://schemas.openxmlformats.org/drawingml/2006/main">
              <a:ext uri="{FF2B5EF4-FFF2-40B4-BE49-F238E27FC236}">
                <a16:creationId xmlns:a16="http://schemas.microsoft.com/office/drawing/2014/main" id="{DC327912-1CF8-4E89-9304-35F037EE6AB5}"/>
              </a:ext>
            </a:extLst>
          </p:cNvPr>
          <p:cNvSpPr>
            <a:spLocks xmlns:a="http://schemas.openxmlformats.org/drawingml/2006/main" noGrp="1"/>
          </p:cNvSpPr>
          <p:nvPr/>
        </p:nvSpPr>
        <p:spPr>
          <a:xfrm xmlns:a="http://schemas.openxmlformats.org/drawingml/2006/main">
            <a:off x="15621000" y="5429250"/>
            <a:ext cx="1905000" cy="304800"/>
          </a:xfrm>
          <a:prstGeom xmlns:a="http://schemas.openxmlformats.org/drawingml/2006/main" prst="roundRect">
            <a:avLst>
              <a:gd name="adj" fmla="val 25000"/>
            </a:avLst>
          </a:prstGeom>
          <a:solidFill xmlns:a="http://schemas.openxmlformats.org/drawingml/2006/main">
            <a:srgbClr val="FFFFFF"/>
          </a:solidFill>
          <a:ln xmlns:a="http://schemas.openxmlformats.org/drawingml/2006/main" w="9525">
            <a:solidFill>
              <a:srgbClr val="000000"/>
            </a:solidFill>
            <a:prstDash val="solid"/>
          </a:ln>
        </p:spPr>
      </p:sp>
      <p:sp>
        <p:nvSpPr>
          <p:cNvPr id="188" name="dp41-comparison / n161 / text 1">
            <a:extLst xmlns:a="http://schemas.openxmlformats.org/drawingml/2006/main">
              <a:ext uri="{FF2B5EF4-FFF2-40B4-BE49-F238E27FC236}">
                <a16:creationId xmlns:a16="http://schemas.microsoft.com/office/drawing/2014/main" id="{E9E50FC7-5106-4BB3-B0E6-3E23B39B9BF1}"/>
              </a:ext>
            </a:extLst>
          </p:cNvPr>
          <p:cNvSpPr>
            <a:spLocks xmlns:a="http://schemas.openxmlformats.org/drawingml/2006/main" noGrp="1"/>
          </p:cNvSpPr>
          <p:nvPr/>
        </p:nvSpPr>
        <p:spPr>
          <a:xfrm xmlns:a="http://schemas.openxmlformats.org/drawingml/2006/main">
            <a:off x="15706725" y="5476399"/>
            <a:ext cx="17335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의미 제안 검증기</a:t>
            </a:r>
          </a:p>
        </p:txBody>
      </p:sp>
      <p:sp>
        <p:nvSpPr>
          <p:cNvPr id="189" name="dp41-comparison / n162">
            <a:extLst xmlns:a="http://schemas.openxmlformats.org/drawingml/2006/main">
              <a:ext uri="{FF2B5EF4-FFF2-40B4-BE49-F238E27FC236}">
                <a16:creationId xmlns:a16="http://schemas.microsoft.com/office/drawing/2014/main" id="{0F442459-194D-4625-B078-3DC493396894}"/>
              </a:ext>
            </a:extLst>
          </p:cNvPr>
          <p:cNvSpPr>
            <a:spLocks xmlns:a="http://schemas.openxmlformats.org/drawingml/2006/main" noGrp="1"/>
          </p:cNvSpPr>
          <p:nvPr/>
        </p:nvSpPr>
        <p:spPr>
          <a:xfrm xmlns:a="http://schemas.openxmlformats.org/drawingml/2006/main">
            <a:off x="12715875" y="3667125"/>
            <a:ext cx="2857500" cy="342900"/>
          </a:xfrm>
          <a:prstGeom xmlns:a="http://schemas.openxmlformats.org/drawingml/2006/main" prst="roundRect">
            <a:avLst>
              <a:gd name="adj" fmla="val 22222"/>
            </a:avLst>
          </a:prstGeom>
          <a:solidFill xmlns:a="http://schemas.openxmlformats.org/drawingml/2006/main">
            <a:srgbClr val="FFF0DD"/>
          </a:solidFill>
          <a:ln xmlns:a="http://schemas.openxmlformats.org/drawingml/2006/main" w="17145">
            <a:solidFill>
              <a:srgbClr val="B8753F"/>
            </a:solidFill>
            <a:prstDash val="solid"/>
          </a:ln>
        </p:spPr>
      </p:sp>
      <p:sp>
        <p:nvSpPr>
          <p:cNvPr id="190" name="dp41-comparison / n163 / text 1">
            <a:extLst xmlns:a="http://schemas.openxmlformats.org/drawingml/2006/main">
              <a:ext uri="{FF2B5EF4-FFF2-40B4-BE49-F238E27FC236}">
                <a16:creationId xmlns:a16="http://schemas.microsoft.com/office/drawing/2014/main" id="{A4008B96-7145-4F16-B788-E66C09F469CF}"/>
              </a:ext>
            </a:extLst>
          </p:cNvPr>
          <p:cNvSpPr>
            <a:spLocks xmlns:a="http://schemas.openxmlformats.org/drawingml/2006/main" noGrp="1"/>
          </p:cNvSpPr>
          <p:nvPr/>
        </p:nvSpPr>
        <p:spPr>
          <a:xfrm xmlns:a="http://schemas.openxmlformats.org/drawingml/2006/main">
            <a:off x="12801600" y="3733324"/>
            <a:ext cx="26860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Request Resolution Engine</a:t>
            </a:r>
          </a:p>
        </p:txBody>
      </p:sp>
      <p:sp>
        <p:nvSpPr>
          <p:cNvPr id="191" name="dp41-comparison / n164 / path">
            <a:extLst xmlns:a="http://schemas.openxmlformats.org/drawingml/2006/main">
              <a:ext uri="{FF2B5EF4-FFF2-40B4-BE49-F238E27FC236}">
                <a16:creationId xmlns:a16="http://schemas.microsoft.com/office/drawing/2014/main" id="{A6C91363-0D3D-43A0-8D55-485E33063668}"/>
              </a:ext>
            </a:extLst>
          </p:cNvPr>
          <p:cNvSpPr>
            <a:spLocks xmlns:a="http://schemas.openxmlformats.org/drawingml/2006/main" noGrp="1"/>
          </p:cNvSpPr>
          <p:nvPr/>
        </p:nvSpPr>
        <p:spPr>
          <a:xfrm xmlns:a="http://schemas.openxmlformats.org/drawingml/2006/main">
            <a:off x="12287250" y="3762375"/>
            <a:ext cx="428625" cy="953"/>
          </a:xfrm>
          <a:custGeom xmlns:a="http://schemas.openxmlformats.org/drawingml/2006/main">
            <a:pathLst>
              <a:path w="428625" h="953">
                <a:moveTo>
                  <a:pt x="0" y="0"/>
                </a:moveTo>
                <a:lnTo>
                  <a:pt x="428625" y="0"/>
                </a:lnTo>
              </a:path>
            </a:pathLst>
          </a:custGeom>
          <a:noFill xmlns:a="http://schemas.openxmlformats.org/drawingml/2006/main"/>
          <a:ln xmlns:a="http://schemas.openxmlformats.org/drawingml/2006/main" w="10478">
            <a:solidFill>
              <a:srgbClr val="000000"/>
            </a:solidFill>
            <a:prstDash val="solid"/>
          </a:ln>
        </p:spPr>
      </p:sp>
      <p:sp>
        <p:nvSpPr>
          <p:cNvPr id="192" name="dp41-comparison / n164 / arrow">
            <a:extLst xmlns:a="http://schemas.openxmlformats.org/drawingml/2006/main">
              <a:ext uri="{FF2B5EF4-FFF2-40B4-BE49-F238E27FC236}">
                <a16:creationId xmlns:a16="http://schemas.microsoft.com/office/drawing/2014/main" id="{BE2727AF-7F2B-497B-A668-FBE55AC65C3D}"/>
              </a:ext>
            </a:extLst>
          </p:cNvPr>
          <p:cNvSpPr>
            <a:spLocks xmlns:a="http://schemas.openxmlformats.org/drawingml/2006/main" noGrp="1"/>
          </p:cNvSpPr>
          <p:nvPr/>
        </p:nvSpPr>
        <p:spPr>
          <a:xfrm xmlns:a="http://schemas.openxmlformats.org/drawingml/2006/main">
            <a:off x="12648819" y="37288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93" name="dp41-comparison / n165 / path">
            <a:extLst xmlns:a="http://schemas.openxmlformats.org/drawingml/2006/main">
              <a:ext uri="{FF2B5EF4-FFF2-40B4-BE49-F238E27FC236}">
                <a16:creationId xmlns:a16="http://schemas.microsoft.com/office/drawing/2014/main" id="{E355B2EE-0EA7-48F5-8688-B0C0C9EA0BC8}"/>
              </a:ext>
            </a:extLst>
          </p:cNvPr>
          <p:cNvSpPr>
            <a:spLocks xmlns:a="http://schemas.openxmlformats.org/drawingml/2006/main" noGrp="1"/>
          </p:cNvSpPr>
          <p:nvPr/>
        </p:nvSpPr>
        <p:spPr>
          <a:xfrm xmlns:a="http://schemas.openxmlformats.org/drawingml/2006/main">
            <a:off x="12287250" y="3914775"/>
            <a:ext cx="428625" cy="142875"/>
          </a:xfrm>
          <a:custGeom xmlns:a="http://schemas.openxmlformats.org/drawingml/2006/main">
            <a:pathLst>
              <a:path w="428625" h="142875">
                <a:moveTo>
                  <a:pt x="428625" y="0"/>
                </a:moveTo>
                <a:lnTo>
                  <a:pt x="285750" y="0"/>
                </a:lnTo>
                <a:lnTo>
                  <a:pt x="285750" y="142875"/>
                </a:lnTo>
                <a:lnTo>
                  <a:pt x="114300" y="142875"/>
                </a:lnTo>
                <a:lnTo>
                  <a:pt x="114300" y="0"/>
                </a:lnTo>
                <a:lnTo>
                  <a:pt x="0" y="0"/>
                </a:lnTo>
              </a:path>
            </a:pathLst>
          </a:custGeom>
          <a:noFill xmlns:a="http://schemas.openxmlformats.org/drawingml/2006/main"/>
          <a:ln xmlns:a="http://schemas.openxmlformats.org/drawingml/2006/main" w="10478">
            <a:solidFill>
              <a:srgbClr val="000000"/>
            </a:solidFill>
            <a:prstDash val="solid"/>
          </a:ln>
        </p:spPr>
      </p:sp>
      <p:sp>
        <p:nvSpPr>
          <p:cNvPr id="194" name="dp41-comparison / n165 / arrow">
            <a:extLst xmlns:a="http://schemas.openxmlformats.org/drawingml/2006/main">
              <a:ext uri="{FF2B5EF4-FFF2-40B4-BE49-F238E27FC236}">
                <a16:creationId xmlns:a16="http://schemas.microsoft.com/office/drawing/2014/main" id="{0872DC53-F779-48B4-92A4-3AE98227AF96}"/>
              </a:ext>
            </a:extLst>
          </p:cNvPr>
          <p:cNvSpPr>
            <a:spLocks xmlns:a="http://schemas.openxmlformats.org/drawingml/2006/main" noGrp="1"/>
          </p:cNvSpPr>
          <p:nvPr/>
        </p:nvSpPr>
        <p:spPr>
          <a:xfrm xmlns:a="http://schemas.openxmlformats.org/drawingml/2006/main">
            <a:off x="12287250" y="38812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95" name="dp41-comparison / n168 / path">
            <a:extLst xmlns:a="http://schemas.openxmlformats.org/drawingml/2006/main">
              <a:ext uri="{FF2B5EF4-FFF2-40B4-BE49-F238E27FC236}">
                <a16:creationId xmlns:a16="http://schemas.microsoft.com/office/drawing/2014/main" id="{8E89D37E-609D-4687-B82F-63EE7E2610AC}"/>
              </a:ext>
            </a:extLst>
          </p:cNvPr>
          <p:cNvSpPr>
            <a:spLocks xmlns:a="http://schemas.openxmlformats.org/drawingml/2006/main" noGrp="1"/>
          </p:cNvSpPr>
          <p:nvPr/>
        </p:nvSpPr>
        <p:spPr>
          <a:xfrm xmlns:a="http://schemas.openxmlformats.org/drawingml/2006/main">
            <a:off x="15573375" y="3762375"/>
            <a:ext cx="333375" cy="953"/>
          </a:xfrm>
          <a:custGeom xmlns:a="http://schemas.openxmlformats.org/drawingml/2006/main">
            <a:pathLst>
              <a:path w="333375" h="953">
                <a:moveTo>
                  <a:pt x="0" y="0"/>
                </a:moveTo>
                <a:lnTo>
                  <a:pt x="333375" y="0"/>
                </a:lnTo>
              </a:path>
            </a:pathLst>
          </a:custGeom>
          <a:noFill xmlns:a="http://schemas.openxmlformats.org/drawingml/2006/main"/>
          <a:ln xmlns:a="http://schemas.openxmlformats.org/drawingml/2006/main" w="10478">
            <a:solidFill>
              <a:srgbClr val="000000"/>
            </a:solidFill>
            <a:prstDash val="solid"/>
          </a:ln>
        </p:spPr>
      </p:sp>
      <p:sp>
        <p:nvSpPr>
          <p:cNvPr id="196" name="dp41-comparison / n168 / arrow">
            <a:extLst xmlns:a="http://schemas.openxmlformats.org/drawingml/2006/main">
              <a:ext uri="{FF2B5EF4-FFF2-40B4-BE49-F238E27FC236}">
                <a16:creationId xmlns:a16="http://schemas.microsoft.com/office/drawing/2014/main" id="{A9239DD7-1114-41C1-A480-FC793302A839}"/>
              </a:ext>
            </a:extLst>
          </p:cNvPr>
          <p:cNvSpPr>
            <a:spLocks xmlns:a="http://schemas.openxmlformats.org/drawingml/2006/main" noGrp="1"/>
          </p:cNvSpPr>
          <p:nvPr/>
        </p:nvSpPr>
        <p:spPr>
          <a:xfrm xmlns:a="http://schemas.openxmlformats.org/drawingml/2006/main">
            <a:off x="15839694" y="37288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97" name="dp41-comparison / n169 / path">
            <a:extLst xmlns:a="http://schemas.openxmlformats.org/drawingml/2006/main">
              <a:ext uri="{FF2B5EF4-FFF2-40B4-BE49-F238E27FC236}">
                <a16:creationId xmlns:a16="http://schemas.microsoft.com/office/drawing/2014/main" id="{8FB0FA4E-A2ED-46B7-B6E5-690CABACD594}"/>
              </a:ext>
            </a:extLst>
          </p:cNvPr>
          <p:cNvSpPr>
            <a:spLocks xmlns:a="http://schemas.openxmlformats.org/drawingml/2006/main" noGrp="1"/>
          </p:cNvSpPr>
          <p:nvPr/>
        </p:nvSpPr>
        <p:spPr>
          <a:xfrm xmlns:a="http://schemas.openxmlformats.org/drawingml/2006/main">
            <a:off x="14144625" y="4010025"/>
            <a:ext cx="2571750" cy="66675"/>
          </a:xfrm>
          <a:custGeom xmlns:a="http://schemas.openxmlformats.org/drawingml/2006/main">
            <a:pathLst>
              <a:path w="2571750" h="66675">
                <a:moveTo>
                  <a:pt x="2571750" y="0"/>
                </a:moveTo>
                <a:lnTo>
                  <a:pt x="2571750" y="66675"/>
                </a:lnTo>
                <a:lnTo>
                  <a:pt x="0" y="66675"/>
                </a:lnTo>
                <a:lnTo>
                  <a:pt x="0" y="0"/>
                </a:lnTo>
              </a:path>
            </a:pathLst>
          </a:custGeom>
          <a:noFill xmlns:a="http://schemas.openxmlformats.org/drawingml/2006/main"/>
          <a:ln xmlns:a="http://schemas.openxmlformats.org/drawingml/2006/main" w="10478">
            <a:solidFill>
              <a:srgbClr val="000000"/>
            </a:solidFill>
            <a:prstDash val="dash"/>
          </a:ln>
        </p:spPr>
      </p:sp>
      <p:sp>
        <p:nvSpPr>
          <p:cNvPr id="198" name="dp41-comparison / n169 / arrow">
            <a:extLst xmlns:a="http://schemas.openxmlformats.org/drawingml/2006/main">
              <a:ext uri="{FF2B5EF4-FFF2-40B4-BE49-F238E27FC236}">
                <a16:creationId xmlns:a16="http://schemas.microsoft.com/office/drawing/2014/main" id="{BDFE28EA-68C7-407B-949B-A20B3C95D14D}"/>
              </a:ext>
            </a:extLst>
          </p:cNvPr>
          <p:cNvSpPr>
            <a:spLocks xmlns:a="http://schemas.openxmlformats.org/drawingml/2006/main" noGrp="1"/>
          </p:cNvSpPr>
          <p:nvPr/>
        </p:nvSpPr>
        <p:spPr>
          <a:xfrm xmlns:a="http://schemas.openxmlformats.org/drawingml/2006/main">
            <a:off x="14111097" y="4010025"/>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199" name="dp41-comparison / n174 / path">
            <a:extLst xmlns:a="http://schemas.openxmlformats.org/drawingml/2006/main">
              <a:ext uri="{FF2B5EF4-FFF2-40B4-BE49-F238E27FC236}">
                <a16:creationId xmlns:a16="http://schemas.microsoft.com/office/drawing/2014/main" id="{260C6DD9-5DBA-4E42-AF01-A499437DDF79}"/>
              </a:ext>
            </a:extLst>
          </p:cNvPr>
          <p:cNvSpPr>
            <a:spLocks xmlns:a="http://schemas.openxmlformats.org/drawingml/2006/main" noGrp="1"/>
          </p:cNvSpPr>
          <p:nvPr/>
        </p:nvSpPr>
        <p:spPr>
          <a:xfrm xmlns:a="http://schemas.openxmlformats.org/drawingml/2006/main">
            <a:off x="14144625" y="4010025"/>
            <a:ext cx="2428875" cy="1419225"/>
          </a:xfrm>
          <a:custGeom xmlns:a="http://schemas.openxmlformats.org/drawingml/2006/main">
            <a:pathLst>
              <a:path w="2428875" h="1419225">
                <a:moveTo>
                  <a:pt x="0" y="0"/>
                </a:moveTo>
                <a:lnTo>
                  <a:pt x="0" y="19050"/>
                </a:lnTo>
                <a:lnTo>
                  <a:pt x="1524000" y="19050"/>
                </a:lnTo>
                <a:lnTo>
                  <a:pt x="1524000" y="1352550"/>
                </a:lnTo>
                <a:lnTo>
                  <a:pt x="2428875" y="1352550"/>
                </a:lnTo>
                <a:lnTo>
                  <a:pt x="2428875" y="1419225"/>
                </a:lnTo>
              </a:path>
            </a:pathLst>
          </a:custGeom>
          <a:noFill xmlns:a="http://schemas.openxmlformats.org/drawingml/2006/main"/>
          <a:ln xmlns:a="http://schemas.openxmlformats.org/drawingml/2006/main" w="10478">
            <a:solidFill>
              <a:srgbClr val="000000"/>
            </a:solidFill>
            <a:prstDash val="solid"/>
          </a:ln>
        </p:spPr>
      </p:sp>
      <p:sp>
        <p:nvSpPr>
          <p:cNvPr id="200" name="dp41-comparison / n174 / arrow">
            <a:extLst xmlns:a="http://schemas.openxmlformats.org/drawingml/2006/main">
              <a:ext uri="{FF2B5EF4-FFF2-40B4-BE49-F238E27FC236}">
                <a16:creationId xmlns:a16="http://schemas.microsoft.com/office/drawing/2014/main" id="{19211263-8C03-4A50-BA9E-4034F16B4EA6}"/>
              </a:ext>
            </a:extLst>
          </p:cNvPr>
          <p:cNvSpPr>
            <a:spLocks xmlns:a="http://schemas.openxmlformats.org/drawingml/2006/main" noGrp="1"/>
          </p:cNvSpPr>
          <p:nvPr/>
        </p:nvSpPr>
        <p:spPr>
          <a:xfrm xmlns:a="http://schemas.openxmlformats.org/drawingml/2006/main">
            <a:off x="16539972" y="53621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01" name="dp41-comparison / n183">
            <a:extLst xmlns:a="http://schemas.openxmlformats.org/drawingml/2006/main">
              <a:ext uri="{FF2B5EF4-FFF2-40B4-BE49-F238E27FC236}">
                <a16:creationId xmlns:a16="http://schemas.microsoft.com/office/drawing/2014/main" id="{33C7D161-9D65-4D81-BFF4-0C0479EEBE9D}"/>
              </a:ext>
            </a:extLst>
          </p:cNvPr>
          <p:cNvSpPr>
            <a:spLocks xmlns:a="http://schemas.openxmlformats.org/drawingml/2006/main" noGrp="1"/>
          </p:cNvSpPr>
          <p:nvPr/>
        </p:nvSpPr>
        <p:spPr>
          <a:xfrm xmlns:a="http://schemas.openxmlformats.org/drawingml/2006/main">
            <a:off x="12649200" y="6019800"/>
            <a:ext cx="21907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02" name="dp41-comparison / n184 / text 1">
            <a:extLst xmlns:a="http://schemas.openxmlformats.org/drawingml/2006/main">
              <a:ext uri="{FF2B5EF4-FFF2-40B4-BE49-F238E27FC236}">
                <a16:creationId xmlns:a16="http://schemas.microsoft.com/office/drawing/2014/main" id="{76D85E64-8D05-4274-B841-85ED1602138D}"/>
              </a:ext>
            </a:extLst>
          </p:cNvPr>
          <p:cNvSpPr>
            <a:spLocks xmlns:a="http://schemas.openxmlformats.org/drawingml/2006/main" noGrp="1"/>
          </p:cNvSpPr>
          <p:nvPr/>
        </p:nvSpPr>
        <p:spPr>
          <a:xfrm xmlns:a="http://schemas.openxmlformats.org/drawingml/2006/main">
            <a:off x="12734925" y="6043136"/>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Context Manager</a:t>
            </a:r>
          </a:p>
        </p:txBody>
      </p:sp>
      <p:sp>
        <p:nvSpPr>
          <p:cNvPr id="203" name="dp41-comparison / n185 / path">
            <a:extLst xmlns:a="http://schemas.openxmlformats.org/drawingml/2006/main">
              <a:ext uri="{FF2B5EF4-FFF2-40B4-BE49-F238E27FC236}">
                <a16:creationId xmlns:a16="http://schemas.microsoft.com/office/drawing/2014/main" id="{7A69EA05-461A-40BD-9A3E-82FDF4702936}"/>
              </a:ext>
            </a:extLst>
          </p:cNvPr>
          <p:cNvSpPr>
            <a:spLocks xmlns:a="http://schemas.openxmlformats.org/drawingml/2006/main" noGrp="1"/>
          </p:cNvSpPr>
          <p:nvPr/>
        </p:nvSpPr>
        <p:spPr>
          <a:xfrm xmlns:a="http://schemas.openxmlformats.org/drawingml/2006/main">
            <a:off x="13744575" y="3771900"/>
            <a:ext cx="4010025" cy="2247900"/>
          </a:xfrm>
          <a:custGeom xmlns:a="http://schemas.openxmlformats.org/drawingml/2006/main">
            <a:pathLst>
              <a:path w="4010025" h="2247900">
                <a:moveTo>
                  <a:pt x="3781425" y="0"/>
                </a:moveTo>
                <a:lnTo>
                  <a:pt x="4010025" y="0"/>
                </a:lnTo>
                <a:lnTo>
                  <a:pt x="4010025" y="2105025"/>
                </a:lnTo>
                <a:lnTo>
                  <a:pt x="0" y="2105025"/>
                </a:lnTo>
                <a:lnTo>
                  <a:pt x="0" y="2247900"/>
                </a:lnTo>
              </a:path>
            </a:pathLst>
          </a:custGeom>
          <a:noFill xmlns:a="http://schemas.openxmlformats.org/drawingml/2006/main"/>
          <a:ln xmlns:a="http://schemas.openxmlformats.org/drawingml/2006/main" w="10478">
            <a:solidFill>
              <a:srgbClr val="000000"/>
            </a:solidFill>
            <a:prstDash val="solid"/>
          </a:ln>
        </p:spPr>
      </p:sp>
      <p:sp>
        <p:nvSpPr>
          <p:cNvPr id="204" name="dp41-comparison / n185 / arrow">
            <a:extLst xmlns:a="http://schemas.openxmlformats.org/drawingml/2006/main">
              <a:ext uri="{FF2B5EF4-FFF2-40B4-BE49-F238E27FC236}">
                <a16:creationId xmlns:a16="http://schemas.microsoft.com/office/drawing/2014/main" id="{FD1D4C11-ECC8-4EA4-AD03-92C69096047C}"/>
              </a:ext>
            </a:extLst>
          </p:cNvPr>
          <p:cNvSpPr>
            <a:spLocks xmlns:a="http://schemas.openxmlformats.org/drawingml/2006/main" noGrp="1"/>
          </p:cNvSpPr>
          <p:nvPr/>
        </p:nvSpPr>
        <p:spPr>
          <a:xfrm xmlns:a="http://schemas.openxmlformats.org/drawingml/2006/main">
            <a:off x="13711047" y="59527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05" name="dp41-comparison / n186 / path">
            <a:extLst xmlns:a="http://schemas.openxmlformats.org/drawingml/2006/main">
              <a:ext uri="{FF2B5EF4-FFF2-40B4-BE49-F238E27FC236}">
                <a16:creationId xmlns:a16="http://schemas.microsoft.com/office/drawing/2014/main" id="{A60356F5-33AB-42D2-A6E5-E9B80D7F26FC}"/>
              </a:ext>
            </a:extLst>
          </p:cNvPr>
          <p:cNvSpPr>
            <a:spLocks xmlns:a="http://schemas.openxmlformats.org/drawingml/2006/main" noGrp="1"/>
          </p:cNvSpPr>
          <p:nvPr/>
        </p:nvSpPr>
        <p:spPr>
          <a:xfrm xmlns:a="http://schemas.openxmlformats.org/drawingml/2006/main">
            <a:off x="13830300" y="3914775"/>
            <a:ext cx="3848100" cy="2105025"/>
          </a:xfrm>
          <a:custGeom xmlns:a="http://schemas.openxmlformats.org/drawingml/2006/main">
            <a:pathLst>
              <a:path w="3848100" h="2105025">
                <a:moveTo>
                  <a:pt x="0" y="2105025"/>
                </a:moveTo>
                <a:lnTo>
                  <a:pt x="0" y="2000250"/>
                </a:lnTo>
                <a:lnTo>
                  <a:pt x="3848100" y="2000250"/>
                </a:lnTo>
                <a:lnTo>
                  <a:pt x="3848100" y="0"/>
                </a:lnTo>
                <a:lnTo>
                  <a:pt x="3695700" y="0"/>
                </a:lnTo>
              </a:path>
            </a:pathLst>
          </a:custGeom>
          <a:noFill xmlns:a="http://schemas.openxmlformats.org/drawingml/2006/main"/>
          <a:ln xmlns:a="http://schemas.openxmlformats.org/drawingml/2006/main" w="10478">
            <a:solidFill>
              <a:srgbClr val="000000"/>
            </a:solidFill>
            <a:prstDash val="dash"/>
          </a:ln>
        </p:spPr>
      </p:sp>
      <p:sp>
        <p:nvSpPr>
          <p:cNvPr id="206" name="dp41-comparison / n186 / arrow">
            <a:extLst xmlns:a="http://schemas.openxmlformats.org/drawingml/2006/main">
              <a:ext uri="{FF2B5EF4-FFF2-40B4-BE49-F238E27FC236}">
                <a16:creationId xmlns:a16="http://schemas.microsoft.com/office/drawing/2014/main" id="{9055722D-73F1-4363-96B7-60C4086374C8}"/>
              </a:ext>
            </a:extLst>
          </p:cNvPr>
          <p:cNvSpPr>
            <a:spLocks xmlns:a="http://schemas.openxmlformats.org/drawingml/2006/main" noGrp="1"/>
          </p:cNvSpPr>
          <p:nvPr/>
        </p:nvSpPr>
        <p:spPr>
          <a:xfrm xmlns:a="http://schemas.openxmlformats.org/drawingml/2006/main">
            <a:off x="17526000" y="38812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207" name="dp41-comparison / n187">
            <a:extLst xmlns:a="http://schemas.openxmlformats.org/drawingml/2006/main">
              <a:ext uri="{FF2B5EF4-FFF2-40B4-BE49-F238E27FC236}">
                <a16:creationId xmlns:a16="http://schemas.microsoft.com/office/drawing/2014/main" id="{DEF3D68F-CCBD-41D4-B2E9-25955C6D6154}"/>
              </a:ext>
            </a:extLst>
          </p:cNvPr>
          <p:cNvSpPr>
            <a:spLocks xmlns:a="http://schemas.openxmlformats.org/drawingml/2006/main" noGrp="1"/>
          </p:cNvSpPr>
          <p:nvPr/>
        </p:nvSpPr>
        <p:spPr>
          <a:xfrm xmlns:a="http://schemas.openxmlformats.org/drawingml/2006/main">
            <a:off x="15382875" y="6019800"/>
            <a:ext cx="21907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08" name="dp41-comparison / n188 / text 1">
            <a:extLst xmlns:a="http://schemas.openxmlformats.org/drawingml/2006/main">
              <a:ext uri="{FF2B5EF4-FFF2-40B4-BE49-F238E27FC236}">
                <a16:creationId xmlns:a16="http://schemas.microsoft.com/office/drawing/2014/main" id="{38B5A999-3BA3-4608-A01D-77841937CB61}"/>
              </a:ext>
            </a:extLst>
          </p:cNvPr>
          <p:cNvSpPr>
            <a:spLocks xmlns:a="http://schemas.openxmlformats.org/drawingml/2006/main" noGrp="1"/>
          </p:cNvSpPr>
          <p:nvPr/>
        </p:nvSpPr>
        <p:spPr>
          <a:xfrm xmlns:a="http://schemas.openxmlformats.org/drawingml/2006/main">
            <a:off x="15468600" y="6043136"/>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Task Manager</a:t>
            </a:r>
          </a:p>
        </p:txBody>
      </p:sp>
      <p:sp>
        <p:nvSpPr>
          <p:cNvPr id="209" name="dp41-comparison / n189 / path">
            <a:extLst xmlns:a="http://schemas.openxmlformats.org/drawingml/2006/main">
              <a:ext uri="{FF2B5EF4-FFF2-40B4-BE49-F238E27FC236}">
                <a16:creationId xmlns:a16="http://schemas.microsoft.com/office/drawing/2014/main" id="{7813FFE0-A9AC-44D0-9474-3D84F91766C5}"/>
              </a:ext>
            </a:extLst>
          </p:cNvPr>
          <p:cNvSpPr>
            <a:spLocks xmlns:a="http://schemas.openxmlformats.org/drawingml/2006/main" noGrp="1"/>
          </p:cNvSpPr>
          <p:nvPr/>
        </p:nvSpPr>
        <p:spPr>
          <a:xfrm xmlns:a="http://schemas.openxmlformats.org/drawingml/2006/main">
            <a:off x="16478250" y="3771900"/>
            <a:ext cx="1276350" cy="2247900"/>
          </a:xfrm>
          <a:custGeom xmlns:a="http://schemas.openxmlformats.org/drawingml/2006/main">
            <a:pathLst>
              <a:path w="1276350" h="2247900">
                <a:moveTo>
                  <a:pt x="1047750" y="0"/>
                </a:moveTo>
                <a:lnTo>
                  <a:pt x="1276350" y="0"/>
                </a:lnTo>
                <a:lnTo>
                  <a:pt x="1276350" y="2152650"/>
                </a:lnTo>
                <a:lnTo>
                  <a:pt x="0" y="2152650"/>
                </a:lnTo>
                <a:lnTo>
                  <a:pt x="0" y="2247900"/>
                </a:lnTo>
              </a:path>
            </a:pathLst>
          </a:custGeom>
          <a:noFill xmlns:a="http://schemas.openxmlformats.org/drawingml/2006/main"/>
          <a:ln xmlns:a="http://schemas.openxmlformats.org/drawingml/2006/main" w="10478">
            <a:solidFill>
              <a:srgbClr val="000000"/>
            </a:solidFill>
            <a:prstDash val="solid"/>
          </a:ln>
        </p:spPr>
      </p:sp>
      <p:sp>
        <p:nvSpPr>
          <p:cNvPr id="210" name="dp41-comparison / n189 / arrow">
            <a:extLst xmlns:a="http://schemas.openxmlformats.org/drawingml/2006/main">
              <a:ext uri="{FF2B5EF4-FFF2-40B4-BE49-F238E27FC236}">
                <a16:creationId xmlns:a16="http://schemas.microsoft.com/office/drawing/2014/main" id="{48F966AD-1844-4C66-A22A-CE5CA9C298F4}"/>
              </a:ext>
            </a:extLst>
          </p:cNvPr>
          <p:cNvSpPr>
            <a:spLocks xmlns:a="http://schemas.openxmlformats.org/drawingml/2006/main" noGrp="1"/>
          </p:cNvSpPr>
          <p:nvPr/>
        </p:nvSpPr>
        <p:spPr>
          <a:xfrm xmlns:a="http://schemas.openxmlformats.org/drawingml/2006/main">
            <a:off x="16444722" y="59527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11" name="dp41-comparison / n190 / path">
            <a:extLst xmlns:a="http://schemas.openxmlformats.org/drawingml/2006/main">
              <a:ext uri="{FF2B5EF4-FFF2-40B4-BE49-F238E27FC236}">
                <a16:creationId xmlns:a16="http://schemas.microsoft.com/office/drawing/2014/main" id="{E025B96D-F716-488F-B1DC-43F430C936F0}"/>
              </a:ext>
            </a:extLst>
          </p:cNvPr>
          <p:cNvSpPr>
            <a:spLocks xmlns:a="http://schemas.openxmlformats.org/drawingml/2006/main" noGrp="1"/>
          </p:cNvSpPr>
          <p:nvPr/>
        </p:nvSpPr>
        <p:spPr>
          <a:xfrm xmlns:a="http://schemas.openxmlformats.org/drawingml/2006/main">
            <a:off x="16563975" y="3914775"/>
            <a:ext cx="1114425" cy="2105025"/>
          </a:xfrm>
          <a:custGeom xmlns:a="http://schemas.openxmlformats.org/drawingml/2006/main">
            <a:pathLst>
              <a:path w="1114425" h="2105025">
                <a:moveTo>
                  <a:pt x="0" y="2105025"/>
                </a:moveTo>
                <a:lnTo>
                  <a:pt x="0" y="2047875"/>
                </a:lnTo>
                <a:lnTo>
                  <a:pt x="1114425" y="2047875"/>
                </a:lnTo>
                <a:lnTo>
                  <a:pt x="1114425" y="0"/>
                </a:lnTo>
                <a:lnTo>
                  <a:pt x="962025" y="0"/>
                </a:lnTo>
              </a:path>
            </a:pathLst>
          </a:custGeom>
          <a:noFill xmlns:a="http://schemas.openxmlformats.org/drawingml/2006/main"/>
          <a:ln xmlns:a="http://schemas.openxmlformats.org/drawingml/2006/main" w="10478">
            <a:solidFill>
              <a:srgbClr val="000000"/>
            </a:solidFill>
            <a:prstDash val="dash"/>
          </a:ln>
        </p:spPr>
      </p:sp>
      <p:sp>
        <p:nvSpPr>
          <p:cNvPr id="212" name="dp41-comparison / n190 / arrow">
            <a:extLst xmlns:a="http://schemas.openxmlformats.org/drawingml/2006/main">
              <a:ext uri="{FF2B5EF4-FFF2-40B4-BE49-F238E27FC236}">
                <a16:creationId xmlns:a16="http://schemas.microsoft.com/office/drawing/2014/main" id="{01EF848C-4A7E-4728-8C37-55DE05D5DA6F}"/>
              </a:ext>
            </a:extLst>
          </p:cNvPr>
          <p:cNvSpPr>
            <a:spLocks xmlns:a="http://schemas.openxmlformats.org/drawingml/2006/main" noGrp="1"/>
          </p:cNvSpPr>
          <p:nvPr/>
        </p:nvSpPr>
        <p:spPr>
          <a:xfrm xmlns:a="http://schemas.openxmlformats.org/drawingml/2006/main">
            <a:off x="17526000" y="38812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213" name="dp41-comparison / n193 / path">
            <a:extLst xmlns:a="http://schemas.openxmlformats.org/drawingml/2006/main">
              <a:ext uri="{FF2B5EF4-FFF2-40B4-BE49-F238E27FC236}">
                <a16:creationId xmlns:a16="http://schemas.microsoft.com/office/drawing/2014/main" id="{0186F9D9-C4C4-4124-B158-273F4DE7AAB2}"/>
              </a:ext>
            </a:extLst>
          </p:cNvPr>
          <p:cNvSpPr>
            <a:spLocks xmlns:a="http://schemas.openxmlformats.org/drawingml/2006/main" noGrp="1"/>
          </p:cNvSpPr>
          <p:nvPr/>
        </p:nvSpPr>
        <p:spPr>
          <a:xfrm xmlns:a="http://schemas.openxmlformats.org/drawingml/2006/main">
            <a:off x="9810750" y="3019425"/>
            <a:ext cx="142875" cy="819150"/>
          </a:xfrm>
          <a:custGeom xmlns:a="http://schemas.openxmlformats.org/drawingml/2006/main">
            <a:pathLst>
              <a:path w="142875" h="819150">
                <a:moveTo>
                  <a:pt x="142875" y="819150"/>
                </a:moveTo>
                <a:lnTo>
                  <a:pt x="0" y="819150"/>
                </a:lnTo>
                <a:lnTo>
                  <a:pt x="0" y="0"/>
                </a:lnTo>
                <a:lnTo>
                  <a:pt x="142875" y="0"/>
                </a:lnTo>
              </a:path>
            </a:pathLst>
          </a:custGeom>
          <a:noFill xmlns:a="http://schemas.openxmlformats.org/drawingml/2006/main"/>
          <a:ln xmlns:a="http://schemas.openxmlformats.org/drawingml/2006/main" w="10478">
            <a:solidFill>
              <a:srgbClr val="000000"/>
            </a:solidFill>
            <a:prstDash val="solid"/>
          </a:ln>
        </p:spPr>
      </p:sp>
      <p:sp>
        <p:nvSpPr>
          <p:cNvPr id="214" name="dp41-comparison / n193 / arrow">
            <a:extLst xmlns:a="http://schemas.openxmlformats.org/drawingml/2006/main">
              <a:ext uri="{FF2B5EF4-FFF2-40B4-BE49-F238E27FC236}">
                <a16:creationId xmlns:a16="http://schemas.microsoft.com/office/drawing/2014/main" id="{41F43EF2-55B5-4820-9AEC-C7C92FB1C1E7}"/>
              </a:ext>
            </a:extLst>
          </p:cNvPr>
          <p:cNvSpPr>
            <a:spLocks xmlns:a="http://schemas.openxmlformats.org/drawingml/2006/main" noGrp="1"/>
          </p:cNvSpPr>
          <p:nvPr/>
        </p:nvSpPr>
        <p:spPr>
          <a:xfrm xmlns:a="http://schemas.openxmlformats.org/drawingml/2006/main">
            <a:off x="9886569" y="29858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15" name="dp41-comparison / n194 / path">
            <a:extLst xmlns:a="http://schemas.openxmlformats.org/drawingml/2006/main">
              <a:ext uri="{FF2B5EF4-FFF2-40B4-BE49-F238E27FC236}">
                <a16:creationId xmlns:a16="http://schemas.microsoft.com/office/drawing/2014/main" id="{381608AF-120E-40DA-8E12-F85542FF2BAA}"/>
              </a:ext>
            </a:extLst>
          </p:cNvPr>
          <p:cNvSpPr>
            <a:spLocks xmlns:a="http://schemas.openxmlformats.org/drawingml/2006/main" noGrp="1"/>
          </p:cNvSpPr>
          <p:nvPr/>
        </p:nvSpPr>
        <p:spPr>
          <a:xfrm xmlns:a="http://schemas.openxmlformats.org/drawingml/2006/main">
            <a:off x="9715500" y="3019425"/>
            <a:ext cx="238125" cy="933450"/>
          </a:xfrm>
          <a:custGeom xmlns:a="http://schemas.openxmlformats.org/drawingml/2006/main">
            <a:pathLst>
              <a:path w="238125" h="933450">
                <a:moveTo>
                  <a:pt x="238125" y="0"/>
                </a:moveTo>
                <a:lnTo>
                  <a:pt x="0" y="0"/>
                </a:lnTo>
                <a:lnTo>
                  <a:pt x="0" y="933450"/>
                </a:lnTo>
                <a:lnTo>
                  <a:pt x="238125" y="933450"/>
                </a:lnTo>
              </a:path>
            </a:pathLst>
          </a:custGeom>
          <a:noFill xmlns:a="http://schemas.openxmlformats.org/drawingml/2006/main"/>
          <a:ln xmlns:a="http://schemas.openxmlformats.org/drawingml/2006/main" w="10478">
            <a:solidFill>
              <a:srgbClr val="000000"/>
            </a:solidFill>
            <a:prstDash val="dash"/>
          </a:ln>
        </p:spPr>
      </p:sp>
      <p:sp>
        <p:nvSpPr>
          <p:cNvPr id="216" name="dp41-comparison / n194 / arrow">
            <a:extLst xmlns:a="http://schemas.openxmlformats.org/drawingml/2006/main">
              <a:ext uri="{FF2B5EF4-FFF2-40B4-BE49-F238E27FC236}">
                <a16:creationId xmlns:a16="http://schemas.microsoft.com/office/drawing/2014/main" id="{52D77923-004B-4B8D-BC2E-FB610CEDEA94}"/>
              </a:ext>
            </a:extLst>
          </p:cNvPr>
          <p:cNvSpPr>
            <a:spLocks xmlns:a="http://schemas.openxmlformats.org/drawingml/2006/main" noGrp="1"/>
          </p:cNvSpPr>
          <p:nvPr/>
        </p:nvSpPr>
        <p:spPr>
          <a:xfrm xmlns:a="http://schemas.openxmlformats.org/drawingml/2006/main">
            <a:off x="9886569" y="39193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17" name="dp41-comparison / n195 / path">
            <a:extLst xmlns:a="http://schemas.openxmlformats.org/drawingml/2006/main">
              <a:ext uri="{FF2B5EF4-FFF2-40B4-BE49-F238E27FC236}">
                <a16:creationId xmlns:a16="http://schemas.microsoft.com/office/drawing/2014/main" id="{F655EABB-A4FF-4278-B8B9-C5A5B58EE992}"/>
              </a:ext>
            </a:extLst>
          </p:cNvPr>
          <p:cNvSpPr>
            <a:spLocks xmlns:a="http://schemas.openxmlformats.org/drawingml/2006/main" noGrp="1"/>
          </p:cNvSpPr>
          <p:nvPr/>
        </p:nvSpPr>
        <p:spPr>
          <a:xfrm xmlns:a="http://schemas.openxmlformats.org/drawingml/2006/main">
            <a:off x="9763125" y="6343650"/>
            <a:ext cx="7953375" cy="953"/>
          </a:xfrm>
          <a:custGeom xmlns:a="http://schemas.openxmlformats.org/drawingml/2006/main">
            <a:pathLst>
              <a:path w="7953375" h="953">
                <a:moveTo>
                  <a:pt x="0" y="0"/>
                </a:moveTo>
                <a:lnTo>
                  <a:pt x="7953375" y="0"/>
                </a:lnTo>
              </a:path>
            </a:pathLst>
          </a:custGeom>
          <a:noFill xmlns:a="http://schemas.openxmlformats.org/drawingml/2006/main"/>
          <a:ln xmlns:a="http://schemas.openxmlformats.org/drawingml/2006/main" w="10478">
            <a:solidFill>
              <a:srgbClr val="000000"/>
            </a:solidFill>
            <a:prstDash val="solid"/>
          </a:ln>
        </p:spPr>
      </p:sp>
      <p:sp>
        <p:nvSpPr>
          <p:cNvPr id="218" name="dp41-comparison / n198">
            <a:extLst xmlns:a="http://schemas.openxmlformats.org/drawingml/2006/main">
              <a:ext uri="{FF2B5EF4-FFF2-40B4-BE49-F238E27FC236}">
                <a16:creationId xmlns:a16="http://schemas.microsoft.com/office/drawing/2014/main" id="{7051EF82-5CC4-41AD-BB32-6AA05CE7ADCB}"/>
              </a:ext>
            </a:extLst>
          </p:cNvPr>
          <p:cNvSpPr>
            <a:spLocks xmlns:a="http://schemas.openxmlformats.org/drawingml/2006/main" noGrp="1"/>
          </p:cNvSpPr>
          <p:nvPr/>
        </p:nvSpPr>
        <p:spPr>
          <a:xfrm xmlns:a="http://schemas.openxmlformats.org/drawingml/2006/main">
            <a:off x="9858375" y="6638925"/>
            <a:ext cx="1619250" cy="2667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19" name="dp41-comparison / n199 / text 1">
            <a:extLst xmlns:a="http://schemas.openxmlformats.org/drawingml/2006/main">
              <a:ext uri="{FF2B5EF4-FFF2-40B4-BE49-F238E27FC236}">
                <a16:creationId xmlns:a16="http://schemas.microsoft.com/office/drawing/2014/main" id="{D2A028DB-F316-4B8D-9954-B1DE04638F7F}"/>
              </a:ext>
            </a:extLst>
          </p:cNvPr>
          <p:cNvSpPr>
            <a:spLocks xmlns:a="http://schemas.openxmlformats.org/drawingml/2006/main" noGrp="1"/>
          </p:cNvSpPr>
          <p:nvPr/>
        </p:nvSpPr>
        <p:spPr>
          <a:xfrm xmlns:a="http://schemas.openxmlformats.org/drawingml/2006/main">
            <a:off x="9944100" y="6679406"/>
            <a:ext cx="14478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모델: 요청 틀 생산</a:t>
            </a:r>
          </a:p>
        </p:txBody>
      </p:sp>
      <p:sp>
        <p:nvSpPr>
          <p:cNvPr id="220" name="dp41-comparison / n200">
            <a:extLst xmlns:a="http://schemas.openxmlformats.org/drawingml/2006/main">
              <a:ext uri="{FF2B5EF4-FFF2-40B4-BE49-F238E27FC236}">
                <a16:creationId xmlns:a16="http://schemas.microsoft.com/office/drawing/2014/main" id="{BA80BF67-E1C1-4CFB-8F94-9A799C4E0543}"/>
              </a:ext>
            </a:extLst>
          </p:cNvPr>
          <p:cNvSpPr>
            <a:spLocks xmlns:a="http://schemas.openxmlformats.org/drawingml/2006/main" noGrp="1"/>
          </p:cNvSpPr>
          <p:nvPr/>
        </p:nvSpPr>
        <p:spPr>
          <a:xfrm xmlns:a="http://schemas.openxmlformats.org/drawingml/2006/main">
            <a:off x="11906250" y="6638925"/>
            <a:ext cx="1476375" cy="2667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21" name="dp41-comparison / n201 / text 1">
            <a:extLst xmlns:a="http://schemas.openxmlformats.org/drawingml/2006/main">
              <a:ext uri="{FF2B5EF4-FFF2-40B4-BE49-F238E27FC236}">
                <a16:creationId xmlns:a16="http://schemas.microsoft.com/office/drawing/2014/main" id="{8009F618-5DCB-4FDA-8F62-E6DB1C9FAE0C}"/>
              </a:ext>
            </a:extLst>
          </p:cNvPr>
          <p:cNvSpPr>
            <a:spLocks xmlns:a="http://schemas.openxmlformats.org/drawingml/2006/main" noGrp="1"/>
          </p:cNvSpPr>
          <p:nvPr/>
        </p:nvSpPr>
        <p:spPr>
          <a:xfrm xmlns:a="http://schemas.openxmlformats.org/drawingml/2006/main">
            <a:off x="11991975" y="6679406"/>
            <a:ext cx="1304925"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코드: 항목 검사</a:t>
            </a:r>
          </a:p>
        </p:txBody>
      </p:sp>
      <p:sp>
        <p:nvSpPr>
          <p:cNvPr id="222" name="dp41-comparison / n202">
            <a:extLst xmlns:a="http://schemas.openxmlformats.org/drawingml/2006/main">
              <a:ext uri="{FF2B5EF4-FFF2-40B4-BE49-F238E27FC236}">
                <a16:creationId xmlns:a16="http://schemas.microsoft.com/office/drawing/2014/main" id="{7E69B2BC-8E45-4637-BFC7-ABE4A621A6B3}"/>
              </a:ext>
            </a:extLst>
          </p:cNvPr>
          <p:cNvSpPr>
            <a:spLocks xmlns:a="http://schemas.openxmlformats.org/drawingml/2006/main" noGrp="1"/>
          </p:cNvSpPr>
          <p:nvPr/>
        </p:nvSpPr>
        <p:spPr>
          <a:xfrm xmlns:a="http://schemas.openxmlformats.org/drawingml/2006/main">
            <a:off x="13811250" y="6572250"/>
            <a:ext cx="1333500" cy="400050"/>
          </a:xfrm>
          <a:prstGeom xmlns:a="http://schemas.openxmlformats.org/drawingml/2006/main" prst="diamond">
            <a:avLst/>
          </a:prstGeom>
          <a:solidFill xmlns:a="http://schemas.openxmlformats.org/drawingml/2006/main">
            <a:srgbClr val="FFFFFF"/>
          </a:solidFill>
          <a:ln xmlns:a="http://schemas.openxmlformats.org/drawingml/2006/main" w="9525">
            <a:solidFill>
              <a:srgbClr val="000000"/>
            </a:solidFill>
            <a:prstDash val="solid"/>
          </a:ln>
        </p:spPr>
      </p:sp>
      <p:sp>
        <p:nvSpPr>
          <p:cNvPr id="223" name="dp41-comparison / n203 / text 1">
            <a:extLst xmlns:a="http://schemas.openxmlformats.org/drawingml/2006/main">
              <a:ext uri="{FF2B5EF4-FFF2-40B4-BE49-F238E27FC236}">
                <a16:creationId xmlns:a16="http://schemas.microsoft.com/office/drawing/2014/main" id="{FFAD6584-67B7-4BA5-BFD6-5A9BE28ECEBB}"/>
              </a:ext>
            </a:extLst>
          </p:cNvPr>
          <p:cNvSpPr>
            <a:spLocks xmlns:a="http://schemas.openxmlformats.org/drawingml/2006/main" noGrp="1"/>
          </p:cNvSpPr>
          <p:nvPr/>
        </p:nvSpPr>
        <p:spPr>
          <a:xfrm xmlns:a="http://schemas.openxmlformats.org/drawingml/2006/main">
            <a:off x="13896975" y="6679406"/>
            <a:ext cx="1162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다음 처리?</a:t>
            </a:r>
          </a:p>
        </p:txBody>
      </p:sp>
      <p:sp>
        <p:nvSpPr>
          <p:cNvPr id="224" name="dp41-comparison / n204">
            <a:extLst xmlns:a="http://schemas.openxmlformats.org/drawingml/2006/main">
              <a:ext uri="{FF2B5EF4-FFF2-40B4-BE49-F238E27FC236}">
                <a16:creationId xmlns:a16="http://schemas.microsoft.com/office/drawing/2014/main" id="{1D9B2C95-4545-4C47-B26F-31ABC170511A}"/>
              </a:ext>
            </a:extLst>
          </p:cNvPr>
          <p:cNvSpPr>
            <a:spLocks xmlns:a="http://schemas.openxmlformats.org/drawingml/2006/main" noGrp="1"/>
          </p:cNvSpPr>
          <p:nvPr/>
        </p:nvSpPr>
        <p:spPr>
          <a:xfrm xmlns:a="http://schemas.openxmlformats.org/drawingml/2006/main">
            <a:off x="15811500" y="6638925"/>
            <a:ext cx="1714500" cy="2667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25" name="dp41-comparison / n205 / text 1">
            <a:extLst xmlns:a="http://schemas.openxmlformats.org/drawingml/2006/main">
              <a:ext uri="{FF2B5EF4-FFF2-40B4-BE49-F238E27FC236}">
                <a16:creationId xmlns:a16="http://schemas.microsoft.com/office/drawing/2014/main" id="{5B8FFB33-034F-463E-9740-A5D894D75F74}"/>
              </a:ext>
            </a:extLst>
          </p:cNvPr>
          <p:cNvSpPr>
            <a:spLocks xmlns:a="http://schemas.openxmlformats.org/drawingml/2006/main" noGrp="1"/>
          </p:cNvSpPr>
          <p:nvPr/>
        </p:nvSpPr>
        <p:spPr>
          <a:xfrm xmlns:a="http://schemas.openxmlformats.org/drawingml/2006/main">
            <a:off x="15897225" y="6679406"/>
            <a:ext cx="1543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도구: 자료 조회</a:t>
            </a:r>
          </a:p>
        </p:txBody>
      </p:sp>
      <p:sp>
        <p:nvSpPr>
          <p:cNvPr id="226" name="dp41-comparison / n206">
            <a:extLst xmlns:a="http://schemas.openxmlformats.org/drawingml/2006/main">
              <a:ext uri="{FF2B5EF4-FFF2-40B4-BE49-F238E27FC236}">
                <a16:creationId xmlns:a16="http://schemas.microsoft.com/office/drawing/2014/main" id="{0E09E3D8-2A1F-4B4B-A9A1-085F8D5EAAEC}"/>
              </a:ext>
            </a:extLst>
          </p:cNvPr>
          <p:cNvSpPr>
            <a:spLocks xmlns:a="http://schemas.openxmlformats.org/drawingml/2006/main" noGrp="1"/>
          </p:cNvSpPr>
          <p:nvPr/>
        </p:nvSpPr>
        <p:spPr>
          <a:xfrm xmlns:a="http://schemas.openxmlformats.org/drawingml/2006/main">
            <a:off x="9953625" y="7229475"/>
            <a:ext cx="2095500" cy="27622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27" name="dp41-comparison / n207 / text 1">
            <a:extLst xmlns:a="http://schemas.openxmlformats.org/drawingml/2006/main">
              <a:ext uri="{FF2B5EF4-FFF2-40B4-BE49-F238E27FC236}">
                <a16:creationId xmlns:a16="http://schemas.microsoft.com/office/drawing/2014/main" id="{5A05C6AA-476C-4D11-866C-60B02F442E5F}"/>
              </a:ext>
            </a:extLst>
          </p:cNvPr>
          <p:cNvSpPr>
            <a:spLocks xmlns:a="http://schemas.openxmlformats.org/drawingml/2006/main" noGrp="1"/>
          </p:cNvSpPr>
          <p:nvPr/>
        </p:nvSpPr>
        <p:spPr>
          <a:xfrm xmlns:a="http://schemas.openxmlformats.org/drawingml/2006/main">
            <a:off x="10039350" y="7274719"/>
            <a:ext cx="1924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모델: 특정 항목 해석</a:t>
            </a:r>
          </a:p>
        </p:txBody>
      </p:sp>
      <p:sp>
        <p:nvSpPr>
          <p:cNvPr id="228" name="dp41-comparison / n208">
            <a:extLst xmlns:a="http://schemas.openxmlformats.org/drawingml/2006/main">
              <a:ext uri="{FF2B5EF4-FFF2-40B4-BE49-F238E27FC236}">
                <a16:creationId xmlns:a16="http://schemas.microsoft.com/office/drawing/2014/main" id="{5629CAC7-2D2A-4ADF-A207-A70ADD46D2EC}"/>
              </a:ext>
            </a:extLst>
          </p:cNvPr>
          <p:cNvSpPr>
            <a:spLocks xmlns:a="http://schemas.openxmlformats.org/drawingml/2006/main" noGrp="1"/>
          </p:cNvSpPr>
          <p:nvPr/>
        </p:nvSpPr>
        <p:spPr>
          <a:xfrm xmlns:a="http://schemas.openxmlformats.org/drawingml/2006/main">
            <a:off x="15621000" y="7229475"/>
            <a:ext cx="1905000" cy="27622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29" name="dp41-comparison / n209 / text 1">
            <a:extLst xmlns:a="http://schemas.openxmlformats.org/drawingml/2006/main">
              <a:ext uri="{FF2B5EF4-FFF2-40B4-BE49-F238E27FC236}">
                <a16:creationId xmlns:a16="http://schemas.microsoft.com/office/drawing/2014/main" id="{8D969925-2CA4-45AA-91DA-F09F985593EE}"/>
              </a:ext>
            </a:extLst>
          </p:cNvPr>
          <p:cNvSpPr>
            <a:spLocks xmlns:a="http://schemas.openxmlformats.org/drawingml/2006/main" noGrp="1"/>
          </p:cNvSpPr>
          <p:nvPr/>
        </p:nvSpPr>
        <p:spPr>
          <a:xfrm xmlns:a="http://schemas.openxmlformats.org/drawingml/2006/main">
            <a:off x="15706725" y="7274719"/>
            <a:ext cx="17335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코드: 의미 / 질문 제안</a:t>
            </a:r>
          </a:p>
        </p:txBody>
      </p:sp>
      <p:sp>
        <p:nvSpPr>
          <p:cNvPr id="230" name="dp41-comparison / n210 / path">
            <a:extLst xmlns:a="http://schemas.openxmlformats.org/drawingml/2006/main">
              <a:ext uri="{FF2B5EF4-FFF2-40B4-BE49-F238E27FC236}">
                <a16:creationId xmlns:a16="http://schemas.microsoft.com/office/drawing/2014/main" id="{853129EE-A8E4-40E2-8C74-226BB8AD5D9D}"/>
              </a:ext>
            </a:extLst>
          </p:cNvPr>
          <p:cNvSpPr>
            <a:spLocks xmlns:a="http://schemas.openxmlformats.org/drawingml/2006/main" noGrp="1"/>
          </p:cNvSpPr>
          <p:nvPr/>
        </p:nvSpPr>
        <p:spPr>
          <a:xfrm xmlns:a="http://schemas.openxmlformats.org/drawingml/2006/main">
            <a:off x="11477625" y="6772275"/>
            <a:ext cx="428625" cy="953"/>
          </a:xfrm>
          <a:custGeom xmlns:a="http://schemas.openxmlformats.org/drawingml/2006/main">
            <a:pathLst>
              <a:path w="428625" h="953">
                <a:moveTo>
                  <a:pt x="0" y="0"/>
                </a:moveTo>
                <a:lnTo>
                  <a:pt x="428625" y="0"/>
                </a:lnTo>
              </a:path>
            </a:pathLst>
          </a:custGeom>
          <a:noFill xmlns:a="http://schemas.openxmlformats.org/drawingml/2006/main"/>
          <a:ln xmlns:a="http://schemas.openxmlformats.org/drawingml/2006/main" w="10478">
            <a:solidFill>
              <a:srgbClr val="000000"/>
            </a:solidFill>
            <a:prstDash val="solid"/>
          </a:ln>
        </p:spPr>
      </p:sp>
      <p:sp>
        <p:nvSpPr>
          <p:cNvPr id="231" name="dp41-comparison / n210 / arrow">
            <a:extLst xmlns:a="http://schemas.openxmlformats.org/drawingml/2006/main">
              <a:ext uri="{FF2B5EF4-FFF2-40B4-BE49-F238E27FC236}">
                <a16:creationId xmlns:a16="http://schemas.microsoft.com/office/drawing/2014/main" id="{98274B91-715B-4081-A776-3DBF03BFBB20}"/>
              </a:ext>
            </a:extLst>
          </p:cNvPr>
          <p:cNvSpPr>
            <a:spLocks xmlns:a="http://schemas.openxmlformats.org/drawingml/2006/main" noGrp="1"/>
          </p:cNvSpPr>
          <p:nvPr/>
        </p:nvSpPr>
        <p:spPr>
          <a:xfrm xmlns:a="http://schemas.openxmlformats.org/drawingml/2006/main">
            <a:off x="11839194" y="67387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32" name="dp41-comparison / n211 / path">
            <a:extLst xmlns:a="http://schemas.openxmlformats.org/drawingml/2006/main">
              <a:ext uri="{FF2B5EF4-FFF2-40B4-BE49-F238E27FC236}">
                <a16:creationId xmlns:a16="http://schemas.microsoft.com/office/drawing/2014/main" id="{ED4085A4-2058-4229-8828-48218DCEA575}"/>
              </a:ext>
            </a:extLst>
          </p:cNvPr>
          <p:cNvSpPr>
            <a:spLocks xmlns:a="http://schemas.openxmlformats.org/drawingml/2006/main" noGrp="1"/>
          </p:cNvSpPr>
          <p:nvPr/>
        </p:nvSpPr>
        <p:spPr>
          <a:xfrm xmlns:a="http://schemas.openxmlformats.org/drawingml/2006/main">
            <a:off x="13382625" y="6772275"/>
            <a:ext cx="428625" cy="953"/>
          </a:xfrm>
          <a:custGeom xmlns:a="http://schemas.openxmlformats.org/drawingml/2006/main">
            <a:pathLst>
              <a:path w="428625" h="953">
                <a:moveTo>
                  <a:pt x="0" y="0"/>
                </a:moveTo>
                <a:lnTo>
                  <a:pt x="428625" y="0"/>
                </a:lnTo>
              </a:path>
            </a:pathLst>
          </a:custGeom>
          <a:noFill xmlns:a="http://schemas.openxmlformats.org/drawingml/2006/main"/>
          <a:ln xmlns:a="http://schemas.openxmlformats.org/drawingml/2006/main" w="10478">
            <a:solidFill>
              <a:srgbClr val="000000"/>
            </a:solidFill>
            <a:prstDash val="solid"/>
          </a:ln>
        </p:spPr>
      </p:sp>
      <p:sp>
        <p:nvSpPr>
          <p:cNvPr id="233" name="dp41-comparison / n211 / arrow">
            <a:extLst xmlns:a="http://schemas.openxmlformats.org/drawingml/2006/main">
              <a:ext uri="{FF2B5EF4-FFF2-40B4-BE49-F238E27FC236}">
                <a16:creationId xmlns:a16="http://schemas.microsoft.com/office/drawing/2014/main" id="{C11103E3-105C-4230-A401-FA43171AB4E7}"/>
              </a:ext>
            </a:extLst>
          </p:cNvPr>
          <p:cNvSpPr>
            <a:spLocks xmlns:a="http://schemas.openxmlformats.org/drawingml/2006/main" noGrp="1"/>
          </p:cNvSpPr>
          <p:nvPr/>
        </p:nvSpPr>
        <p:spPr>
          <a:xfrm xmlns:a="http://schemas.openxmlformats.org/drawingml/2006/main">
            <a:off x="13744194" y="67387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34" name="dp41-comparison / n212 / path">
            <a:extLst xmlns:a="http://schemas.openxmlformats.org/drawingml/2006/main">
              <a:ext uri="{FF2B5EF4-FFF2-40B4-BE49-F238E27FC236}">
                <a16:creationId xmlns:a16="http://schemas.microsoft.com/office/drawing/2014/main" id="{B3AA434F-F3B4-43F0-9318-94762333835A}"/>
              </a:ext>
            </a:extLst>
          </p:cNvPr>
          <p:cNvSpPr>
            <a:spLocks xmlns:a="http://schemas.openxmlformats.org/drawingml/2006/main" noGrp="1"/>
          </p:cNvSpPr>
          <p:nvPr/>
        </p:nvSpPr>
        <p:spPr>
          <a:xfrm xmlns:a="http://schemas.openxmlformats.org/drawingml/2006/main">
            <a:off x="15144750" y="6772275"/>
            <a:ext cx="666750" cy="953"/>
          </a:xfrm>
          <a:custGeom xmlns:a="http://schemas.openxmlformats.org/drawingml/2006/main">
            <a:pathLst>
              <a:path w="666750" h="953">
                <a:moveTo>
                  <a:pt x="0" y="0"/>
                </a:moveTo>
                <a:lnTo>
                  <a:pt x="666750" y="0"/>
                </a:lnTo>
              </a:path>
            </a:pathLst>
          </a:custGeom>
          <a:noFill xmlns:a="http://schemas.openxmlformats.org/drawingml/2006/main"/>
          <a:ln xmlns:a="http://schemas.openxmlformats.org/drawingml/2006/main" w="10478">
            <a:solidFill>
              <a:srgbClr val="000000"/>
            </a:solidFill>
            <a:prstDash val="solid"/>
          </a:ln>
        </p:spPr>
      </p:sp>
      <p:sp>
        <p:nvSpPr>
          <p:cNvPr id="235" name="dp41-comparison / n212 / arrow">
            <a:extLst xmlns:a="http://schemas.openxmlformats.org/drawingml/2006/main">
              <a:ext uri="{FF2B5EF4-FFF2-40B4-BE49-F238E27FC236}">
                <a16:creationId xmlns:a16="http://schemas.microsoft.com/office/drawing/2014/main" id="{5DF5B274-7B28-4530-9714-28BD1136A63D}"/>
              </a:ext>
            </a:extLst>
          </p:cNvPr>
          <p:cNvSpPr>
            <a:spLocks xmlns:a="http://schemas.openxmlformats.org/drawingml/2006/main" noGrp="1"/>
          </p:cNvSpPr>
          <p:nvPr/>
        </p:nvSpPr>
        <p:spPr>
          <a:xfrm xmlns:a="http://schemas.openxmlformats.org/drawingml/2006/main">
            <a:off x="15744444" y="67387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36" name="dp41-comparison / n215 / path">
            <a:extLst xmlns:a="http://schemas.openxmlformats.org/drawingml/2006/main">
              <a:ext uri="{FF2B5EF4-FFF2-40B4-BE49-F238E27FC236}">
                <a16:creationId xmlns:a16="http://schemas.microsoft.com/office/drawing/2014/main" id="{286BF9F9-DC28-46AF-B702-EC7AED67AAB8}"/>
              </a:ext>
            </a:extLst>
          </p:cNvPr>
          <p:cNvSpPr>
            <a:spLocks xmlns:a="http://schemas.openxmlformats.org/drawingml/2006/main" noGrp="1"/>
          </p:cNvSpPr>
          <p:nvPr/>
        </p:nvSpPr>
        <p:spPr>
          <a:xfrm xmlns:a="http://schemas.openxmlformats.org/drawingml/2006/main">
            <a:off x="12644438" y="6905625"/>
            <a:ext cx="4024313" cy="152400"/>
          </a:xfrm>
          <a:custGeom xmlns:a="http://schemas.openxmlformats.org/drawingml/2006/main">
            <a:pathLst>
              <a:path w="4024313" h="152400">
                <a:moveTo>
                  <a:pt x="4024313" y="0"/>
                </a:moveTo>
                <a:lnTo>
                  <a:pt x="4024313" y="152400"/>
                </a:lnTo>
                <a:lnTo>
                  <a:pt x="0" y="152400"/>
                </a:lnTo>
                <a:lnTo>
                  <a:pt x="0" y="0"/>
                </a:lnTo>
              </a:path>
            </a:pathLst>
          </a:custGeom>
          <a:noFill xmlns:a="http://schemas.openxmlformats.org/drawingml/2006/main"/>
          <a:ln xmlns:a="http://schemas.openxmlformats.org/drawingml/2006/main" w="10478">
            <a:solidFill>
              <a:srgbClr val="000000"/>
            </a:solidFill>
            <a:prstDash val="solid"/>
          </a:ln>
        </p:spPr>
      </p:sp>
      <p:sp>
        <p:nvSpPr>
          <p:cNvPr id="237" name="dp41-comparison / n215 / arrow">
            <a:extLst xmlns:a="http://schemas.openxmlformats.org/drawingml/2006/main">
              <a:ext uri="{FF2B5EF4-FFF2-40B4-BE49-F238E27FC236}">
                <a16:creationId xmlns:a16="http://schemas.microsoft.com/office/drawing/2014/main" id="{A8B0FF1C-8F4A-4E1C-A94E-00C1BA63204C}"/>
              </a:ext>
            </a:extLst>
          </p:cNvPr>
          <p:cNvSpPr>
            <a:spLocks xmlns:a="http://schemas.openxmlformats.org/drawingml/2006/main" noGrp="1"/>
          </p:cNvSpPr>
          <p:nvPr/>
        </p:nvSpPr>
        <p:spPr>
          <a:xfrm xmlns:a="http://schemas.openxmlformats.org/drawingml/2006/main">
            <a:off x="12610910" y="6905625"/>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238" name="dp41-comparison / n218 / path">
            <a:extLst xmlns:a="http://schemas.openxmlformats.org/drawingml/2006/main">
              <a:ext uri="{FF2B5EF4-FFF2-40B4-BE49-F238E27FC236}">
                <a16:creationId xmlns:a16="http://schemas.microsoft.com/office/drawing/2014/main" id="{0A8531BD-B491-4C60-BE67-41A546B36447}"/>
              </a:ext>
            </a:extLst>
          </p:cNvPr>
          <p:cNvSpPr>
            <a:spLocks xmlns:a="http://schemas.openxmlformats.org/drawingml/2006/main" noGrp="1"/>
          </p:cNvSpPr>
          <p:nvPr/>
        </p:nvSpPr>
        <p:spPr>
          <a:xfrm xmlns:a="http://schemas.openxmlformats.org/drawingml/2006/main">
            <a:off x="12049125" y="6972300"/>
            <a:ext cx="2428875" cy="395288"/>
          </a:xfrm>
          <a:custGeom xmlns:a="http://schemas.openxmlformats.org/drawingml/2006/main">
            <a:pathLst>
              <a:path w="2428875" h="395288">
                <a:moveTo>
                  <a:pt x="2428875" y="0"/>
                </a:moveTo>
                <a:lnTo>
                  <a:pt x="2428875" y="190500"/>
                </a:lnTo>
                <a:lnTo>
                  <a:pt x="142875" y="190500"/>
                </a:lnTo>
                <a:lnTo>
                  <a:pt x="142875" y="395288"/>
                </a:lnTo>
                <a:lnTo>
                  <a:pt x="0" y="395288"/>
                </a:lnTo>
              </a:path>
            </a:pathLst>
          </a:custGeom>
          <a:noFill xmlns:a="http://schemas.openxmlformats.org/drawingml/2006/main"/>
          <a:ln xmlns:a="http://schemas.openxmlformats.org/drawingml/2006/main" w="10478">
            <a:solidFill>
              <a:srgbClr val="000000"/>
            </a:solidFill>
            <a:prstDash val="solid"/>
          </a:ln>
        </p:spPr>
      </p:sp>
      <p:sp>
        <p:nvSpPr>
          <p:cNvPr id="239" name="dp41-comparison / n218 / arrow">
            <a:extLst xmlns:a="http://schemas.openxmlformats.org/drawingml/2006/main">
              <a:ext uri="{FF2B5EF4-FFF2-40B4-BE49-F238E27FC236}">
                <a16:creationId xmlns:a16="http://schemas.microsoft.com/office/drawing/2014/main" id="{99D56A9C-A6A2-4078-A509-274B4229B525}"/>
              </a:ext>
            </a:extLst>
          </p:cNvPr>
          <p:cNvSpPr>
            <a:spLocks xmlns:a="http://schemas.openxmlformats.org/drawingml/2006/main" noGrp="1"/>
          </p:cNvSpPr>
          <p:nvPr/>
        </p:nvSpPr>
        <p:spPr>
          <a:xfrm xmlns:a="http://schemas.openxmlformats.org/drawingml/2006/main">
            <a:off x="12049125" y="7334060"/>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240" name="dp41-comparison / n221 / path">
            <a:extLst xmlns:a="http://schemas.openxmlformats.org/drawingml/2006/main">
              <a:ext uri="{FF2B5EF4-FFF2-40B4-BE49-F238E27FC236}">
                <a16:creationId xmlns:a16="http://schemas.microsoft.com/office/drawing/2014/main" id="{064F1048-DE3F-435E-B33B-24F0B6924A94}"/>
              </a:ext>
            </a:extLst>
          </p:cNvPr>
          <p:cNvSpPr>
            <a:spLocks xmlns:a="http://schemas.openxmlformats.org/drawingml/2006/main" noGrp="1"/>
          </p:cNvSpPr>
          <p:nvPr/>
        </p:nvSpPr>
        <p:spPr>
          <a:xfrm xmlns:a="http://schemas.openxmlformats.org/drawingml/2006/main">
            <a:off x="11001375" y="7058025"/>
            <a:ext cx="1643063" cy="171450"/>
          </a:xfrm>
          <a:custGeom xmlns:a="http://schemas.openxmlformats.org/drawingml/2006/main">
            <a:pathLst>
              <a:path w="1643063" h="171450">
                <a:moveTo>
                  <a:pt x="0" y="171450"/>
                </a:moveTo>
                <a:lnTo>
                  <a:pt x="0" y="76200"/>
                </a:lnTo>
                <a:lnTo>
                  <a:pt x="1643063" y="76200"/>
                </a:lnTo>
                <a:lnTo>
                  <a:pt x="1643063" y="0"/>
                </a:lnTo>
              </a:path>
            </a:pathLst>
          </a:custGeom>
          <a:noFill xmlns:a="http://schemas.openxmlformats.org/drawingml/2006/main"/>
          <a:ln xmlns:a="http://schemas.openxmlformats.org/drawingml/2006/main" w="10478">
            <a:solidFill>
              <a:srgbClr val="000000"/>
            </a:solidFill>
            <a:prstDash val="solid"/>
          </a:ln>
        </p:spPr>
      </p:sp>
      <p:sp>
        <p:nvSpPr>
          <p:cNvPr id="241" name="dp41-comparison / n224 / path">
            <a:extLst xmlns:a="http://schemas.openxmlformats.org/drawingml/2006/main">
              <a:ext uri="{FF2B5EF4-FFF2-40B4-BE49-F238E27FC236}">
                <a16:creationId xmlns:a16="http://schemas.microsoft.com/office/drawing/2014/main" id="{D3CD81FF-6B8D-4682-AD38-EB71708CC5E0}"/>
              </a:ext>
            </a:extLst>
          </p:cNvPr>
          <p:cNvSpPr>
            <a:spLocks xmlns:a="http://schemas.openxmlformats.org/drawingml/2006/main" noGrp="1"/>
          </p:cNvSpPr>
          <p:nvPr/>
        </p:nvSpPr>
        <p:spPr>
          <a:xfrm xmlns:a="http://schemas.openxmlformats.org/drawingml/2006/main">
            <a:off x="14478000" y="6972300"/>
            <a:ext cx="1143000" cy="395288"/>
          </a:xfrm>
          <a:custGeom xmlns:a="http://schemas.openxmlformats.org/drawingml/2006/main">
            <a:pathLst>
              <a:path w="1143000" h="395288">
                <a:moveTo>
                  <a:pt x="0" y="0"/>
                </a:moveTo>
                <a:lnTo>
                  <a:pt x="0" y="395288"/>
                </a:lnTo>
                <a:lnTo>
                  <a:pt x="1143000" y="395288"/>
                </a:lnTo>
              </a:path>
            </a:pathLst>
          </a:custGeom>
          <a:noFill xmlns:a="http://schemas.openxmlformats.org/drawingml/2006/main"/>
          <a:ln xmlns:a="http://schemas.openxmlformats.org/drawingml/2006/main" w="10478">
            <a:solidFill>
              <a:srgbClr val="000000"/>
            </a:solidFill>
            <a:prstDash val="solid"/>
          </a:ln>
        </p:spPr>
      </p:sp>
      <p:sp>
        <p:nvSpPr>
          <p:cNvPr id="242" name="dp41-comparison / n224 / arrow">
            <a:extLst xmlns:a="http://schemas.openxmlformats.org/drawingml/2006/main">
              <a:ext uri="{FF2B5EF4-FFF2-40B4-BE49-F238E27FC236}">
                <a16:creationId xmlns:a16="http://schemas.microsoft.com/office/drawing/2014/main" id="{7EF1BAC4-77F2-4ADC-8E7B-11074E16122D}"/>
              </a:ext>
            </a:extLst>
          </p:cNvPr>
          <p:cNvSpPr>
            <a:spLocks xmlns:a="http://schemas.openxmlformats.org/drawingml/2006/main" noGrp="1"/>
          </p:cNvSpPr>
          <p:nvPr/>
        </p:nvSpPr>
        <p:spPr>
          <a:xfrm xmlns:a="http://schemas.openxmlformats.org/drawingml/2006/main">
            <a:off x="15553944" y="7334060"/>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43" name="dp41-comparison / n137">
            <a:extLst xmlns:a="http://schemas.openxmlformats.org/drawingml/2006/main">
              <a:ext uri="{FF2B5EF4-FFF2-40B4-BE49-F238E27FC236}">
                <a16:creationId xmlns:a16="http://schemas.microsoft.com/office/drawing/2014/main" id="{48084A0E-1F2F-43E0-901E-BC0E2FCBCEAF}"/>
              </a:ext>
            </a:extLst>
          </p:cNvPr>
          <p:cNvSpPr>
            <a:spLocks xmlns:a="http://schemas.openxmlformats.org/drawingml/2006/main" noGrp="1"/>
          </p:cNvSpPr>
          <p:nvPr/>
        </p:nvSpPr>
        <p:spPr>
          <a:xfrm xmlns:a="http://schemas.openxmlformats.org/drawingml/2006/main">
            <a:off x="9858375" y="2409825"/>
            <a:ext cx="1428750" cy="333375"/>
          </a:xfrm>
          <a:custGeom xmlns:a="http://schemas.openxmlformats.org/drawingml/2006/main">
            <a:pathLst>
              <a:path w="1428750" h="333375">
                <a:moveTo>
                  <a:pt x="0" y="0"/>
                </a:moveTo>
                <a:lnTo>
                  <a:pt x="1257300" y="0"/>
                </a:lnTo>
                <a:lnTo>
                  <a:pt x="1428750" y="171450"/>
                </a:lnTo>
                <a:lnTo>
                  <a:pt x="1428750" y="333375"/>
                </a:lnTo>
                <a:lnTo>
                  <a:pt x="0" y="33337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244" name="dp41-comparison / n137 / fold">
            <a:extLst xmlns:a="http://schemas.openxmlformats.org/drawingml/2006/main">
              <a:ext uri="{FF2B5EF4-FFF2-40B4-BE49-F238E27FC236}">
                <a16:creationId xmlns:a16="http://schemas.microsoft.com/office/drawing/2014/main" id="{F62FD1A4-9D07-48A7-82F3-82C6F66EC06B}"/>
              </a:ext>
            </a:extLst>
          </p:cNvPr>
          <p:cNvSpPr>
            <a:spLocks xmlns:a="http://schemas.openxmlformats.org/drawingml/2006/main" noGrp="1"/>
          </p:cNvSpPr>
          <p:nvPr/>
        </p:nvSpPr>
        <p:spPr>
          <a:xfrm xmlns:a="http://schemas.openxmlformats.org/drawingml/2006/main">
            <a:off x="11115675" y="24098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245" name="dp41-comparison / n138 / text 1">
            <a:extLst xmlns:a="http://schemas.openxmlformats.org/drawingml/2006/main">
              <a:ext uri="{FF2B5EF4-FFF2-40B4-BE49-F238E27FC236}">
                <a16:creationId xmlns:a16="http://schemas.microsoft.com/office/drawing/2014/main" id="{F4164A1A-E5AA-4A8F-BDB4-374B7BE88C83}"/>
              </a:ext>
            </a:extLst>
          </p:cNvPr>
          <p:cNvSpPr>
            <a:spLocks xmlns:a="http://schemas.openxmlformats.org/drawingml/2006/main" noGrp="1"/>
          </p:cNvSpPr>
          <p:nvPr/>
        </p:nvSpPr>
        <p:spPr>
          <a:xfrm xmlns:a="http://schemas.openxmlformats.org/drawingml/2006/main">
            <a:off x="9953625" y="2466975"/>
            <a:ext cx="11620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000000"/>
                </a:solidFill>
                <a:latin typeface="Apple SD Gothic Neo"/>
                <a:ea typeface="Apple SD Gothic Neo"/>
                <a:cs typeface="Apple SD Gothic Neo"/>
              </a:defRPr>
            </a:pPr>
            <a:r>
              <a:rPr sz="1200" b="0">
                <a:solidFill>
                  <a:srgbClr val="000000"/>
                </a:solidFill>
                <a:latin typeface="Apple SD Gothic Neo"/>
                <a:ea typeface="Apple SD Gothic Neo"/>
                <a:cs typeface="Apple SD Gothic Neo"/>
              </a:rPr>
              <a:t>사용자 발화</a:t>
            </a:r>
          </a:p>
        </p:txBody>
      </p:sp>
      <p:sp>
        <p:nvSpPr>
          <p:cNvPr id="246" name="dp41-comparison / n147">
            <a:extLst xmlns:a="http://schemas.openxmlformats.org/drawingml/2006/main">
              <a:ext uri="{FF2B5EF4-FFF2-40B4-BE49-F238E27FC236}">
                <a16:creationId xmlns:a16="http://schemas.microsoft.com/office/drawing/2014/main" id="{A6E766F1-A9A9-49A6-8D87-FEAAC650C3BC}"/>
              </a:ext>
            </a:extLst>
          </p:cNvPr>
          <p:cNvSpPr>
            <a:spLocks xmlns:a="http://schemas.openxmlformats.org/drawingml/2006/main" noGrp="1"/>
          </p:cNvSpPr>
          <p:nvPr/>
        </p:nvSpPr>
        <p:spPr>
          <a:xfrm xmlns:a="http://schemas.openxmlformats.org/drawingml/2006/main">
            <a:off x="15649575" y="3305175"/>
            <a:ext cx="1063752"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47" name="dp41-comparison / n148 / text 1">
            <a:extLst xmlns:a="http://schemas.openxmlformats.org/drawingml/2006/main">
              <a:ext uri="{FF2B5EF4-FFF2-40B4-BE49-F238E27FC236}">
                <a16:creationId xmlns:a16="http://schemas.microsoft.com/office/drawing/2014/main" id="{5FED6025-D888-4125-86F2-953E46F7423A}"/>
              </a:ext>
            </a:extLst>
          </p:cNvPr>
          <p:cNvSpPr>
            <a:spLocks xmlns:a="http://schemas.openxmlformats.org/drawingml/2006/main" noGrp="1"/>
          </p:cNvSpPr>
          <p:nvPr/>
        </p:nvSpPr>
        <p:spPr>
          <a:xfrm xmlns:a="http://schemas.openxmlformats.org/drawingml/2006/main">
            <a:off x="15668625" y="3314700"/>
            <a:ext cx="176212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Module 협력 구조</a:t>
            </a:r>
          </a:p>
        </p:txBody>
      </p:sp>
      <p:sp>
        <p:nvSpPr>
          <p:cNvPr id="248" name="dp41-comparison / n150">
            <a:extLst xmlns:a="http://schemas.openxmlformats.org/drawingml/2006/main">
              <a:ext uri="{FF2B5EF4-FFF2-40B4-BE49-F238E27FC236}">
                <a16:creationId xmlns:a16="http://schemas.microsoft.com/office/drawing/2014/main" id="{1FB630B0-9362-464E-AB5F-4236A845CD0B}"/>
              </a:ext>
            </a:extLst>
          </p:cNvPr>
          <p:cNvSpPr>
            <a:spLocks xmlns:a="http://schemas.openxmlformats.org/drawingml/2006/main" noGrp="1"/>
          </p:cNvSpPr>
          <p:nvPr/>
        </p:nvSpPr>
        <p:spPr>
          <a:xfrm xmlns:a="http://schemas.openxmlformats.org/drawingml/2006/main">
            <a:off x="15697200" y="2943225"/>
            <a:ext cx="817817"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49" name="dp41-comparison / n151 / text 1">
            <a:extLst xmlns:a="http://schemas.openxmlformats.org/drawingml/2006/main">
              <a:ext uri="{FF2B5EF4-FFF2-40B4-BE49-F238E27FC236}">
                <a16:creationId xmlns:a16="http://schemas.microsoft.com/office/drawing/2014/main" id="{E5242649-AFBC-4908-894B-8664A7C225BC}"/>
              </a:ext>
            </a:extLst>
          </p:cNvPr>
          <p:cNvSpPr>
            <a:spLocks xmlns:a="http://schemas.openxmlformats.org/drawingml/2006/main" noGrp="1"/>
          </p:cNvSpPr>
          <p:nvPr/>
        </p:nvSpPr>
        <p:spPr>
          <a:xfrm xmlns:a="http://schemas.openxmlformats.org/drawingml/2006/main">
            <a:off x="15716250" y="2952750"/>
            <a:ext cx="166687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000000"/>
                </a:solidFill>
                <a:latin typeface="Apple SD Gothic Neo"/>
                <a:ea typeface="Apple SD Gothic Neo"/>
                <a:cs typeface="Apple SD Gothic Neo"/>
              </a:defRPr>
            </a:pPr>
            <a:r>
              <a:rPr sz="1275" b="0">
                <a:solidFill>
                  <a:srgbClr val="000000"/>
                </a:solidFill>
                <a:latin typeface="Apple SD Gothic Neo"/>
                <a:ea typeface="Apple SD Gothic Neo"/>
                <a:cs typeface="Apple SD Gothic Neo"/>
              </a:rPr>
              <a:t>해석 시작</a:t>
            </a:r>
          </a:p>
        </p:txBody>
      </p:sp>
      <p:sp>
        <p:nvSpPr>
          <p:cNvPr id="250" name="dp41-comparison / n154">
            <a:extLst xmlns:a="http://schemas.openxmlformats.org/drawingml/2006/main">
              <a:ext uri="{FF2B5EF4-FFF2-40B4-BE49-F238E27FC236}">
                <a16:creationId xmlns:a16="http://schemas.microsoft.com/office/drawing/2014/main" id="{046AFB4B-B055-4AB8-A135-EDBA91C2551D}"/>
              </a:ext>
            </a:extLst>
          </p:cNvPr>
          <p:cNvSpPr>
            <a:spLocks xmlns:a="http://schemas.openxmlformats.org/drawingml/2006/main" noGrp="1"/>
          </p:cNvSpPr>
          <p:nvPr/>
        </p:nvSpPr>
        <p:spPr>
          <a:xfrm xmlns:a="http://schemas.openxmlformats.org/drawingml/2006/main">
            <a:off x="12534900" y="2924175"/>
            <a:ext cx="2038731"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51" name="dp41-comparison / n155 / text 1">
            <a:extLst xmlns:a="http://schemas.openxmlformats.org/drawingml/2006/main">
              <a:ext uri="{FF2B5EF4-FFF2-40B4-BE49-F238E27FC236}">
                <a16:creationId xmlns:a16="http://schemas.microsoft.com/office/drawing/2014/main" id="{B8C5A7BB-0A50-42AA-A473-C905569BBBE6}"/>
              </a:ext>
            </a:extLst>
          </p:cNvPr>
          <p:cNvSpPr>
            <a:spLocks xmlns:a="http://schemas.openxmlformats.org/drawingml/2006/main" noGrp="1"/>
          </p:cNvSpPr>
          <p:nvPr/>
        </p:nvSpPr>
        <p:spPr>
          <a:xfrm xmlns:a="http://schemas.openxmlformats.org/drawingml/2006/main">
            <a:off x="12553950" y="2933700"/>
            <a:ext cx="290512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000000"/>
                </a:solidFill>
                <a:latin typeface="Apple SD Gothic Neo"/>
                <a:ea typeface="Apple SD Gothic Neo"/>
                <a:cs typeface="Apple SD Gothic Neo"/>
              </a:defRPr>
            </a:pPr>
            <a:r>
              <a:rPr sz="1275" b="0">
                <a:solidFill>
                  <a:srgbClr val="000000"/>
                </a:solidFill>
                <a:latin typeface="Apple SD Gothic Neo"/>
                <a:ea typeface="Apple SD Gothic Neo"/>
                <a:cs typeface="Apple SD Gothic Neo"/>
              </a:rPr>
              <a:t>Model Access 경유 호출</a:t>
            </a:r>
          </a:p>
        </p:txBody>
      </p:sp>
      <p:sp>
        <p:nvSpPr>
          <p:cNvPr id="252" name="dp41-comparison / n166">
            <a:extLst xmlns:a="http://schemas.openxmlformats.org/drawingml/2006/main">
              <a:ext uri="{FF2B5EF4-FFF2-40B4-BE49-F238E27FC236}">
                <a16:creationId xmlns:a16="http://schemas.microsoft.com/office/drawing/2014/main" id="{A23E6992-9893-49D0-99DD-A5FD0DA78F25}"/>
              </a:ext>
            </a:extLst>
          </p:cNvPr>
          <p:cNvSpPr>
            <a:spLocks xmlns:a="http://schemas.openxmlformats.org/drawingml/2006/main" noGrp="1"/>
          </p:cNvSpPr>
          <p:nvPr/>
        </p:nvSpPr>
        <p:spPr>
          <a:xfrm xmlns:a="http://schemas.openxmlformats.org/drawingml/2006/main">
            <a:off x="12506325" y="3467100"/>
            <a:ext cx="2040064"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53" name="dp41-comparison / n167 / text 1">
            <a:extLst xmlns:a="http://schemas.openxmlformats.org/drawingml/2006/main">
              <a:ext uri="{FF2B5EF4-FFF2-40B4-BE49-F238E27FC236}">
                <a16:creationId xmlns:a16="http://schemas.microsoft.com/office/drawing/2014/main" id="{82AB9AB3-A701-44EF-AE42-9790F69F5712}"/>
              </a:ext>
            </a:extLst>
          </p:cNvPr>
          <p:cNvSpPr>
            <a:spLocks xmlns:a="http://schemas.openxmlformats.org/drawingml/2006/main" noGrp="1"/>
          </p:cNvSpPr>
          <p:nvPr/>
        </p:nvSpPr>
        <p:spPr>
          <a:xfrm xmlns:a="http://schemas.openxmlformats.org/drawingml/2006/main">
            <a:off x="12525375" y="3476625"/>
            <a:ext cx="31908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RequestFrame / 부분 해석 결과</a:t>
            </a:r>
          </a:p>
        </p:txBody>
      </p:sp>
      <p:sp>
        <p:nvSpPr>
          <p:cNvPr id="254" name="dp41-comparison / n170">
            <a:extLst xmlns:a="http://schemas.openxmlformats.org/drawingml/2006/main">
              <a:ext uri="{FF2B5EF4-FFF2-40B4-BE49-F238E27FC236}">
                <a16:creationId xmlns:a16="http://schemas.microsoft.com/office/drawing/2014/main" id="{FD9E71F3-5925-4C1C-8DE4-D8CE74261D34}"/>
              </a:ext>
            </a:extLst>
          </p:cNvPr>
          <p:cNvSpPr>
            <a:spLocks xmlns:a="http://schemas.openxmlformats.org/drawingml/2006/main" noGrp="1"/>
          </p:cNvSpPr>
          <p:nvPr/>
        </p:nvSpPr>
        <p:spPr>
          <a:xfrm xmlns:a="http://schemas.openxmlformats.org/drawingml/2006/main">
            <a:off x="15716250" y="3467100"/>
            <a:ext cx="1106424"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55" name="dp41-comparison / n171 / text 1">
            <a:extLst xmlns:a="http://schemas.openxmlformats.org/drawingml/2006/main">
              <a:ext uri="{FF2B5EF4-FFF2-40B4-BE49-F238E27FC236}">
                <a16:creationId xmlns:a16="http://schemas.microsoft.com/office/drawing/2014/main" id="{6D40617B-E930-4469-A8E1-50E82A0E4B29}"/>
              </a:ext>
            </a:extLst>
          </p:cNvPr>
          <p:cNvSpPr>
            <a:spLocks xmlns:a="http://schemas.openxmlformats.org/drawingml/2006/main" noGrp="1"/>
          </p:cNvSpPr>
          <p:nvPr/>
        </p:nvSpPr>
        <p:spPr>
          <a:xfrm xmlns:a="http://schemas.openxmlformats.org/drawingml/2006/main">
            <a:off x="15735300" y="3476625"/>
            <a:ext cx="18573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조회 / 근거 반환</a:t>
            </a:r>
          </a:p>
        </p:txBody>
      </p:sp>
      <p:sp>
        <p:nvSpPr>
          <p:cNvPr id="256" name="dp41-comparison / n172">
            <a:extLst xmlns:a="http://schemas.openxmlformats.org/drawingml/2006/main">
              <a:ext uri="{FF2B5EF4-FFF2-40B4-BE49-F238E27FC236}">
                <a16:creationId xmlns:a16="http://schemas.microsoft.com/office/drawing/2014/main" id="{1015F2AF-AFD1-4EF4-8540-8B024875DEA3}"/>
              </a:ext>
            </a:extLst>
          </p:cNvPr>
          <p:cNvSpPr>
            <a:spLocks xmlns:a="http://schemas.openxmlformats.org/drawingml/2006/main" noGrp="1"/>
          </p:cNvSpPr>
          <p:nvPr/>
        </p:nvSpPr>
        <p:spPr>
          <a:xfrm xmlns:a="http://schemas.openxmlformats.org/drawingml/2006/main">
            <a:off x="9953625" y="4143375"/>
            <a:ext cx="5476875" cy="1219200"/>
          </a:xfrm>
          <a:custGeom xmlns:a="http://schemas.openxmlformats.org/drawingml/2006/main">
            <a:pathLst>
              <a:path w="5476875" h="1219200">
                <a:moveTo>
                  <a:pt x="0" y="0"/>
                </a:moveTo>
                <a:lnTo>
                  <a:pt x="5305425" y="0"/>
                </a:lnTo>
                <a:lnTo>
                  <a:pt x="5476875" y="171450"/>
                </a:lnTo>
                <a:lnTo>
                  <a:pt x="5476875" y="1219200"/>
                </a:lnTo>
                <a:lnTo>
                  <a:pt x="0" y="1219200"/>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257" name="dp41-comparison / n172 / fold">
            <a:extLst xmlns:a="http://schemas.openxmlformats.org/drawingml/2006/main">
              <a:ext uri="{FF2B5EF4-FFF2-40B4-BE49-F238E27FC236}">
                <a16:creationId xmlns:a16="http://schemas.microsoft.com/office/drawing/2014/main" id="{E5CAFE68-46B0-4198-828E-667C788AA216}"/>
              </a:ext>
            </a:extLst>
          </p:cNvPr>
          <p:cNvSpPr>
            <a:spLocks xmlns:a="http://schemas.openxmlformats.org/drawingml/2006/main" noGrp="1"/>
          </p:cNvSpPr>
          <p:nvPr/>
        </p:nvSpPr>
        <p:spPr>
          <a:xfrm xmlns:a="http://schemas.openxmlformats.org/drawingml/2006/main">
            <a:off x="15259050" y="414337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258" name="dp41-comparison / n173 / text 1">
            <a:extLst xmlns:a="http://schemas.openxmlformats.org/drawingml/2006/main">
              <a:ext uri="{FF2B5EF4-FFF2-40B4-BE49-F238E27FC236}">
                <a16:creationId xmlns:a16="http://schemas.microsoft.com/office/drawing/2014/main" id="{F49A9413-EFD3-41E1-87C6-F844C544DE6B}"/>
              </a:ext>
            </a:extLst>
          </p:cNvPr>
          <p:cNvSpPr>
            <a:spLocks xmlns:a="http://schemas.openxmlformats.org/drawingml/2006/main" noGrp="1"/>
          </p:cNvSpPr>
          <p:nvPr/>
        </p:nvSpPr>
        <p:spPr>
          <a:xfrm xmlns:a="http://schemas.openxmlformats.org/drawingml/2006/main">
            <a:off x="10048875" y="4200525"/>
            <a:ext cx="5210175" cy="15882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63" b="0">
                <a:solidFill>
                  <a:srgbClr val="000000"/>
                </a:solidFill>
                <a:latin typeface="Apple SD Gothic Neo"/>
                <a:ea typeface="Apple SD Gothic Neo"/>
                <a:cs typeface="Apple SD Gothic Neo"/>
              </a:defRPr>
            </a:pPr>
            <a:r>
              <a:rPr sz="863" b="0">
                <a:solidFill>
                  <a:srgbClr val="000000"/>
                </a:solidFill>
                <a:latin typeface="Apple SD Gothic Neo"/>
                <a:ea typeface="Apple SD Gothic Neo"/>
                <a:cs typeface="Apple SD Gothic Neo"/>
              </a:rPr>
              <a:t>모델 출력: RequestFrame — 고정 필드 / 값 축약</a:t>
            </a:r>
          </a:p>
        </p:txBody>
      </p:sp>
      <p:sp>
        <p:nvSpPr>
          <p:cNvPr id="259" name="dp41-comparison / n173 / text 2">
            <a:extLst xmlns:a="http://schemas.openxmlformats.org/drawingml/2006/main">
              <a:ext uri="{FF2B5EF4-FFF2-40B4-BE49-F238E27FC236}">
                <a16:creationId xmlns:a16="http://schemas.microsoft.com/office/drawing/2014/main" id="{E7591143-3BA3-4744-B138-1BB438B5693D}"/>
              </a:ext>
            </a:extLst>
          </p:cNvPr>
          <p:cNvSpPr>
            <a:spLocks xmlns:a="http://schemas.openxmlformats.org/drawingml/2006/main" noGrp="1"/>
          </p:cNvSpPr>
          <p:nvPr/>
        </p:nvSpPr>
        <p:spPr>
          <a:xfrm xmlns:a="http://schemas.openxmlformats.org/drawingml/2006/main">
            <a:off x="10048875" y="4331970"/>
            <a:ext cx="5210175" cy="15882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63" b="0">
                <a:solidFill>
                  <a:srgbClr val="000000"/>
                </a:solidFill>
                <a:latin typeface="Apple SD Gothic Neo"/>
                <a:ea typeface="Apple SD Gothic Neo"/>
                <a:cs typeface="Apple SD Gothic Neo"/>
              </a:defRPr>
            </a:pPr>
            <a:r>
              <a:rPr sz="863" b="0">
                <a:solidFill>
                  <a:srgbClr val="000000"/>
                </a:solidFill>
                <a:latin typeface="Apple SD Gothic Neo"/>
                <a:ea typeface="Apple SD Gothic Neo"/>
                <a:cs typeface="Apple SD Gothic Neo"/>
              </a:rPr>
              <a:t>schema_version:1, input_ref:Input1</a:t>
            </a:r>
          </a:p>
        </p:txBody>
      </p:sp>
      <p:sp>
        <p:nvSpPr>
          <p:cNvPr id="260" name="dp41-comparison / n173 / text 3">
            <a:extLst xmlns:a="http://schemas.openxmlformats.org/drawingml/2006/main">
              <a:ext uri="{FF2B5EF4-FFF2-40B4-BE49-F238E27FC236}">
                <a16:creationId xmlns:a16="http://schemas.microsoft.com/office/drawing/2014/main" id="{A55C6ED3-79C0-473F-AD97-411A9928A97C}"/>
              </a:ext>
            </a:extLst>
          </p:cNvPr>
          <p:cNvSpPr>
            <a:spLocks xmlns:a="http://schemas.openxmlformats.org/drawingml/2006/main" noGrp="1"/>
          </p:cNvSpPr>
          <p:nvPr/>
        </p:nvSpPr>
        <p:spPr>
          <a:xfrm xmlns:a="http://schemas.openxmlformats.org/drawingml/2006/main">
            <a:off x="10048875" y="4463415"/>
            <a:ext cx="5210175" cy="15882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63" b="0">
                <a:solidFill>
                  <a:srgbClr val="000000"/>
                </a:solidFill>
                <a:latin typeface="Apple SD Gothic Neo"/>
                <a:ea typeface="Apple SD Gothic Neo"/>
                <a:cs typeface="Apple SD Gothic Neo"/>
              </a:defRPr>
            </a:pPr>
            <a:r>
              <a:rPr sz="863" b="0">
                <a:solidFill>
                  <a:srgbClr val="000000"/>
                </a:solidFill>
                <a:latin typeface="Apple SD Gothic Neo"/>
                <a:ea typeface="Apple SD Gothic Neo"/>
                <a:cs typeface="Apple SD Gothic Neo"/>
              </a:rPr>
              <a:t>goals: G1=UPDATE_TASK(report,table), G2=NEW_TASK(메일 초안)</a:t>
            </a:r>
          </a:p>
        </p:txBody>
      </p:sp>
      <p:sp>
        <p:nvSpPr>
          <p:cNvPr id="261" name="dp41-comparison / n173 / text 4">
            <a:extLst xmlns:a="http://schemas.openxmlformats.org/drawingml/2006/main">
              <a:ext uri="{FF2B5EF4-FFF2-40B4-BE49-F238E27FC236}">
                <a16:creationId xmlns:a16="http://schemas.microsoft.com/office/drawing/2014/main" id="{588E1887-5301-4F7C-8474-B1961BC766B6}"/>
              </a:ext>
            </a:extLst>
          </p:cNvPr>
          <p:cNvSpPr>
            <a:spLocks xmlns:a="http://schemas.openxmlformats.org/drawingml/2006/main" noGrp="1"/>
          </p:cNvSpPr>
          <p:nvPr/>
        </p:nvSpPr>
        <p:spPr>
          <a:xfrm xmlns:a="http://schemas.openxmlformats.org/drawingml/2006/main">
            <a:off x="10048875" y="4594860"/>
            <a:ext cx="5210175" cy="15882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63" b="0">
                <a:solidFill>
                  <a:srgbClr val="000000"/>
                </a:solidFill>
                <a:latin typeface="Apple SD Gothic Neo"/>
                <a:ea typeface="Apple SD Gothic Neo"/>
                <a:cs typeface="Apple SD Gothic Neo"/>
              </a:defRPr>
            </a:pPr>
            <a:r>
              <a:rPr sz="863" b="0">
                <a:solidFill>
                  <a:srgbClr val="000000"/>
                </a:solidFill>
                <a:latin typeface="Apple SD Gothic Neo"/>
                <a:ea typeface="Apple SD Gothic Neo"/>
                <a:cs typeface="Apple SD Gothic Neo"/>
              </a:rPr>
              <a:t>references: report=RECENT_TASK("보고서"), table=INPUT_SELECTION</a:t>
            </a:r>
          </a:p>
        </p:txBody>
      </p:sp>
      <p:sp>
        <p:nvSpPr>
          <p:cNvPr id="262" name="dp41-comparison / n173 / text 5">
            <a:extLst xmlns:a="http://schemas.openxmlformats.org/drawingml/2006/main">
              <a:ext uri="{FF2B5EF4-FFF2-40B4-BE49-F238E27FC236}">
                <a16:creationId xmlns:a16="http://schemas.microsoft.com/office/drawing/2014/main" id="{45D7C99D-9680-481E-8372-F54F9AA54F90}"/>
              </a:ext>
            </a:extLst>
          </p:cNvPr>
          <p:cNvSpPr>
            <a:spLocks xmlns:a="http://schemas.openxmlformats.org/drawingml/2006/main" noGrp="1"/>
          </p:cNvSpPr>
          <p:nvPr/>
        </p:nvSpPr>
        <p:spPr>
          <a:xfrm xmlns:a="http://schemas.openxmlformats.org/drawingml/2006/main">
            <a:off x="10048875" y="4726305"/>
            <a:ext cx="5210175" cy="15882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63" b="0">
                <a:solidFill>
                  <a:srgbClr val="000000"/>
                </a:solidFill>
                <a:latin typeface="Apple SD Gothic Neo"/>
                <a:ea typeface="Apple SD Gothic Neo"/>
                <a:cs typeface="Apple SD Gothic Neo"/>
              </a:defRPr>
            </a:pPr>
            <a:r>
              <a:rPr sz="863" b="0">
                <a:solidFill>
                  <a:srgbClr val="000000"/>
                </a:solidFill>
                <a:latin typeface="Apple SD Gothic Neo"/>
                <a:ea typeface="Apple SD Gothic Neo"/>
                <a:cs typeface="Apple SD Gothic Neo"/>
              </a:rPr>
              <a:t>relations: USE_RESULT(G1 → G2)</a:t>
            </a:r>
          </a:p>
        </p:txBody>
      </p:sp>
      <p:sp>
        <p:nvSpPr>
          <p:cNvPr id="263" name="dp41-comparison / n173 / text 6">
            <a:extLst xmlns:a="http://schemas.openxmlformats.org/drawingml/2006/main">
              <a:ext uri="{FF2B5EF4-FFF2-40B4-BE49-F238E27FC236}">
                <a16:creationId xmlns:a16="http://schemas.microsoft.com/office/drawing/2014/main" id="{D1A94A55-E0F0-44FB-BED7-455FC52BEDE6}"/>
              </a:ext>
            </a:extLst>
          </p:cNvPr>
          <p:cNvSpPr>
            <a:spLocks xmlns:a="http://schemas.openxmlformats.org/drawingml/2006/main" noGrp="1"/>
          </p:cNvSpPr>
          <p:nvPr/>
        </p:nvSpPr>
        <p:spPr>
          <a:xfrm xmlns:a="http://schemas.openxmlformats.org/drawingml/2006/main">
            <a:off x="10048875" y="4857750"/>
            <a:ext cx="5210175" cy="15882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63" b="0">
                <a:solidFill>
                  <a:srgbClr val="000000"/>
                </a:solidFill>
                <a:latin typeface="Apple SD Gothic Neo"/>
                <a:ea typeface="Apple SD Gothic Neo"/>
                <a:cs typeface="Apple SD Gothic Neo"/>
              </a:defRPr>
            </a:pPr>
            <a:r>
              <a:rPr sz="863" b="0">
                <a:solidFill>
                  <a:srgbClr val="000000"/>
                </a:solidFill>
                <a:latin typeface="Apple SD Gothic Neo"/>
                <a:ea typeface="Apple SD Gothic Neo"/>
                <a:cs typeface="Apple SD Gothic Neo"/>
              </a:rPr>
              <a:t>constraints: FORBID_ACTION(scope=[G2], action=SEND)</a:t>
            </a:r>
          </a:p>
        </p:txBody>
      </p:sp>
      <p:sp>
        <p:nvSpPr>
          <p:cNvPr id="264" name="dp41-comparison / n173 / text 7">
            <a:extLst xmlns:a="http://schemas.openxmlformats.org/drawingml/2006/main">
              <a:ext uri="{FF2B5EF4-FFF2-40B4-BE49-F238E27FC236}">
                <a16:creationId xmlns:a16="http://schemas.microsoft.com/office/drawing/2014/main" id="{B8917045-0091-4DAE-A8ED-BA897D72F6B9}"/>
              </a:ext>
            </a:extLst>
          </p:cNvPr>
          <p:cNvSpPr>
            <a:spLocks xmlns:a="http://schemas.openxmlformats.org/drawingml/2006/main" noGrp="1"/>
          </p:cNvSpPr>
          <p:nvPr/>
        </p:nvSpPr>
        <p:spPr>
          <a:xfrm xmlns:a="http://schemas.openxmlformats.org/drawingml/2006/main">
            <a:off x="10048875" y="4989195"/>
            <a:ext cx="5210175" cy="15882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63" b="0">
                <a:solidFill>
                  <a:srgbClr val="000000"/>
                </a:solidFill>
                <a:latin typeface="Apple SD Gothic Neo"/>
                <a:ea typeface="Apple SD Gothic Neo"/>
                <a:cs typeface="Apple SD Gothic Neo"/>
              </a:defRPr>
            </a:pPr>
            <a:r>
              <a:rPr sz="863" b="0">
                <a:solidFill>
                  <a:srgbClr val="000000"/>
                </a:solidFill>
                <a:latin typeface="Apple SD Gothic Neo"/>
                <a:ea typeface="Apple SD Gothic Neo"/>
                <a:cs typeface="Apple SD Gothic Neo"/>
              </a:rPr>
              <a:t>unparsed_spans:[]  (미해석 구간)</a:t>
            </a:r>
          </a:p>
        </p:txBody>
      </p:sp>
      <p:sp>
        <p:nvSpPr>
          <p:cNvPr id="265" name="dp41-comparison / n173 / text 8">
            <a:extLst xmlns:a="http://schemas.openxmlformats.org/drawingml/2006/main">
              <a:ext uri="{FF2B5EF4-FFF2-40B4-BE49-F238E27FC236}">
                <a16:creationId xmlns:a16="http://schemas.microsoft.com/office/drawing/2014/main" id="{D10EFC25-013F-4B13-9FB2-BB01960E7F74}"/>
              </a:ext>
            </a:extLst>
          </p:cNvPr>
          <p:cNvSpPr>
            <a:spLocks xmlns:a="http://schemas.openxmlformats.org/drawingml/2006/main" noGrp="1"/>
          </p:cNvSpPr>
          <p:nvPr/>
        </p:nvSpPr>
        <p:spPr>
          <a:xfrm xmlns:a="http://schemas.openxmlformats.org/drawingml/2006/main">
            <a:off x="10048875" y="5120640"/>
            <a:ext cx="5210175" cy="15882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63" b="0">
                <a:solidFill>
                  <a:srgbClr val="000000"/>
                </a:solidFill>
                <a:latin typeface="Apple SD Gothic Neo"/>
                <a:ea typeface="Apple SD Gothic Neo"/>
                <a:cs typeface="Apple SD Gothic Neo"/>
              </a:defRPr>
            </a:pPr>
            <a:r>
              <a:rPr sz="863" b="0">
                <a:solidFill>
                  <a:srgbClr val="000000"/>
                </a:solidFill>
                <a:latin typeface="Apple SD Gothic Neo"/>
                <a:ea typeface="Apple SD Gothic Neo"/>
                <a:cs typeface="Apple SD Gothic Neo"/>
              </a:rPr>
              <a:t>G1=보고서 수정 / G2=메일 초안; 실제 Task ID는 아직 미정</a:t>
            </a:r>
          </a:p>
        </p:txBody>
      </p:sp>
      <p:sp>
        <p:nvSpPr>
          <p:cNvPr id="266" name="dp41-comparison / n175">
            <a:extLst xmlns:a="http://schemas.openxmlformats.org/drawingml/2006/main">
              <a:ext uri="{FF2B5EF4-FFF2-40B4-BE49-F238E27FC236}">
                <a16:creationId xmlns:a16="http://schemas.microsoft.com/office/drawing/2014/main" id="{D8DE0CFC-93FD-48C3-8C7A-0CB7C3CA64C4}"/>
              </a:ext>
            </a:extLst>
          </p:cNvPr>
          <p:cNvSpPr>
            <a:spLocks xmlns:a="http://schemas.openxmlformats.org/drawingml/2006/main" noGrp="1"/>
          </p:cNvSpPr>
          <p:nvPr/>
        </p:nvSpPr>
        <p:spPr>
          <a:xfrm xmlns:a="http://schemas.openxmlformats.org/drawingml/2006/main">
            <a:off x="15811500" y="4143375"/>
            <a:ext cx="1714500" cy="523875"/>
          </a:xfrm>
          <a:custGeom xmlns:a="http://schemas.openxmlformats.org/drawingml/2006/main">
            <a:pathLst>
              <a:path w="1714500" h="523875">
                <a:moveTo>
                  <a:pt x="0" y="0"/>
                </a:moveTo>
                <a:lnTo>
                  <a:pt x="1543050" y="0"/>
                </a:lnTo>
                <a:lnTo>
                  <a:pt x="1714500" y="171450"/>
                </a:lnTo>
                <a:lnTo>
                  <a:pt x="1714500" y="523875"/>
                </a:lnTo>
                <a:lnTo>
                  <a:pt x="0" y="52387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267" name="dp41-comparison / n175 / fold">
            <a:extLst xmlns:a="http://schemas.openxmlformats.org/drawingml/2006/main">
              <a:ext uri="{FF2B5EF4-FFF2-40B4-BE49-F238E27FC236}">
                <a16:creationId xmlns:a16="http://schemas.microsoft.com/office/drawing/2014/main" id="{93FFBAF9-9B17-4B6B-A1E1-B4D46F8B8F8E}"/>
              </a:ext>
            </a:extLst>
          </p:cNvPr>
          <p:cNvSpPr>
            <a:spLocks xmlns:a="http://schemas.openxmlformats.org/drawingml/2006/main" noGrp="1"/>
          </p:cNvSpPr>
          <p:nvPr/>
        </p:nvSpPr>
        <p:spPr>
          <a:xfrm xmlns:a="http://schemas.openxmlformats.org/drawingml/2006/main">
            <a:off x="17354550" y="414337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268" name="dp41-comparison / n176 / text 1">
            <a:extLst xmlns:a="http://schemas.openxmlformats.org/drawingml/2006/main">
              <a:ext uri="{FF2B5EF4-FFF2-40B4-BE49-F238E27FC236}">
                <a16:creationId xmlns:a16="http://schemas.microsoft.com/office/drawing/2014/main" id="{B98B1EAA-7CE3-493E-8632-B200EF3B7CAC}"/>
              </a:ext>
            </a:extLst>
          </p:cNvPr>
          <p:cNvSpPr>
            <a:spLocks xmlns:a="http://schemas.openxmlformats.org/drawingml/2006/main" noGrp="1"/>
          </p:cNvSpPr>
          <p:nvPr/>
        </p:nvSpPr>
        <p:spPr>
          <a:xfrm xmlns:a="http://schemas.openxmlformats.org/drawingml/2006/main">
            <a:off x="15906750" y="4200525"/>
            <a:ext cx="14478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도구 조회 결과</a:t>
            </a:r>
          </a:p>
        </p:txBody>
      </p:sp>
      <p:sp>
        <p:nvSpPr>
          <p:cNvPr id="269" name="dp41-comparison / n176 / text 2">
            <a:extLst xmlns:a="http://schemas.openxmlformats.org/drawingml/2006/main">
              <a:ext uri="{FF2B5EF4-FFF2-40B4-BE49-F238E27FC236}">
                <a16:creationId xmlns:a16="http://schemas.microsoft.com/office/drawing/2014/main" id="{858CC8BF-4B79-4F2B-A8CA-077D2F775225}"/>
              </a:ext>
            </a:extLst>
          </p:cNvPr>
          <p:cNvSpPr>
            <a:spLocks xmlns:a="http://schemas.openxmlformats.org/drawingml/2006/main" noGrp="1"/>
          </p:cNvSpPr>
          <p:nvPr/>
        </p:nvSpPr>
        <p:spPr>
          <a:xfrm xmlns:a="http://schemas.openxmlformats.org/drawingml/2006/main">
            <a:off x="15906750" y="4337685"/>
            <a:ext cx="14478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보고서: Task1 / Task2</a:t>
            </a:r>
          </a:p>
        </p:txBody>
      </p:sp>
      <p:sp>
        <p:nvSpPr>
          <p:cNvPr id="270" name="dp41-comparison / n176 / text 3">
            <a:extLst xmlns:a="http://schemas.openxmlformats.org/drawingml/2006/main">
              <a:ext uri="{FF2B5EF4-FFF2-40B4-BE49-F238E27FC236}">
                <a16:creationId xmlns:a16="http://schemas.microsoft.com/office/drawing/2014/main" id="{513CABC3-001F-46EC-ACFF-F8CEF636F5A0}"/>
              </a:ext>
            </a:extLst>
          </p:cNvPr>
          <p:cNvSpPr>
            <a:spLocks xmlns:a="http://schemas.openxmlformats.org/drawingml/2006/main" noGrp="1"/>
          </p:cNvSpPr>
          <p:nvPr/>
        </p:nvSpPr>
        <p:spPr>
          <a:xfrm xmlns:a="http://schemas.openxmlformats.org/drawingml/2006/main">
            <a:off x="15906750" y="4474845"/>
            <a:ext cx="14478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표: 선택한 표</a:t>
            </a:r>
          </a:p>
        </p:txBody>
      </p:sp>
      <p:sp>
        <p:nvSpPr>
          <p:cNvPr id="271" name="dp41-comparison / n177">
            <a:extLst xmlns:a="http://schemas.openxmlformats.org/drawingml/2006/main">
              <a:ext uri="{FF2B5EF4-FFF2-40B4-BE49-F238E27FC236}">
                <a16:creationId xmlns:a16="http://schemas.microsoft.com/office/drawing/2014/main" id="{439462EB-B777-4925-B7B8-F3FF46F7E0C9}"/>
              </a:ext>
            </a:extLst>
          </p:cNvPr>
          <p:cNvSpPr>
            <a:spLocks xmlns:a="http://schemas.openxmlformats.org/drawingml/2006/main" noGrp="1"/>
          </p:cNvSpPr>
          <p:nvPr/>
        </p:nvSpPr>
        <p:spPr>
          <a:xfrm xmlns:a="http://schemas.openxmlformats.org/drawingml/2006/main">
            <a:off x="15792450" y="4724400"/>
            <a:ext cx="1424940"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72" name="dp41-comparison / n178 / text 1">
            <a:extLst xmlns:a="http://schemas.openxmlformats.org/drawingml/2006/main">
              <a:ext uri="{FF2B5EF4-FFF2-40B4-BE49-F238E27FC236}">
                <a16:creationId xmlns:a16="http://schemas.microsoft.com/office/drawing/2014/main" id="{38CD61CF-B79B-425D-AA42-35AF260BD54E}"/>
              </a:ext>
            </a:extLst>
          </p:cNvPr>
          <p:cNvSpPr>
            <a:spLocks xmlns:a="http://schemas.openxmlformats.org/drawingml/2006/main" noGrp="1"/>
          </p:cNvSpPr>
          <p:nvPr/>
        </p:nvSpPr>
        <p:spPr>
          <a:xfrm xmlns:a="http://schemas.openxmlformats.org/drawingml/2006/main">
            <a:off x="15811500" y="4733925"/>
            <a:ext cx="17145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반복 주체: Engine 코드</a:t>
            </a:r>
          </a:p>
        </p:txBody>
      </p:sp>
      <p:sp>
        <p:nvSpPr>
          <p:cNvPr id="273" name="dp41-comparison / n179">
            <a:extLst xmlns:a="http://schemas.openxmlformats.org/drawingml/2006/main">
              <a:ext uri="{FF2B5EF4-FFF2-40B4-BE49-F238E27FC236}">
                <a16:creationId xmlns:a16="http://schemas.microsoft.com/office/drawing/2014/main" id="{9DAA075F-4744-4F24-9E45-A150E2E536BD}"/>
              </a:ext>
            </a:extLst>
          </p:cNvPr>
          <p:cNvSpPr>
            <a:spLocks xmlns:a="http://schemas.openxmlformats.org/drawingml/2006/main" noGrp="1"/>
          </p:cNvSpPr>
          <p:nvPr/>
        </p:nvSpPr>
        <p:spPr>
          <a:xfrm xmlns:a="http://schemas.openxmlformats.org/drawingml/2006/main">
            <a:off x="15792450" y="4933950"/>
            <a:ext cx="1322070"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74" name="dp41-comparison / n180 / text 1">
            <a:extLst xmlns:a="http://schemas.openxmlformats.org/drawingml/2006/main">
              <a:ext uri="{FF2B5EF4-FFF2-40B4-BE49-F238E27FC236}">
                <a16:creationId xmlns:a16="http://schemas.microsoft.com/office/drawing/2014/main" id="{15CC2F27-EB5C-4645-91A7-E61C1478DE6E}"/>
              </a:ext>
            </a:extLst>
          </p:cNvPr>
          <p:cNvSpPr>
            <a:spLocks xmlns:a="http://schemas.openxmlformats.org/drawingml/2006/main" noGrp="1"/>
          </p:cNvSpPr>
          <p:nvPr/>
        </p:nvSpPr>
        <p:spPr>
          <a:xfrm xmlns:a="http://schemas.openxmlformats.org/drawingml/2006/main">
            <a:off x="15811500" y="4943475"/>
            <a:ext cx="17145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근거 반영 → 다음 항목</a:t>
            </a:r>
          </a:p>
        </p:txBody>
      </p:sp>
      <p:sp>
        <p:nvSpPr>
          <p:cNvPr id="275" name="dp41-comparison / n181">
            <a:extLst xmlns:a="http://schemas.openxmlformats.org/drawingml/2006/main">
              <a:ext uri="{FF2B5EF4-FFF2-40B4-BE49-F238E27FC236}">
                <a16:creationId xmlns:a16="http://schemas.microsoft.com/office/drawing/2014/main" id="{148F27C1-8376-4D65-9F12-80FBA29FCBD4}"/>
              </a:ext>
            </a:extLst>
          </p:cNvPr>
          <p:cNvSpPr>
            <a:spLocks xmlns:a="http://schemas.openxmlformats.org/drawingml/2006/main" noGrp="1"/>
          </p:cNvSpPr>
          <p:nvPr/>
        </p:nvSpPr>
        <p:spPr>
          <a:xfrm xmlns:a="http://schemas.openxmlformats.org/drawingml/2006/main">
            <a:off x="9953625" y="5419725"/>
            <a:ext cx="5476875" cy="352425"/>
          </a:xfrm>
          <a:custGeom xmlns:a="http://schemas.openxmlformats.org/drawingml/2006/main">
            <a:pathLst>
              <a:path w="5476875" h="352425">
                <a:moveTo>
                  <a:pt x="0" y="0"/>
                </a:moveTo>
                <a:lnTo>
                  <a:pt x="5305425" y="0"/>
                </a:lnTo>
                <a:lnTo>
                  <a:pt x="5476875" y="171450"/>
                </a:lnTo>
                <a:lnTo>
                  <a:pt x="5476875" y="352425"/>
                </a:lnTo>
                <a:lnTo>
                  <a:pt x="0" y="35242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276" name="dp41-comparison / n181 / fold">
            <a:extLst xmlns:a="http://schemas.openxmlformats.org/drawingml/2006/main">
              <a:ext uri="{FF2B5EF4-FFF2-40B4-BE49-F238E27FC236}">
                <a16:creationId xmlns:a16="http://schemas.microsoft.com/office/drawing/2014/main" id="{982514FC-8AC0-415C-83B0-EAE0DDEE878C}"/>
              </a:ext>
            </a:extLst>
          </p:cNvPr>
          <p:cNvSpPr>
            <a:spLocks xmlns:a="http://schemas.openxmlformats.org/drawingml/2006/main" noGrp="1"/>
          </p:cNvSpPr>
          <p:nvPr/>
        </p:nvSpPr>
        <p:spPr>
          <a:xfrm xmlns:a="http://schemas.openxmlformats.org/drawingml/2006/main">
            <a:off x="15259050" y="54197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277" name="dp41-comparison / n182 / text 1">
            <a:extLst xmlns:a="http://schemas.openxmlformats.org/drawingml/2006/main">
              <a:ext uri="{FF2B5EF4-FFF2-40B4-BE49-F238E27FC236}">
                <a16:creationId xmlns:a16="http://schemas.microsoft.com/office/drawing/2014/main" id="{CB30A4D5-B845-480B-80E7-75D912A27B07}"/>
              </a:ext>
            </a:extLst>
          </p:cNvPr>
          <p:cNvSpPr>
            <a:spLocks xmlns:a="http://schemas.openxmlformats.org/drawingml/2006/main" noGrp="1"/>
          </p:cNvSpPr>
          <p:nvPr/>
        </p:nvSpPr>
        <p:spPr>
          <a:xfrm xmlns:a="http://schemas.openxmlformats.org/drawingml/2006/main">
            <a:off x="10048875" y="5476875"/>
            <a:ext cx="52101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최종 MeaningProposal (사용자 확인 뒤): Task1 보고서에 표 추가</a:t>
            </a:r>
          </a:p>
        </p:txBody>
      </p:sp>
      <p:sp>
        <p:nvSpPr>
          <p:cNvPr id="278" name="dp41-comparison / n182 / text 2">
            <a:extLst xmlns:a="http://schemas.openxmlformats.org/drawingml/2006/main">
              <a:ext uri="{FF2B5EF4-FFF2-40B4-BE49-F238E27FC236}">
                <a16:creationId xmlns:a16="http://schemas.microsoft.com/office/drawing/2014/main" id="{C4A5852B-8A37-4327-B205-F62278970D71}"/>
              </a:ext>
            </a:extLst>
          </p:cNvPr>
          <p:cNvSpPr>
            <a:spLocks xmlns:a="http://schemas.openxmlformats.org/drawingml/2006/main" noGrp="1"/>
          </p:cNvSpPr>
          <p:nvPr/>
        </p:nvSpPr>
        <p:spPr>
          <a:xfrm xmlns:a="http://schemas.openxmlformats.org/drawingml/2006/main">
            <a:off x="10048875" y="5614035"/>
            <a:ext cx="52101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보고서 결과 → 메일 초안 / SEND 금지 유지</a:t>
            </a:r>
          </a:p>
        </p:txBody>
      </p:sp>
      <p:sp>
        <p:nvSpPr>
          <p:cNvPr id="279" name="dp41-comparison / n191">
            <a:extLst xmlns:a="http://schemas.openxmlformats.org/drawingml/2006/main">
              <a:ext uri="{FF2B5EF4-FFF2-40B4-BE49-F238E27FC236}">
                <a16:creationId xmlns:a16="http://schemas.microsoft.com/office/drawing/2014/main" id="{701B8664-A3D6-45BC-8E38-06A762F63D08}"/>
              </a:ext>
            </a:extLst>
          </p:cNvPr>
          <p:cNvSpPr>
            <a:spLocks xmlns:a="http://schemas.openxmlformats.org/drawingml/2006/main" noGrp="1"/>
          </p:cNvSpPr>
          <p:nvPr/>
        </p:nvSpPr>
        <p:spPr>
          <a:xfrm xmlns:a="http://schemas.openxmlformats.org/drawingml/2006/main">
            <a:off x="9934575" y="6038850"/>
            <a:ext cx="2167890"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80" name="dp41-comparison / n192 / text 1">
            <a:extLst xmlns:a="http://schemas.openxmlformats.org/drawingml/2006/main">
              <a:ext uri="{FF2B5EF4-FFF2-40B4-BE49-F238E27FC236}">
                <a16:creationId xmlns:a16="http://schemas.microsoft.com/office/drawing/2014/main" id="{910DB9A5-3DFC-4845-BAC8-1A75F754FBBE}"/>
              </a:ext>
            </a:extLst>
          </p:cNvPr>
          <p:cNvSpPr>
            <a:spLocks xmlns:a="http://schemas.openxmlformats.org/drawingml/2006/main" noGrp="1"/>
          </p:cNvSpPr>
          <p:nvPr/>
        </p:nvSpPr>
        <p:spPr>
          <a:xfrm xmlns:a="http://schemas.openxmlformats.org/drawingml/2006/main">
            <a:off x="9953625" y="6048375"/>
            <a:ext cx="24765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자료 / 대화 / 업무 기록 조회</a:t>
            </a:r>
          </a:p>
        </p:txBody>
      </p:sp>
      <p:sp>
        <p:nvSpPr>
          <p:cNvPr id="281" name="dp41-comparison / n196">
            <a:extLst xmlns:a="http://schemas.openxmlformats.org/drawingml/2006/main">
              <a:ext uri="{FF2B5EF4-FFF2-40B4-BE49-F238E27FC236}">
                <a16:creationId xmlns:a16="http://schemas.microsoft.com/office/drawing/2014/main" id="{7247AD10-97F2-4EC5-BA75-717A0C95CACF}"/>
              </a:ext>
            </a:extLst>
          </p:cNvPr>
          <p:cNvSpPr>
            <a:spLocks xmlns:a="http://schemas.openxmlformats.org/drawingml/2006/main" noGrp="1"/>
          </p:cNvSpPr>
          <p:nvPr/>
        </p:nvSpPr>
        <p:spPr>
          <a:xfrm xmlns:a="http://schemas.openxmlformats.org/drawingml/2006/main">
            <a:off x="9934575" y="6362700"/>
            <a:ext cx="2484501"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82" name="dp41-comparison / n197 / text 1">
            <a:extLst xmlns:a="http://schemas.openxmlformats.org/drawingml/2006/main">
              <a:ext uri="{FF2B5EF4-FFF2-40B4-BE49-F238E27FC236}">
                <a16:creationId xmlns:a16="http://schemas.microsoft.com/office/drawing/2014/main" id="{C1D8093D-4AF4-431C-B182-25E7EBF27D41}"/>
              </a:ext>
            </a:extLst>
          </p:cNvPr>
          <p:cNvSpPr>
            <a:spLocks xmlns:a="http://schemas.openxmlformats.org/drawingml/2006/main" noGrp="1"/>
          </p:cNvSpPr>
          <p:nvPr/>
        </p:nvSpPr>
        <p:spPr>
          <a:xfrm xmlns:a="http://schemas.openxmlformats.org/drawingml/2006/main">
            <a:off x="9953625" y="6372225"/>
            <a:ext cx="76200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실행 순서도 — 반복 제어와 종료 조건</a:t>
            </a:r>
          </a:p>
        </p:txBody>
      </p:sp>
      <p:sp>
        <p:nvSpPr>
          <p:cNvPr id="283" name="dp41-comparison / n213">
            <a:extLst xmlns:a="http://schemas.openxmlformats.org/drawingml/2006/main">
              <a:ext uri="{FF2B5EF4-FFF2-40B4-BE49-F238E27FC236}">
                <a16:creationId xmlns:a16="http://schemas.microsoft.com/office/drawing/2014/main" id="{E0D80032-A4C6-48AF-B4D7-18656641CAD5}"/>
              </a:ext>
            </a:extLst>
          </p:cNvPr>
          <p:cNvSpPr>
            <a:spLocks xmlns:a="http://schemas.openxmlformats.org/drawingml/2006/main" noGrp="1"/>
          </p:cNvSpPr>
          <p:nvPr/>
        </p:nvSpPr>
        <p:spPr>
          <a:xfrm xmlns:a="http://schemas.openxmlformats.org/drawingml/2006/main">
            <a:off x="15230475" y="6600825"/>
            <a:ext cx="323850"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84" name="dp41-comparison / n214 / text 1">
            <a:extLst xmlns:a="http://schemas.openxmlformats.org/drawingml/2006/main">
              <a:ext uri="{FF2B5EF4-FFF2-40B4-BE49-F238E27FC236}">
                <a16:creationId xmlns:a16="http://schemas.microsoft.com/office/drawing/2014/main" id="{25844444-5B1B-4593-A045-0D29D502CD8D}"/>
              </a:ext>
            </a:extLst>
          </p:cNvPr>
          <p:cNvSpPr>
            <a:spLocks xmlns:a="http://schemas.openxmlformats.org/drawingml/2006/main" noGrp="1"/>
          </p:cNvSpPr>
          <p:nvPr/>
        </p:nvSpPr>
        <p:spPr>
          <a:xfrm xmlns:a="http://schemas.openxmlformats.org/drawingml/2006/main">
            <a:off x="15249525" y="6610350"/>
            <a:ext cx="5238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조회</a:t>
            </a:r>
          </a:p>
        </p:txBody>
      </p:sp>
      <p:sp>
        <p:nvSpPr>
          <p:cNvPr id="285" name="dp41-comparison / n216">
            <a:extLst xmlns:a="http://schemas.openxmlformats.org/drawingml/2006/main">
              <a:ext uri="{FF2B5EF4-FFF2-40B4-BE49-F238E27FC236}">
                <a16:creationId xmlns:a16="http://schemas.microsoft.com/office/drawing/2014/main" id="{99A0D627-5C82-4431-89B9-1D37F394BB13}"/>
              </a:ext>
            </a:extLst>
          </p:cNvPr>
          <p:cNvSpPr>
            <a:spLocks xmlns:a="http://schemas.openxmlformats.org/drawingml/2006/main" noGrp="1"/>
          </p:cNvSpPr>
          <p:nvPr/>
        </p:nvSpPr>
        <p:spPr>
          <a:xfrm xmlns:a="http://schemas.openxmlformats.org/drawingml/2006/main">
            <a:off x="15316200" y="7067550"/>
            <a:ext cx="1713166"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86" name="dp41-comparison / n217 / text 1">
            <a:extLst xmlns:a="http://schemas.openxmlformats.org/drawingml/2006/main">
              <a:ext uri="{FF2B5EF4-FFF2-40B4-BE49-F238E27FC236}">
                <a16:creationId xmlns:a16="http://schemas.microsoft.com/office/drawing/2014/main" id="{32AA519A-E96E-43B4-B312-3EE3474E7867}"/>
              </a:ext>
            </a:extLst>
          </p:cNvPr>
          <p:cNvSpPr>
            <a:spLocks xmlns:a="http://schemas.openxmlformats.org/drawingml/2006/main" noGrp="1"/>
          </p:cNvSpPr>
          <p:nvPr/>
        </p:nvSpPr>
        <p:spPr>
          <a:xfrm xmlns:a="http://schemas.openxmlformats.org/drawingml/2006/main">
            <a:off x="15335250" y="7077075"/>
            <a:ext cx="209550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코드 검사 반복 (LLM 없이)</a:t>
            </a:r>
          </a:p>
        </p:txBody>
      </p:sp>
      <p:sp>
        <p:nvSpPr>
          <p:cNvPr id="287" name="dp41-comparison / n219">
            <a:extLst xmlns:a="http://schemas.openxmlformats.org/drawingml/2006/main">
              <a:ext uri="{FF2B5EF4-FFF2-40B4-BE49-F238E27FC236}">
                <a16:creationId xmlns:a16="http://schemas.microsoft.com/office/drawing/2014/main" id="{0EB34205-AFD0-4C54-8E01-5123E8D69297}"/>
              </a:ext>
            </a:extLst>
          </p:cNvPr>
          <p:cNvSpPr>
            <a:spLocks xmlns:a="http://schemas.openxmlformats.org/drawingml/2006/main" noGrp="1"/>
          </p:cNvSpPr>
          <p:nvPr/>
        </p:nvSpPr>
        <p:spPr>
          <a:xfrm xmlns:a="http://schemas.openxmlformats.org/drawingml/2006/main">
            <a:off x="12325350" y="7181850"/>
            <a:ext cx="1529906"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88" name="dp41-comparison / n220 / text 1">
            <a:extLst xmlns:a="http://schemas.openxmlformats.org/drawingml/2006/main">
              <a:ext uri="{FF2B5EF4-FFF2-40B4-BE49-F238E27FC236}">
                <a16:creationId xmlns:a16="http://schemas.microsoft.com/office/drawing/2014/main" id="{41CAD5D6-9EC4-4557-8754-EF7CE08CCD01}"/>
              </a:ext>
            </a:extLst>
          </p:cNvPr>
          <p:cNvSpPr>
            <a:spLocks xmlns:a="http://schemas.openxmlformats.org/drawingml/2006/main" noGrp="1"/>
          </p:cNvSpPr>
          <p:nvPr/>
        </p:nvSpPr>
        <p:spPr>
          <a:xfrm xmlns:a="http://schemas.openxmlformats.org/drawingml/2006/main">
            <a:off x="12344400" y="7191375"/>
            <a:ext cx="21145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의미 해석이 필요한 항목</a:t>
            </a:r>
          </a:p>
        </p:txBody>
      </p:sp>
      <p:sp>
        <p:nvSpPr>
          <p:cNvPr id="289" name="dp41-comparison / n222">
            <a:extLst xmlns:a="http://schemas.openxmlformats.org/drawingml/2006/main">
              <a:ext uri="{FF2B5EF4-FFF2-40B4-BE49-F238E27FC236}">
                <a16:creationId xmlns:a16="http://schemas.microsoft.com/office/drawing/2014/main" id="{40F2E047-5383-4913-BF0A-428597F23C46}"/>
              </a:ext>
            </a:extLst>
          </p:cNvPr>
          <p:cNvSpPr>
            <a:spLocks xmlns:a="http://schemas.openxmlformats.org/drawingml/2006/main" noGrp="1"/>
          </p:cNvSpPr>
          <p:nvPr/>
        </p:nvSpPr>
        <p:spPr>
          <a:xfrm xmlns:a="http://schemas.openxmlformats.org/drawingml/2006/main">
            <a:off x="9934575" y="6943725"/>
            <a:ext cx="1529906"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90" name="dp41-comparison / n223 / text 1">
            <a:extLst xmlns:a="http://schemas.openxmlformats.org/drawingml/2006/main">
              <a:ext uri="{FF2B5EF4-FFF2-40B4-BE49-F238E27FC236}">
                <a16:creationId xmlns:a16="http://schemas.microsoft.com/office/drawing/2014/main" id="{604C4F00-3B2F-44F1-8047-22F15FFD3D42}"/>
              </a:ext>
            </a:extLst>
          </p:cNvPr>
          <p:cNvSpPr>
            <a:spLocks xmlns:a="http://schemas.openxmlformats.org/drawingml/2006/main" noGrp="1"/>
          </p:cNvSpPr>
          <p:nvPr/>
        </p:nvSpPr>
        <p:spPr>
          <a:xfrm xmlns:a="http://schemas.openxmlformats.org/drawingml/2006/main">
            <a:off x="9953625" y="6953250"/>
            <a:ext cx="23812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부분 결과를 코드에 반환</a:t>
            </a:r>
          </a:p>
        </p:txBody>
      </p:sp>
      <p:sp>
        <p:nvSpPr>
          <p:cNvPr id="291" name="dp41-comparison / n225">
            <a:extLst xmlns:a="http://schemas.openxmlformats.org/drawingml/2006/main">
              <a:ext uri="{FF2B5EF4-FFF2-40B4-BE49-F238E27FC236}">
                <a16:creationId xmlns:a16="http://schemas.microsoft.com/office/drawing/2014/main" id="{2A2765C8-937C-463E-B8ED-5F02719EB097}"/>
              </a:ext>
            </a:extLst>
          </p:cNvPr>
          <p:cNvSpPr>
            <a:spLocks xmlns:a="http://schemas.openxmlformats.org/drawingml/2006/main" noGrp="1"/>
          </p:cNvSpPr>
          <p:nvPr/>
        </p:nvSpPr>
        <p:spPr>
          <a:xfrm xmlns:a="http://schemas.openxmlformats.org/drawingml/2006/main">
            <a:off x="14573250" y="7181850"/>
            <a:ext cx="512445" cy="1333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92" name="dp41-comparison / n226 / text 1">
            <a:extLst xmlns:a="http://schemas.openxmlformats.org/drawingml/2006/main">
              <a:ext uri="{FF2B5EF4-FFF2-40B4-BE49-F238E27FC236}">
                <a16:creationId xmlns:a16="http://schemas.microsoft.com/office/drawing/2014/main" id="{74482FE7-2180-402B-A6E2-F907787319E0}"/>
              </a:ext>
            </a:extLst>
          </p:cNvPr>
          <p:cNvSpPr>
            <a:spLocks xmlns:a="http://schemas.openxmlformats.org/drawingml/2006/main" noGrp="1"/>
          </p:cNvSpPr>
          <p:nvPr/>
        </p:nvSpPr>
        <p:spPr>
          <a:xfrm xmlns:a="http://schemas.openxmlformats.org/drawingml/2006/main">
            <a:off x="14592300" y="7191375"/>
            <a:ext cx="6858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완성/질문</a:t>
            </a:r>
          </a:p>
        </p:txBody>
      </p:sp>
    </p:spTree>
    <p:extLst>
      <p:ext uri="{BB962C8B-B14F-4D97-AF65-F5344CB8AC3E}">
        <p14:creationId xmlns:p14="http://schemas.microsoft.com/office/powerpoint/2010/main" val="973483319"/>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1" name="dp42-background / n1">
            <a:extLst xmlns:a="http://schemas.openxmlformats.org/drawingml/2006/main">
              <a:ext uri="{FF2B5EF4-FFF2-40B4-BE49-F238E27FC236}">
                <a16:creationId xmlns:a16="http://schemas.microsoft.com/office/drawing/2014/main" id="{37BB2F86-1985-4C53-B9E1-90E36D02F799}"/>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2-background / n2 / text 1">
            <a:extLst xmlns:a="http://schemas.openxmlformats.org/drawingml/2006/main">
              <a:ext uri="{FF2B5EF4-FFF2-40B4-BE49-F238E27FC236}">
                <a16:creationId xmlns:a16="http://schemas.microsoft.com/office/drawing/2014/main" id="{A3045ED2-AE29-42E2-9A50-7EEBDFAB5297}"/>
              </a:ext>
            </a:extLst>
          </p:cNvPr>
          <p:cNvSpPr>
            <a:spLocks xmlns:a="http://schemas.openxmlformats.org/drawingml/2006/main" noGrp="1"/>
          </p:cNvSpPr>
          <p:nvPr/>
        </p:nvSpPr>
        <p:spPr>
          <a:xfrm xmlns:a="http://schemas.openxmlformats.org/drawingml/2006/main">
            <a:off x="609600" y="238125"/>
            <a:ext cx="119062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1">
                <a:solidFill>
                  <a:srgbClr val="087E8B"/>
                </a:solidFill>
                <a:latin typeface="Apple SD Gothic Neo"/>
                <a:ea typeface="Apple SD Gothic Neo"/>
                <a:cs typeface="Apple SD Gothic Neo"/>
              </a:defRPr>
            </a:pPr>
            <a:r>
              <a:rPr sz="1500" b="1">
                <a:solidFill>
                  <a:srgbClr val="087E8B"/>
                </a:solidFill>
                <a:latin typeface="Apple SD Gothic Neo"/>
                <a:ea typeface="Apple SD Gothic Neo"/>
                <a:cs typeface="Apple SD Gothic Neo"/>
              </a:rPr>
              <a:t>VIA SOFTWARE ARCHITECTURE / DP 배경</a:t>
            </a:r>
          </a:p>
        </p:txBody>
      </p:sp>
      <p:sp>
        <p:nvSpPr>
          <p:cNvPr id="3" name="dp42-background / n3 / text 1">
            <a:extLst xmlns:a="http://schemas.openxmlformats.org/drawingml/2006/main">
              <a:ext uri="{FF2B5EF4-FFF2-40B4-BE49-F238E27FC236}">
                <a16:creationId xmlns:a16="http://schemas.microsoft.com/office/drawing/2014/main" id="{5DEC4B48-D568-463C-BE6B-015148CC9E0D}"/>
              </a:ext>
            </a:extLst>
          </p:cNvPr>
          <p:cNvSpPr>
            <a:spLocks xmlns:a="http://schemas.openxmlformats.org/drawingml/2006/main" noGrp="1"/>
          </p:cNvSpPr>
          <p:nvPr/>
        </p:nvSpPr>
        <p:spPr>
          <a:xfrm xmlns:a="http://schemas.openxmlformats.org/drawingml/2006/main">
            <a:off x="15011400" y="238125"/>
            <a:ext cx="2667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04-42</a:t>
            </a:r>
          </a:p>
        </p:txBody>
      </p:sp>
      <p:sp>
        <p:nvSpPr>
          <p:cNvPr id="4" name="dp42-background / n4 / text 1">
            <a:extLst xmlns:a="http://schemas.openxmlformats.org/drawingml/2006/main">
              <a:ext uri="{FF2B5EF4-FFF2-40B4-BE49-F238E27FC236}">
                <a16:creationId xmlns:a16="http://schemas.microsoft.com/office/drawing/2014/main" id="{7FF6FFAF-A984-43AF-A7D7-AAB6EA773C60}"/>
              </a:ext>
            </a:extLst>
          </p:cNvPr>
          <p:cNvSpPr>
            <a:spLocks xmlns:a="http://schemas.openxmlformats.org/drawingml/2006/main" noGrp="1"/>
          </p:cNvSpPr>
          <p:nvPr/>
        </p:nvSpPr>
        <p:spPr>
          <a:xfrm xmlns:a="http://schemas.openxmlformats.org/drawingml/2006/main">
            <a:off x="609600" y="619125"/>
            <a:ext cx="1695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3000" b="1">
                <a:solidFill>
                  <a:srgbClr val="18232E"/>
                </a:solidFill>
                <a:latin typeface="Apple SD Gothic Neo"/>
                <a:ea typeface="Apple SD Gothic Neo"/>
                <a:cs typeface="Apple SD Gothic Neo"/>
              </a:defRPr>
            </a:pPr>
            <a:r>
              <a:rPr sz="3000" b="1">
                <a:solidFill>
                  <a:srgbClr val="18232E"/>
                </a:solidFill>
                <a:latin typeface="Apple SD Gothic Neo"/>
                <a:ea typeface="Apple SD Gothic Neo"/>
                <a:cs typeface="Apple SD Gothic Neo"/>
              </a:rPr>
              <a:t>04-42. 변경 용이성을 위한 VIA Conversation과 Task 관리 설계</a:t>
            </a:r>
          </a:p>
        </p:txBody>
      </p:sp>
      <p:sp>
        <p:nvSpPr>
          <p:cNvPr id="5" name="dp42-background / n5 / path">
            <a:extLst xmlns:a="http://schemas.openxmlformats.org/drawingml/2006/main">
              <a:ext uri="{FF2B5EF4-FFF2-40B4-BE49-F238E27FC236}">
                <a16:creationId xmlns:a16="http://schemas.microsoft.com/office/drawing/2014/main" id="{170AA0F6-400E-4DEC-991F-665605CD2BC8}"/>
              </a:ext>
            </a:extLst>
          </p:cNvPr>
          <p:cNvSpPr>
            <a:spLocks xmlns:a="http://schemas.openxmlformats.org/drawingml/2006/main" noGrp="1"/>
          </p:cNvSpPr>
          <p:nvPr/>
        </p:nvSpPr>
        <p:spPr>
          <a:xfrm xmlns:a="http://schemas.openxmlformats.org/drawingml/2006/main">
            <a:off x="609600" y="1209675"/>
            <a:ext cx="17068800" cy="953"/>
          </a:xfrm>
          <a:custGeom xmlns:a="http://schemas.openxmlformats.org/drawingml/2006/main">
            <a:pathLst>
              <a:path w="17068800" h="953">
                <a:moveTo>
                  <a:pt x="0" y="0"/>
                </a:moveTo>
                <a:lnTo>
                  <a:pt x="17068800" y="0"/>
                </a:lnTo>
              </a:path>
            </a:pathLst>
          </a:custGeom>
          <a:noFill xmlns:a="http://schemas.openxmlformats.org/drawingml/2006/main"/>
          <a:ln xmlns:a="http://schemas.openxmlformats.org/drawingml/2006/main" w="19050">
            <a:solidFill>
              <a:srgbClr val="CDD6DE"/>
            </a:solidFill>
            <a:prstDash val="solid"/>
          </a:ln>
        </p:spPr>
      </p:sp>
      <p:sp>
        <p:nvSpPr>
          <p:cNvPr id="6" name="dp42-background / n6">
            <a:extLst xmlns:a="http://schemas.openxmlformats.org/drawingml/2006/main">
              <a:ext uri="{FF2B5EF4-FFF2-40B4-BE49-F238E27FC236}">
                <a16:creationId xmlns:a16="http://schemas.microsoft.com/office/drawing/2014/main" id="{211B6C4E-7211-4552-860D-B2A795C889D4}"/>
              </a:ext>
            </a:extLst>
          </p:cNvPr>
          <p:cNvSpPr>
            <a:spLocks xmlns:a="http://schemas.openxmlformats.org/drawingml/2006/main" noGrp="1"/>
          </p:cNvSpPr>
          <p:nvPr/>
        </p:nvSpPr>
        <p:spPr>
          <a:xfrm xmlns:a="http://schemas.openxmlformats.org/drawingml/2006/main">
            <a:off x="609600" y="1438275"/>
            <a:ext cx="17068800" cy="609600"/>
          </a:xfrm>
          <a:prstGeom xmlns:a="http://schemas.openxmlformats.org/drawingml/2006/main" prst="rect">
            <a:avLst/>
          </a:prstGeom>
          <a:solidFill xmlns:a="http://schemas.openxmlformats.org/drawingml/2006/main">
            <a:srgbClr val="FFF4A8"/>
          </a:solidFill>
          <a:ln xmlns:a="http://schemas.openxmlformats.org/drawingml/2006/main" w="0">
            <a:noFill/>
            <a:prstDash val="solid"/>
          </a:ln>
        </p:spPr>
      </p:sp>
      <p:sp>
        <p:nvSpPr>
          <p:cNvPr id="7" name="dp42-background / n7 / text 1">
            <a:extLst xmlns:a="http://schemas.openxmlformats.org/drawingml/2006/main">
              <a:ext uri="{FF2B5EF4-FFF2-40B4-BE49-F238E27FC236}">
                <a16:creationId xmlns:a16="http://schemas.microsoft.com/office/drawing/2014/main" id="{3B3AAD25-34D2-4BDF-A122-D425CC33D300}"/>
              </a:ext>
            </a:extLst>
          </p:cNvPr>
          <p:cNvSpPr>
            <a:spLocks xmlns:a="http://schemas.openxmlformats.org/drawingml/2006/main" noGrp="1"/>
          </p:cNvSpPr>
          <p:nvPr/>
        </p:nvSpPr>
        <p:spPr>
          <a:xfrm xmlns:a="http://schemas.openxmlformats.org/drawingml/2006/main">
            <a:off x="781050" y="1571625"/>
            <a:ext cx="16725900" cy="49720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700" b="1">
                <a:solidFill>
                  <a:srgbClr val="18232E"/>
                </a:solidFill>
                <a:latin typeface="Apple SD Gothic Neo"/>
                <a:ea typeface="Apple SD Gothic Neo"/>
                <a:cs typeface="Apple SD Gothic Neo"/>
              </a:defRPr>
            </a:pPr>
            <a:r>
              <a:rPr sz="2700" b="1">
                <a:solidFill>
                  <a:srgbClr val="18232E"/>
                </a:solidFill>
                <a:latin typeface="Apple SD Gothic Neo"/>
                <a:ea typeface="Apple SD Gothic Neo"/>
                <a:cs typeface="Apple SD Gothic Neo"/>
              </a:rPr>
              <a:t>Request 완료와 Task 완료의 혼동 위험</a:t>
            </a:r>
          </a:p>
        </p:txBody>
      </p:sp>
      <p:sp>
        <p:nvSpPr>
          <p:cNvPr id="8" name="dp42-background / n8 / path">
            <a:extLst xmlns:a="http://schemas.openxmlformats.org/drawingml/2006/main">
              <a:ext uri="{FF2B5EF4-FFF2-40B4-BE49-F238E27FC236}">
                <a16:creationId xmlns:a16="http://schemas.microsoft.com/office/drawing/2014/main" id="{31A259D8-B5A1-4A9E-980F-34953E5219CC}"/>
              </a:ext>
            </a:extLst>
          </p:cNvPr>
          <p:cNvSpPr>
            <a:spLocks xmlns:a="http://schemas.openxmlformats.org/drawingml/2006/main" noGrp="1"/>
          </p:cNvSpPr>
          <p:nvPr/>
        </p:nvSpPr>
        <p:spPr>
          <a:xfrm xmlns:a="http://schemas.openxmlformats.org/drawingml/2006/main">
            <a:off x="11553825" y="2686050"/>
            <a:ext cx="953" cy="5495925"/>
          </a:xfrm>
          <a:custGeom xmlns:a="http://schemas.openxmlformats.org/drawingml/2006/main">
            <a:pathLst>
              <a:path w="953" h="5495925">
                <a:moveTo>
                  <a:pt x="0" y="0"/>
                </a:moveTo>
                <a:lnTo>
                  <a:pt x="0" y="5495925"/>
                </a:lnTo>
              </a:path>
            </a:pathLst>
          </a:custGeom>
          <a:noFill xmlns:a="http://schemas.openxmlformats.org/drawingml/2006/main"/>
          <a:ln xmlns:a="http://schemas.openxmlformats.org/drawingml/2006/main" w="19050">
            <a:solidFill>
              <a:srgbClr val="CDD6DE"/>
            </a:solidFill>
            <a:prstDash val="solid"/>
          </a:ln>
        </p:spPr>
      </p:sp>
      <p:sp>
        <p:nvSpPr>
          <p:cNvPr id="9" name="dp42-background / n9 / text 1">
            <a:extLst xmlns:a="http://schemas.openxmlformats.org/drawingml/2006/main">
              <a:ext uri="{FF2B5EF4-FFF2-40B4-BE49-F238E27FC236}">
                <a16:creationId xmlns:a16="http://schemas.microsoft.com/office/drawing/2014/main" id="{FAB2222E-D9F6-4635-B2B6-E053C5A2DAF5}"/>
              </a:ext>
            </a:extLst>
          </p:cNvPr>
          <p:cNvSpPr>
            <a:spLocks xmlns:a="http://schemas.openxmlformats.org/drawingml/2006/main" noGrp="1"/>
          </p:cNvSpPr>
          <p:nvPr/>
        </p:nvSpPr>
        <p:spPr>
          <a:xfrm xmlns:a="http://schemas.openxmlformats.org/drawingml/2006/main">
            <a:off x="12001500" y="2695575"/>
            <a:ext cx="567690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5F6B77"/>
                </a:solidFill>
                <a:latin typeface="Apple SD Gothic Neo"/>
                <a:ea typeface="Apple SD Gothic Neo"/>
                <a:cs typeface="Apple SD Gothic Neo"/>
              </a:defRPr>
            </a:pPr>
            <a:r>
              <a:rPr sz="1950" b="1">
                <a:solidFill>
                  <a:srgbClr val="5F6B77"/>
                </a:solidFill>
                <a:latin typeface="Apple SD Gothic Neo"/>
                <a:ea typeface="Apple SD Gothic Neo"/>
                <a:cs typeface="Apple SD Gothic Neo"/>
              </a:rPr>
              <a:t>설계 고려 사항</a:t>
            </a:r>
          </a:p>
        </p:txBody>
      </p:sp>
      <p:sp>
        <p:nvSpPr>
          <p:cNvPr id="10" name="dp42-background / n10 / path">
            <a:extLst xmlns:a="http://schemas.openxmlformats.org/drawingml/2006/main">
              <a:ext uri="{FF2B5EF4-FFF2-40B4-BE49-F238E27FC236}">
                <a16:creationId xmlns:a16="http://schemas.microsoft.com/office/drawing/2014/main" id="{3330F547-954D-4A4B-8955-55C779C75BB6}"/>
              </a:ext>
            </a:extLst>
          </p:cNvPr>
          <p:cNvSpPr>
            <a:spLocks xmlns:a="http://schemas.openxmlformats.org/drawingml/2006/main" noGrp="1"/>
          </p:cNvSpPr>
          <p:nvPr/>
        </p:nvSpPr>
        <p:spPr>
          <a:xfrm xmlns:a="http://schemas.openxmlformats.org/drawingml/2006/main">
            <a:off x="609600" y="8458200"/>
            <a:ext cx="17068800" cy="953"/>
          </a:xfrm>
          <a:custGeom xmlns:a="http://schemas.openxmlformats.org/drawingml/2006/main">
            <a:pathLst>
              <a:path w="17068800" h="953">
                <a:moveTo>
                  <a:pt x="0" y="0"/>
                </a:moveTo>
                <a:lnTo>
                  <a:pt x="17068800" y="0"/>
                </a:lnTo>
              </a:path>
            </a:pathLst>
          </a:custGeom>
          <a:noFill xmlns:a="http://schemas.openxmlformats.org/drawingml/2006/main"/>
          <a:ln xmlns:a="http://schemas.openxmlformats.org/drawingml/2006/main" w="19050">
            <a:solidFill>
              <a:srgbClr val="CDD6DE"/>
            </a:solidFill>
            <a:prstDash val="solid"/>
          </a:ln>
        </p:spPr>
      </p:sp>
      <p:sp>
        <p:nvSpPr>
          <p:cNvPr id="11" name="dp42-background / n11 / text 1">
            <a:extLst xmlns:a="http://schemas.openxmlformats.org/drawingml/2006/main">
              <a:ext uri="{FF2B5EF4-FFF2-40B4-BE49-F238E27FC236}">
                <a16:creationId xmlns:a16="http://schemas.microsoft.com/office/drawing/2014/main" id="{6E634169-B5F5-43BF-B1F6-ADA98859AEBD}"/>
              </a:ext>
            </a:extLst>
          </p:cNvPr>
          <p:cNvSpPr>
            <a:spLocks xmlns:a="http://schemas.openxmlformats.org/drawingml/2006/main" noGrp="1"/>
          </p:cNvSpPr>
          <p:nvPr/>
        </p:nvSpPr>
        <p:spPr>
          <a:xfrm xmlns:a="http://schemas.openxmlformats.org/drawingml/2006/main">
            <a:off x="609600" y="8810625"/>
            <a:ext cx="1571625"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B63732"/>
                </a:solidFill>
                <a:latin typeface="Apple SD Gothic Neo"/>
                <a:ea typeface="Apple SD Gothic Neo"/>
                <a:cs typeface="Apple SD Gothic Neo"/>
              </a:defRPr>
            </a:pPr>
            <a:r>
              <a:rPr sz="1950" b="1">
                <a:solidFill>
                  <a:srgbClr val="B63732"/>
                </a:solidFill>
                <a:latin typeface="Apple SD Gothic Neo"/>
                <a:ea typeface="Apple SD Gothic Neo"/>
                <a:cs typeface="Apple SD Gothic Neo"/>
              </a:rPr>
              <a:t>설계 과제</a:t>
            </a:r>
          </a:p>
        </p:txBody>
      </p:sp>
      <p:sp>
        <p:nvSpPr>
          <p:cNvPr id="12" name="dp42-background / n12 / text 1">
            <a:extLst xmlns:a="http://schemas.openxmlformats.org/drawingml/2006/main">
              <a:ext uri="{FF2B5EF4-FFF2-40B4-BE49-F238E27FC236}">
                <a16:creationId xmlns:a16="http://schemas.microsoft.com/office/drawing/2014/main" id="{5B853EAC-74B9-4597-AF85-6AC042777E83}"/>
              </a:ext>
            </a:extLst>
          </p:cNvPr>
          <p:cNvSpPr>
            <a:spLocks xmlns:a="http://schemas.openxmlformats.org/drawingml/2006/main" noGrp="1"/>
          </p:cNvSpPr>
          <p:nvPr/>
        </p:nvSpPr>
        <p:spPr>
          <a:xfrm xmlns:a="http://schemas.openxmlformats.org/drawingml/2006/main">
            <a:off x="2286000" y="8763000"/>
            <a:ext cx="15392400" cy="42814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325" b="1">
                <a:solidFill>
                  <a:srgbClr val="18232E"/>
                </a:solidFill>
                <a:latin typeface="Apple SD Gothic Neo"/>
                <a:ea typeface="Apple SD Gothic Neo"/>
                <a:cs typeface="Apple SD Gothic Neo"/>
              </a:defRPr>
            </a:pPr>
            <a:r>
              <a:rPr sz="2325" b="1">
                <a:solidFill>
                  <a:srgbClr val="18232E"/>
                </a:solidFill>
                <a:latin typeface="Apple SD Gothic Neo"/>
                <a:ea typeface="Apple SD Gothic Neo"/>
                <a:cs typeface="Apple SD Gothic Neo"/>
              </a:rPr>
              <a:t>Conversation과 Task 상태의 관리 책임 및 실행 경계 설계</a:t>
            </a:r>
          </a:p>
        </p:txBody>
      </p:sp>
      <p:sp>
        <p:nvSpPr>
          <p:cNvPr id="13" name="dp42-background / n13 / text 1">
            <a:extLst xmlns:a="http://schemas.openxmlformats.org/drawingml/2006/main">
              <a:ext uri="{FF2B5EF4-FFF2-40B4-BE49-F238E27FC236}">
                <a16:creationId xmlns:a16="http://schemas.microsoft.com/office/drawing/2014/main" id="{62E35758-8D25-408A-BD66-C9E87AEE3393}"/>
              </a:ext>
            </a:extLst>
          </p:cNvPr>
          <p:cNvSpPr>
            <a:spLocks xmlns:a="http://schemas.openxmlformats.org/drawingml/2006/main" noGrp="1"/>
          </p:cNvSpPr>
          <p:nvPr/>
        </p:nvSpPr>
        <p:spPr>
          <a:xfrm xmlns:a="http://schemas.openxmlformats.org/drawingml/2006/main">
            <a:off x="2286000" y="9277350"/>
            <a:ext cx="153924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5F6B77"/>
                </a:solidFill>
                <a:latin typeface="Apple SD Gothic Neo"/>
                <a:ea typeface="Apple SD Gothic Neo"/>
                <a:cs typeface="Apple SD Gothic Neo"/>
              </a:defRPr>
            </a:pPr>
            <a:r>
              <a:rPr sz="1575" b="0">
                <a:solidFill>
                  <a:srgbClr val="5F6B77"/>
                </a:solidFill>
                <a:latin typeface="Apple SD Gothic Neo"/>
                <a:ea typeface="Apple SD Gothic Neo"/>
                <a:cs typeface="Apple SD Gothic Neo"/>
              </a:rPr>
              <a:t>Delegation / Downstream Agent에 작업 전달     Agent Execution / 개별 작업 실행</a:t>
            </a:r>
          </a:p>
        </p:txBody>
      </p:sp>
      <p:sp>
        <p:nvSpPr>
          <p:cNvPr id="14" name="dp42-background / n14 / text 1">
            <a:extLst xmlns:a="http://schemas.openxmlformats.org/drawingml/2006/main">
              <a:ext uri="{FF2B5EF4-FFF2-40B4-BE49-F238E27FC236}">
                <a16:creationId xmlns:a16="http://schemas.microsoft.com/office/drawing/2014/main" id="{4CA24267-44CB-44EF-97F1-C91D061C585B}"/>
              </a:ext>
            </a:extLst>
          </p:cNvPr>
          <p:cNvSpPr>
            <a:spLocks xmlns:a="http://schemas.openxmlformats.org/drawingml/2006/main" noGrp="1"/>
          </p:cNvSpPr>
          <p:nvPr/>
        </p:nvSpPr>
        <p:spPr>
          <a:xfrm xmlns:a="http://schemas.openxmlformats.org/drawingml/2006/main">
            <a:off x="609600" y="9858375"/>
            <a:ext cx="12001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5F6B77"/>
                </a:solidFill>
                <a:latin typeface="Apple SD Gothic Neo"/>
                <a:ea typeface="Apple SD Gothic Neo"/>
                <a:cs typeface="Apple SD Gothic Neo"/>
              </a:defRPr>
            </a:pPr>
            <a:r>
              <a:rPr sz="1350" b="0">
                <a:solidFill>
                  <a:srgbClr val="5F6B77"/>
                </a:solidFill>
                <a:latin typeface="Apple SD Gothic Neo"/>
                <a:ea typeface="Apple SD Gothic Neo"/>
                <a:cs typeface="Apple SD Gothic Neo"/>
              </a:rPr>
              <a:t>품질 관점: 기능 정확성 / 변경 용이성 / 복구성</a:t>
            </a:r>
          </a:p>
        </p:txBody>
      </p:sp>
      <p:sp>
        <p:nvSpPr>
          <p:cNvPr id="15" name="dp42-background / n15 / text 1">
            <a:extLst xmlns:a="http://schemas.openxmlformats.org/drawingml/2006/main">
              <a:ext uri="{FF2B5EF4-FFF2-40B4-BE49-F238E27FC236}">
                <a16:creationId xmlns:a16="http://schemas.microsoft.com/office/drawing/2014/main" id="{AAD243F4-F666-4073-A84B-435A7A298607}"/>
              </a:ext>
            </a:extLst>
          </p:cNvPr>
          <p:cNvSpPr>
            <a:spLocks xmlns:a="http://schemas.openxmlformats.org/drawingml/2006/main" noGrp="1"/>
          </p:cNvSpPr>
          <p:nvPr/>
        </p:nvSpPr>
        <p:spPr>
          <a:xfrm xmlns:a="http://schemas.openxmlformats.org/drawingml/2006/main">
            <a:off x="13106400" y="9858375"/>
            <a:ext cx="4572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350" b="0">
                <a:solidFill>
                  <a:srgbClr val="5F6B77"/>
                </a:solidFill>
                <a:latin typeface="Apple SD Gothic Neo"/>
                <a:ea typeface="Apple SD Gothic Neo"/>
                <a:cs typeface="Apple SD Gothic Neo"/>
              </a:defRPr>
            </a:pPr>
            <a:r>
              <a:rPr sz="1350" b="0">
                <a:solidFill>
                  <a:srgbClr val="5F6B77"/>
                </a:solidFill>
                <a:latin typeface="Apple SD Gothic Neo"/>
                <a:ea typeface="Apple SD Gothic Neo"/>
                <a:cs typeface="Apple SD Gothic Neo"/>
              </a:rPr>
              <a:t>구조 후보 / 미선정 / 미측정</a:t>
            </a:r>
          </a:p>
        </p:txBody>
      </p:sp>
      <p:sp>
        <p:nvSpPr>
          <p:cNvPr id="16" name="dp42-background / n16">
            <a:extLst xmlns:a="http://schemas.openxmlformats.org/drawingml/2006/main">
              <a:ext uri="{FF2B5EF4-FFF2-40B4-BE49-F238E27FC236}">
                <a16:creationId xmlns:a16="http://schemas.microsoft.com/office/drawing/2014/main" id="{30A71158-1C2D-4705-BC23-888B65BB9A15}"/>
              </a:ext>
            </a:extLst>
          </p:cNvPr>
          <p:cNvSpPr>
            <a:spLocks xmlns:a="http://schemas.openxmlformats.org/drawingml/2006/main" noGrp="1"/>
          </p:cNvSpPr>
          <p:nvPr/>
        </p:nvSpPr>
        <p:spPr>
          <a:xfrm xmlns:a="http://schemas.openxmlformats.org/drawingml/2006/main">
            <a:off x="609600" y="2619375"/>
            <a:ext cx="10572750" cy="2600325"/>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7" name="dp42-background / n17">
            <a:extLst xmlns:a="http://schemas.openxmlformats.org/drawingml/2006/main">
              <a:ext uri="{FF2B5EF4-FFF2-40B4-BE49-F238E27FC236}">
                <a16:creationId xmlns:a16="http://schemas.microsoft.com/office/drawing/2014/main" id="{2AEF9A88-F794-4480-A9E4-447851379231}"/>
              </a:ext>
            </a:extLst>
          </p:cNvPr>
          <p:cNvSpPr>
            <a:spLocks xmlns:a="http://schemas.openxmlformats.org/drawingml/2006/main" noGrp="1"/>
          </p:cNvSpPr>
          <p:nvPr/>
        </p:nvSpPr>
        <p:spPr>
          <a:xfrm xmlns:a="http://schemas.openxmlformats.org/drawingml/2006/main">
            <a:off x="609600" y="2619375"/>
            <a:ext cx="10572750" cy="381000"/>
          </a:xfrm>
          <a:prstGeom xmlns:a="http://schemas.openxmlformats.org/drawingml/2006/main" prst="rect">
            <a:avLst/>
          </a:prstGeom>
          <a:solidFill xmlns:a="http://schemas.openxmlformats.org/drawingml/2006/main">
            <a:srgbClr val="EAF0F8"/>
          </a:solidFill>
          <a:ln xmlns:a="http://schemas.openxmlformats.org/drawingml/2006/main" w="0">
            <a:noFill/>
            <a:prstDash val="solid"/>
          </a:ln>
        </p:spPr>
      </p:sp>
      <p:sp>
        <p:nvSpPr>
          <p:cNvPr id="18" name="dp42-background / n18 / text 1">
            <a:extLst xmlns:a="http://schemas.openxmlformats.org/drawingml/2006/main">
              <a:ext uri="{FF2B5EF4-FFF2-40B4-BE49-F238E27FC236}">
                <a16:creationId xmlns:a16="http://schemas.microsoft.com/office/drawing/2014/main" id="{2A934D80-A741-4F4E-AFCE-956A495E8D19}"/>
              </a:ext>
            </a:extLst>
          </p:cNvPr>
          <p:cNvSpPr>
            <a:spLocks xmlns:a="http://schemas.openxmlformats.org/drawingml/2006/main" noGrp="1"/>
          </p:cNvSpPr>
          <p:nvPr/>
        </p:nvSpPr>
        <p:spPr>
          <a:xfrm xmlns:a="http://schemas.openxmlformats.org/drawingml/2006/main">
            <a:off x="800100" y="2695575"/>
            <a:ext cx="723900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Conversation / 입력과 Response 기록</a:t>
            </a:r>
          </a:p>
        </p:txBody>
      </p:sp>
      <p:sp>
        <p:nvSpPr>
          <p:cNvPr id="19" name="dp42-background / n19 / text 1">
            <a:extLst xmlns:a="http://schemas.openxmlformats.org/drawingml/2006/main">
              <a:ext uri="{FF2B5EF4-FFF2-40B4-BE49-F238E27FC236}">
                <a16:creationId xmlns:a16="http://schemas.microsoft.com/office/drawing/2014/main" id="{5CC73746-4CB4-4968-93CE-201FF3E1C12F}"/>
              </a:ext>
            </a:extLst>
          </p:cNvPr>
          <p:cNvSpPr>
            <a:spLocks xmlns:a="http://schemas.openxmlformats.org/drawingml/2006/main" noGrp="1"/>
          </p:cNvSpPr>
          <p:nvPr/>
        </p:nvSpPr>
        <p:spPr>
          <a:xfrm xmlns:a="http://schemas.openxmlformats.org/drawingml/2006/main">
            <a:off x="8229600" y="2743200"/>
            <a:ext cx="27622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350" b="0">
                <a:solidFill>
                  <a:srgbClr val="5F6B77"/>
                </a:solidFill>
                <a:latin typeface="Apple SD Gothic Neo"/>
                <a:ea typeface="Apple SD Gothic Neo"/>
                <a:cs typeface="Apple SD Gothic Neo"/>
              </a:defRPr>
            </a:pPr>
            <a:r>
              <a:rPr sz="1350" b="0">
                <a:solidFill>
                  <a:srgbClr val="5F6B77"/>
                </a:solidFill>
                <a:latin typeface="Apple SD Gothic Neo"/>
                <a:ea typeface="Apple SD Gothic Neo"/>
                <a:cs typeface="Apple SD Gothic Neo"/>
              </a:rPr>
              <a:t>User Turn / 한 번의 발화</a:t>
            </a:r>
          </a:p>
        </p:txBody>
      </p:sp>
      <p:sp>
        <p:nvSpPr>
          <p:cNvPr id="20" name="dp42-background / n20 / text 1">
            <a:extLst xmlns:a="http://schemas.openxmlformats.org/drawingml/2006/main">
              <a:ext uri="{FF2B5EF4-FFF2-40B4-BE49-F238E27FC236}">
                <a16:creationId xmlns:a16="http://schemas.microsoft.com/office/drawing/2014/main" id="{4799FE39-0AF3-46E5-9DB4-FF2667664460}"/>
              </a:ext>
            </a:extLst>
          </p:cNvPr>
          <p:cNvSpPr>
            <a:spLocks xmlns:a="http://schemas.openxmlformats.org/drawingml/2006/main" noGrp="1"/>
          </p:cNvSpPr>
          <p:nvPr/>
        </p:nvSpPr>
        <p:spPr>
          <a:xfrm xmlns:a="http://schemas.openxmlformats.org/drawingml/2006/main">
            <a:off x="762000" y="3105150"/>
            <a:ext cx="295275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1">
                <a:solidFill>
                  <a:srgbClr val="5F6B77"/>
                </a:solidFill>
                <a:latin typeface="Apple SD Gothic Neo"/>
                <a:ea typeface="Apple SD Gothic Neo"/>
                <a:cs typeface="Apple SD Gothic Neo"/>
              </a:defRPr>
            </a:pPr>
            <a:r>
              <a:rPr sz="1650" b="1">
                <a:solidFill>
                  <a:srgbClr val="5F6B77"/>
                </a:solidFill>
                <a:latin typeface="Apple SD Gothic Neo"/>
                <a:ea typeface="Apple SD Gothic Neo"/>
                <a:cs typeface="Apple SD Gothic Neo"/>
              </a:rPr>
              <a:t>처음 발화</a:t>
            </a:r>
          </a:p>
        </p:txBody>
      </p:sp>
      <p:sp>
        <p:nvSpPr>
          <p:cNvPr id="21" name="dp42-background / n21 / text 1">
            <a:extLst xmlns:a="http://schemas.openxmlformats.org/drawingml/2006/main">
              <a:ext uri="{FF2B5EF4-FFF2-40B4-BE49-F238E27FC236}">
                <a16:creationId xmlns:a16="http://schemas.microsoft.com/office/drawing/2014/main" id="{4C349ABC-C36B-4018-AD5F-896FEFAA8C64}"/>
              </a:ext>
            </a:extLst>
          </p:cNvPr>
          <p:cNvSpPr>
            <a:spLocks xmlns:a="http://schemas.openxmlformats.org/drawingml/2006/main" noGrp="1"/>
          </p:cNvSpPr>
          <p:nvPr/>
        </p:nvSpPr>
        <p:spPr>
          <a:xfrm xmlns:a="http://schemas.openxmlformats.org/drawingml/2006/main">
            <a:off x="762000" y="3457575"/>
            <a:ext cx="29527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“이번 달 매출보고서</a:t>
            </a:r>
          </a:p>
        </p:txBody>
      </p:sp>
      <p:sp>
        <p:nvSpPr>
          <p:cNvPr id="22" name="dp42-background / n21 / text 2">
            <a:extLst xmlns:a="http://schemas.openxmlformats.org/drawingml/2006/main">
              <a:ext uri="{FF2B5EF4-FFF2-40B4-BE49-F238E27FC236}">
                <a16:creationId xmlns:a16="http://schemas.microsoft.com/office/drawing/2014/main" id="{8CF165D1-C355-4140-A993-2B28321DE293}"/>
              </a:ext>
            </a:extLst>
          </p:cNvPr>
          <p:cNvSpPr>
            <a:spLocks xmlns:a="http://schemas.openxmlformats.org/drawingml/2006/main" noGrp="1"/>
          </p:cNvSpPr>
          <p:nvPr/>
        </p:nvSpPr>
        <p:spPr>
          <a:xfrm xmlns:a="http://schemas.openxmlformats.org/drawingml/2006/main">
            <a:off x="762000" y="3724275"/>
            <a:ext cx="29527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만들어주고, 내일 회의 안내</a:t>
            </a:r>
          </a:p>
        </p:txBody>
      </p:sp>
      <p:sp>
        <p:nvSpPr>
          <p:cNvPr id="23" name="dp42-background / n21 / text 3">
            <a:extLst xmlns:a="http://schemas.openxmlformats.org/drawingml/2006/main">
              <a:ext uri="{FF2B5EF4-FFF2-40B4-BE49-F238E27FC236}">
                <a16:creationId xmlns:a16="http://schemas.microsoft.com/office/drawing/2014/main" id="{6078DFE6-53F3-452A-80A4-41A78AB534A5}"/>
              </a:ext>
            </a:extLst>
          </p:cNvPr>
          <p:cNvSpPr>
            <a:spLocks xmlns:a="http://schemas.openxmlformats.org/drawingml/2006/main" noGrp="1"/>
          </p:cNvSpPr>
          <p:nvPr/>
        </p:nvSpPr>
        <p:spPr>
          <a:xfrm xmlns:a="http://schemas.openxmlformats.org/drawingml/2006/main">
            <a:off x="762000" y="3990975"/>
            <a:ext cx="29527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메일 초안도 만들어줘.”</a:t>
            </a:r>
          </a:p>
        </p:txBody>
      </p:sp>
      <p:sp>
        <p:nvSpPr>
          <p:cNvPr id="24" name="dp42-background / n22 / text 1">
            <a:extLst xmlns:a="http://schemas.openxmlformats.org/drawingml/2006/main">
              <a:ext uri="{FF2B5EF4-FFF2-40B4-BE49-F238E27FC236}">
                <a16:creationId xmlns:a16="http://schemas.microsoft.com/office/drawing/2014/main" id="{8437ED31-B105-4536-A5AE-C1F2519E1DBC}"/>
              </a:ext>
            </a:extLst>
          </p:cNvPr>
          <p:cNvSpPr>
            <a:spLocks xmlns:a="http://schemas.openxmlformats.org/drawingml/2006/main" noGrp="1"/>
          </p:cNvSpPr>
          <p:nvPr/>
        </p:nvSpPr>
        <p:spPr>
          <a:xfrm xmlns:a="http://schemas.openxmlformats.org/drawingml/2006/main">
            <a:off x="762000" y="4295775"/>
            <a:ext cx="29527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5F6B77"/>
                </a:solidFill>
                <a:latin typeface="Apple SD Gothic Neo"/>
                <a:ea typeface="Apple SD Gothic Neo"/>
                <a:cs typeface="Apple SD Gothic Neo"/>
              </a:defRPr>
            </a:pPr>
            <a:r>
              <a:rPr sz="1350" b="0">
                <a:solidFill>
                  <a:srgbClr val="5F6B77"/>
                </a:solidFill>
                <a:latin typeface="Apple SD Gothic Neo"/>
                <a:ea typeface="Apple SD Gothic Neo"/>
                <a:cs typeface="Apple SD Gothic Neo"/>
              </a:rPr>
              <a:t>Request 2개</a:t>
            </a:r>
          </a:p>
        </p:txBody>
      </p:sp>
      <p:sp>
        <p:nvSpPr>
          <p:cNvPr id="25" name="dp42-background / n23 / text 1">
            <a:extLst xmlns:a="http://schemas.openxmlformats.org/drawingml/2006/main">
              <a:ext uri="{FF2B5EF4-FFF2-40B4-BE49-F238E27FC236}">
                <a16:creationId xmlns:a16="http://schemas.microsoft.com/office/drawing/2014/main" id="{568C11B5-5EED-45A8-9F9F-2D6435602D72}"/>
              </a:ext>
            </a:extLst>
          </p:cNvPr>
          <p:cNvSpPr>
            <a:spLocks xmlns:a="http://schemas.openxmlformats.org/drawingml/2006/main" noGrp="1"/>
          </p:cNvSpPr>
          <p:nvPr/>
        </p:nvSpPr>
        <p:spPr>
          <a:xfrm xmlns:a="http://schemas.openxmlformats.org/drawingml/2006/main">
            <a:off x="4419600" y="3105150"/>
            <a:ext cx="295275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1">
                <a:solidFill>
                  <a:srgbClr val="5F6B77"/>
                </a:solidFill>
                <a:latin typeface="Apple SD Gothic Neo"/>
                <a:ea typeface="Apple SD Gothic Neo"/>
                <a:cs typeface="Apple SD Gothic Neo"/>
              </a:defRPr>
            </a:pPr>
            <a:r>
              <a:rPr sz="1650" b="1">
                <a:solidFill>
                  <a:srgbClr val="5F6B77"/>
                </a:solidFill>
                <a:latin typeface="Apple SD Gothic Neo"/>
                <a:ea typeface="Apple SD Gothic Neo"/>
                <a:cs typeface="Apple SD Gothic Neo"/>
              </a:rPr>
              <a:t>잠시 뒤 / 진행 확인</a:t>
            </a:r>
          </a:p>
        </p:txBody>
      </p:sp>
      <p:sp>
        <p:nvSpPr>
          <p:cNvPr id="26" name="dp42-background / n24 / text 1">
            <a:extLst xmlns:a="http://schemas.openxmlformats.org/drawingml/2006/main">
              <a:ext uri="{FF2B5EF4-FFF2-40B4-BE49-F238E27FC236}">
                <a16:creationId xmlns:a16="http://schemas.microsoft.com/office/drawing/2014/main" id="{9880D9D5-AFC5-4480-B263-2FF32C286E27}"/>
              </a:ext>
            </a:extLst>
          </p:cNvPr>
          <p:cNvSpPr>
            <a:spLocks xmlns:a="http://schemas.openxmlformats.org/drawingml/2006/main" noGrp="1"/>
          </p:cNvSpPr>
          <p:nvPr/>
        </p:nvSpPr>
        <p:spPr>
          <a:xfrm xmlns:a="http://schemas.openxmlformats.org/drawingml/2006/main">
            <a:off x="4419600" y="3457575"/>
            <a:ext cx="29527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“보고서는 어디까지</a:t>
            </a:r>
          </a:p>
        </p:txBody>
      </p:sp>
      <p:sp>
        <p:nvSpPr>
          <p:cNvPr id="27" name="dp42-background / n24 / text 2">
            <a:extLst xmlns:a="http://schemas.openxmlformats.org/drawingml/2006/main">
              <a:ext uri="{FF2B5EF4-FFF2-40B4-BE49-F238E27FC236}">
                <a16:creationId xmlns:a16="http://schemas.microsoft.com/office/drawing/2014/main" id="{674F0E78-B568-4B12-8618-7363D799580D}"/>
              </a:ext>
            </a:extLst>
          </p:cNvPr>
          <p:cNvSpPr>
            <a:spLocks xmlns:a="http://schemas.openxmlformats.org/drawingml/2006/main" noGrp="1"/>
          </p:cNvSpPr>
          <p:nvPr/>
        </p:nvSpPr>
        <p:spPr>
          <a:xfrm xmlns:a="http://schemas.openxmlformats.org/drawingml/2006/main">
            <a:off x="4419600" y="3724275"/>
            <a:ext cx="29527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됐어?”</a:t>
            </a:r>
          </a:p>
        </p:txBody>
      </p:sp>
      <p:sp>
        <p:nvSpPr>
          <p:cNvPr id="28" name="dp42-background / n25 / text 1">
            <a:extLst xmlns:a="http://schemas.openxmlformats.org/drawingml/2006/main">
              <a:ext uri="{FF2B5EF4-FFF2-40B4-BE49-F238E27FC236}">
                <a16:creationId xmlns:a16="http://schemas.microsoft.com/office/drawing/2014/main" id="{871D8480-8CCE-4083-8937-E9F22E1DE910}"/>
              </a:ext>
            </a:extLst>
          </p:cNvPr>
          <p:cNvSpPr>
            <a:spLocks xmlns:a="http://schemas.openxmlformats.org/drawingml/2006/main" noGrp="1"/>
          </p:cNvSpPr>
          <p:nvPr/>
        </p:nvSpPr>
        <p:spPr>
          <a:xfrm xmlns:a="http://schemas.openxmlformats.org/drawingml/2006/main">
            <a:off x="4419600" y="4295775"/>
            <a:ext cx="29527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5F6B77"/>
                </a:solidFill>
                <a:latin typeface="Apple SD Gothic Neo"/>
                <a:ea typeface="Apple SD Gothic Neo"/>
                <a:cs typeface="Apple SD Gothic Neo"/>
              </a:defRPr>
            </a:pPr>
            <a:r>
              <a:rPr sz="1350" b="0">
                <a:solidFill>
                  <a:srgbClr val="5F6B77"/>
                </a:solidFill>
                <a:latin typeface="Apple SD Gothic Neo"/>
                <a:ea typeface="Apple SD Gothic Neo"/>
                <a:cs typeface="Apple SD Gothic Neo"/>
              </a:rPr>
              <a:t>Request 1개</a:t>
            </a:r>
          </a:p>
        </p:txBody>
      </p:sp>
      <p:sp>
        <p:nvSpPr>
          <p:cNvPr id="29" name="dp42-background / n26 / text 1">
            <a:extLst xmlns:a="http://schemas.openxmlformats.org/drawingml/2006/main">
              <a:ext uri="{FF2B5EF4-FFF2-40B4-BE49-F238E27FC236}">
                <a16:creationId xmlns:a16="http://schemas.microsoft.com/office/drawing/2014/main" id="{3E2000F7-8465-4E6F-8BB7-C1E1EB09E89A}"/>
              </a:ext>
            </a:extLst>
          </p:cNvPr>
          <p:cNvSpPr>
            <a:spLocks xmlns:a="http://schemas.openxmlformats.org/drawingml/2006/main" noGrp="1"/>
          </p:cNvSpPr>
          <p:nvPr/>
        </p:nvSpPr>
        <p:spPr>
          <a:xfrm xmlns:a="http://schemas.openxmlformats.org/drawingml/2006/main">
            <a:off x="8077200" y="3105150"/>
            <a:ext cx="295275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1">
                <a:solidFill>
                  <a:srgbClr val="5F6B77"/>
                </a:solidFill>
                <a:latin typeface="Apple SD Gothic Neo"/>
                <a:ea typeface="Apple SD Gothic Neo"/>
                <a:cs typeface="Apple SD Gothic Neo"/>
              </a:defRPr>
            </a:pPr>
            <a:r>
              <a:rPr sz="1650" b="1">
                <a:solidFill>
                  <a:srgbClr val="5F6B77"/>
                </a:solidFill>
                <a:latin typeface="Apple SD Gothic Neo"/>
                <a:ea typeface="Apple SD Gothic Neo"/>
                <a:cs typeface="Apple SD Gothic Neo"/>
              </a:rPr>
              <a:t>보고서 완료 후 / 수정</a:t>
            </a:r>
          </a:p>
        </p:txBody>
      </p:sp>
      <p:sp>
        <p:nvSpPr>
          <p:cNvPr id="30" name="dp42-background / n27 / text 1">
            <a:extLst xmlns:a="http://schemas.openxmlformats.org/drawingml/2006/main">
              <a:ext uri="{FF2B5EF4-FFF2-40B4-BE49-F238E27FC236}">
                <a16:creationId xmlns:a16="http://schemas.microsoft.com/office/drawing/2014/main" id="{CEA0BF29-3C22-49B2-9B8F-1C6786D41515}"/>
              </a:ext>
            </a:extLst>
          </p:cNvPr>
          <p:cNvSpPr>
            <a:spLocks xmlns:a="http://schemas.openxmlformats.org/drawingml/2006/main" noGrp="1"/>
          </p:cNvSpPr>
          <p:nvPr/>
        </p:nvSpPr>
        <p:spPr>
          <a:xfrm xmlns:a="http://schemas.openxmlformats.org/drawingml/2006/main">
            <a:off x="8077200" y="3457575"/>
            <a:ext cx="29527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“결론 부분만 짧게</a:t>
            </a:r>
          </a:p>
        </p:txBody>
      </p:sp>
      <p:sp>
        <p:nvSpPr>
          <p:cNvPr id="31" name="dp42-background / n27 / text 2">
            <a:extLst xmlns:a="http://schemas.openxmlformats.org/drawingml/2006/main">
              <a:ext uri="{FF2B5EF4-FFF2-40B4-BE49-F238E27FC236}">
                <a16:creationId xmlns:a16="http://schemas.microsoft.com/office/drawing/2014/main" id="{A847A320-F7A0-4750-8719-EA01D2AEFA5A}"/>
              </a:ext>
            </a:extLst>
          </p:cNvPr>
          <p:cNvSpPr>
            <a:spLocks xmlns:a="http://schemas.openxmlformats.org/drawingml/2006/main" noGrp="1"/>
          </p:cNvSpPr>
          <p:nvPr/>
        </p:nvSpPr>
        <p:spPr>
          <a:xfrm xmlns:a="http://schemas.openxmlformats.org/drawingml/2006/main">
            <a:off x="8077200" y="3724275"/>
            <a:ext cx="29527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바꿔줘.”</a:t>
            </a:r>
          </a:p>
        </p:txBody>
      </p:sp>
      <p:sp>
        <p:nvSpPr>
          <p:cNvPr id="32" name="dp42-background / n28 / text 1">
            <a:extLst xmlns:a="http://schemas.openxmlformats.org/drawingml/2006/main">
              <a:ext uri="{FF2B5EF4-FFF2-40B4-BE49-F238E27FC236}">
                <a16:creationId xmlns:a16="http://schemas.microsoft.com/office/drawing/2014/main" id="{2E6B8F5F-3ED1-4B79-98BC-B64BC58DE3F7}"/>
              </a:ext>
            </a:extLst>
          </p:cNvPr>
          <p:cNvSpPr>
            <a:spLocks xmlns:a="http://schemas.openxmlformats.org/drawingml/2006/main" noGrp="1"/>
          </p:cNvSpPr>
          <p:nvPr/>
        </p:nvSpPr>
        <p:spPr>
          <a:xfrm xmlns:a="http://schemas.openxmlformats.org/drawingml/2006/main">
            <a:off x="8077200" y="4295775"/>
            <a:ext cx="29527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5F6B77"/>
                </a:solidFill>
                <a:latin typeface="Apple SD Gothic Neo"/>
                <a:ea typeface="Apple SD Gothic Neo"/>
                <a:cs typeface="Apple SD Gothic Neo"/>
              </a:defRPr>
            </a:pPr>
            <a:r>
              <a:rPr sz="1350" b="0">
                <a:solidFill>
                  <a:srgbClr val="5F6B77"/>
                </a:solidFill>
                <a:latin typeface="Apple SD Gothic Neo"/>
                <a:ea typeface="Apple SD Gothic Neo"/>
                <a:cs typeface="Apple SD Gothic Neo"/>
              </a:rPr>
              <a:t>Request 1개</a:t>
            </a:r>
          </a:p>
        </p:txBody>
      </p:sp>
      <p:sp>
        <p:nvSpPr>
          <p:cNvPr id="33" name="dp42-background / n29 / path">
            <a:extLst xmlns:a="http://schemas.openxmlformats.org/drawingml/2006/main">
              <a:ext uri="{FF2B5EF4-FFF2-40B4-BE49-F238E27FC236}">
                <a16:creationId xmlns:a16="http://schemas.microsoft.com/office/drawing/2014/main" id="{20C0BE5F-0E5F-421A-9D7D-90BC2A0E33F8}"/>
              </a:ext>
            </a:extLst>
          </p:cNvPr>
          <p:cNvSpPr>
            <a:spLocks xmlns:a="http://schemas.openxmlformats.org/drawingml/2006/main" noGrp="1"/>
          </p:cNvSpPr>
          <p:nvPr/>
        </p:nvSpPr>
        <p:spPr>
          <a:xfrm xmlns:a="http://schemas.openxmlformats.org/drawingml/2006/main">
            <a:off x="3914775" y="3209925"/>
            <a:ext cx="276225" cy="953"/>
          </a:xfrm>
          <a:custGeom xmlns:a="http://schemas.openxmlformats.org/drawingml/2006/main">
            <a:pathLst>
              <a:path w="276225" h="953">
                <a:moveTo>
                  <a:pt x="0" y="0"/>
                </a:moveTo>
                <a:lnTo>
                  <a:pt x="276225" y="0"/>
                </a:lnTo>
              </a:path>
            </a:pathLst>
          </a:custGeom>
          <a:noFill xmlns:a="http://schemas.openxmlformats.org/drawingml/2006/main"/>
          <a:ln xmlns:a="http://schemas.openxmlformats.org/drawingml/2006/main" w="19050">
            <a:solidFill>
              <a:srgbClr val="5F6B77"/>
            </a:solidFill>
            <a:prstDash val="solid"/>
          </a:ln>
        </p:spPr>
      </p:sp>
      <p:sp>
        <p:nvSpPr>
          <p:cNvPr id="34" name="dp42-background / n29 / arrow">
            <a:extLst xmlns:a="http://schemas.openxmlformats.org/drawingml/2006/main">
              <a:ext uri="{FF2B5EF4-FFF2-40B4-BE49-F238E27FC236}">
                <a16:creationId xmlns:a16="http://schemas.microsoft.com/office/drawing/2014/main" id="{181AF9C2-ED78-4370-88A1-EBDDC4E4451A}"/>
              </a:ext>
            </a:extLst>
          </p:cNvPr>
          <p:cNvSpPr>
            <a:spLocks xmlns:a="http://schemas.openxmlformats.org/drawingml/2006/main" noGrp="1"/>
          </p:cNvSpPr>
          <p:nvPr/>
        </p:nvSpPr>
        <p:spPr>
          <a:xfrm xmlns:a="http://schemas.openxmlformats.org/drawingml/2006/main">
            <a:off x="4069080" y="3148965"/>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5F6B77"/>
            </a:solidFill>
            <a:prstDash val="solid"/>
          </a:ln>
        </p:spPr>
      </p:sp>
      <p:sp>
        <p:nvSpPr>
          <p:cNvPr id="35" name="dp42-background / n30 / path">
            <a:extLst xmlns:a="http://schemas.openxmlformats.org/drawingml/2006/main">
              <a:ext uri="{FF2B5EF4-FFF2-40B4-BE49-F238E27FC236}">
                <a16:creationId xmlns:a16="http://schemas.microsoft.com/office/drawing/2014/main" id="{97B6F0C5-C150-4AF1-8320-E27690824456}"/>
              </a:ext>
            </a:extLst>
          </p:cNvPr>
          <p:cNvSpPr>
            <a:spLocks xmlns:a="http://schemas.openxmlformats.org/drawingml/2006/main" noGrp="1"/>
          </p:cNvSpPr>
          <p:nvPr/>
        </p:nvSpPr>
        <p:spPr>
          <a:xfrm xmlns:a="http://schemas.openxmlformats.org/drawingml/2006/main">
            <a:off x="7572375" y="3209925"/>
            <a:ext cx="276225" cy="953"/>
          </a:xfrm>
          <a:custGeom xmlns:a="http://schemas.openxmlformats.org/drawingml/2006/main">
            <a:pathLst>
              <a:path w="276225" h="953">
                <a:moveTo>
                  <a:pt x="0" y="0"/>
                </a:moveTo>
                <a:lnTo>
                  <a:pt x="276225" y="0"/>
                </a:lnTo>
              </a:path>
            </a:pathLst>
          </a:custGeom>
          <a:noFill xmlns:a="http://schemas.openxmlformats.org/drawingml/2006/main"/>
          <a:ln xmlns:a="http://schemas.openxmlformats.org/drawingml/2006/main" w="19050">
            <a:solidFill>
              <a:srgbClr val="5F6B77"/>
            </a:solidFill>
            <a:prstDash val="solid"/>
          </a:ln>
        </p:spPr>
      </p:sp>
      <p:sp>
        <p:nvSpPr>
          <p:cNvPr id="36" name="dp42-background / n30 / arrow">
            <a:extLst xmlns:a="http://schemas.openxmlformats.org/drawingml/2006/main">
              <a:ext uri="{FF2B5EF4-FFF2-40B4-BE49-F238E27FC236}">
                <a16:creationId xmlns:a16="http://schemas.microsoft.com/office/drawing/2014/main" id="{69490B90-DBC0-40DE-B355-3AE04308B3C7}"/>
              </a:ext>
            </a:extLst>
          </p:cNvPr>
          <p:cNvSpPr>
            <a:spLocks xmlns:a="http://schemas.openxmlformats.org/drawingml/2006/main" noGrp="1"/>
          </p:cNvSpPr>
          <p:nvPr/>
        </p:nvSpPr>
        <p:spPr>
          <a:xfrm xmlns:a="http://schemas.openxmlformats.org/drawingml/2006/main">
            <a:off x="7726680" y="3148965"/>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5F6B77"/>
            </a:solidFill>
            <a:prstDash val="solid"/>
          </a:ln>
        </p:spPr>
      </p:sp>
      <p:sp>
        <p:nvSpPr>
          <p:cNvPr id="37" name="dp42-background / n31">
            <a:extLst xmlns:a="http://schemas.openxmlformats.org/drawingml/2006/main">
              <a:ext uri="{FF2B5EF4-FFF2-40B4-BE49-F238E27FC236}">
                <a16:creationId xmlns:a16="http://schemas.microsoft.com/office/drawing/2014/main" id="{AB587BA8-EF86-4EDF-BAD2-509E7804DCCD}"/>
              </a:ext>
            </a:extLst>
          </p:cNvPr>
          <p:cNvSpPr>
            <a:spLocks xmlns:a="http://schemas.openxmlformats.org/drawingml/2006/main" noGrp="1"/>
          </p:cNvSpPr>
          <p:nvPr/>
        </p:nvSpPr>
        <p:spPr>
          <a:xfrm xmlns:a="http://schemas.openxmlformats.org/drawingml/2006/main">
            <a:off x="762000" y="4543425"/>
            <a:ext cx="1428750" cy="304800"/>
          </a:xfrm>
          <a:prstGeom xmlns:a="http://schemas.openxmlformats.org/drawingml/2006/main" prst="rect">
            <a:avLst/>
          </a:prstGeom>
          <a:solidFill xmlns:a="http://schemas.openxmlformats.org/drawingml/2006/main">
            <a:srgbClr val="EFF2F5"/>
          </a:solidFill>
          <a:ln xmlns:a="http://schemas.openxmlformats.org/drawingml/2006/main" w="0">
            <a:noFill/>
            <a:prstDash val="solid"/>
          </a:ln>
        </p:spPr>
      </p:sp>
      <p:sp>
        <p:nvSpPr>
          <p:cNvPr id="38" name="dp42-background / n32 / text 1">
            <a:extLst xmlns:a="http://schemas.openxmlformats.org/drawingml/2006/main">
              <a:ext uri="{FF2B5EF4-FFF2-40B4-BE49-F238E27FC236}">
                <a16:creationId xmlns:a16="http://schemas.microsoft.com/office/drawing/2014/main" id="{40B9E857-E53C-4A67-B111-C69C7DF12BE9}"/>
              </a:ext>
            </a:extLst>
          </p:cNvPr>
          <p:cNvSpPr>
            <a:spLocks xmlns:a="http://schemas.openxmlformats.org/drawingml/2006/main" noGrp="1"/>
          </p:cNvSpPr>
          <p:nvPr/>
        </p:nvSpPr>
        <p:spPr>
          <a:xfrm xmlns:a="http://schemas.openxmlformats.org/drawingml/2006/main">
            <a:off x="857250" y="4600575"/>
            <a:ext cx="12382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18232E"/>
                </a:solidFill>
                <a:latin typeface="Apple SD Gothic Neo"/>
                <a:ea typeface="Apple SD Gothic Neo"/>
                <a:cs typeface="Apple SD Gothic Neo"/>
              </a:defRPr>
            </a:pPr>
            <a:r>
              <a:rPr sz="1575" b="0">
                <a:solidFill>
                  <a:srgbClr val="18232E"/>
                </a:solidFill>
                <a:latin typeface="Apple SD Gothic Neo"/>
                <a:ea typeface="Apple SD Gothic Neo"/>
                <a:cs typeface="Apple SD Gothic Neo"/>
              </a:rPr>
              <a:t>보고서 작성</a:t>
            </a:r>
          </a:p>
        </p:txBody>
      </p:sp>
      <p:sp>
        <p:nvSpPr>
          <p:cNvPr id="39" name="dp42-background / n33">
            <a:extLst xmlns:a="http://schemas.openxmlformats.org/drawingml/2006/main">
              <a:ext uri="{FF2B5EF4-FFF2-40B4-BE49-F238E27FC236}">
                <a16:creationId xmlns:a16="http://schemas.microsoft.com/office/drawing/2014/main" id="{1E58AA82-EE6B-4F85-BFEF-2A09F0F1FE4B}"/>
              </a:ext>
            </a:extLst>
          </p:cNvPr>
          <p:cNvSpPr>
            <a:spLocks xmlns:a="http://schemas.openxmlformats.org/drawingml/2006/main" noGrp="1"/>
          </p:cNvSpPr>
          <p:nvPr/>
        </p:nvSpPr>
        <p:spPr>
          <a:xfrm xmlns:a="http://schemas.openxmlformats.org/drawingml/2006/main">
            <a:off x="2305050" y="4543425"/>
            <a:ext cx="1409700" cy="304800"/>
          </a:xfrm>
          <a:prstGeom xmlns:a="http://schemas.openxmlformats.org/drawingml/2006/main" prst="rect">
            <a:avLst/>
          </a:prstGeom>
          <a:solidFill xmlns:a="http://schemas.openxmlformats.org/drawingml/2006/main">
            <a:srgbClr val="EFF2F5"/>
          </a:solidFill>
          <a:ln xmlns:a="http://schemas.openxmlformats.org/drawingml/2006/main" w="0">
            <a:noFill/>
            <a:prstDash val="solid"/>
          </a:ln>
        </p:spPr>
      </p:sp>
      <p:sp>
        <p:nvSpPr>
          <p:cNvPr id="40" name="dp42-background / n34 / text 1">
            <a:extLst xmlns:a="http://schemas.openxmlformats.org/drawingml/2006/main">
              <a:ext uri="{FF2B5EF4-FFF2-40B4-BE49-F238E27FC236}">
                <a16:creationId xmlns:a16="http://schemas.microsoft.com/office/drawing/2014/main" id="{F1EE8AF2-53AA-4B2C-9119-DB7DAA4F55F8}"/>
              </a:ext>
            </a:extLst>
          </p:cNvPr>
          <p:cNvSpPr>
            <a:spLocks xmlns:a="http://schemas.openxmlformats.org/drawingml/2006/main" noGrp="1"/>
          </p:cNvSpPr>
          <p:nvPr/>
        </p:nvSpPr>
        <p:spPr>
          <a:xfrm xmlns:a="http://schemas.openxmlformats.org/drawingml/2006/main">
            <a:off x="2400300" y="4600575"/>
            <a:ext cx="12192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18232E"/>
                </a:solidFill>
                <a:latin typeface="Apple SD Gothic Neo"/>
                <a:ea typeface="Apple SD Gothic Neo"/>
                <a:cs typeface="Apple SD Gothic Neo"/>
              </a:defRPr>
            </a:pPr>
            <a:r>
              <a:rPr sz="1575" b="0">
                <a:solidFill>
                  <a:srgbClr val="18232E"/>
                </a:solidFill>
                <a:latin typeface="Apple SD Gothic Neo"/>
                <a:ea typeface="Apple SD Gothic Neo"/>
                <a:cs typeface="Apple SD Gothic Neo"/>
              </a:rPr>
              <a:t>메일 초안</a:t>
            </a:r>
          </a:p>
        </p:txBody>
      </p:sp>
      <p:sp>
        <p:nvSpPr>
          <p:cNvPr id="41" name="dp42-background / n35">
            <a:extLst xmlns:a="http://schemas.openxmlformats.org/drawingml/2006/main">
              <a:ext uri="{FF2B5EF4-FFF2-40B4-BE49-F238E27FC236}">
                <a16:creationId xmlns:a16="http://schemas.microsoft.com/office/drawing/2014/main" id="{7767FE0D-5411-4BCE-9351-59DBE5D4FB6B}"/>
              </a:ext>
            </a:extLst>
          </p:cNvPr>
          <p:cNvSpPr>
            <a:spLocks xmlns:a="http://schemas.openxmlformats.org/drawingml/2006/main" noGrp="1"/>
          </p:cNvSpPr>
          <p:nvPr/>
        </p:nvSpPr>
        <p:spPr>
          <a:xfrm xmlns:a="http://schemas.openxmlformats.org/drawingml/2006/main">
            <a:off x="4419600" y="4543425"/>
            <a:ext cx="2952750" cy="304800"/>
          </a:xfrm>
          <a:prstGeom xmlns:a="http://schemas.openxmlformats.org/drawingml/2006/main" prst="rect">
            <a:avLst/>
          </a:prstGeom>
          <a:solidFill xmlns:a="http://schemas.openxmlformats.org/drawingml/2006/main">
            <a:srgbClr val="EFF2F5"/>
          </a:solidFill>
          <a:ln xmlns:a="http://schemas.openxmlformats.org/drawingml/2006/main" w="0">
            <a:noFill/>
            <a:prstDash val="solid"/>
          </a:ln>
        </p:spPr>
      </p:sp>
      <p:sp>
        <p:nvSpPr>
          <p:cNvPr id="42" name="dp42-background / n36 / text 1">
            <a:extLst xmlns:a="http://schemas.openxmlformats.org/drawingml/2006/main">
              <a:ext uri="{FF2B5EF4-FFF2-40B4-BE49-F238E27FC236}">
                <a16:creationId xmlns:a16="http://schemas.microsoft.com/office/drawing/2014/main" id="{9CC32D2C-103F-4CD7-A136-F7AD999E5100}"/>
              </a:ext>
            </a:extLst>
          </p:cNvPr>
          <p:cNvSpPr>
            <a:spLocks xmlns:a="http://schemas.openxmlformats.org/drawingml/2006/main" noGrp="1"/>
          </p:cNvSpPr>
          <p:nvPr/>
        </p:nvSpPr>
        <p:spPr>
          <a:xfrm xmlns:a="http://schemas.openxmlformats.org/drawingml/2006/main">
            <a:off x="4514850" y="4600575"/>
            <a:ext cx="27622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18232E"/>
                </a:solidFill>
                <a:latin typeface="Apple SD Gothic Neo"/>
                <a:ea typeface="Apple SD Gothic Neo"/>
                <a:cs typeface="Apple SD Gothic Neo"/>
              </a:defRPr>
            </a:pPr>
            <a:r>
              <a:rPr sz="1575" b="0">
                <a:solidFill>
                  <a:srgbClr val="18232E"/>
                </a:solidFill>
                <a:latin typeface="Apple SD Gothic Neo"/>
                <a:ea typeface="Apple SD Gothic Neo"/>
                <a:cs typeface="Apple SD Gothic Neo"/>
              </a:rPr>
              <a:t>보고서 진행 확인</a:t>
            </a:r>
          </a:p>
        </p:txBody>
      </p:sp>
      <p:sp>
        <p:nvSpPr>
          <p:cNvPr id="43" name="dp42-background / n37">
            <a:extLst xmlns:a="http://schemas.openxmlformats.org/drawingml/2006/main">
              <a:ext uri="{FF2B5EF4-FFF2-40B4-BE49-F238E27FC236}">
                <a16:creationId xmlns:a16="http://schemas.microsoft.com/office/drawing/2014/main" id="{C0A2E956-A96F-4302-9238-41652A7A3215}"/>
              </a:ext>
            </a:extLst>
          </p:cNvPr>
          <p:cNvSpPr>
            <a:spLocks xmlns:a="http://schemas.openxmlformats.org/drawingml/2006/main" noGrp="1"/>
          </p:cNvSpPr>
          <p:nvPr/>
        </p:nvSpPr>
        <p:spPr>
          <a:xfrm xmlns:a="http://schemas.openxmlformats.org/drawingml/2006/main">
            <a:off x="8077200" y="4543425"/>
            <a:ext cx="2952750" cy="304800"/>
          </a:xfrm>
          <a:prstGeom xmlns:a="http://schemas.openxmlformats.org/drawingml/2006/main" prst="rect">
            <a:avLst/>
          </a:prstGeom>
          <a:solidFill xmlns:a="http://schemas.openxmlformats.org/drawingml/2006/main">
            <a:srgbClr val="EFF2F5"/>
          </a:solidFill>
          <a:ln xmlns:a="http://schemas.openxmlformats.org/drawingml/2006/main" w="0">
            <a:noFill/>
            <a:prstDash val="solid"/>
          </a:ln>
        </p:spPr>
      </p:sp>
      <p:sp>
        <p:nvSpPr>
          <p:cNvPr id="44" name="dp42-background / n38 / text 1">
            <a:extLst xmlns:a="http://schemas.openxmlformats.org/drawingml/2006/main">
              <a:ext uri="{FF2B5EF4-FFF2-40B4-BE49-F238E27FC236}">
                <a16:creationId xmlns:a16="http://schemas.microsoft.com/office/drawing/2014/main" id="{F3C7ECFE-212E-4D58-8210-9A92E8DB4797}"/>
              </a:ext>
            </a:extLst>
          </p:cNvPr>
          <p:cNvSpPr>
            <a:spLocks xmlns:a="http://schemas.openxmlformats.org/drawingml/2006/main" noGrp="1"/>
          </p:cNvSpPr>
          <p:nvPr/>
        </p:nvSpPr>
        <p:spPr>
          <a:xfrm xmlns:a="http://schemas.openxmlformats.org/drawingml/2006/main">
            <a:off x="8172450" y="4600575"/>
            <a:ext cx="27622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18232E"/>
                </a:solidFill>
                <a:latin typeface="Apple SD Gothic Neo"/>
                <a:ea typeface="Apple SD Gothic Neo"/>
                <a:cs typeface="Apple SD Gothic Neo"/>
              </a:defRPr>
            </a:pPr>
            <a:r>
              <a:rPr sz="1575" b="0">
                <a:solidFill>
                  <a:srgbClr val="18232E"/>
                </a:solidFill>
                <a:latin typeface="Apple SD Gothic Neo"/>
                <a:ea typeface="Apple SD Gothic Neo"/>
                <a:cs typeface="Apple SD Gothic Neo"/>
              </a:rPr>
              <a:t>보고서 결론 수정</a:t>
            </a:r>
          </a:p>
        </p:txBody>
      </p:sp>
      <p:sp>
        <p:nvSpPr>
          <p:cNvPr id="45" name="dp42-background / n39 / text 1">
            <a:extLst xmlns:a="http://schemas.openxmlformats.org/drawingml/2006/main">
              <a:ext uri="{FF2B5EF4-FFF2-40B4-BE49-F238E27FC236}">
                <a16:creationId xmlns:a16="http://schemas.microsoft.com/office/drawing/2014/main" id="{98A71701-8CFA-4E6C-9DCC-C8E79E177786}"/>
              </a:ext>
            </a:extLst>
          </p:cNvPr>
          <p:cNvSpPr>
            <a:spLocks xmlns:a="http://schemas.openxmlformats.org/drawingml/2006/main" noGrp="1"/>
          </p:cNvSpPr>
          <p:nvPr/>
        </p:nvSpPr>
        <p:spPr>
          <a:xfrm xmlns:a="http://schemas.openxmlformats.org/drawingml/2006/main">
            <a:off x="762000" y="4867275"/>
            <a:ext cx="29527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Downstream Agent 접수 확인 후</a:t>
            </a:r>
          </a:p>
        </p:txBody>
      </p:sp>
      <p:sp>
        <p:nvSpPr>
          <p:cNvPr id="46" name="dp42-background / n39 / text 2">
            <a:extLst xmlns:a="http://schemas.openxmlformats.org/drawingml/2006/main">
              <a:ext uri="{FF2B5EF4-FFF2-40B4-BE49-F238E27FC236}">
                <a16:creationId xmlns:a16="http://schemas.microsoft.com/office/drawing/2014/main" id="{F6D0AF56-6B05-415B-8813-7AB4BEA94B44}"/>
              </a:ext>
            </a:extLst>
          </p:cNvPr>
          <p:cNvSpPr>
            <a:spLocks xmlns:a="http://schemas.openxmlformats.org/drawingml/2006/main" noGrp="1"/>
          </p:cNvSpPr>
          <p:nvPr/>
        </p:nvSpPr>
        <p:spPr>
          <a:xfrm xmlns:a="http://schemas.openxmlformats.org/drawingml/2006/main">
            <a:off x="762000" y="5076825"/>
            <a:ext cx="29527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Request 처리 완료</a:t>
            </a:r>
          </a:p>
        </p:txBody>
      </p:sp>
      <p:sp>
        <p:nvSpPr>
          <p:cNvPr id="47" name="dp42-background / n40 / text 1">
            <a:extLst xmlns:a="http://schemas.openxmlformats.org/drawingml/2006/main">
              <a:ext uri="{FF2B5EF4-FFF2-40B4-BE49-F238E27FC236}">
                <a16:creationId xmlns:a16="http://schemas.microsoft.com/office/drawing/2014/main" id="{6A35F45B-E039-4BC3-9CCC-9B86EED7D281}"/>
              </a:ext>
            </a:extLst>
          </p:cNvPr>
          <p:cNvSpPr>
            <a:spLocks xmlns:a="http://schemas.openxmlformats.org/drawingml/2006/main" noGrp="1"/>
          </p:cNvSpPr>
          <p:nvPr/>
        </p:nvSpPr>
        <p:spPr>
          <a:xfrm xmlns:a="http://schemas.openxmlformats.org/drawingml/2006/main">
            <a:off x="4419600" y="4867275"/>
            <a:ext cx="29527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상태 답변 후</a:t>
            </a:r>
          </a:p>
        </p:txBody>
      </p:sp>
      <p:sp>
        <p:nvSpPr>
          <p:cNvPr id="48" name="dp42-background / n40 / text 2">
            <a:extLst xmlns:a="http://schemas.openxmlformats.org/drawingml/2006/main">
              <a:ext uri="{FF2B5EF4-FFF2-40B4-BE49-F238E27FC236}">
                <a16:creationId xmlns:a16="http://schemas.microsoft.com/office/drawing/2014/main" id="{6D81E66E-B02F-4AAB-9B60-4A8F91AF897C}"/>
              </a:ext>
            </a:extLst>
          </p:cNvPr>
          <p:cNvSpPr>
            <a:spLocks xmlns:a="http://schemas.openxmlformats.org/drawingml/2006/main" noGrp="1"/>
          </p:cNvSpPr>
          <p:nvPr/>
        </p:nvSpPr>
        <p:spPr>
          <a:xfrm xmlns:a="http://schemas.openxmlformats.org/drawingml/2006/main">
            <a:off x="4419600" y="5076825"/>
            <a:ext cx="29527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Request 처리 완료</a:t>
            </a:r>
          </a:p>
        </p:txBody>
      </p:sp>
      <p:sp>
        <p:nvSpPr>
          <p:cNvPr id="49" name="dp42-background / n41 / text 1">
            <a:extLst xmlns:a="http://schemas.openxmlformats.org/drawingml/2006/main">
              <a:ext uri="{FF2B5EF4-FFF2-40B4-BE49-F238E27FC236}">
                <a16:creationId xmlns:a16="http://schemas.microsoft.com/office/drawing/2014/main" id="{1DB17B71-2A48-45F1-937B-5A0C31B5FA52}"/>
              </a:ext>
            </a:extLst>
          </p:cNvPr>
          <p:cNvSpPr>
            <a:spLocks xmlns:a="http://schemas.openxmlformats.org/drawingml/2006/main" noGrp="1"/>
          </p:cNvSpPr>
          <p:nvPr/>
        </p:nvSpPr>
        <p:spPr>
          <a:xfrm xmlns:a="http://schemas.openxmlformats.org/drawingml/2006/main">
            <a:off x="8077200" y="4867275"/>
            <a:ext cx="29527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Downstream Agent 수정 접수 후</a:t>
            </a:r>
          </a:p>
        </p:txBody>
      </p:sp>
      <p:sp>
        <p:nvSpPr>
          <p:cNvPr id="50" name="dp42-background / n41 / text 2">
            <a:extLst xmlns:a="http://schemas.openxmlformats.org/drawingml/2006/main">
              <a:ext uri="{FF2B5EF4-FFF2-40B4-BE49-F238E27FC236}">
                <a16:creationId xmlns:a16="http://schemas.microsoft.com/office/drawing/2014/main" id="{FA0B2BB4-3EF5-4DB5-9382-0A159C90634F}"/>
              </a:ext>
            </a:extLst>
          </p:cNvPr>
          <p:cNvSpPr>
            <a:spLocks xmlns:a="http://schemas.openxmlformats.org/drawingml/2006/main" noGrp="1"/>
          </p:cNvSpPr>
          <p:nvPr/>
        </p:nvSpPr>
        <p:spPr>
          <a:xfrm xmlns:a="http://schemas.openxmlformats.org/drawingml/2006/main">
            <a:off x="8077200" y="5076825"/>
            <a:ext cx="29527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Request 처리 완료</a:t>
            </a:r>
          </a:p>
        </p:txBody>
      </p:sp>
      <p:sp>
        <p:nvSpPr>
          <p:cNvPr id="51" name="dp42-background / n42">
            <a:extLst xmlns:a="http://schemas.openxmlformats.org/drawingml/2006/main">
              <a:ext uri="{FF2B5EF4-FFF2-40B4-BE49-F238E27FC236}">
                <a16:creationId xmlns:a16="http://schemas.microsoft.com/office/drawing/2014/main" id="{887AE0AF-B44A-476D-BCD2-F7762B96AE0A}"/>
              </a:ext>
            </a:extLst>
          </p:cNvPr>
          <p:cNvSpPr>
            <a:spLocks xmlns:a="http://schemas.openxmlformats.org/drawingml/2006/main" noGrp="1"/>
          </p:cNvSpPr>
          <p:nvPr/>
        </p:nvSpPr>
        <p:spPr>
          <a:xfrm xmlns:a="http://schemas.openxmlformats.org/drawingml/2006/main">
            <a:off x="609600" y="5476875"/>
            <a:ext cx="10572750" cy="1400175"/>
          </a:xfrm>
          <a:prstGeom xmlns:a="http://schemas.openxmlformats.org/drawingml/2006/main" prst="rect">
            <a:avLst/>
          </a:prstGeom>
          <a:solidFill xmlns:a="http://schemas.openxmlformats.org/drawingml/2006/main">
            <a:srgbClr val="F0F8F7"/>
          </a:solidFill>
          <a:ln xmlns:a="http://schemas.openxmlformats.org/drawingml/2006/main" w="16193">
            <a:solidFill>
              <a:srgbClr val="087E8B"/>
            </a:solidFill>
            <a:prstDash val="solid"/>
          </a:ln>
        </p:spPr>
      </p:sp>
      <p:sp>
        <p:nvSpPr>
          <p:cNvPr id="52" name="dp42-background / n43">
            <a:extLst xmlns:a="http://schemas.openxmlformats.org/drawingml/2006/main">
              <a:ext uri="{FF2B5EF4-FFF2-40B4-BE49-F238E27FC236}">
                <a16:creationId xmlns:a16="http://schemas.microsoft.com/office/drawing/2014/main" id="{087222B3-F97E-4672-9056-AC3FB7B90966}"/>
              </a:ext>
            </a:extLst>
          </p:cNvPr>
          <p:cNvSpPr>
            <a:spLocks xmlns:a="http://schemas.openxmlformats.org/drawingml/2006/main" noGrp="1"/>
          </p:cNvSpPr>
          <p:nvPr/>
        </p:nvSpPr>
        <p:spPr>
          <a:xfrm xmlns:a="http://schemas.openxmlformats.org/drawingml/2006/main">
            <a:off x="4267200" y="5895975"/>
            <a:ext cx="3257550" cy="904875"/>
          </a:xfrm>
          <a:prstGeom xmlns:a="http://schemas.openxmlformats.org/drawingml/2006/main" prst="rect">
            <a:avLst/>
          </a:prstGeom>
          <a:solidFill xmlns:a="http://schemas.openxmlformats.org/drawingml/2006/main">
            <a:srgbClr val="DCEFEA"/>
          </a:solidFill>
          <a:ln xmlns:a="http://schemas.openxmlformats.org/drawingml/2006/main" w="0">
            <a:noFill/>
            <a:prstDash val="solid"/>
          </a:ln>
        </p:spPr>
      </p:sp>
      <p:sp>
        <p:nvSpPr>
          <p:cNvPr id="53" name="dp42-background / n44 / text 1">
            <a:extLst xmlns:a="http://schemas.openxmlformats.org/drawingml/2006/main">
              <a:ext uri="{FF2B5EF4-FFF2-40B4-BE49-F238E27FC236}">
                <a16:creationId xmlns:a16="http://schemas.microsoft.com/office/drawing/2014/main" id="{9916D488-2DBC-43C1-B590-5843CF2BAAF5}"/>
              </a:ext>
            </a:extLst>
          </p:cNvPr>
          <p:cNvSpPr>
            <a:spLocks xmlns:a="http://schemas.openxmlformats.org/drawingml/2006/main" noGrp="1"/>
          </p:cNvSpPr>
          <p:nvPr/>
        </p:nvSpPr>
        <p:spPr>
          <a:xfrm xmlns:a="http://schemas.openxmlformats.org/drawingml/2006/main">
            <a:off x="800100" y="5553075"/>
            <a:ext cx="39052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087E8B"/>
                </a:solidFill>
                <a:latin typeface="Apple SD Gothic Neo"/>
                <a:ea typeface="Apple SD Gothic Neo"/>
                <a:cs typeface="Apple SD Gothic Neo"/>
              </a:defRPr>
            </a:pPr>
            <a:r>
              <a:rPr sz="1950" b="1">
                <a:solidFill>
                  <a:srgbClr val="087E8B"/>
                </a:solidFill>
                <a:latin typeface="Apple SD Gothic Neo"/>
                <a:ea typeface="Apple SD Gothic Neo"/>
                <a:cs typeface="Apple SD Gothic Neo"/>
              </a:rPr>
              <a:t>보고서 Task</a:t>
            </a:r>
          </a:p>
        </p:txBody>
      </p:sp>
      <p:sp>
        <p:nvSpPr>
          <p:cNvPr id="54" name="dp42-background / n45 / text 1">
            <a:extLst xmlns:a="http://schemas.openxmlformats.org/drawingml/2006/main">
              <a:ext uri="{FF2B5EF4-FFF2-40B4-BE49-F238E27FC236}">
                <a16:creationId xmlns:a16="http://schemas.microsoft.com/office/drawing/2014/main" id="{8FA1E635-6ADF-4A0A-9A10-AFDDE04E1A2A}"/>
              </a:ext>
            </a:extLst>
          </p:cNvPr>
          <p:cNvSpPr>
            <a:spLocks xmlns:a="http://schemas.openxmlformats.org/drawingml/2006/main" noGrp="1"/>
          </p:cNvSpPr>
          <p:nvPr/>
        </p:nvSpPr>
        <p:spPr>
          <a:xfrm xmlns:a="http://schemas.openxmlformats.org/drawingml/2006/main">
            <a:off x="5086350" y="5600700"/>
            <a:ext cx="59055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Task / 목표, 상태와 결과의 추적</a:t>
            </a:r>
          </a:p>
        </p:txBody>
      </p:sp>
      <p:sp>
        <p:nvSpPr>
          <p:cNvPr id="55" name="dp42-background / n46 / text 1">
            <a:extLst xmlns:a="http://schemas.openxmlformats.org/drawingml/2006/main">
              <a:ext uri="{FF2B5EF4-FFF2-40B4-BE49-F238E27FC236}">
                <a16:creationId xmlns:a16="http://schemas.microsoft.com/office/drawing/2014/main" id="{17AD0AD4-AFA7-4124-B129-04D3FD3E7515}"/>
              </a:ext>
            </a:extLst>
          </p:cNvPr>
          <p:cNvSpPr>
            <a:spLocks xmlns:a="http://schemas.openxmlformats.org/drawingml/2006/main" noGrp="1"/>
          </p:cNvSpPr>
          <p:nvPr/>
        </p:nvSpPr>
        <p:spPr>
          <a:xfrm xmlns:a="http://schemas.openxmlformats.org/drawingml/2006/main">
            <a:off x="762000" y="5972175"/>
            <a:ext cx="29527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18232E"/>
                </a:solidFill>
                <a:latin typeface="Apple SD Gothic Neo"/>
                <a:ea typeface="Apple SD Gothic Neo"/>
                <a:cs typeface="Apple SD Gothic Neo"/>
              </a:defRPr>
            </a:pPr>
            <a:r>
              <a:rPr sz="1575" b="0">
                <a:solidFill>
                  <a:srgbClr val="18232E"/>
                </a:solidFill>
                <a:latin typeface="Apple SD Gothic Neo"/>
                <a:ea typeface="Apple SD Gothic Neo"/>
                <a:cs typeface="Apple SD Gothic Neo"/>
              </a:rPr>
              <a:t>Task 생성 후 Delegation</a:t>
            </a:r>
          </a:p>
        </p:txBody>
      </p:sp>
      <p:sp>
        <p:nvSpPr>
          <p:cNvPr id="56" name="dp42-background / n47 / text 1">
            <a:extLst xmlns:a="http://schemas.openxmlformats.org/drawingml/2006/main">
              <a:ext uri="{FF2B5EF4-FFF2-40B4-BE49-F238E27FC236}">
                <a16:creationId xmlns:a16="http://schemas.microsoft.com/office/drawing/2014/main" id="{9AAA33CC-B80F-42B9-A2A8-B7664E00E51D}"/>
              </a:ext>
            </a:extLst>
          </p:cNvPr>
          <p:cNvSpPr>
            <a:spLocks xmlns:a="http://schemas.openxmlformats.org/drawingml/2006/main" noGrp="1"/>
          </p:cNvSpPr>
          <p:nvPr/>
        </p:nvSpPr>
        <p:spPr>
          <a:xfrm xmlns:a="http://schemas.openxmlformats.org/drawingml/2006/main">
            <a:off x="762000" y="6324600"/>
            <a:ext cx="295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18232E"/>
                </a:solidFill>
                <a:latin typeface="Apple SD Gothic Neo"/>
                <a:ea typeface="Apple SD Gothic Neo"/>
                <a:cs typeface="Apple SD Gothic Neo"/>
              </a:defRPr>
            </a:pPr>
            <a:r>
              <a:rPr sz="1725" b="1">
                <a:solidFill>
                  <a:srgbClr val="18232E"/>
                </a:solidFill>
                <a:latin typeface="Apple SD Gothic Neo"/>
                <a:ea typeface="Apple SD Gothic Neo"/>
                <a:cs typeface="Apple SD Gothic Neo"/>
              </a:rPr>
              <a:t>Agent Execution 1</a:t>
            </a:r>
          </a:p>
        </p:txBody>
      </p:sp>
      <p:sp>
        <p:nvSpPr>
          <p:cNvPr id="57" name="dp42-background / n48 / text 1">
            <a:extLst xmlns:a="http://schemas.openxmlformats.org/drawingml/2006/main">
              <a:ext uri="{FF2B5EF4-FFF2-40B4-BE49-F238E27FC236}">
                <a16:creationId xmlns:a16="http://schemas.microsoft.com/office/drawing/2014/main" id="{7A743D89-A722-484C-9743-3E33928F4D81}"/>
              </a:ext>
            </a:extLst>
          </p:cNvPr>
          <p:cNvSpPr>
            <a:spLocks xmlns:a="http://schemas.openxmlformats.org/drawingml/2006/main" noGrp="1"/>
          </p:cNvSpPr>
          <p:nvPr/>
        </p:nvSpPr>
        <p:spPr>
          <a:xfrm xmlns:a="http://schemas.openxmlformats.org/drawingml/2006/main">
            <a:off x="762000" y="6648450"/>
            <a:ext cx="29527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보고서 작성 시작</a:t>
            </a:r>
          </a:p>
        </p:txBody>
      </p:sp>
      <p:sp>
        <p:nvSpPr>
          <p:cNvPr id="58" name="dp42-background / n49 / text 1">
            <a:extLst xmlns:a="http://schemas.openxmlformats.org/drawingml/2006/main">
              <a:ext uri="{FF2B5EF4-FFF2-40B4-BE49-F238E27FC236}">
                <a16:creationId xmlns:a16="http://schemas.microsoft.com/office/drawing/2014/main" id="{56D4DF9F-2160-42A7-B370-E3C21FF7D35B}"/>
              </a:ext>
            </a:extLst>
          </p:cNvPr>
          <p:cNvSpPr>
            <a:spLocks xmlns:a="http://schemas.openxmlformats.org/drawingml/2006/main" noGrp="1"/>
          </p:cNvSpPr>
          <p:nvPr/>
        </p:nvSpPr>
        <p:spPr>
          <a:xfrm xmlns:a="http://schemas.openxmlformats.org/drawingml/2006/main">
            <a:off x="4419600" y="6038850"/>
            <a:ext cx="2952750" cy="40052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175" b="1">
                <a:solidFill>
                  <a:srgbClr val="087E8B"/>
                </a:solidFill>
                <a:latin typeface="Apple SD Gothic Neo"/>
                <a:ea typeface="Apple SD Gothic Neo"/>
                <a:cs typeface="Apple SD Gothic Neo"/>
              </a:defRPr>
            </a:pPr>
            <a:r>
              <a:rPr sz="2175" b="1">
                <a:solidFill>
                  <a:srgbClr val="087E8B"/>
                </a:solidFill>
                <a:latin typeface="Apple SD Gothic Neo"/>
                <a:ea typeface="Apple SD Gothic Neo"/>
                <a:cs typeface="Apple SD Gothic Neo"/>
              </a:rPr>
              <a:t>Task와 실행 계속</a:t>
            </a:r>
          </a:p>
        </p:txBody>
      </p:sp>
      <p:sp>
        <p:nvSpPr>
          <p:cNvPr id="59" name="dp42-background / n50 / text 1">
            <a:extLst xmlns:a="http://schemas.openxmlformats.org/drawingml/2006/main">
              <a:ext uri="{FF2B5EF4-FFF2-40B4-BE49-F238E27FC236}">
                <a16:creationId xmlns:a16="http://schemas.microsoft.com/office/drawing/2014/main" id="{BE2A8A65-12EF-41E9-B5C3-052623C0D82F}"/>
              </a:ext>
            </a:extLst>
          </p:cNvPr>
          <p:cNvSpPr>
            <a:spLocks xmlns:a="http://schemas.openxmlformats.org/drawingml/2006/main" noGrp="1"/>
          </p:cNvSpPr>
          <p:nvPr/>
        </p:nvSpPr>
        <p:spPr>
          <a:xfrm xmlns:a="http://schemas.openxmlformats.org/drawingml/2006/main">
            <a:off x="4419600" y="6486525"/>
            <a:ext cx="29527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상태 조회 / 새 실행 없음</a:t>
            </a:r>
          </a:p>
        </p:txBody>
      </p:sp>
      <p:sp>
        <p:nvSpPr>
          <p:cNvPr id="60" name="dp42-background / n51 / text 1">
            <a:extLst xmlns:a="http://schemas.openxmlformats.org/drawingml/2006/main">
              <a:ext uri="{FF2B5EF4-FFF2-40B4-BE49-F238E27FC236}">
                <a16:creationId xmlns:a16="http://schemas.microsoft.com/office/drawing/2014/main" id="{4A3DA27D-C308-4882-B51B-D40DB0B352F2}"/>
              </a:ext>
            </a:extLst>
          </p:cNvPr>
          <p:cNvSpPr>
            <a:spLocks xmlns:a="http://schemas.openxmlformats.org/drawingml/2006/main" noGrp="1"/>
          </p:cNvSpPr>
          <p:nvPr/>
        </p:nvSpPr>
        <p:spPr>
          <a:xfrm xmlns:a="http://schemas.openxmlformats.org/drawingml/2006/main">
            <a:off x="8077200" y="5972175"/>
            <a:ext cx="29527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18232E"/>
                </a:solidFill>
                <a:latin typeface="Apple SD Gothic Neo"/>
                <a:ea typeface="Apple SD Gothic Neo"/>
                <a:cs typeface="Apple SD Gothic Neo"/>
              </a:defRPr>
            </a:pPr>
            <a:r>
              <a:rPr sz="1575" b="0">
                <a:solidFill>
                  <a:srgbClr val="18232E"/>
                </a:solidFill>
                <a:latin typeface="Apple SD Gothic Neo"/>
                <a:ea typeface="Apple SD Gothic Neo"/>
                <a:cs typeface="Apple SD Gothic Neo"/>
              </a:rPr>
              <a:t>작성 종료 후 수정 Delegation</a:t>
            </a:r>
          </a:p>
        </p:txBody>
      </p:sp>
      <p:sp>
        <p:nvSpPr>
          <p:cNvPr id="61" name="dp42-background / n52 / text 1">
            <a:extLst xmlns:a="http://schemas.openxmlformats.org/drawingml/2006/main">
              <a:ext uri="{FF2B5EF4-FFF2-40B4-BE49-F238E27FC236}">
                <a16:creationId xmlns:a16="http://schemas.microsoft.com/office/drawing/2014/main" id="{52C337E4-A612-42A9-B676-38BC4DD541F0}"/>
              </a:ext>
            </a:extLst>
          </p:cNvPr>
          <p:cNvSpPr>
            <a:spLocks xmlns:a="http://schemas.openxmlformats.org/drawingml/2006/main" noGrp="1"/>
          </p:cNvSpPr>
          <p:nvPr/>
        </p:nvSpPr>
        <p:spPr>
          <a:xfrm xmlns:a="http://schemas.openxmlformats.org/drawingml/2006/main">
            <a:off x="8077200" y="6324600"/>
            <a:ext cx="295275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1">
                <a:solidFill>
                  <a:srgbClr val="087E8B"/>
                </a:solidFill>
                <a:latin typeface="Apple SD Gothic Neo"/>
                <a:ea typeface="Apple SD Gothic Neo"/>
                <a:cs typeface="Apple SD Gothic Neo"/>
              </a:defRPr>
            </a:pPr>
            <a:r>
              <a:rPr sz="1650" b="1">
                <a:solidFill>
                  <a:srgbClr val="087E8B"/>
                </a:solidFill>
                <a:latin typeface="Apple SD Gothic Neo"/>
                <a:ea typeface="Apple SD Gothic Neo"/>
                <a:cs typeface="Apple SD Gothic Neo"/>
              </a:rPr>
              <a:t>Agent Execution 2 시작</a:t>
            </a:r>
          </a:p>
        </p:txBody>
      </p:sp>
      <p:sp>
        <p:nvSpPr>
          <p:cNvPr id="62" name="dp42-background / n53 / text 1">
            <a:extLst xmlns:a="http://schemas.openxmlformats.org/drawingml/2006/main">
              <a:ext uri="{FF2B5EF4-FFF2-40B4-BE49-F238E27FC236}">
                <a16:creationId xmlns:a16="http://schemas.microsoft.com/office/drawing/2014/main" id="{E24F328D-7746-4F07-8CB1-39D88F41D420}"/>
              </a:ext>
            </a:extLst>
          </p:cNvPr>
          <p:cNvSpPr>
            <a:spLocks xmlns:a="http://schemas.openxmlformats.org/drawingml/2006/main" noGrp="1"/>
          </p:cNvSpPr>
          <p:nvPr/>
        </p:nvSpPr>
        <p:spPr>
          <a:xfrm xmlns:a="http://schemas.openxmlformats.org/drawingml/2006/main">
            <a:off x="8077200" y="6648450"/>
            <a:ext cx="29527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같은 Task의 결론 수정</a:t>
            </a:r>
          </a:p>
        </p:txBody>
      </p:sp>
      <p:sp>
        <p:nvSpPr>
          <p:cNvPr id="63" name="dp42-background / n54">
            <a:extLst xmlns:a="http://schemas.openxmlformats.org/drawingml/2006/main">
              <a:ext uri="{FF2B5EF4-FFF2-40B4-BE49-F238E27FC236}">
                <a16:creationId xmlns:a16="http://schemas.microsoft.com/office/drawing/2014/main" id="{AC669810-3D6F-4D7C-AB0B-DEF2765113F6}"/>
              </a:ext>
            </a:extLst>
          </p:cNvPr>
          <p:cNvSpPr>
            <a:spLocks xmlns:a="http://schemas.openxmlformats.org/drawingml/2006/main" noGrp="1"/>
          </p:cNvSpPr>
          <p:nvPr/>
        </p:nvSpPr>
        <p:spPr>
          <a:xfrm xmlns:a="http://schemas.openxmlformats.org/drawingml/2006/main">
            <a:off x="609600" y="7105650"/>
            <a:ext cx="10572750" cy="1085850"/>
          </a:xfrm>
          <a:prstGeom xmlns:a="http://schemas.openxmlformats.org/drawingml/2006/main" prst="rect">
            <a:avLst/>
          </a:prstGeom>
          <a:solidFill xmlns:a="http://schemas.openxmlformats.org/drawingml/2006/main">
            <a:srgbClr val="F5F6F8"/>
          </a:solidFill>
          <a:ln xmlns:a="http://schemas.openxmlformats.org/drawingml/2006/main" w="16193">
            <a:solidFill>
              <a:srgbClr val="CDD6DE"/>
            </a:solidFill>
            <a:prstDash val="solid"/>
          </a:ln>
        </p:spPr>
      </p:sp>
      <p:sp>
        <p:nvSpPr>
          <p:cNvPr id="64" name="dp42-background / n55 / text 1">
            <a:extLst xmlns:a="http://schemas.openxmlformats.org/drawingml/2006/main">
              <a:ext uri="{FF2B5EF4-FFF2-40B4-BE49-F238E27FC236}">
                <a16:creationId xmlns:a16="http://schemas.microsoft.com/office/drawing/2014/main" id="{64E8A9A5-1867-460A-B938-8D053FF48267}"/>
              </a:ext>
            </a:extLst>
          </p:cNvPr>
          <p:cNvSpPr>
            <a:spLocks xmlns:a="http://schemas.openxmlformats.org/drawingml/2006/main" noGrp="1"/>
          </p:cNvSpPr>
          <p:nvPr/>
        </p:nvSpPr>
        <p:spPr>
          <a:xfrm xmlns:a="http://schemas.openxmlformats.org/drawingml/2006/main">
            <a:off x="800100" y="7181850"/>
            <a:ext cx="101727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5F6B77"/>
                </a:solidFill>
                <a:latin typeface="Apple SD Gothic Neo"/>
                <a:ea typeface="Apple SD Gothic Neo"/>
                <a:cs typeface="Apple SD Gothic Neo"/>
              </a:defRPr>
            </a:pPr>
            <a:r>
              <a:rPr sz="1725" b="1">
                <a:solidFill>
                  <a:srgbClr val="5F6B77"/>
                </a:solidFill>
                <a:latin typeface="Apple SD Gothic Neo"/>
                <a:ea typeface="Apple SD Gothic Neo"/>
                <a:cs typeface="Apple SD Gothic Neo"/>
              </a:rPr>
              <a:t>메일 초안 Task</a:t>
            </a:r>
          </a:p>
        </p:txBody>
      </p:sp>
      <p:sp>
        <p:nvSpPr>
          <p:cNvPr id="65" name="dp42-background / n56 / text 1">
            <a:extLst xmlns:a="http://schemas.openxmlformats.org/drawingml/2006/main">
              <a:ext uri="{FF2B5EF4-FFF2-40B4-BE49-F238E27FC236}">
                <a16:creationId xmlns:a16="http://schemas.microsoft.com/office/drawing/2014/main" id="{28121DF6-DA54-4909-8837-84DB4D0EC70D}"/>
              </a:ext>
            </a:extLst>
          </p:cNvPr>
          <p:cNvSpPr>
            <a:spLocks xmlns:a="http://schemas.openxmlformats.org/drawingml/2006/main" noGrp="1"/>
          </p:cNvSpPr>
          <p:nvPr/>
        </p:nvSpPr>
        <p:spPr>
          <a:xfrm xmlns:a="http://schemas.openxmlformats.org/drawingml/2006/main">
            <a:off x="762000" y="7581900"/>
            <a:ext cx="29527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18232E"/>
                </a:solidFill>
                <a:latin typeface="Apple SD Gothic Neo"/>
                <a:ea typeface="Apple SD Gothic Neo"/>
                <a:cs typeface="Apple SD Gothic Neo"/>
              </a:defRPr>
            </a:pPr>
            <a:r>
              <a:rPr sz="1575" b="0">
                <a:solidFill>
                  <a:srgbClr val="18232E"/>
                </a:solidFill>
                <a:latin typeface="Apple SD Gothic Neo"/>
                <a:ea typeface="Apple SD Gothic Neo"/>
                <a:cs typeface="Apple SD Gothic Neo"/>
              </a:rPr>
              <a:t>Delegation / 초안 작성 시작</a:t>
            </a:r>
          </a:p>
        </p:txBody>
      </p:sp>
      <p:sp>
        <p:nvSpPr>
          <p:cNvPr id="66" name="dp42-background / n57 / text 1">
            <a:extLst xmlns:a="http://schemas.openxmlformats.org/drawingml/2006/main">
              <a:ext uri="{FF2B5EF4-FFF2-40B4-BE49-F238E27FC236}">
                <a16:creationId xmlns:a16="http://schemas.microsoft.com/office/drawing/2014/main" id="{FADA99B6-15A2-402D-B611-05B722101602}"/>
              </a:ext>
            </a:extLst>
          </p:cNvPr>
          <p:cNvSpPr>
            <a:spLocks xmlns:a="http://schemas.openxmlformats.org/drawingml/2006/main" noGrp="1"/>
          </p:cNvSpPr>
          <p:nvPr/>
        </p:nvSpPr>
        <p:spPr>
          <a:xfrm xmlns:a="http://schemas.openxmlformats.org/drawingml/2006/main">
            <a:off x="762000" y="7896225"/>
            <a:ext cx="29527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Agent Execution</a:t>
            </a:r>
          </a:p>
        </p:txBody>
      </p:sp>
      <p:sp>
        <p:nvSpPr>
          <p:cNvPr id="67" name="dp42-background / n58 / text 1">
            <a:extLst xmlns:a="http://schemas.openxmlformats.org/drawingml/2006/main">
              <a:ext uri="{FF2B5EF4-FFF2-40B4-BE49-F238E27FC236}">
                <a16:creationId xmlns:a16="http://schemas.microsoft.com/office/drawing/2014/main" id="{854F4E72-ADD7-40C8-8601-66CE5EBA6B06}"/>
              </a:ext>
            </a:extLst>
          </p:cNvPr>
          <p:cNvSpPr>
            <a:spLocks xmlns:a="http://schemas.openxmlformats.org/drawingml/2006/main" noGrp="1"/>
          </p:cNvSpPr>
          <p:nvPr/>
        </p:nvSpPr>
        <p:spPr>
          <a:xfrm xmlns:a="http://schemas.openxmlformats.org/drawingml/2006/main">
            <a:off x="4419600" y="7696200"/>
            <a:ext cx="295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초안 완료 / 결과 보관</a:t>
            </a:r>
          </a:p>
        </p:txBody>
      </p:sp>
      <p:sp>
        <p:nvSpPr>
          <p:cNvPr id="68" name="dp42-background / n59 / text 1">
            <a:extLst xmlns:a="http://schemas.openxmlformats.org/drawingml/2006/main">
              <a:ext uri="{FF2B5EF4-FFF2-40B4-BE49-F238E27FC236}">
                <a16:creationId xmlns:a16="http://schemas.microsoft.com/office/drawing/2014/main" id="{F5DEEBC6-D9B4-4C1C-8FDD-1AF30FD532C0}"/>
              </a:ext>
            </a:extLst>
          </p:cNvPr>
          <p:cNvSpPr>
            <a:spLocks xmlns:a="http://schemas.openxmlformats.org/drawingml/2006/main" noGrp="1"/>
          </p:cNvSpPr>
          <p:nvPr/>
        </p:nvSpPr>
        <p:spPr>
          <a:xfrm xmlns:a="http://schemas.openxmlformats.org/drawingml/2006/main">
            <a:off x="8077200" y="7696200"/>
            <a:ext cx="295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완료 상태와 결과 유지</a:t>
            </a:r>
          </a:p>
        </p:txBody>
      </p:sp>
      <p:sp>
        <p:nvSpPr>
          <p:cNvPr id="69" name="dp42-background / n60 / path">
            <a:extLst xmlns:a="http://schemas.openxmlformats.org/drawingml/2006/main">
              <a:ext uri="{FF2B5EF4-FFF2-40B4-BE49-F238E27FC236}">
                <a16:creationId xmlns:a16="http://schemas.microsoft.com/office/drawing/2014/main" id="{2CF42601-2E01-4177-9CF7-0297158E7E0D}"/>
              </a:ext>
            </a:extLst>
          </p:cNvPr>
          <p:cNvSpPr>
            <a:spLocks xmlns:a="http://schemas.openxmlformats.org/drawingml/2006/main" noGrp="1"/>
          </p:cNvSpPr>
          <p:nvPr/>
        </p:nvSpPr>
        <p:spPr>
          <a:xfrm xmlns:a="http://schemas.openxmlformats.org/drawingml/2006/main">
            <a:off x="4057650" y="3076575"/>
            <a:ext cx="953" cy="2057400"/>
          </a:xfrm>
          <a:custGeom xmlns:a="http://schemas.openxmlformats.org/drawingml/2006/main">
            <a:pathLst>
              <a:path w="953" h="2057400">
                <a:moveTo>
                  <a:pt x="0" y="0"/>
                </a:moveTo>
                <a:lnTo>
                  <a:pt x="0" y="2057400"/>
                </a:lnTo>
              </a:path>
            </a:pathLst>
          </a:custGeom>
          <a:noFill xmlns:a="http://schemas.openxmlformats.org/drawingml/2006/main"/>
          <a:ln xmlns:a="http://schemas.openxmlformats.org/drawingml/2006/main" w="9525">
            <a:solidFill>
              <a:srgbClr val="CDD6DE"/>
            </a:solidFill>
            <a:prstDash val="dash"/>
          </a:ln>
        </p:spPr>
      </p:sp>
      <p:sp>
        <p:nvSpPr>
          <p:cNvPr id="70" name="dp42-background / n61 / path">
            <a:extLst xmlns:a="http://schemas.openxmlformats.org/drawingml/2006/main">
              <a:ext uri="{FF2B5EF4-FFF2-40B4-BE49-F238E27FC236}">
                <a16:creationId xmlns:a16="http://schemas.microsoft.com/office/drawing/2014/main" id="{111BC81B-FA5E-4739-BB7C-536EFEA7C3A9}"/>
              </a:ext>
            </a:extLst>
          </p:cNvPr>
          <p:cNvSpPr>
            <a:spLocks xmlns:a="http://schemas.openxmlformats.org/drawingml/2006/main" noGrp="1"/>
          </p:cNvSpPr>
          <p:nvPr/>
        </p:nvSpPr>
        <p:spPr>
          <a:xfrm xmlns:a="http://schemas.openxmlformats.org/drawingml/2006/main">
            <a:off x="4057650" y="5934075"/>
            <a:ext cx="953" cy="847725"/>
          </a:xfrm>
          <a:custGeom xmlns:a="http://schemas.openxmlformats.org/drawingml/2006/main">
            <a:pathLst>
              <a:path w="953" h="847725">
                <a:moveTo>
                  <a:pt x="0" y="0"/>
                </a:moveTo>
                <a:lnTo>
                  <a:pt x="0" y="847725"/>
                </a:lnTo>
              </a:path>
            </a:pathLst>
          </a:custGeom>
          <a:noFill xmlns:a="http://schemas.openxmlformats.org/drawingml/2006/main"/>
          <a:ln xmlns:a="http://schemas.openxmlformats.org/drawingml/2006/main" w="9525">
            <a:solidFill>
              <a:srgbClr val="CDD6DE"/>
            </a:solidFill>
            <a:prstDash val="dash"/>
          </a:ln>
        </p:spPr>
      </p:sp>
      <p:sp>
        <p:nvSpPr>
          <p:cNvPr id="71" name="dp42-background / n62 / path">
            <a:extLst xmlns:a="http://schemas.openxmlformats.org/drawingml/2006/main">
              <a:ext uri="{FF2B5EF4-FFF2-40B4-BE49-F238E27FC236}">
                <a16:creationId xmlns:a16="http://schemas.microsoft.com/office/drawing/2014/main" id="{C3960FB0-5A99-4743-BEA0-8C6175138085}"/>
              </a:ext>
            </a:extLst>
          </p:cNvPr>
          <p:cNvSpPr>
            <a:spLocks xmlns:a="http://schemas.openxmlformats.org/drawingml/2006/main" noGrp="1"/>
          </p:cNvSpPr>
          <p:nvPr/>
        </p:nvSpPr>
        <p:spPr>
          <a:xfrm xmlns:a="http://schemas.openxmlformats.org/drawingml/2006/main">
            <a:off x="4057650" y="7524750"/>
            <a:ext cx="953" cy="571500"/>
          </a:xfrm>
          <a:custGeom xmlns:a="http://schemas.openxmlformats.org/drawingml/2006/main">
            <a:pathLst>
              <a:path w="953" h="571500">
                <a:moveTo>
                  <a:pt x="0" y="0"/>
                </a:moveTo>
                <a:lnTo>
                  <a:pt x="0" y="571500"/>
                </a:lnTo>
              </a:path>
            </a:pathLst>
          </a:custGeom>
          <a:noFill xmlns:a="http://schemas.openxmlformats.org/drawingml/2006/main"/>
          <a:ln xmlns:a="http://schemas.openxmlformats.org/drawingml/2006/main" w="9525">
            <a:solidFill>
              <a:srgbClr val="CDD6DE"/>
            </a:solidFill>
            <a:prstDash val="dash"/>
          </a:ln>
        </p:spPr>
      </p:sp>
      <p:sp>
        <p:nvSpPr>
          <p:cNvPr id="72" name="dp42-background / n63 / path">
            <a:extLst xmlns:a="http://schemas.openxmlformats.org/drawingml/2006/main">
              <a:ext uri="{FF2B5EF4-FFF2-40B4-BE49-F238E27FC236}">
                <a16:creationId xmlns:a16="http://schemas.microsoft.com/office/drawing/2014/main" id="{A4BECC60-7202-490A-B1AE-E86C9D8E840D}"/>
              </a:ext>
            </a:extLst>
          </p:cNvPr>
          <p:cNvSpPr>
            <a:spLocks xmlns:a="http://schemas.openxmlformats.org/drawingml/2006/main" noGrp="1"/>
          </p:cNvSpPr>
          <p:nvPr/>
        </p:nvSpPr>
        <p:spPr>
          <a:xfrm xmlns:a="http://schemas.openxmlformats.org/drawingml/2006/main">
            <a:off x="7715250" y="3076575"/>
            <a:ext cx="953" cy="2057400"/>
          </a:xfrm>
          <a:custGeom xmlns:a="http://schemas.openxmlformats.org/drawingml/2006/main">
            <a:pathLst>
              <a:path w="953" h="2057400">
                <a:moveTo>
                  <a:pt x="0" y="0"/>
                </a:moveTo>
                <a:lnTo>
                  <a:pt x="0" y="2057400"/>
                </a:lnTo>
              </a:path>
            </a:pathLst>
          </a:custGeom>
          <a:noFill xmlns:a="http://schemas.openxmlformats.org/drawingml/2006/main"/>
          <a:ln xmlns:a="http://schemas.openxmlformats.org/drawingml/2006/main" w="9525">
            <a:solidFill>
              <a:srgbClr val="CDD6DE"/>
            </a:solidFill>
            <a:prstDash val="dash"/>
          </a:ln>
        </p:spPr>
      </p:sp>
      <p:sp>
        <p:nvSpPr>
          <p:cNvPr id="73" name="dp42-background / n64 / path">
            <a:extLst xmlns:a="http://schemas.openxmlformats.org/drawingml/2006/main">
              <a:ext uri="{FF2B5EF4-FFF2-40B4-BE49-F238E27FC236}">
                <a16:creationId xmlns:a16="http://schemas.microsoft.com/office/drawing/2014/main" id="{886F2E36-EC93-46EB-BE63-F5DDF1D65A2A}"/>
              </a:ext>
            </a:extLst>
          </p:cNvPr>
          <p:cNvSpPr>
            <a:spLocks xmlns:a="http://schemas.openxmlformats.org/drawingml/2006/main" noGrp="1"/>
          </p:cNvSpPr>
          <p:nvPr/>
        </p:nvSpPr>
        <p:spPr>
          <a:xfrm xmlns:a="http://schemas.openxmlformats.org/drawingml/2006/main">
            <a:off x="7715250" y="5934075"/>
            <a:ext cx="953" cy="847725"/>
          </a:xfrm>
          <a:custGeom xmlns:a="http://schemas.openxmlformats.org/drawingml/2006/main">
            <a:pathLst>
              <a:path w="953" h="847725">
                <a:moveTo>
                  <a:pt x="0" y="0"/>
                </a:moveTo>
                <a:lnTo>
                  <a:pt x="0" y="847725"/>
                </a:lnTo>
              </a:path>
            </a:pathLst>
          </a:custGeom>
          <a:noFill xmlns:a="http://schemas.openxmlformats.org/drawingml/2006/main"/>
          <a:ln xmlns:a="http://schemas.openxmlformats.org/drawingml/2006/main" w="9525">
            <a:solidFill>
              <a:srgbClr val="CDD6DE"/>
            </a:solidFill>
            <a:prstDash val="dash"/>
          </a:ln>
        </p:spPr>
      </p:sp>
      <p:sp>
        <p:nvSpPr>
          <p:cNvPr id="74" name="dp42-background / n65 / path">
            <a:extLst xmlns:a="http://schemas.openxmlformats.org/drawingml/2006/main">
              <a:ext uri="{FF2B5EF4-FFF2-40B4-BE49-F238E27FC236}">
                <a16:creationId xmlns:a16="http://schemas.microsoft.com/office/drawing/2014/main" id="{C213097E-8C62-46B4-984B-C8240AF5CD4B}"/>
              </a:ext>
            </a:extLst>
          </p:cNvPr>
          <p:cNvSpPr>
            <a:spLocks xmlns:a="http://schemas.openxmlformats.org/drawingml/2006/main" noGrp="1"/>
          </p:cNvSpPr>
          <p:nvPr/>
        </p:nvSpPr>
        <p:spPr>
          <a:xfrm xmlns:a="http://schemas.openxmlformats.org/drawingml/2006/main">
            <a:off x="7715250" y="7524750"/>
            <a:ext cx="953" cy="571500"/>
          </a:xfrm>
          <a:custGeom xmlns:a="http://schemas.openxmlformats.org/drawingml/2006/main">
            <a:pathLst>
              <a:path w="953" h="571500">
                <a:moveTo>
                  <a:pt x="0" y="0"/>
                </a:moveTo>
                <a:lnTo>
                  <a:pt x="0" y="571500"/>
                </a:lnTo>
              </a:path>
            </a:pathLst>
          </a:custGeom>
          <a:noFill xmlns:a="http://schemas.openxmlformats.org/drawingml/2006/main"/>
          <a:ln xmlns:a="http://schemas.openxmlformats.org/drawingml/2006/main" w="9525">
            <a:solidFill>
              <a:srgbClr val="CDD6DE"/>
            </a:solidFill>
            <a:prstDash val="dash"/>
          </a:ln>
        </p:spPr>
      </p:sp>
      <p:sp>
        <p:nvSpPr>
          <p:cNvPr id="75" name="dp42-background / n66 / text 1">
            <a:extLst xmlns:a="http://schemas.openxmlformats.org/drawingml/2006/main">
              <a:ext uri="{FF2B5EF4-FFF2-40B4-BE49-F238E27FC236}">
                <a16:creationId xmlns:a16="http://schemas.microsoft.com/office/drawing/2014/main" id="{F2A84DF7-5316-4239-9A5B-E3671DAF2F0F}"/>
              </a:ext>
            </a:extLst>
          </p:cNvPr>
          <p:cNvSpPr>
            <a:spLocks xmlns:a="http://schemas.openxmlformats.org/drawingml/2006/main" noGrp="1"/>
          </p:cNvSpPr>
          <p:nvPr/>
        </p:nvSpPr>
        <p:spPr>
          <a:xfrm xmlns:a="http://schemas.openxmlformats.org/drawingml/2006/main">
            <a:off x="12001500" y="3381375"/>
            <a:ext cx="56769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서로 다른 완료 시점</a:t>
            </a:r>
          </a:p>
        </p:txBody>
      </p:sp>
      <p:sp>
        <p:nvSpPr>
          <p:cNvPr id="76" name="dp42-background / n67 / text 1">
            <a:extLst xmlns:a="http://schemas.openxmlformats.org/drawingml/2006/main">
              <a:ext uri="{FF2B5EF4-FFF2-40B4-BE49-F238E27FC236}">
                <a16:creationId xmlns:a16="http://schemas.microsoft.com/office/drawing/2014/main" id="{5D1F5E0C-EA00-4B61-844B-4D9BB6D68400}"/>
              </a:ext>
            </a:extLst>
          </p:cNvPr>
          <p:cNvSpPr>
            <a:spLocks xmlns:a="http://schemas.openxmlformats.org/drawingml/2006/main" noGrp="1"/>
          </p:cNvSpPr>
          <p:nvPr/>
        </p:nvSpPr>
        <p:spPr>
          <a:xfrm xmlns:a="http://schemas.openxmlformats.org/drawingml/2006/main">
            <a:off x="12001500" y="3781425"/>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외부 접수와 답변 완료, Task 목표 완료의 구분</a:t>
            </a:r>
          </a:p>
        </p:txBody>
      </p:sp>
      <p:sp>
        <p:nvSpPr>
          <p:cNvPr id="77" name="dp42-background / n68 / text 1">
            <a:extLst xmlns:a="http://schemas.openxmlformats.org/drawingml/2006/main">
              <a:ext uri="{FF2B5EF4-FFF2-40B4-BE49-F238E27FC236}">
                <a16:creationId xmlns:a16="http://schemas.microsoft.com/office/drawing/2014/main" id="{6437F658-0ADE-486F-B35D-5C8CEE5FF39B}"/>
              </a:ext>
            </a:extLst>
          </p:cNvPr>
          <p:cNvSpPr>
            <a:spLocks xmlns:a="http://schemas.openxmlformats.org/drawingml/2006/main" noGrp="1"/>
          </p:cNvSpPr>
          <p:nvPr/>
        </p:nvSpPr>
        <p:spPr>
          <a:xfrm xmlns:a="http://schemas.openxmlformats.org/drawingml/2006/main">
            <a:off x="12001500" y="4905375"/>
            <a:ext cx="56769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후속 Request와 실행 연결</a:t>
            </a:r>
          </a:p>
        </p:txBody>
      </p:sp>
      <p:sp>
        <p:nvSpPr>
          <p:cNvPr id="78" name="dp42-background / n69 / text 1">
            <a:extLst xmlns:a="http://schemas.openxmlformats.org/drawingml/2006/main">
              <a:ext uri="{FF2B5EF4-FFF2-40B4-BE49-F238E27FC236}">
                <a16:creationId xmlns:a16="http://schemas.microsoft.com/office/drawing/2014/main" id="{9ADDFA20-A5A1-4D65-B2C3-0953BB3B40A0}"/>
              </a:ext>
            </a:extLst>
          </p:cNvPr>
          <p:cNvSpPr>
            <a:spLocks xmlns:a="http://schemas.openxmlformats.org/drawingml/2006/main" noGrp="1"/>
          </p:cNvSpPr>
          <p:nvPr/>
        </p:nvSpPr>
        <p:spPr>
          <a:xfrm xmlns:a="http://schemas.openxmlformats.org/drawingml/2006/main">
            <a:off x="12001500" y="5305425"/>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같은 Task의 상태 조회와 새 수정 실행 연결</a:t>
            </a:r>
          </a:p>
        </p:txBody>
      </p:sp>
      <p:sp>
        <p:nvSpPr>
          <p:cNvPr id="79" name="dp42-background / n70 / text 1">
            <a:extLst xmlns:a="http://schemas.openxmlformats.org/drawingml/2006/main">
              <a:ext uri="{FF2B5EF4-FFF2-40B4-BE49-F238E27FC236}">
                <a16:creationId xmlns:a16="http://schemas.microsoft.com/office/drawing/2014/main" id="{92F0F2AA-6D6E-412E-972F-49C467BC49B6}"/>
              </a:ext>
            </a:extLst>
          </p:cNvPr>
          <p:cNvSpPr>
            <a:spLocks xmlns:a="http://schemas.openxmlformats.org/drawingml/2006/main" noGrp="1"/>
          </p:cNvSpPr>
          <p:nvPr/>
        </p:nvSpPr>
        <p:spPr>
          <a:xfrm xmlns:a="http://schemas.openxmlformats.org/drawingml/2006/main">
            <a:off x="12001500" y="6429375"/>
            <a:ext cx="56769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관리 책임과 복구 범위</a:t>
            </a:r>
          </a:p>
        </p:txBody>
      </p:sp>
      <p:sp>
        <p:nvSpPr>
          <p:cNvPr id="80" name="dp42-background / n71 / text 1">
            <a:extLst xmlns:a="http://schemas.openxmlformats.org/drawingml/2006/main">
              <a:ext uri="{FF2B5EF4-FFF2-40B4-BE49-F238E27FC236}">
                <a16:creationId xmlns:a16="http://schemas.microsoft.com/office/drawing/2014/main" id="{14E69E27-5FAB-4362-A4F7-2D63CE70D27D}"/>
              </a:ext>
            </a:extLst>
          </p:cNvPr>
          <p:cNvSpPr>
            <a:spLocks xmlns:a="http://schemas.openxmlformats.org/drawingml/2006/main" noGrp="1"/>
          </p:cNvSpPr>
          <p:nvPr/>
        </p:nvSpPr>
        <p:spPr>
          <a:xfrm xmlns:a="http://schemas.openxmlformats.org/drawingml/2006/main">
            <a:off x="12001500" y="6829425"/>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기록과 상태의 관리 경계 및 중단 후 복구</a:t>
            </a:r>
          </a:p>
        </p:txBody>
      </p:sp>
    </p:spTree>
    <p:extLst>
      <p:ext uri="{BB962C8B-B14F-4D97-AF65-F5344CB8AC3E}">
        <p14:creationId xmlns:p14="http://schemas.microsoft.com/office/powerpoint/2010/main" val="1393941666"/>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62" name="dp42-comparison / n1">
            <a:extLst xmlns:a="http://schemas.openxmlformats.org/drawingml/2006/main">
              <a:ext uri="{FF2B5EF4-FFF2-40B4-BE49-F238E27FC236}">
                <a16:creationId xmlns:a16="http://schemas.microsoft.com/office/drawing/2014/main" id="{EF6AA7E7-CFA7-4302-B593-418FEE9CCCBD}"/>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2-comparison / n2 / text 1">
            <a:extLst xmlns:a="http://schemas.openxmlformats.org/drawingml/2006/main">
              <a:ext uri="{FF2B5EF4-FFF2-40B4-BE49-F238E27FC236}">
                <a16:creationId xmlns:a16="http://schemas.microsoft.com/office/drawing/2014/main" id="{B8B12ACC-F360-4AEB-BAAC-8638E3A2482C}"/>
              </a:ext>
            </a:extLst>
          </p:cNvPr>
          <p:cNvSpPr>
            <a:spLocks xmlns:a="http://schemas.openxmlformats.org/drawingml/2006/main" noGrp="1"/>
          </p:cNvSpPr>
          <p:nvPr/>
        </p:nvSpPr>
        <p:spPr>
          <a:xfrm xmlns:a="http://schemas.openxmlformats.org/drawingml/2006/main">
            <a:off x="381000" y="209550"/>
            <a:ext cx="123825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1">
                <a:solidFill>
                  <a:srgbClr val="087E8B"/>
                </a:solidFill>
                <a:latin typeface="Apple SD Gothic Neo"/>
                <a:ea typeface="Apple SD Gothic Neo"/>
                <a:cs typeface="Apple SD Gothic Neo"/>
              </a:defRPr>
            </a:pPr>
            <a:r>
              <a:rPr sz="1425" b="1">
                <a:solidFill>
                  <a:srgbClr val="087E8B"/>
                </a:solidFill>
                <a:latin typeface="Apple SD Gothic Neo"/>
                <a:ea typeface="Apple SD Gothic Neo"/>
                <a:cs typeface="Apple SD Gothic Neo"/>
              </a:rPr>
              <a:t>VIA SOFTWARE ARCHITECTURE / DP 설계 비교</a:t>
            </a:r>
          </a:p>
        </p:txBody>
      </p:sp>
      <p:sp>
        <p:nvSpPr>
          <p:cNvPr id="3" name="dp42-comparison / n3 / text 1">
            <a:extLst xmlns:a="http://schemas.openxmlformats.org/drawingml/2006/main">
              <a:ext uri="{FF2B5EF4-FFF2-40B4-BE49-F238E27FC236}">
                <a16:creationId xmlns:a16="http://schemas.microsoft.com/office/drawing/2014/main" id="{61E7D0F2-D832-4283-950F-F63E3D0DAA02}"/>
              </a:ext>
            </a:extLst>
          </p:cNvPr>
          <p:cNvSpPr>
            <a:spLocks xmlns:a="http://schemas.openxmlformats.org/drawingml/2006/main" noGrp="1"/>
          </p:cNvSpPr>
          <p:nvPr/>
        </p:nvSpPr>
        <p:spPr>
          <a:xfrm xmlns:a="http://schemas.openxmlformats.org/drawingml/2006/main">
            <a:off x="13620750" y="209550"/>
            <a:ext cx="42862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구조 비교 / 장단점 / QA Trade-off</a:t>
            </a:r>
          </a:p>
        </p:txBody>
      </p:sp>
      <p:sp>
        <p:nvSpPr>
          <p:cNvPr id="4" name="dp42-comparison / n4 / text 1">
            <a:extLst xmlns:a="http://schemas.openxmlformats.org/drawingml/2006/main">
              <a:ext uri="{FF2B5EF4-FFF2-40B4-BE49-F238E27FC236}">
                <a16:creationId xmlns:a16="http://schemas.microsoft.com/office/drawing/2014/main" id="{DBA66D66-068E-401B-AD16-2FAB547499DD}"/>
              </a:ext>
            </a:extLst>
          </p:cNvPr>
          <p:cNvSpPr>
            <a:spLocks xmlns:a="http://schemas.openxmlformats.org/drawingml/2006/main" noGrp="1"/>
          </p:cNvSpPr>
          <p:nvPr/>
        </p:nvSpPr>
        <p:spPr>
          <a:xfrm xmlns:a="http://schemas.openxmlformats.org/drawingml/2006/main">
            <a:off x="381000" y="619125"/>
            <a:ext cx="17526000" cy="53863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925" b="1">
                <a:solidFill>
                  <a:srgbClr val="18232E"/>
                </a:solidFill>
                <a:latin typeface="Apple SD Gothic Neo"/>
                <a:ea typeface="Apple SD Gothic Neo"/>
                <a:cs typeface="Apple SD Gothic Neo"/>
              </a:defRPr>
            </a:pPr>
            <a:r>
              <a:rPr sz="2925" b="1">
                <a:solidFill>
                  <a:srgbClr val="18232E"/>
                </a:solidFill>
                <a:latin typeface="Apple SD Gothic Neo"/>
                <a:ea typeface="Apple SD Gothic Neo"/>
                <a:cs typeface="Apple SD Gothic Neo"/>
              </a:rPr>
              <a:t>04-42. 변경 용이성을 위한 VIA Conversation과 Task 관리 설계</a:t>
            </a:r>
          </a:p>
        </p:txBody>
      </p:sp>
      <p:sp>
        <p:nvSpPr>
          <p:cNvPr id="5" name="dp42-comparison / n5 / path">
            <a:extLst xmlns:a="http://schemas.openxmlformats.org/drawingml/2006/main">
              <a:ext uri="{FF2B5EF4-FFF2-40B4-BE49-F238E27FC236}">
                <a16:creationId xmlns:a16="http://schemas.microsoft.com/office/drawing/2014/main" id="{2960F11E-3DED-411F-87E2-7C43F59BBD5A}"/>
              </a:ext>
            </a:extLst>
          </p:cNvPr>
          <p:cNvSpPr>
            <a:spLocks xmlns:a="http://schemas.openxmlformats.org/drawingml/2006/main" noGrp="1"/>
          </p:cNvSpPr>
          <p:nvPr/>
        </p:nvSpPr>
        <p:spPr>
          <a:xfrm xmlns:a="http://schemas.openxmlformats.org/drawingml/2006/main">
            <a:off x="381000" y="11525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6" name="dp42-comparison / n6 / text 1">
            <a:extLst xmlns:a="http://schemas.openxmlformats.org/drawingml/2006/main">
              <a:ext uri="{FF2B5EF4-FFF2-40B4-BE49-F238E27FC236}">
                <a16:creationId xmlns:a16="http://schemas.microsoft.com/office/drawing/2014/main" id="{5F08E726-E598-4350-B58D-B3698824A4BC}"/>
              </a:ext>
            </a:extLst>
          </p:cNvPr>
          <p:cNvSpPr>
            <a:spLocks xmlns:a="http://schemas.openxmlformats.org/drawingml/2006/main" noGrp="1"/>
          </p:cNvSpPr>
          <p:nvPr/>
        </p:nvSpPr>
        <p:spPr>
          <a:xfrm xmlns:a="http://schemas.openxmlformats.org/drawingml/2006/main">
            <a:off x="381000" y="1352550"/>
            <a:ext cx="145732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보고서 질문 Q1을 실제 제시(P1) → “상반기로” 답변(u2) → 접수와 실제 전달 확인</a:t>
            </a:r>
          </a:p>
        </p:txBody>
      </p:sp>
      <p:sp>
        <p:nvSpPr>
          <p:cNvPr id="7" name="dp42-comparison / n7 / text 1">
            <a:extLst xmlns:a="http://schemas.openxmlformats.org/drawingml/2006/main">
              <a:ext uri="{FF2B5EF4-FFF2-40B4-BE49-F238E27FC236}">
                <a16:creationId xmlns:a16="http://schemas.microsoft.com/office/drawing/2014/main" id="{5C0A0A1A-94A8-4F97-AFC7-5D9D7520A704}"/>
              </a:ext>
            </a:extLst>
          </p:cNvPr>
          <p:cNvSpPr>
            <a:spLocks xmlns:a="http://schemas.openxmlformats.org/drawingml/2006/main" noGrp="1"/>
          </p:cNvSpPr>
          <p:nvPr/>
        </p:nvSpPr>
        <p:spPr>
          <a:xfrm xmlns:a="http://schemas.openxmlformats.org/drawingml/2006/main">
            <a:off x="15144750" y="1381125"/>
            <a:ext cx="27622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425" b="1">
                <a:solidFill>
                  <a:srgbClr val="B63732"/>
                </a:solidFill>
                <a:latin typeface="Apple SD Gothic Neo"/>
                <a:ea typeface="Apple SD Gothic Neo"/>
                <a:cs typeface="Apple SD Gothic Neo"/>
              </a:defRPr>
            </a:pPr>
            <a:r>
              <a:rPr sz="1425" b="1">
                <a:solidFill>
                  <a:srgbClr val="B63732"/>
                </a:solidFill>
                <a:latin typeface="Apple SD Gothic Neo"/>
                <a:ea typeface="Apple SD Gothic Neo"/>
                <a:cs typeface="Apple SD Gothic Neo"/>
              </a:rPr>
              <a:t>수치와 점수 / 예상 예시</a:t>
            </a:r>
          </a:p>
        </p:txBody>
      </p:sp>
      <p:sp>
        <p:nvSpPr>
          <p:cNvPr id="8" name="dp42-comparison / n8">
            <a:extLst xmlns:a="http://schemas.openxmlformats.org/drawingml/2006/main">
              <a:ext uri="{FF2B5EF4-FFF2-40B4-BE49-F238E27FC236}">
                <a16:creationId xmlns:a16="http://schemas.microsoft.com/office/drawing/2014/main" id="{DCBFC499-8E38-4754-98CB-9CDA5EFD4E06}"/>
              </a:ext>
            </a:extLst>
          </p:cNvPr>
          <p:cNvSpPr>
            <a:spLocks xmlns:a="http://schemas.openxmlformats.org/drawingml/2006/main" noGrp="1"/>
          </p:cNvSpPr>
          <p:nvPr/>
        </p:nvSpPr>
        <p:spPr>
          <a:xfrm xmlns:a="http://schemas.openxmlformats.org/drawingml/2006/main">
            <a:off x="381000" y="1790700"/>
            <a:ext cx="17526000" cy="523875"/>
          </a:xfrm>
          <a:prstGeom xmlns:a="http://schemas.openxmlformats.org/drawingml/2006/main" prst="rect">
            <a:avLst/>
          </a:prstGeom>
          <a:solidFill xmlns:a="http://schemas.openxmlformats.org/drawingml/2006/main">
            <a:srgbClr val="D5E7C7"/>
          </a:solidFill>
          <a:ln xmlns:a="http://schemas.openxmlformats.org/drawingml/2006/main" w="16193">
            <a:solidFill>
              <a:srgbClr val="CDD6DE"/>
            </a:solidFill>
            <a:prstDash val="solid"/>
          </a:ln>
        </p:spPr>
      </p:sp>
      <p:sp>
        <p:nvSpPr>
          <p:cNvPr id="9" name="dp42-comparison / n9 / text 1">
            <a:extLst xmlns:a="http://schemas.openxmlformats.org/drawingml/2006/main">
              <a:ext uri="{FF2B5EF4-FFF2-40B4-BE49-F238E27FC236}">
                <a16:creationId xmlns:a16="http://schemas.microsoft.com/office/drawing/2014/main" id="{737236E7-AD5C-46A8-86E7-38B64561A0F5}"/>
              </a:ext>
            </a:extLst>
          </p:cNvPr>
          <p:cNvSpPr>
            <a:spLocks xmlns:a="http://schemas.openxmlformats.org/drawingml/2006/main" noGrp="1"/>
          </p:cNvSpPr>
          <p:nvPr/>
        </p:nvSpPr>
        <p:spPr>
          <a:xfrm xmlns:a="http://schemas.openxmlformats.org/drawingml/2006/main">
            <a:off x="390525" y="1952625"/>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설계안</a:t>
            </a:r>
          </a:p>
        </p:txBody>
      </p:sp>
      <p:sp>
        <p:nvSpPr>
          <p:cNvPr id="10" name="dp42-comparison / n10">
            <a:extLst xmlns:a="http://schemas.openxmlformats.org/drawingml/2006/main">
              <a:ext uri="{FF2B5EF4-FFF2-40B4-BE49-F238E27FC236}">
                <a16:creationId xmlns:a16="http://schemas.microsoft.com/office/drawing/2014/main" id="{ED502BE9-197B-42A8-AB3D-C5654E0F9A71}"/>
              </a:ext>
            </a:extLst>
          </p:cNvPr>
          <p:cNvSpPr>
            <a:spLocks xmlns:a="http://schemas.openxmlformats.org/drawingml/2006/main" noGrp="1"/>
          </p:cNvSpPr>
          <p:nvPr/>
        </p:nvSpPr>
        <p:spPr>
          <a:xfrm xmlns:a="http://schemas.openxmlformats.org/drawingml/2006/main">
            <a:off x="381000" y="2314575"/>
            <a:ext cx="17526000" cy="5257800"/>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1" name="dp42-comparison / n11 / text 1">
            <a:extLst xmlns:a="http://schemas.openxmlformats.org/drawingml/2006/main">
              <a:ext uri="{FF2B5EF4-FFF2-40B4-BE49-F238E27FC236}">
                <a16:creationId xmlns:a16="http://schemas.microsoft.com/office/drawing/2014/main" id="{427B76CD-7898-439A-9AF2-36F6E83FE4A1}"/>
              </a:ext>
            </a:extLst>
          </p:cNvPr>
          <p:cNvSpPr>
            <a:spLocks xmlns:a="http://schemas.openxmlformats.org/drawingml/2006/main" noGrp="1"/>
          </p:cNvSpPr>
          <p:nvPr/>
        </p:nvSpPr>
        <p:spPr>
          <a:xfrm xmlns:a="http://schemas.openxmlformats.org/drawingml/2006/main">
            <a:off x="390525" y="24765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구조</a:t>
            </a:r>
          </a:p>
        </p:txBody>
      </p:sp>
      <p:sp>
        <p:nvSpPr>
          <p:cNvPr id="12" name="dp42-comparison / n12">
            <a:extLst xmlns:a="http://schemas.openxmlformats.org/drawingml/2006/main">
              <a:ext uri="{FF2B5EF4-FFF2-40B4-BE49-F238E27FC236}">
                <a16:creationId xmlns:a16="http://schemas.microsoft.com/office/drawing/2014/main" id="{D8176251-ED29-4F6E-A7A8-CAC9DA8FBF0E}"/>
              </a:ext>
            </a:extLst>
          </p:cNvPr>
          <p:cNvSpPr>
            <a:spLocks xmlns:a="http://schemas.openxmlformats.org/drawingml/2006/main" noGrp="1"/>
          </p:cNvSpPr>
          <p:nvPr/>
        </p:nvSpPr>
        <p:spPr>
          <a:xfrm xmlns:a="http://schemas.openxmlformats.org/drawingml/2006/main">
            <a:off x="381000" y="7572375"/>
            <a:ext cx="17526000" cy="762000"/>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3" name="dp42-comparison / n13 / text 1">
            <a:extLst xmlns:a="http://schemas.openxmlformats.org/drawingml/2006/main">
              <a:ext uri="{FF2B5EF4-FFF2-40B4-BE49-F238E27FC236}">
                <a16:creationId xmlns:a16="http://schemas.microsoft.com/office/drawing/2014/main" id="{8323B8FF-085F-49C4-BE15-3FCBD00B6121}"/>
              </a:ext>
            </a:extLst>
          </p:cNvPr>
          <p:cNvSpPr>
            <a:spLocks xmlns:a="http://schemas.openxmlformats.org/drawingml/2006/main" noGrp="1"/>
          </p:cNvSpPr>
          <p:nvPr/>
        </p:nvSpPr>
        <p:spPr>
          <a:xfrm xmlns:a="http://schemas.openxmlformats.org/drawingml/2006/main">
            <a:off x="390525" y="77343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장점</a:t>
            </a:r>
          </a:p>
        </p:txBody>
      </p:sp>
      <p:sp>
        <p:nvSpPr>
          <p:cNvPr id="14" name="dp42-comparison / n14">
            <a:extLst xmlns:a="http://schemas.openxmlformats.org/drawingml/2006/main">
              <a:ext uri="{FF2B5EF4-FFF2-40B4-BE49-F238E27FC236}">
                <a16:creationId xmlns:a16="http://schemas.microsoft.com/office/drawing/2014/main" id="{B1812EE7-22B8-425E-B9DB-02306E7B1DDF}"/>
              </a:ext>
            </a:extLst>
          </p:cNvPr>
          <p:cNvSpPr>
            <a:spLocks xmlns:a="http://schemas.openxmlformats.org/drawingml/2006/main" noGrp="1"/>
          </p:cNvSpPr>
          <p:nvPr/>
        </p:nvSpPr>
        <p:spPr>
          <a:xfrm xmlns:a="http://schemas.openxmlformats.org/drawingml/2006/main">
            <a:off x="381000" y="8334375"/>
            <a:ext cx="17526000" cy="762000"/>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5" name="dp42-comparison / n15 / text 1">
            <a:extLst xmlns:a="http://schemas.openxmlformats.org/drawingml/2006/main">
              <a:ext uri="{FF2B5EF4-FFF2-40B4-BE49-F238E27FC236}">
                <a16:creationId xmlns:a16="http://schemas.microsoft.com/office/drawing/2014/main" id="{63759FF2-C535-4CF1-A1C6-0536DCB586CC}"/>
              </a:ext>
            </a:extLst>
          </p:cNvPr>
          <p:cNvSpPr>
            <a:spLocks xmlns:a="http://schemas.openxmlformats.org/drawingml/2006/main" noGrp="1"/>
          </p:cNvSpPr>
          <p:nvPr/>
        </p:nvSpPr>
        <p:spPr>
          <a:xfrm xmlns:a="http://schemas.openxmlformats.org/drawingml/2006/main">
            <a:off x="390525" y="84963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단점</a:t>
            </a:r>
          </a:p>
        </p:txBody>
      </p:sp>
      <p:sp>
        <p:nvSpPr>
          <p:cNvPr id="16" name="dp42-comparison / n16">
            <a:extLst xmlns:a="http://schemas.openxmlformats.org/drawingml/2006/main">
              <a:ext uri="{FF2B5EF4-FFF2-40B4-BE49-F238E27FC236}">
                <a16:creationId xmlns:a16="http://schemas.microsoft.com/office/drawing/2014/main" id="{6159C1CE-5A2B-4919-BC8C-39FA40A98390}"/>
              </a:ext>
            </a:extLst>
          </p:cNvPr>
          <p:cNvSpPr>
            <a:spLocks xmlns:a="http://schemas.openxmlformats.org/drawingml/2006/main" noGrp="1"/>
          </p:cNvSpPr>
          <p:nvPr/>
        </p:nvSpPr>
        <p:spPr>
          <a:xfrm xmlns:a="http://schemas.openxmlformats.org/drawingml/2006/main">
            <a:off x="381000" y="9096375"/>
            <a:ext cx="17526000" cy="904875"/>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7" name="dp42-comparison / n17 / text 1">
            <a:extLst xmlns:a="http://schemas.openxmlformats.org/drawingml/2006/main">
              <a:ext uri="{FF2B5EF4-FFF2-40B4-BE49-F238E27FC236}">
                <a16:creationId xmlns:a16="http://schemas.microsoft.com/office/drawing/2014/main" id="{CD095981-A1CA-481D-AE95-31C6D819036E}"/>
              </a:ext>
            </a:extLst>
          </p:cNvPr>
          <p:cNvSpPr>
            <a:spLocks xmlns:a="http://schemas.openxmlformats.org/drawingml/2006/main" noGrp="1"/>
          </p:cNvSpPr>
          <p:nvPr/>
        </p:nvSpPr>
        <p:spPr>
          <a:xfrm xmlns:a="http://schemas.openxmlformats.org/drawingml/2006/main">
            <a:off x="390525" y="92583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QA</a:t>
            </a:r>
          </a:p>
        </p:txBody>
      </p:sp>
      <p:sp>
        <p:nvSpPr>
          <p:cNvPr id="18" name="dp42-comparison / n17 / text 2">
            <a:extLst xmlns:a="http://schemas.openxmlformats.org/drawingml/2006/main">
              <a:ext uri="{FF2B5EF4-FFF2-40B4-BE49-F238E27FC236}">
                <a16:creationId xmlns:a16="http://schemas.microsoft.com/office/drawing/2014/main" id="{BEE5CC0C-BCF7-438F-88FE-7B873E4B9622}"/>
              </a:ext>
            </a:extLst>
          </p:cNvPr>
          <p:cNvSpPr>
            <a:spLocks xmlns:a="http://schemas.openxmlformats.org/drawingml/2006/main" noGrp="1"/>
          </p:cNvSpPr>
          <p:nvPr/>
        </p:nvSpPr>
        <p:spPr>
          <a:xfrm xmlns:a="http://schemas.openxmlformats.org/drawingml/2006/main">
            <a:off x="390525" y="950595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Trade-off</a:t>
            </a:r>
          </a:p>
        </p:txBody>
      </p:sp>
      <p:sp>
        <p:nvSpPr>
          <p:cNvPr id="19" name="dp42-comparison / n18 / path">
            <a:extLst xmlns:a="http://schemas.openxmlformats.org/drawingml/2006/main">
              <a:ext uri="{FF2B5EF4-FFF2-40B4-BE49-F238E27FC236}">
                <a16:creationId xmlns:a16="http://schemas.microsoft.com/office/drawing/2014/main" id="{F283620D-1F88-4735-B393-24FD58B2E066}"/>
              </a:ext>
            </a:extLst>
          </p:cNvPr>
          <p:cNvSpPr>
            <a:spLocks xmlns:a="http://schemas.openxmlformats.org/drawingml/2006/main" noGrp="1"/>
          </p:cNvSpPr>
          <p:nvPr/>
        </p:nvSpPr>
        <p:spPr>
          <a:xfrm xmlns:a="http://schemas.openxmlformats.org/drawingml/2006/main">
            <a:off x="1333500" y="1790700"/>
            <a:ext cx="953" cy="8210550"/>
          </a:xfrm>
          <a:custGeom xmlns:a="http://schemas.openxmlformats.org/drawingml/2006/main">
            <a:pathLst>
              <a:path w="953" h="8210550">
                <a:moveTo>
                  <a:pt x="0" y="0"/>
                </a:moveTo>
                <a:lnTo>
                  <a:pt x="0" y="8210550"/>
                </a:lnTo>
              </a:path>
            </a:pathLst>
          </a:custGeom>
          <a:noFill xmlns:a="http://schemas.openxmlformats.org/drawingml/2006/main"/>
          <a:ln xmlns:a="http://schemas.openxmlformats.org/drawingml/2006/main" w="19050">
            <a:solidFill>
              <a:srgbClr val="CDD6DE"/>
            </a:solidFill>
            <a:prstDash val="solid"/>
          </a:ln>
        </p:spPr>
      </p:sp>
      <p:sp>
        <p:nvSpPr>
          <p:cNvPr id="20" name="dp42-comparison / n19 / path">
            <a:extLst xmlns:a="http://schemas.openxmlformats.org/drawingml/2006/main">
              <a:ext uri="{FF2B5EF4-FFF2-40B4-BE49-F238E27FC236}">
                <a16:creationId xmlns:a16="http://schemas.microsoft.com/office/drawing/2014/main" id="{7642308A-6974-4981-A0CC-7778B96872B2}"/>
              </a:ext>
            </a:extLst>
          </p:cNvPr>
          <p:cNvSpPr>
            <a:spLocks xmlns:a="http://schemas.openxmlformats.org/drawingml/2006/main" noGrp="1"/>
          </p:cNvSpPr>
          <p:nvPr/>
        </p:nvSpPr>
        <p:spPr>
          <a:xfrm xmlns:a="http://schemas.openxmlformats.org/drawingml/2006/main">
            <a:off x="9620250" y="1790700"/>
            <a:ext cx="953" cy="8210550"/>
          </a:xfrm>
          <a:custGeom xmlns:a="http://schemas.openxmlformats.org/drawingml/2006/main">
            <a:pathLst>
              <a:path w="953" h="8210550">
                <a:moveTo>
                  <a:pt x="0" y="0"/>
                </a:moveTo>
                <a:lnTo>
                  <a:pt x="0" y="8210550"/>
                </a:lnTo>
              </a:path>
            </a:pathLst>
          </a:custGeom>
          <a:noFill xmlns:a="http://schemas.openxmlformats.org/drawingml/2006/main"/>
          <a:ln xmlns:a="http://schemas.openxmlformats.org/drawingml/2006/main" w="19050">
            <a:solidFill>
              <a:srgbClr val="CDD6DE"/>
            </a:solidFill>
            <a:prstDash val="solid"/>
          </a:ln>
        </p:spPr>
      </p:sp>
      <p:sp>
        <p:nvSpPr>
          <p:cNvPr id="21" name="dp42-comparison / n20 / text 1">
            <a:extLst xmlns:a="http://schemas.openxmlformats.org/drawingml/2006/main">
              <a:ext uri="{FF2B5EF4-FFF2-40B4-BE49-F238E27FC236}">
                <a16:creationId xmlns:a16="http://schemas.microsoft.com/office/drawing/2014/main" id="{AF96719A-D08A-4E85-8A9A-5ABE7BFA0F7D}"/>
              </a:ext>
            </a:extLst>
          </p:cNvPr>
          <p:cNvSpPr>
            <a:spLocks xmlns:a="http://schemas.openxmlformats.org/drawingml/2006/main" noGrp="1"/>
          </p:cNvSpPr>
          <p:nvPr/>
        </p:nvSpPr>
        <p:spPr>
          <a:xfrm xmlns:a="http://schemas.openxmlformats.org/drawingml/2006/main">
            <a:off x="1485900" y="1933575"/>
            <a:ext cx="79819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00" b="1">
                <a:solidFill>
                  <a:srgbClr val="18232E"/>
                </a:solidFill>
                <a:latin typeface="Apple SD Gothic Neo"/>
                <a:ea typeface="Apple SD Gothic Neo"/>
                <a:cs typeface="Apple SD Gothic Neo"/>
              </a:defRPr>
            </a:pPr>
            <a:r>
              <a:rPr sz="2100" b="1">
                <a:solidFill>
                  <a:srgbClr val="18232E"/>
                </a:solidFill>
                <a:latin typeface="Apple SD Gothic Neo"/>
                <a:ea typeface="Apple SD Gothic Neo"/>
                <a:cs typeface="Apple SD Gothic Neo"/>
              </a:rPr>
              <a:t>A 모듈형 통합 VIA Core</a:t>
            </a:r>
          </a:p>
        </p:txBody>
      </p:sp>
      <p:sp>
        <p:nvSpPr>
          <p:cNvPr id="22" name="dp42-comparison / n21 / text 1">
            <a:extLst xmlns:a="http://schemas.openxmlformats.org/drawingml/2006/main">
              <a:ext uri="{FF2B5EF4-FFF2-40B4-BE49-F238E27FC236}">
                <a16:creationId xmlns:a16="http://schemas.microsoft.com/office/drawing/2014/main" id="{01AB3F13-7A36-4BF3-9FA2-EA0C652BBCCC}"/>
              </a:ext>
            </a:extLst>
          </p:cNvPr>
          <p:cNvSpPr>
            <a:spLocks xmlns:a="http://schemas.openxmlformats.org/drawingml/2006/main" noGrp="1"/>
          </p:cNvSpPr>
          <p:nvPr/>
        </p:nvSpPr>
        <p:spPr>
          <a:xfrm xmlns:a="http://schemas.openxmlformats.org/drawingml/2006/main">
            <a:off x="1504950" y="7696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관련 상태의 공동 확정으로 평균 VIA 처리시간 3.2 s (요청 완료 신속성 ↑)</a:t>
            </a:r>
          </a:p>
        </p:txBody>
      </p:sp>
      <p:sp>
        <p:nvSpPr>
          <p:cNvPr id="23" name="dp42-comparison / n22 / text 1">
            <a:extLst xmlns:a="http://schemas.openxmlformats.org/drawingml/2006/main">
              <a:ext uri="{FF2B5EF4-FFF2-40B4-BE49-F238E27FC236}">
                <a16:creationId xmlns:a16="http://schemas.microsoft.com/office/drawing/2014/main" id="{416B8ACE-B745-4E9D-BC49-C6AC562A4BBE}"/>
              </a:ext>
            </a:extLst>
          </p:cNvPr>
          <p:cNvSpPr>
            <a:spLocks xmlns:a="http://schemas.openxmlformats.org/drawingml/2006/main" noGrp="1"/>
          </p:cNvSpPr>
          <p:nvPr/>
        </p:nvSpPr>
        <p:spPr>
          <a:xfrm xmlns:a="http://schemas.openxmlformats.org/drawingml/2006/main">
            <a:off x="1504950" y="7972425"/>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추가 서비스 heap 축소로 전체 메모리 13.2 GB (메모리 효율성 ↑)</a:t>
            </a:r>
          </a:p>
        </p:txBody>
      </p:sp>
      <p:sp>
        <p:nvSpPr>
          <p:cNvPr id="24" name="dp42-comparison / n23 / text 1">
            <a:extLst xmlns:a="http://schemas.openxmlformats.org/drawingml/2006/main">
              <a:ext uri="{FF2B5EF4-FFF2-40B4-BE49-F238E27FC236}">
                <a16:creationId xmlns:a16="http://schemas.microsoft.com/office/drawing/2014/main" id="{FB8C81D7-8E5D-4D9F-ADDB-39EC214EC92D}"/>
              </a:ext>
            </a:extLst>
          </p:cNvPr>
          <p:cNvSpPr>
            <a:spLocks xmlns:a="http://schemas.openxmlformats.org/drawingml/2006/main" noGrp="1"/>
          </p:cNvSpPr>
          <p:nvPr/>
        </p:nvSpPr>
        <p:spPr>
          <a:xfrm xmlns:a="http://schemas.openxmlformats.org/drawingml/2006/main">
            <a:off x="1504950" y="8458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공동 저장과 복구 경로의 변경 전파, 평균 4.0개 (변경 용이성 ↓)</a:t>
            </a:r>
          </a:p>
        </p:txBody>
      </p:sp>
      <p:sp>
        <p:nvSpPr>
          <p:cNvPr id="25" name="dp42-comparison / n24 / text 1">
            <a:extLst xmlns:a="http://schemas.openxmlformats.org/drawingml/2006/main">
              <a:ext uri="{FF2B5EF4-FFF2-40B4-BE49-F238E27FC236}">
                <a16:creationId xmlns:a16="http://schemas.microsoft.com/office/drawing/2014/main" id="{4167C123-BDB3-4CCD-9A43-8B98BC287D58}"/>
              </a:ext>
            </a:extLst>
          </p:cNvPr>
          <p:cNvSpPr>
            <a:spLocks xmlns:a="http://schemas.openxmlformats.org/drawingml/2006/main" noGrp="1"/>
          </p:cNvSpPr>
          <p:nvPr/>
        </p:nvSpPr>
        <p:spPr>
          <a:xfrm xmlns:a="http://schemas.openxmlformats.org/drawingml/2006/main">
            <a:off x="1504950" y="918210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V-05 요청 완료 신속성</a:t>
            </a:r>
          </a:p>
        </p:txBody>
      </p:sp>
      <p:sp>
        <p:nvSpPr>
          <p:cNvPr id="26" name="dp42-comparison / n25 / text 1">
            <a:extLst xmlns:a="http://schemas.openxmlformats.org/drawingml/2006/main">
              <a:ext uri="{FF2B5EF4-FFF2-40B4-BE49-F238E27FC236}">
                <a16:creationId xmlns:a16="http://schemas.microsoft.com/office/drawing/2014/main" id="{00FB5699-B56D-43FE-8D6B-A77BC88CCF88}"/>
              </a:ext>
            </a:extLst>
          </p:cNvPr>
          <p:cNvSpPr>
            <a:spLocks xmlns:a="http://schemas.openxmlformats.org/drawingml/2006/main" noGrp="1"/>
          </p:cNvSpPr>
          <p:nvPr/>
        </p:nvSpPr>
        <p:spPr>
          <a:xfrm xmlns:a="http://schemas.openxmlformats.org/drawingml/2006/main">
            <a:off x="4905375" y="917257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27" name="dp42-comparison / n26 / text 1">
            <a:extLst xmlns:a="http://schemas.openxmlformats.org/drawingml/2006/main">
              <a:ext uri="{FF2B5EF4-FFF2-40B4-BE49-F238E27FC236}">
                <a16:creationId xmlns:a16="http://schemas.microsoft.com/office/drawing/2014/main" id="{4609CD2D-C65B-4298-9879-F60F80E63B2F}"/>
              </a:ext>
            </a:extLst>
          </p:cNvPr>
          <p:cNvSpPr>
            <a:spLocks xmlns:a="http://schemas.openxmlformats.org/drawingml/2006/main" noGrp="1"/>
          </p:cNvSpPr>
          <p:nvPr/>
        </p:nvSpPr>
        <p:spPr>
          <a:xfrm xmlns:a="http://schemas.openxmlformats.org/drawingml/2006/main">
            <a:off x="6124575" y="918210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3.2 s</a:t>
            </a:r>
          </a:p>
        </p:txBody>
      </p:sp>
      <p:sp>
        <p:nvSpPr>
          <p:cNvPr id="28" name="dp42-comparison / n27 / text 1">
            <a:extLst xmlns:a="http://schemas.openxmlformats.org/drawingml/2006/main">
              <a:ext uri="{FF2B5EF4-FFF2-40B4-BE49-F238E27FC236}">
                <a16:creationId xmlns:a16="http://schemas.microsoft.com/office/drawing/2014/main" id="{0EBCA6A1-7556-42C0-B367-CE86B2D225EF}"/>
              </a:ext>
            </a:extLst>
          </p:cNvPr>
          <p:cNvSpPr>
            <a:spLocks xmlns:a="http://schemas.openxmlformats.org/drawingml/2006/main" noGrp="1"/>
          </p:cNvSpPr>
          <p:nvPr/>
        </p:nvSpPr>
        <p:spPr>
          <a:xfrm xmlns:a="http://schemas.openxmlformats.org/drawingml/2006/main">
            <a:off x="7543800" y="920115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VIA 처리시간 ↓</a:t>
            </a:r>
          </a:p>
        </p:txBody>
      </p:sp>
      <p:sp>
        <p:nvSpPr>
          <p:cNvPr id="29" name="dp42-comparison / n28 / text 1">
            <a:extLst xmlns:a="http://schemas.openxmlformats.org/drawingml/2006/main">
              <a:ext uri="{FF2B5EF4-FFF2-40B4-BE49-F238E27FC236}">
                <a16:creationId xmlns:a16="http://schemas.microsoft.com/office/drawing/2014/main" id="{5E366490-C7E5-4341-9BED-B29C04ABB388}"/>
              </a:ext>
            </a:extLst>
          </p:cNvPr>
          <p:cNvSpPr>
            <a:spLocks xmlns:a="http://schemas.openxmlformats.org/drawingml/2006/main" noGrp="1"/>
          </p:cNvSpPr>
          <p:nvPr/>
        </p:nvSpPr>
        <p:spPr>
          <a:xfrm xmlns:a="http://schemas.openxmlformats.org/drawingml/2006/main">
            <a:off x="1504950" y="9439275"/>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V-08 변경 용이성</a:t>
            </a:r>
          </a:p>
        </p:txBody>
      </p:sp>
      <p:sp>
        <p:nvSpPr>
          <p:cNvPr id="30" name="dp42-comparison / n29 / text 1">
            <a:extLst xmlns:a="http://schemas.openxmlformats.org/drawingml/2006/main">
              <a:ext uri="{FF2B5EF4-FFF2-40B4-BE49-F238E27FC236}">
                <a16:creationId xmlns:a16="http://schemas.microsoft.com/office/drawing/2014/main" id="{49942EFF-CEBC-499D-91A6-F78824DA484D}"/>
              </a:ext>
            </a:extLst>
          </p:cNvPr>
          <p:cNvSpPr>
            <a:spLocks xmlns:a="http://schemas.openxmlformats.org/drawingml/2006/main" noGrp="1"/>
          </p:cNvSpPr>
          <p:nvPr/>
        </p:nvSpPr>
        <p:spPr>
          <a:xfrm xmlns:a="http://schemas.openxmlformats.org/drawingml/2006/main">
            <a:off x="4905375" y="9429750"/>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31" name="dp42-comparison / n30 / text 1">
            <a:extLst xmlns:a="http://schemas.openxmlformats.org/drawingml/2006/main">
              <a:ext uri="{FF2B5EF4-FFF2-40B4-BE49-F238E27FC236}">
                <a16:creationId xmlns:a16="http://schemas.microsoft.com/office/drawing/2014/main" id="{678F514E-A160-4949-856C-9D0C8F526EBB}"/>
              </a:ext>
            </a:extLst>
          </p:cNvPr>
          <p:cNvSpPr>
            <a:spLocks xmlns:a="http://schemas.openxmlformats.org/drawingml/2006/main" noGrp="1"/>
          </p:cNvSpPr>
          <p:nvPr/>
        </p:nvSpPr>
        <p:spPr>
          <a:xfrm xmlns:a="http://schemas.openxmlformats.org/drawingml/2006/main">
            <a:off x="6124575" y="9439275"/>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4.0개</a:t>
            </a:r>
          </a:p>
        </p:txBody>
      </p:sp>
      <p:sp>
        <p:nvSpPr>
          <p:cNvPr id="32" name="dp42-comparison / n31 / text 1">
            <a:extLst xmlns:a="http://schemas.openxmlformats.org/drawingml/2006/main">
              <a:ext uri="{FF2B5EF4-FFF2-40B4-BE49-F238E27FC236}">
                <a16:creationId xmlns:a16="http://schemas.microsoft.com/office/drawing/2014/main" id="{683311B1-2870-439B-9CF2-4434D0C4BC1C}"/>
              </a:ext>
            </a:extLst>
          </p:cNvPr>
          <p:cNvSpPr>
            <a:spLocks xmlns:a="http://schemas.openxmlformats.org/drawingml/2006/main" noGrp="1"/>
          </p:cNvSpPr>
          <p:nvPr/>
        </p:nvSpPr>
        <p:spPr>
          <a:xfrm xmlns:a="http://schemas.openxmlformats.org/drawingml/2006/main">
            <a:off x="7543800" y="9458325"/>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변경 요소 수 ↓</a:t>
            </a:r>
          </a:p>
        </p:txBody>
      </p:sp>
      <p:sp>
        <p:nvSpPr>
          <p:cNvPr id="33" name="dp42-comparison / n32 / text 1">
            <a:extLst xmlns:a="http://schemas.openxmlformats.org/drawingml/2006/main">
              <a:ext uri="{FF2B5EF4-FFF2-40B4-BE49-F238E27FC236}">
                <a16:creationId xmlns:a16="http://schemas.microsoft.com/office/drawing/2014/main" id="{489DCB5D-FFE2-457A-8697-5793883CF418}"/>
              </a:ext>
            </a:extLst>
          </p:cNvPr>
          <p:cNvSpPr>
            <a:spLocks xmlns:a="http://schemas.openxmlformats.org/drawingml/2006/main" noGrp="1"/>
          </p:cNvSpPr>
          <p:nvPr/>
        </p:nvSpPr>
        <p:spPr>
          <a:xfrm xmlns:a="http://schemas.openxmlformats.org/drawingml/2006/main">
            <a:off x="1504950" y="969645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V-06 메모리 효율성</a:t>
            </a:r>
          </a:p>
        </p:txBody>
      </p:sp>
      <p:sp>
        <p:nvSpPr>
          <p:cNvPr id="34" name="dp42-comparison / n33 / text 1">
            <a:extLst xmlns:a="http://schemas.openxmlformats.org/drawingml/2006/main">
              <a:ext uri="{FF2B5EF4-FFF2-40B4-BE49-F238E27FC236}">
                <a16:creationId xmlns:a16="http://schemas.microsoft.com/office/drawing/2014/main" id="{EB39D629-010D-4302-815A-3CDDB19BCE95}"/>
              </a:ext>
            </a:extLst>
          </p:cNvPr>
          <p:cNvSpPr>
            <a:spLocks xmlns:a="http://schemas.openxmlformats.org/drawingml/2006/main" noGrp="1"/>
          </p:cNvSpPr>
          <p:nvPr/>
        </p:nvSpPr>
        <p:spPr>
          <a:xfrm xmlns:a="http://schemas.openxmlformats.org/drawingml/2006/main">
            <a:off x="4905375" y="968692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35" name="dp42-comparison / n34 / text 1">
            <a:extLst xmlns:a="http://schemas.openxmlformats.org/drawingml/2006/main">
              <a:ext uri="{FF2B5EF4-FFF2-40B4-BE49-F238E27FC236}">
                <a16:creationId xmlns:a16="http://schemas.microsoft.com/office/drawing/2014/main" id="{F8A3488D-A635-4820-938C-CBA09995E37A}"/>
              </a:ext>
            </a:extLst>
          </p:cNvPr>
          <p:cNvSpPr>
            <a:spLocks xmlns:a="http://schemas.openxmlformats.org/drawingml/2006/main" noGrp="1"/>
          </p:cNvSpPr>
          <p:nvPr/>
        </p:nvSpPr>
        <p:spPr>
          <a:xfrm xmlns:a="http://schemas.openxmlformats.org/drawingml/2006/main">
            <a:off x="6124575" y="969645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13.2 GB</a:t>
            </a:r>
          </a:p>
        </p:txBody>
      </p:sp>
      <p:sp>
        <p:nvSpPr>
          <p:cNvPr id="36" name="dp42-comparison / n35 / text 1">
            <a:extLst xmlns:a="http://schemas.openxmlformats.org/drawingml/2006/main">
              <a:ext uri="{FF2B5EF4-FFF2-40B4-BE49-F238E27FC236}">
                <a16:creationId xmlns:a16="http://schemas.microsoft.com/office/drawing/2014/main" id="{52ABA272-59A5-4AAA-BC82-22F9B935913A}"/>
              </a:ext>
            </a:extLst>
          </p:cNvPr>
          <p:cNvSpPr>
            <a:spLocks xmlns:a="http://schemas.openxmlformats.org/drawingml/2006/main" noGrp="1"/>
          </p:cNvSpPr>
          <p:nvPr/>
        </p:nvSpPr>
        <p:spPr>
          <a:xfrm xmlns:a="http://schemas.openxmlformats.org/drawingml/2006/main">
            <a:off x="7543800" y="971550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최대 전체 메모리 ↓</a:t>
            </a:r>
          </a:p>
        </p:txBody>
      </p:sp>
      <p:sp>
        <p:nvSpPr>
          <p:cNvPr id="37" name="dp42-comparison / n36 / text 1">
            <a:extLst xmlns:a="http://schemas.openxmlformats.org/drawingml/2006/main">
              <a:ext uri="{FF2B5EF4-FFF2-40B4-BE49-F238E27FC236}">
                <a16:creationId xmlns:a16="http://schemas.microsoft.com/office/drawing/2014/main" id="{C094BA73-D0C3-46DC-A82D-D46F43924B83}"/>
              </a:ext>
            </a:extLst>
          </p:cNvPr>
          <p:cNvSpPr>
            <a:spLocks xmlns:a="http://schemas.openxmlformats.org/drawingml/2006/main" noGrp="1"/>
          </p:cNvSpPr>
          <p:nvPr/>
        </p:nvSpPr>
        <p:spPr>
          <a:xfrm xmlns:a="http://schemas.openxmlformats.org/drawingml/2006/main">
            <a:off x="9772650" y="1933575"/>
            <a:ext cx="79819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00" b="1">
                <a:solidFill>
                  <a:srgbClr val="18232E"/>
                </a:solidFill>
                <a:latin typeface="Apple SD Gothic Neo"/>
                <a:ea typeface="Apple SD Gothic Neo"/>
                <a:cs typeface="Apple SD Gothic Neo"/>
              </a:defRPr>
            </a:pPr>
            <a:r>
              <a:rPr sz="2100" b="1">
                <a:solidFill>
                  <a:srgbClr val="18232E"/>
                </a:solidFill>
                <a:latin typeface="Apple SD Gothic Neo"/>
                <a:ea typeface="Apple SD Gothic Neo"/>
                <a:cs typeface="Apple SD Gothic Neo"/>
              </a:rPr>
              <a:t>B 독립 대화 서비스와 업무 서비스</a:t>
            </a:r>
          </a:p>
        </p:txBody>
      </p:sp>
      <p:sp>
        <p:nvSpPr>
          <p:cNvPr id="38" name="dp42-comparison / n37 / text 1">
            <a:extLst xmlns:a="http://schemas.openxmlformats.org/drawingml/2006/main">
              <a:ext uri="{FF2B5EF4-FFF2-40B4-BE49-F238E27FC236}">
                <a16:creationId xmlns:a16="http://schemas.microsoft.com/office/drawing/2014/main" id="{CDD79DD4-8006-4510-B7BD-377597F5E799}"/>
              </a:ext>
            </a:extLst>
          </p:cNvPr>
          <p:cNvSpPr>
            <a:spLocks xmlns:a="http://schemas.openxmlformats.org/drawingml/2006/main" noGrp="1"/>
          </p:cNvSpPr>
          <p:nvPr/>
        </p:nvSpPr>
        <p:spPr>
          <a:xfrm xmlns:a="http://schemas.openxmlformats.org/drawingml/2006/main">
            <a:off x="9791700" y="7696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업무 상태와 실행 경계의 독립 변경, 평균 2.5개 (변경 용이성 ↑)</a:t>
            </a:r>
          </a:p>
        </p:txBody>
      </p:sp>
      <p:sp>
        <p:nvSpPr>
          <p:cNvPr id="39" name="dp42-comparison / n38 / text 1">
            <a:extLst xmlns:a="http://schemas.openxmlformats.org/drawingml/2006/main">
              <a:ext uri="{FF2B5EF4-FFF2-40B4-BE49-F238E27FC236}">
                <a16:creationId xmlns:a16="http://schemas.microsoft.com/office/drawing/2014/main" id="{1B3D50F7-0462-4A65-B9D2-99F8696F04D5}"/>
              </a:ext>
            </a:extLst>
          </p:cNvPr>
          <p:cNvSpPr>
            <a:spLocks xmlns:a="http://schemas.openxmlformats.org/drawingml/2006/main" noGrp="1"/>
          </p:cNvSpPr>
          <p:nvPr/>
        </p:nvSpPr>
        <p:spPr>
          <a:xfrm xmlns:a="http://schemas.openxmlformats.org/drawingml/2006/main">
            <a:off x="9791700" y="8458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명령 접수와 대화 반영의 왕복으로 평균 VIA 처리시간 3.8 s (요청 완료 신속성 ↓)</a:t>
            </a:r>
          </a:p>
        </p:txBody>
      </p:sp>
      <p:sp>
        <p:nvSpPr>
          <p:cNvPr id="40" name="dp42-comparison / n39 / text 1">
            <a:extLst xmlns:a="http://schemas.openxmlformats.org/drawingml/2006/main">
              <a:ext uri="{FF2B5EF4-FFF2-40B4-BE49-F238E27FC236}">
                <a16:creationId xmlns:a16="http://schemas.microsoft.com/office/drawing/2014/main" id="{9D31DDD6-C999-4DBA-8821-F437DE35760E}"/>
              </a:ext>
            </a:extLst>
          </p:cNvPr>
          <p:cNvSpPr>
            <a:spLocks xmlns:a="http://schemas.openxmlformats.org/drawingml/2006/main" noGrp="1"/>
          </p:cNvSpPr>
          <p:nvPr/>
        </p:nvSpPr>
        <p:spPr>
          <a:xfrm xmlns:a="http://schemas.openxmlformats.org/drawingml/2006/main">
            <a:off x="9791700" y="8734425"/>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별도 heap과 대기열로 전체 메모리 13.6 GB (메모리 효율성 ↓)</a:t>
            </a:r>
          </a:p>
        </p:txBody>
      </p:sp>
      <p:sp>
        <p:nvSpPr>
          <p:cNvPr id="41" name="dp42-comparison / n40 / text 1">
            <a:extLst xmlns:a="http://schemas.openxmlformats.org/drawingml/2006/main">
              <a:ext uri="{FF2B5EF4-FFF2-40B4-BE49-F238E27FC236}">
                <a16:creationId xmlns:a16="http://schemas.microsoft.com/office/drawing/2014/main" id="{C04499B6-61E7-415A-89DC-20D2CB367D7B}"/>
              </a:ext>
            </a:extLst>
          </p:cNvPr>
          <p:cNvSpPr>
            <a:spLocks xmlns:a="http://schemas.openxmlformats.org/drawingml/2006/main" noGrp="1"/>
          </p:cNvSpPr>
          <p:nvPr/>
        </p:nvSpPr>
        <p:spPr>
          <a:xfrm xmlns:a="http://schemas.openxmlformats.org/drawingml/2006/main">
            <a:off x="9791700" y="918210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V-05 요청 완료 신속성</a:t>
            </a:r>
          </a:p>
        </p:txBody>
      </p:sp>
      <p:sp>
        <p:nvSpPr>
          <p:cNvPr id="42" name="dp42-comparison / n41 / text 1">
            <a:extLst xmlns:a="http://schemas.openxmlformats.org/drawingml/2006/main">
              <a:ext uri="{FF2B5EF4-FFF2-40B4-BE49-F238E27FC236}">
                <a16:creationId xmlns:a16="http://schemas.microsoft.com/office/drawing/2014/main" id="{BCA0C3F7-49E3-4BE9-B026-4AF626DD032A}"/>
              </a:ext>
            </a:extLst>
          </p:cNvPr>
          <p:cNvSpPr>
            <a:spLocks xmlns:a="http://schemas.openxmlformats.org/drawingml/2006/main" noGrp="1"/>
          </p:cNvSpPr>
          <p:nvPr/>
        </p:nvSpPr>
        <p:spPr>
          <a:xfrm xmlns:a="http://schemas.openxmlformats.org/drawingml/2006/main">
            <a:off x="13192125" y="917257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43" name="dp42-comparison / n42 / text 1">
            <a:extLst xmlns:a="http://schemas.openxmlformats.org/drawingml/2006/main">
              <a:ext uri="{FF2B5EF4-FFF2-40B4-BE49-F238E27FC236}">
                <a16:creationId xmlns:a16="http://schemas.microsoft.com/office/drawing/2014/main" id="{4864E88E-2DE5-42B0-B4A3-AF8EEA30C8EF}"/>
              </a:ext>
            </a:extLst>
          </p:cNvPr>
          <p:cNvSpPr>
            <a:spLocks xmlns:a="http://schemas.openxmlformats.org/drawingml/2006/main" noGrp="1"/>
          </p:cNvSpPr>
          <p:nvPr/>
        </p:nvSpPr>
        <p:spPr>
          <a:xfrm xmlns:a="http://schemas.openxmlformats.org/drawingml/2006/main">
            <a:off x="14411325" y="918210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3.8 s</a:t>
            </a:r>
          </a:p>
        </p:txBody>
      </p:sp>
      <p:sp>
        <p:nvSpPr>
          <p:cNvPr id="44" name="dp42-comparison / n43 / text 1">
            <a:extLst xmlns:a="http://schemas.openxmlformats.org/drawingml/2006/main">
              <a:ext uri="{FF2B5EF4-FFF2-40B4-BE49-F238E27FC236}">
                <a16:creationId xmlns:a16="http://schemas.microsoft.com/office/drawing/2014/main" id="{0EDDDD92-0497-400C-85F5-1E2BC5A7497B}"/>
              </a:ext>
            </a:extLst>
          </p:cNvPr>
          <p:cNvSpPr>
            <a:spLocks xmlns:a="http://schemas.openxmlformats.org/drawingml/2006/main" noGrp="1"/>
          </p:cNvSpPr>
          <p:nvPr/>
        </p:nvSpPr>
        <p:spPr>
          <a:xfrm xmlns:a="http://schemas.openxmlformats.org/drawingml/2006/main">
            <a:off x="15830550" y="920115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VIA 처리시간 ↓</a:t>
            </a:r>
          </a:p>
        </p:txBody>
      </p:sp>
      <p:sp>
        <p:nvSpPr>
          <p:cNvPr id="45" name="dp42-comparison / n44 / text 1">
            <a:extLst xmlns:a="http://schemas.openxmlformats.org/drawingml/2006/main">
              <a:ext uri="{FF2B5EF4-FFF2-40B4-BE49-F238E27FC236}">
                <a16:creationId xmlns:a16="http://schemas.microsoft.com/office/drawing/2014/main" id="{CCFD5A45-7BD7-4703-985C-B69F7CCAF863}"/>
              </a:ext>
            </a:extLst>
          </p:cNvPr>
          <p:cNvSpPr>
            <a:spLocks xmlns:a="http://schemas.openxmlformats.org/drawingml/2006/main" noGrp="1"/>
          </p:cNvSpPr>
          <p:nvPr/>
        </p:nvSpPr>
        <p:spPr>
          <a:xfrm xmlns:a="http://schemas.openxmlformats.org/drawingml/2006/main">
            <a:off x="9791700" y="9439275"/>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V-08 변경 용이성</a:t>
            </a:r>
          </a:p>
        </p:txBody>
      </p:sp>
      <p:sp>
        <p:nvSpPr>
          <p:cNvPr id="46" name="dp42-comparison / n45 / text 1">
            <a:extLst xmlns:a="http://schemas.openxmlformats.org/drawingml/2006/main">
              <a:ext uri="{FF2B5EF4-FFF2-40B4-BE49-F238E27FC236}">
                <a16:creationId xmlns:a16="http://schemas.microsoft.com/office/drawing/2014/main" id="{EB0BAF87-B47F-4390-A404-6D9484E5AB02}"/>
              </a:ext>
            </a:extLst>
          </p:cNvPr>
          <p:cNvSpPr>
            <a:spLocks xmlns:a="http://schemas.openxmlformats.org/drawingml/2006/main" noGrp="1"/>
          </p:cNvSpPr>
          <p:nvPr/>
        </p:nvSpPr>
        <p:spPr>
          <a:xfrm xmlns:a="http://schemas.openxmlformats.org/drawingml/2006/main">
            <a:off x="13192125" y="9429750"/>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47" name="dp42-comparison / n46 / text 1">
            <a:extLst xmlns:a="http://schemas.openxmlformats.org/drawingml/2006/main">
              <a:ext uri="{FF2B5EF4-FFF2-40B4-BE49-F238E27FC236}">
                <a16:creationId xmlns:a16="http://schemas.microsoft.com/office/drawing/2014/main" id="{8FF95ED9-6242-412A-9BE7-CB5DD3053343}"/>
              </a:ext>
            </a:extLst>
          </p:cNvPr>
          <p:cNvSpPr>
            <a:spLocks xmlns:a="http://schemas.openxmlformats.org/drawingml/2006/main" noGrp="1"/>
          </p:cNvSpPr>
          <p:nvPr/>
        </p:nvSpPr>
        <p:spPr>
          <a:xfrm xmlns:a="http://schemas.openxmlformats.org/drawingml/2006/main">
            <a:off x="14411325" y="9439275"/>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2.5개</a:t>
            </a:r>
          </a:p>
        </p:txBody>
      </p:sp>
      <p:sp>
        <p:nvSpPr>
          <p:cNvPr id="48" name="dp42-comparison / n47 / text 1">
            <a:extLst xmlns:a="http://schemas.openxmlformats.org/drawingml/2006/main">
              <a:ext uri="{FF2B5EF4-FFF2-40B4-BE49-F238E27FC236}">
                <a16:creationId xmlns:a16="http://schemas.microsoft.com/office/drawing/2014/main" id="{3AB58FB3-2139-4F58-BD01-44E14B4E9AF7}"/>
              </a:ext>
            </a:extLst>
          </p:cNvPr>
          <p:cNvSpPr>
            <a:spLocks xmlns:a="http://schemas.openxmlformats.org/drawingml/2006/main" noGrp="1"/>
          </p:cNvSpPr>
          <p:nvPr/>
        </p:nvSpPr>
        <p:spPr>
          <a:xfrm xmlns:a="http://schemas.openxmlformats.org/drawingml/2006/main">
            <a:off x="15830550" y="9458325"/>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변경 요소 수 ↓</a:t>
            </a:r>
          </a:p>
        </p:txBody>
      </p:sp>
      <p:sp>
        <p:nvSpPr>
          <p:cNvPr id="49" name="dp42-comparison / n48 / text 1">
            <a:extLst xmlns:a="http://schemas.openxmlformats.org/drawingml/2006/main">
              <a:ext uri="{FF2B5EF4-FFF2-40B4-BE49-F238E27FC236}">
                <a16:creationId xmlns:a16="http://schemas.microsoft.com/office/drawing/2014/main" id="{5CE1F282-8C5A-4139-A8E0-FE8B19CC0E09}"/>
              </a:ext>
            </a:extLst>
          </p:cNvPr>
          <p:cNvSpPr>
            <a:spLocks xmlns:a="http://schemas.openxmlformats.org/drawingml/2006/main" noGrp="1"/>
          </p:cNvSpPr>
          <p:nvPr/>
        </p:nvSpPr>
        <p:spPr>
          <a:xfrm xmlns:a="http://schemas.openxmlformats.org/drawingml/2006/main">
            <a:off x="9791700" y="969645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V-06 메모리 효율성</a:t>
            </a:r>
          </a:p>
        </p:txBody>
      </p:sp>
      <p:sp>
        <p:nvSpPr>
          <p:cNvPr id="50" name="dp42-comparison / n49 / text 1">
            <a:extLst xmlns:a="http://schemas.openxmlformats.org/drawingml/2006/main">
              <a:ext uri="{FF2B5EF4-FFF2-40B4-BE49-F238E27FC236}">
                <a16:creationId xmlns:a16="http://schemas.microsoft.com/office/drawing/2014/main" id="{7827629A-1C1C-4CAC-8669-B72241C9B3E0}"/>
              </a:ext>
            </a:extLst>
          </p:cNvPr>
          <p:cNvSpPr>
            <a:spLocks xmlns:a="http://schemas.openxmlformats.org/drawingml/2006/main" noGrp="1"/>
          </p:cNvSpPr>
          <p:nvPr/>
        </p:nvSpPr>
        <p:spPr>
          <a:xfrm xmlns:a="http://schemas.openxmlformats.org/drawingml/2006/main">
            <a:off x="13192125" y="968692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51" name="dp42-comparison / n50 / text 1">
            <a:extLst xmlns:a="http://schemas.openxmlformats.org/drawingml/2006/main">
              <a:ext uri="{FF2B5EF4-FFF2-40B4-BE49-F238E27FC236}">
                <a16:creationId xmlns:a16="http://schemas.microsoft.com/office/drawing/2014/main" id="{B7AC4F73-CD74-4E43-B565-70A3066B5FA9}"/>
              </a:ext>
            </a:extLst>
          </p:cNvPr>
          <p:cNvSpPr>
            <a:spLocks xmlns:a="http://schemas.openxmlformats.org/drawingml/2006/main" noGrp="1"/>
          </p:cNvSpPr>
          <p:nvPr/>
        </p:nvSpPr>
        <p:spPr>
          <a:xfrm xmlns:a="http://schemas.openxmlformats.org/drawingml/2006/main">
            <a:off x="14411325" y="969645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13.6 GB</a:t>
            </a:r>
          </a:p>
        </p:txBody>
      </p:sp>
      <p:sp>
        <p:nvSpPr>
          <p:cNvPr id="52" name="dp42-comparison / n51 / text 1">
            <a:extLst xmlns:a="http://schemas.openxmlformats.org/drawingml/2006/main">
              <a:ext uri="{FF2B5EF4-FFF2-40B4-BE49-F238E27FC236}">
                <a16:creationId xmlns:a16="http://schemas.microsoft.com/office/drawing/2014/main" id="{25B7BE0E-791C-4E7A-AF22-FF45E400BF71}"/>
              </a:ext>
            </a:extLst>
          </p:cNvPr>
          <p:cNvSpPr>
            <a:spLocks xmlns:a="http://schemas.openxmlformats.org/drawingml/2006/main" noGrp="1"/>
          </p:cNvSpPr>
          <p:nvPr/>
        </p:nvSpPr>
        <p:spPr>
          <a:xfrm xmlns:a="http://schemas.openxmlformats.org/drawingml/2006/main">
            <a:off x="15830550" y="971550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최대 전체 메모리 ↓</a:t>
            </a:r>
          </a:p>
        </p:txBody>
      </p:sp>
      <p:sp>
        <p:nvSpPr>
          <p:cNvPr id="53" name="dp42-comparison / n52 / text 1">
            <a:extLst xmlns:a="http://schemas.openxmlformats.org/drawingml/2006/main">
              <a:ext uri="{FF2B5EF4-FFF2-40B4-BE49-F238E27FC236}">
                <a16:creationId xmlns:a16="http://schemas.microsoft.com/office/drawing/2014/main" id="{FD638722-05CF-4D62-B6ED-D3B4DBEB7A62}"/>
              </a:ext>
            </a:extLst>
          </p:cNvPr>
          <p:cNvSpPr>
            <a:spLocks xmlns:a="http://schemas.openxmlformats.org/drawingml/2006/main" noGrp="1"/>
          </p:cNvSpPr>
          <p:nvPr/>
        </p:nvSpPr>
        <p:spPr>
          <a:xfrm xmlns:a="http://schemas.openxmlformats.org/drawingml/2006/main">
            <a:off x="381000" y="10067925"/>
            <a:ext cx="14478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비교 예시 조건: 업무 저장과 실행 수명의 독립 변경 / 일반 Agent adapter 변경은 제외</a:t>
            </a:r>
          </a:p>
        </p:txBody>
      </p:sp>
      <p:sp>
        <p:nvSpPr>
          <p:cNvPr id="54" name="dp42-comparison / n53 / text 1">
            <a:extLst xmlns:a="http://schemas.openxmlformats.org/drawingml/2006/main">
              <a:ext uri="{FF2B5EF4-FFF2-40B4-BE49-F238E27FC236}">
                <a16:creationId xmlns:a16="http://schemas.microsoft.com/office/drawing/2014/main" id="{E3520F13-5837-45B9-A16C-439C2DD59D49}"/>
              </a:ext>
            </a:extLst>
          </p:cNvPr>
          <p:cNvSpPr>
            <a:spLocks xmlns:a="http://schemas.openxmlformats.org/drawingml/2006/main" noGrp="1"/>
          </p:cNvSpPr>
          <p:nvPr/>
        </p:nvSpPr>
        <p:spPr>
          <a:xfrm xmlns:a="http://schemas.openxmlformats.org/drawingml/2006/main">
            <a:off x="14906625" y="10067925"/>
            <a:ext cx="30003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 많을수록 우수 / 미측정</a:t>
            </a:r>
          </a:p>
        </p:txBody>
      </p:sp>
      <p:sp>
        <p:nvSpPr>
          <p:cNvPr id="55" name="dp42-comparison / n54">
            <a:extLst xmlns:a="http://schemas.openxmlformats.org/drawingml/2006/main">
              <a:ext uri="{FF2B5EF4-FFF2-40B4-BE49-F238E27FC236}">
                <a16:creationId xmlns:a16="http://schemas.microsoft.com/office/drawing/2014/main" id="{EF590290-0E10-4171-8F94-9C92491FE164}"/>
              </a:ext>
            </a:extLst>
          </p:cNvPr>
          <p:cNvSpPr>
            <a:spLocks xmlns:a="http://schemas.openxmlformats.org/drawingml/2006/main" noGrp="1"/>
          </p:cNvSpPr>
          <p:nvPr/>
        </p:nvSpPr>
        <p:spPr>
          <a:xfrm xmlns:a="http://schemas.openxmlformats.org/drawingml/2006/main">
            <a:off x="447675" y="2638425"/>
            <a:ext cx="819150" cy="48768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56" name="dp42-comparison / n55 / text 1">
            <a:extLst xmlns:a="http://schemas.openxmlformats.org/drawingml/2006/main">
              <a:ext uri="{FF2B5EF4-FFF2-40B4-BE49-F238E27FC236}">
                <a16:creationId xmlns:a16="http://schemas.microsoft.com/office/drawing/2014/main" id="{CD0180D7-0297-453A-8B40-8B626657C82D}"/>
              </a:ext>
            </a:extLst>
          </p:cNvPr>
          <p:cNvSpPr>
            <a:spLocks xmlns:a="http://schemas.openxmlformats.org/drawingml/2006/main" noGrp="1"/>
          </p:cNvSpPr>
          <p:nvPr/>
        </p:nvSpPr>
        <p:spPr>
          <a:xfrm xmlns:a="http://schemas.openxmlformats.org/drawingml/2006/main">
            <a:off x="466725" y="2781300"/>
            <a:ext cx="781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Legend</a:t>
            </a:r>
          </a:p>
        </p:txBody>
      </p:sp>
      <p:sp>
        <p:nvSpPr>
          <p:cNvPr id="57" name="dp42-comparison / n56">
            <a:extLst xmlns:a="http://schemas.openxmlformats.org/drawingml/2006/main">
              <a:ext uri="{FF2B5EF4-FFF2-40B4-BE49-F238E27FC236}">
                <a16:creationId xmlns:a16="http://schemas.microsoft.com/office/drawing/2014/main" id="{9A3F0A06-C973-4DE1-97FB-60201A9A370C}"/>
              </a:ext>
            </a:extLst>
          </p:cNvPr>
          <p:cNvSpPr>
            <a:spLocks xmlns:a="http://schemas.openxmlformats.org/drawingml/2006/main" noGrp="1"/>
          </p:cNvSpPr>
          <p:nvPr/>
        </p:nvSpPr>
        <p:spPr>
          <a:xfrm xmlns:a="http://schemas.openxmlformats.org/drawingml/2006/main">
            <a:off x="504825" y="2981325"/>
            <a:ext cx="7048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58" name="dp42-comparison / n57 / text 1">
            <a:extLst xmlns:a="http://schemas.openxmlformats.org/drawingml/2006/main">
              <a:ext uri="{FF2B5EF4-FFF2-40B4-BE49-F238E27FC236}">
                <a16:creationId xmlns:a16="http://schemas.microsoft.com/office/drawing/2014/main" id="{CCB60F9D-20C7-4489-921C-49FF025F959D}"/>
              </a:ext>
            </a:extLst>
          </p:cNvPr>
          <p:cNvSpPr>
            <a:spLocks xmlns:a="http://schemas.openxmlformats.org/drawingml/2006/main" noGrp="1"/>
          </p:cNvSpPr>
          <p:nvPr/>
        </p:nvSpPr>
        <p:spPr>
          <a:xfrm xmlns:a="http://schemas.openxmlformats.org/drawingml/2006/main">
            <a:off x="590550" y="3048000"/>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Component</a:t>
            </a:r>
          </a:p>
        </p:txBody>
      </p:sp>
      <p:sp>
        <p:nvSpPr>
          <p:cNvPr id="59" name="dp42-comparison / n58 / text 1">
            <a:extLst xmlns:a="http://schemas.openxmlformats.org/drawingml/2006/main">
              <a:ext uri="{FF2B5EF4-FFF2-40B4-BE49-F238E27FC236}">
                <a16:creationId xmlns:a16="http://schemas.microsoft.com/office/drawing/2014/main" id="{7FB7641B-6652-46CC-AA72-E24AA8124C86}"/>
              </a:ext>
            </a:extLst>
          </p:cNvPr>
          <p:cNvSpPr>
            <a:spLocks xmlns:a="http://schemas.openxmlformats.org/drawingml/2006/main" noGrp="1"/>
          </p:cNvSpPr>
          <p:nvPr/>
        </p:nvSpPr>
        <p:spPr>
          <a:xfrm xmlns:a="http://schemas.openxmlformats.org/drawingml/2006/main">
            <a:off x="514350" y="329565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논리 책임</a:t>
            </a:r>
          </a:p>
        </p:txBody>
      </p:sp>
      <p:sp>
        <p:nvSpPr>
          <p:cNvPr id="60" name="dp42-comparison / n59">
            <a:extLst xmlns:a="http://schemas.openxmlformats.org/drawingml/2006/main">
              <a:ext uri="{FF2B5EF4-FFF2-40B4-BE49-F238E27FC236}">
                <a16:creationId xmlns:a16="http://schemas.microsoft.com/office/drawing/2014/main" id="{59552D99-39C8-40CB-90B4-5F48626977BE}"/>
              </a:ext>
            </a:extLst>
          </p:cNvPr>
          <p:cNvSpPr>
            <a:spLocks xmlns:a="http://schemas.openxmlformats.org/drawingml/2006/main" noGrp="1"/>
          </p:cNvSpPr>
          <p:nvPr/>
        </p:nvSpPr>
        <p:spPr>
          <a:xfrm xmlns:a="http://schemas.openxmlformats.org/drawingml/2006/main">
            <a:off x="504825" y="3524250"/>
            <a:ext cx="704850" cy="257175"/>
          </a:xfrm>
          <a:prstGeom xmlns:a="http://schemas.openxmlformats.org/drawingml/2006/main" prst="roundRect">
            <a:avLst>
              <a:gd name="adj" fmla="val 29630"/>
            </a:avLst>
          </a:prstGeom>
          <a:solidFill xmlns:a="http://schemas.openxmlformats.org/drawingml/2006/main">
            <a:srgbClr val="FFFFFF"/>
          </a:solidFill>
          <a:ln xmlns:a="http://schemas.openxmlformats.org/drawingml/2006/main" w="9525">
            <a:solidFill>
              <a:srgbClr val="000000"/>
            </a:solidFill>
            <a:prstDash val="solid"/>
          </a:ln>
        </p:spPr>
      </p:sp>
      <p:sp>
        <p:nvSpPr>
          <p:cNvPr id="61" name="dp42-comparison / n60 / text 1">
            <a:extLst xmlns:a="http://schemas.openxmlformats.org/drawingml/2006/main">
              <a:ext uri="{FF2B5EF4-FFF2-40B4-BE49-F238E27FC236}">
                <a16:creationId xmlns:a16="http://schemas.microsoft.com/office/drawing/2014/main" id="{00556B82-9695-4BE9-96B2-4DAA00BCCAE1}"/>
              </a:ext>
            </a:extLst>
          </p:cNvPr>
          <p:cNvSpPr>
            <a:spLocks xmlns:a="http://schemas.openxmlformats.org/drawingml/2006/main" noGrp="1"/>
          </p:cNvSpPr>
          <p:nvPr/>
        </p:nvSpPr>
        <p:spPr>
          <a:xfrm xmlns:a="http://schemas.openxmlformats.org/drawingml/2006/main">
            <a:off x="590550" y="3590925"/>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Module</a:t>
            </a:r>
          </a:p>
        </p:txBody>
      </p:sp>
      <p:sp>
        <p:nvSpPr>
          <p:cNvPr id="62" name="dp42-comparison / n61 / text 1">
            <a:extLst xmlns:a="http://schemas.openxmlformats.org/drawingml/2006/main">
              <a:ext uri="{FF2B5EF4-FFF2-40B4-BE49-F238E27FC236}">
                <a16:creationId xmlns:a16="http://schemas.microsoft.com/office/drawing/2014/main" id="{608F2127-BA9B-4566-A7CE-AEF8917D3F86}"/>
              </a:ext>
            </a:extLst>
          </p:cNvPr>
          <p:cNvSpPr>
            <a:spLocks xmlns:a="http://schemas.openxmlformats.org/drawingml/2006/main" noGrp="1"/>
          </p:cNvSpPr>
          <p:nvPr/>
        </p:nvSpPr>
        <p:spPr>
          <a:xfrm xmlns:a="http://schemas.openxmlformats.org/drawingml/2006/main">
            <a:off x="514350" y="383857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내부 구현</a:t>
            </a:r>
          </a:p>
        </p:txBody>
      </p:sp>
      <p:sp>
        <p:nvSpPr>
          <p:cNvPr id="63" name="dp42-comparison / n62">
            <a:extLst xmlns:a="http://schemas.openxmlformats.org/drawingml/2006/main">
              <a:ext uri="{FF2B5EF4-FFF2-40B4-BE49-F238E27FC236}">
                <a16:creationId xmlns:a16="http://schemas.microsoft.com/office/drawing/2014/main" id="{7FD8BC42-14EE-4CEE-8B0E-5B5FA72B73C3}"/>
              </a:ext>
            </a:extLst>
          </p:cNvPr>
          <p:cNvSpPr>
            <a:spLocks xmlns:a="http://schemas.openxmlformats.org/drawingml/2006/main" noGrp="1"/>
          </p:cNvSpPr>
          <p:nvPr/>
        </p:nvSpPr>
        <p:spPr>
          <a:xfrm xmlns:a="http://schemas.openxmlformats.org/drawingml/2006/main">
            <a:off x="504825" y="4543425"/>
            <a:ext cx="704850" cy="257175"/>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64" name="dp42-comparison / n63 / text 1">
            <a:extLst xmlns:a="http://schemas.openxmlformats.org/drawingml/2006/main">
              <a:ext uri="{FF2B5EF4-FFF2-40B4-BE49-F238E27FC236}">
                <a16:creationId xmlns:a16="http://schemas.microsoft.com/office/drawing/2014/main" id="{B5096D3E-31EC-4877-8B19-3435F32A08AA}"/>
              </a:ext>
            </a:extLst>
          </p:cNvPr>
          <p:cNvSpPr>
            <a:spLocks xmlns:a="http://schemas.openxmlformats.org/drawingml/2006/main" noGrp="1"/>
          </p:cNvSpPr>
          <p:nvPr/>
        </p:nvSpPr>
        <p:spPr>
          <a:xfrm xmlns:a="http://schemas.openxmlformats.org/drawingml/2006/main">
            <a:off x="590550" y="4629150"/>
            <a:ext cx="53340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75" b="0">
                <a:solidFill>
                  <a:srgbClr val="18232E"/>
                </a:solidFill>
                <a:latin typeface="Apple SD Gothic Neo"/>
                <a:ea typeface="Apple SD Gothic Neo"/>
                <a:cs typeface="Apple SD Gothic Neo"/>
              </a:defRPr>
            </a:pPr>
            <a:r>
              <a:rPr sz="975" b="0">
                <a:solidFill>
                  <a:srgbClr val="18232E"/>
                </a:solidFill>
                <a:latin typeface="Apple SD Gothic Neo"/>
                <a:ea typeface="Apple SD Gothic Neo"/>
                <a:cs typeface="Apple SD Gothic Neo"/>
              </a:rPr>
              <a:t>State</a:t>
            </a:r>
          </a:p>
        </p:txBody>
      </p:sp>
      <p:sp>
        <p:nvSpPr>
          <p:cNvPr id="65" name="dp42-comparison / n64 / text 1">
            <a:extLst xmlns:a="http://schemas.openxmlformats.org/drawingml/2006/main">
              <a:ext uri="{FF2B5EF4-FFF2-40B4-BE49-F238E27FC236}">
                <a16:creationId xmlns:a16="http://schemas.microsoft.com/office/drawing/2014/main" id="{2563BF0A-BE71-4FD7-BC3E-97BF28A855C1}"/>
              </a:ext>
            </a:extLst>
          </p:cNvPr>
          <p:cNvSpPr>
            <a:spLocks xmlns:a="http://schemas.openxmlformats.org/drawingml/2006/main" noGrp="1"/>
          </p:cNvSpPr>
          <p:nvPr/>
        </p:nvSpPr>
        <p:spPr>
          <a:xfrm xmlns:a="http://schemas.openxmlformats.org/drawingml/2006/main">
            <a:off x="514350" y="485775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저장 상태</a:t>
            </a:r>
          </a:p>
        </p:txBody>
      </p:sp>
      <p:sp>
        <p:nvSpPr>
          <p:cNvPr id="66" name="dp42-comparison / n65">
            <a:extLst xmlns:a="http://schemas.openxmlformats.org/drawingml/2006/main">
              <a:ext uri="{FF2B5EF4-FFF2-40B4-BE49-F238E27FC236}">
                <a16:creationId xmlns:a16="http://schemas.microsoft.com/office/drawing/2014/main" id="{E6D85088-EE54-43A7-92B2-C8E2C09DE1DA}"/>
              </a:ext>
            </a:extLst>
          </p:cNvPr>
          <p:cNvSpPr>
            <a:spLocks xmlns:a="http://schemas.openxmlformats.org/drawingml/2006/main" noGrp="1"/>
          </p:cNvSpPr>
          <p:nvPr/>
        </p:nvSpPr>
        <p:spPr>
          <a:xfrm xmlns:a="http://schemas.openxmlformats.org/drawingml/2006/main">
            <a:off x="504825" y="6010275"/>
            <a:ext cx="7048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67" name="dp42-comparison / n66 / text 1">
            <a:extLst xmlns:a="http://schemas.openxmlformats.org/drawingml/2006/main">
              <a:ext uri="{FF2B5EF4-FFF2-40B4-BE49-F238E27FC236}">
                <a16:creationId xmlns:a16="http://schemas.microsoft.com/office/drawing/2014/main" id="{17DD7FAD-2CE3-40DA-9EFA-21221CE90FA7}"/>
              </a:ext>
            </a:extLst>
          </p:cNvPr>
          <p:cNvSpPr>
            <a:spLocks xmlns:a="http://schemas.openxmlformats.org/drawingml/2006/main" noGrp="1"/>
          </p:cNvSpPr>
          <p:nvPr/>
        </p:nvSpPr>
        <p:spPr>
          <a:xfrm xmlns:a="http://schemas.openxmlformats.org/drawingml/2006/main">
            <a:off x="590550" y="6076950"/>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Component</a:t>
            </a:r>
          </a:p>
        </p:txBody>
      </p:sp>
      <p:sp>
        <p:nvSpPr>
          <p:cNvPr id="68" name="dp42-comparison / n67 / text 1">
            <a:extLst xmlns:a="http://schemas.openxmlformats.org/drawingml/2006/main">
              <a:ext uri="{FF2B5EF4-FFF2-40B4-BE49-F238E27FC236}">
                <a16:creationId xmlns:a16="http://schemas.microsoft.com/office/drawing/2014/main" id="{BB934A9D-41FA-4E52-BC2C-4BF67B83B899}"/>
              </a:ext>
            </a:extLst>
          </p:cNvPr>
          <p:cNvSpPr>
            <a:spLocks xmlns:a="http://schemas.openxmlformats.org/drawingml/2006/main" noGrp="1"/>
          </p:cNvSpPr>
          <p:nvPr/>
        </p:nvSpPr>
        <p:spPr>
          <a:xfrm xmlns:a="http://schemas.openxmlformats.org/drawingml/2006/main">
            <a:off x="514350" y="632460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흰색 / 검정</a:t>
            </a:r>
          </a:p>
        </p:txBody>
      </p:sp>
      <p:sp>
        <p:nvSpPr>
          <p:cNvPr id="69" name="dp42-comparison / n68">
            <a:extLst xmlns:a="http://schemas.openxmlformats.org/drawingml/2006/main">
              <a:ext uri="{FF2B5EF4-FFF2-40B4-BE49-F238E27FC236}">
                <a16:creationId xmlns:a16="http://schemas.microsoft.com/office/drawing/2014/main" id="{9A0F530B-207F-4034-B28D-84DB4A54F2BE}"/>
              </a:ext>
            </a:extLst>
          </p:cNvPr>
          <p:cNvSpPr>
            <a:spLocks xmlns:a="http://schemas.openxmlformats.org/drawingml/2006/main" noGrp="1"/>
          </p:cNvSpPr>
          <p:nvPr/>
        </p:nvSpPr>
        <p:spPr>
          <a:xfrm xmlns:a="http://schemas.openxmlformats.org/drawingml/2006/main">
            <a:off x="504825" y="6543675"/>
            <a:ext cx="704850" cy="257175"/>
          </a:xfrm>
          <a:prstGeom xmlns:a="http://schemas.openxmlformats.org/drawingml/2006/main" prst="roundRect">
            <a:avLst>
              <a:gd name="adj" fmla="val 29630"/>
            </a:avLst>
          </a:prstGeom>
          <a:solidFill xmlns:a="http://schemas.openxmlformats.org/drawingml/2006/main">
            <a:srgbClr val="FFF0DD"/>
          </a:solidFill>
          <a:ln xmlns:a="http://schemas.openxmlformats.org/drawingml/2006/main" w="17145">
            <a:solidFill>
              <a:srgbClr val="B8753F"/>
            </a:solidFill>
            <a:prstDash val="solid"/>
          </a:ln>
        </p:spPr>
      </p:sp>
      <p:sp>
        <p:nvSpPr>
          <p:cNvPr id="70" name="dp42-comparison / n69 / text 1">
            <a:extLst xmlns:a="http://schemas.openxmlformats.org/drawingml/2006/main">
              <a:ext uri="{FF2B5EF4-FFF2-40B4-BE49-F238E27FC236}">
                <a16:creationId xmlns:a16="http://schemas.microsoft.com/office/drawing/2014/main" id="{A95F61DC-DB07-4F8C-853D-738AB0840194}"/>
              </a:ext>
            </a:extLst>
          </p:cNvPr>
          <p:cNvSpPr>
            <a:spLocks xmlns:a="http://schemas.openxmlformats.org/drawingml/2006/main" noGrp="1"/>
          </p:cNvSpPr>
          <p:nvPr/>
        </p:nvSpPr>
        <p:spPr>
          <a:xfrm xmlns:a="http://schemas.openxmlformats.org/drawingml/2006/main">
            <a:off x="590550" y="6610350"/>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Module</a:t>
            </a:r>
          </a:p>
        </p:txBody>
      </p:sp>
      <p:sp>
        <p:nvSpPr>
          <p:cNvPr id="71" name="dp42-comparison / n70 / text 1">
            <a:extLst xmlns:a="http://schemas.openxmlformats.org/drawingml/2006/main">
              <a:ext uri="{FF2B5EF4-FFF2-40B4-BE49-F238E27FC236}">
                <a16:creationId xmlns:a16="http://schemas.microsoft.com/office/drawing/2014/main" id="{5EBEF3E9-A336-40E3-8823-FCDE1FE8D8B3}"/>
              </a:ext>
            </a:extLst>
          </p:cNvPr>
          <p:cNvSpPr>
            <a:spLocks xmlns:a="http://schemas.openxmlformats.org/drawingml/2006/main" noGrp="1"/>
          </p:cNvSpPr>
          <p:nvPr/>
        </p:nvSpPr>
        <p:spPr>
          <a:xfrm xmlns:a="http://schemas.openxmlformats.org/drawingml/2006/main">
            <a:off x="514350" y="685800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차이: 살구색</a:t>
            </a:r>
          </a:p>
        </p:txBody>
      </p:sp>
      <p:sp>
        <p:nvSpPr>
          <p:cNvPr id="72" name="dp42-comparison / n71">
            <a:extLst xmlns:a="http://schemas.openxmlformats.org/drawingml/2006/main">
              <a:ext uri="{FF2B5EF4-FFF2-40B4-BE49-F238E27FC236}">
                <a16:creationId xmlns:a16="http://schemas.microsoft.com/office/drawing/2014/main" id="{602DE894-A128-4F98-894B-BDCEA3A9BC09}"/>
              </a:ext>
            </a:extLst>
          </p:cNvPr>
          <p:cNvSpPr>
            <a:spLocks xmlns:a="http://schemas.openxmlformats.org/drawingml/2006/main" noGrp="1"/>
          </p:cNvSpPr>
          <p:nvPr/>
        </p:nvSpPr>
        <p:spPr>
          <a:xfrm xmlns:a="http://schemas.openxmlformats.org/drawingml/2006/main">
            <a:off x="504825" y="4057650"/>
            <a:ext cx="323850" cy="257175"/>
          </a:xfrm>
          <a:prstGeom xmlns:a="http://schemas.openxmlformats.org/drawingml/2006/main" prst="rect">
            <a:avLst/>
          </a:prstGeom>
          <a:solidFill xmlns:a="http://schemas.openxmlformats.org/drawingml/2006/main">
            <a:srgbClr val="FFFFFF"/>
          </a:solidFill>
          <a:ln xmlns:a="http://schemas.openxmlformats.org/drawingml/2006/main" w="24765">
            <a:solidFill>
              <a:srgbClr val="B8753F"/>
            </a:solidFill>
            <a:prstDash val="solid"/>
          </a:ln>
        </p:spPr>
      </p:sp>
      <p:sp>
        <p:nvSpPr>
          <p:cNvPr id="73" name="dp42-comparison / n72 / text 1">
            <a:extLst xmlns:a="http://schemas.openxmlformats.org/drawingml/2006/main">
              <a:ext uri="{FF2B5EF4-FFF2-40B4-BE49-F238E27FC236}">
                <a16:creationId xmlns:a16="http://schemas.microsoft.com/office/drawing/2014/main" id="{4573F0C4-82FA-4EC8-A5AF-BC9A1F303749}"/>
              </a:ext>
            </a:extLst>
          </p:cNvPr>
          <p:cNvSpPr>
            <a:spLocks xmlns:a="http://schemas.openxmlformats.org/drawingml/2006/main" noGrp="1"/>
          </p:cNvSpPr>
          <p:nvPr/>
        </p:nvSpPr>
        <p:spPr>
          <a:xfrm xmlns:a="http://schemas.openxmlformats.org/drawingml/2006/main">
            <a:off x="523875" y="4105275"/>
            <a:ext cx="2857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A</a:t>
            </a:r>
          </a:p>
        </p:txBody>
      </p:sp>
      <p:sp>
        <p:nvSpPr>
          <p:cNvPr id="74" name="dp42-comparison / n73">
            <a:extLst xmlns:a="http://schemas.openxmlformats.org/drawingml/2006/main">
              <a:ext uri="{FF2B5EF4-FFF2-40B4-BE49-F238E27FC236}">
                <a16:creationId xmlns:a16="http://schemas.microsoft.com/office/drawing/2014/main" id="{BE1C3794-BBB5-4108-9935-4B3F83FD8607}"/>
              </a:ext>
            </a:extLst>
          </p:cNvPr>
          <p:cNvSpPr>
            <a:spLocks xmlns:a="http://schemas.openxmlformats.org/drawingml/2006/main" noGrp="1"/>
          </p:cNvSpPr>
          <p:nvPr/>
        </p:nvSpPr>
        <p:spPr>
          <a:xfrm xmlns:a="http://schemas.openxmlformats.org/drawingml/2006/main">
            <a:off x="885825" y="4057650"/>
            <a:ext cx="323850" cy="257175"/>
          </a:xfrm>
          <a:prstGeom xmlns:a="http://schemas.openxmlformats.org/drawingml/2006/main" prst="rect">
            <a:avLst/>
          </a:prstGeom>
          <a:solidFill xmlns:a="http://schemas.openxmlformats.org/drawingml/2006/main">
            <a:srgbClr val="FFFFFF"/>
          </a:solidFill>
          <a:ln xmlns:a="http://schemas.openxmlformats.org/drawingml/2006/main" w="24765">
            <a:solidFill>
              <a:srgbClr val="B8753F"/>
            </a:solidFill>
            <a:prstDash val="dash"/>
          </a:ln>
        </p:spPr>
      </p:sp>
      <p:sp>
        <p:nvSpPr>
          <p:cNvPr id="75" name="dp42-comparison / n74 / text 1">
            <a:extLst xmlns:a="http://schemas.openxmlformats.org/drawingml/2006/main">
              <a:ext uri="{FF2B5EF4-FFF2-40B4-BE49-F238E27FC236}">
                <a16:creationId xmlns:a16="http://schemas.microsoft.com/office/drawing/2014/main" id="{8E821E39-11CE-45CD-B27B-24CF72DFC6BD}"/>
              </a:ext>
            </a:extLst>
          </p:cNvPr>
          <p:cNvSpPr>
            <a:spLocks xmlns:a="http://schemas.openxmlformats.org/drawingml/2006/main" noGrp="1"/>
          </p:cNvSpPr>
          <p:nvPr/>
        </p:nvSpPr>
        <p:spPr>
          <a:xfrm xmlns:a="http://schemas.openxmlformats.org/drawingml/2006/main">
            <a:off x="904875" y="4105275"/>
            <a:ext cx="2857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B</a:t>
            </a:r>
          </a:p>
        </p:txBody>
      </p:sp>
      <p:sp>
        <p:nvSpPr>
          <p:cNvPr id="76" name="dp42-comparison / n75 / text 1">
            <a:extLst xmlns:a="http://schemas.openxmlformats.org/drawingml/2006/main">
              <a:ext uri="{FF2B5EF4-FFF2-40B4-BE49-F238E27FC236}">
                <a16:creationId xmlns:a16="http://schemas.microsoft.com/office/drawing/2014/main" id="{6B1AAD4B-72D1-461E-9966-A07C05A8B68C}"/>
              </a:ext>
            </a:extLst>
          </p:cNvPr>
          <p:cNvSpPr>
            <a:spLocks xmlns:a="http://schemas.openxmlformats.org/drawingml/2006/main" noGrp="1"/>
          </p:cNvSpPr>
          <p:nvPr/>
        </p:nvSpPr>
        <p:spPr>
          <a:xfrm xmlns:a="http://schemas.openxmlformats.org/drawingml/2006/main">
            <a:off x="514350" y="4371975"/>
            <a:ext cx="7239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실행 / 서비스</a:t>
            </a:r>
          </a:p>
        </p:txBody>
      </p:sp>
      <p:sp>
        <p:nvSpPr>
          <p:cNvPr id="77" name="dp42-comparison / n76 / path">
            <a:extLst xmlns:a="http://schemas.openxmlformats.org/drawingml/2006/main">
              <a:ext uri="{FF2B5EF4-FFF2-40B4-BE49-F238E27FC236}">
                <a16:creationId xmlns:a16="http://schemas.microsoft.com/office/drawing/2014/main" id="{32776343-40B1-4D8D-AC69-F8864BA5B459}"/>
              </a:ext>
            </a:extLst>
          </p:cNvPr>
          <p:cNvSpPr>
            <a:spLocks xmlns:a="http://schemas.openxmlformats.org/drawingml/2006/main" noGrp="1"/>
          </p:cNvSpPr>
          <p:nvPr/>
        </p:nvSpPr>
        <p:spPr>
          <a:xfrm xmlns:a="http://schemas.openxmlformats.org/drawingml/2006/main">
            <a:off x="514350" y="5219700"/>
            <a:ext cx="657225" cy="953"/>
          </a:xfrm>
          <a:custGeom xmlns:a="http://schemas.openxmlformats.org/drawingml/2006/main">
            <a:pathLst>
              <a:path w="657225" h="953">
                <a:moveTo>
                  <a:pt x="0" y="0"/>
                </a:moveTo>
                <a:lnTo>
                  <a:pt x="657225" y="0"/>
                </a:lnTo>
              </a:path>
            </a:pathLst>
          </a:custGeom>
          <a:noFill xmlns:a="http://schemas.openxmlformats.org/drawingml/2006/main"/>
          <a:ln xmlns:a="http://schemas.openxmlformats.org/drawingml/2006/main" w="10478">
            <a:solidFill>
              <a:srgbClr val="000000"/>
            </a:solidFill>
            <a:prstDash val="solid"/>
          </a:ln>
        </p:spPr>
      </p:sp>
      <p:sp>
        <p:nvSpPr>
          <p:cNvPr id="78" name="dp42-comparison / n76 / arrow">
            <a:extLst xmlns:a="http://schemas.openxmlformats.org/drawingml/2006/main">
              <a:ext uri="{FF2B5EF4-FFF2-40B4-BE49-F238E27FC236}">
                <a16:creationId xmlns:a16="http://schemas.microsoft.com/office/drawing/2014/main" id="{A94267B2-CFF5-4A7A-A328-0937A5E1718D}"/>
              </a:ext>
            </a:extLst>
          </p:cNvPr>
          <p:cNvSpPr>
            <a:spLocks xmlns:a="http://schemas.openxmlformats.org/drawingml/2006/main" noGrp="1"/>
          </p:cNvSpPr>
          <p:nvPr/>
        </p:nvSpPr>
        <p:spPr>
          <a:xfrm xmlns:a="http://schemas.openxmlformats.org/drawingml/2006/main">
            <a:off x="1104519" y="518617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79" name="dp42-comparison / n77 / text 1">
            <a:extLst xmlns:a="http://schemas.openxmlformats.org/drawingml/2006/main">
              <a:ext uri="{FF2B5EF4-FFF2-40B4-BE49-F238E27FC236}">
                <a16:creationId xmlns:a16="http://schemas.microsoft.com/office/drawing/2014/main" id="{FD69456C-65F1-4973-A2A1-0EC9B3669C69}"/>
              </a:ext>
            </a:extLst>
          </p:cNvPr>
          <p:cNvSpPr>
            <a:spLocks xmlns:a="http://schemas.openxmlformats.org/drawingml/2006/main" noGrp="1"/>
          </p:cNvSpPr>
          <p:nvPr/>
        </p:nvSpPr>
        <p:spPr>
          <a:xfrm xmlns:a="http://schemas.openxmlformats.org/drawingml/2006/main">
            <a:off x="514350" y="530542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요청 / 전달</a:t>
            </a:r>
          </a:p>
        </p:txBody>
      </p:sp>
      <p:sp>
        <p:nvSpPr>
          <p:cNvPr id="80" name="dp42-comparison / n78 / path">
            <a:extLst xmlns:a="http://schemas.openxmlformats.org/drawingml/2006/main">
              <a:ext uri="{FF2B5EF4-FFF2-40B4-BE49-F238E27FC236}">
                <a16:creationId xmlns:a16="http://schemas.microsoft.com/office/drawing/2014/main" id="{B0786698-DE44-49EB-95A6-9F9A64F50795}"/>
              </a:ext>
            </a:extLst>
          </p:cNvPr>
          <p:cNvSpPr>
            <a:spLocks xmlns:a="http://schemas.openxmlformats.org/drawingml/2006/main" noGrp="1"/>
          </p:cNvSpPr>
          <p:nvPr/>
        </p:nvSpPr>
        <p:spPr>
          <a:xfrm xmlns:a="http://schemas.openxmlformats.org/drawingml/2006/main">
            <a:off x="514350" y="5619750"/>
            <a:ext cx="657225" cy="953"/>
          </a:xfrm>
          <a:custGeom xmlns:a="http://schemas.openxmlformats.org/drawingml/2006/main">
            <a:pathLst>
              <a:path w="657225" h="953">
                <a:moveTo>
                  <a:pt x="0" y="0"/>
                </a:moveTo>
                <a:lnTo>
                  <a:pt x="657225" y="0"/>
                </a:lnTo>
              </a:path>
            </a:pathLst>
          </a:custGeom>
          <a:noFill xmlns:a="http://schemas.openxmlformats.org/drawingml/2006/main"/>
          <a:ln xmlns:a="http://schemas.openxmlformats.org/drawingml/2006/main" w="10478">
            <a:solidFill>
              <a:srgbClr val="000000"/>
            </a:solidFill>
            <a:prstDash val="dash"/>
          </a:ln>
        </p:spPr>
      </p:sp>
      <p:sp>
        <p:nvSpPr>
          <p:cNvPr id="81" name="dp42-comparison / n78 / arrow">
            <a:extLst xmlns:a="http://schemas.openxmlformats.org/drawingml/2006/main">
              <a:ext uri="{FF2B5EF4-FFF2-40B4-BE49-F238E27FC236}">
                <a16:creationId xmlns:a16="http://schemas.microsoft.com/office/drawing/2014/main" id="{3D5D63A7-002D-4A07-9E8B-02194FC63C17}"/>
              </a:ext>
            </a:extLst>
          </p:cNvPr>
          <p:cNvSpPr>
            <a:spLocks xmlns:a="http://schemas.openxmlformats.org/drawingml/2006/main" noGrp="1"/>
          </p:cNvSpPr>
          <p:nvPr/>
        </p:nvSpPr>
        <p:spPr>
          <a:xfrm xmlns:a="http://schemas.openxmlformats.org/drawingml/2006/main">
            <a:off x="1104519" y="558622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82" name="dp42-comparison / n79 / text 1">
            <a:extLst xmlns:a="http://schemas.openxmlformats.org/drawingml/2006/main">
              <a:ext uri="{FF2B5EF4-FFF2-40B4-BE49-F238E27FC236}">
                <a16:creationId xmlns:a16="http://schemas.microsoft.com/office/drawing/2014/main" id="{E7A95F5F-6EDD-4345-AC0C-6D3AED93E65A}"/>
              </a:ext>
            </a:extLst>
          </p:cNvPr>
          <p:cNvSpPr>
            <a:spLocks xmlns:a="http://schemas.openxmlformats.org/drawingml/2006/main" noGrp="1"/>
          </p:cNvSpPr>
          <p:nvPr/>
        </p:nvSpPr>
        <p:spPr>
          <a:xfrm xmlns:a="http://schemas.openxmlformats.org/drawingml/2006/main">
            <a:off x="514350" y="570547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응답 / 반환</a:t>
            </a:r>
          </a:p>
        </p:txBody>
      </p:sp>
      <p:sp>
        <p:nvSpPr>
          <p:cNvPr id="83" name="dp42-comparison / n80 / text 1">
            <a:extLst xmlns:a="http://schemas.openxmlformats.org/drawingml/2006/main">
              <a:ext uri="{FF2B5EF4-FFF2-40B4-BE49-F238E27FC236}">
                <a16:creationId xmlns:a16="http://schemas.microsoft.com/office/drawing/2014/main" id="{6F44BABE-EA64-40E6-A896-6D66D07D4BCB}"/>
              </a:ext>
            </a:extLst>
          </p:cNvPr>
          <p:cNvSpPr>
            <a:spLocks xmlns:a="http://schemas.openxmlformats.org/drawingml/2006/main" noGrp="1"/>
          </p:cNvSpPr>
          <p:nvPr/>
        </p:nvSpPr>
        <p:spPr>
          <a:xfrm xmlns:a="http://schemas.openxmlformats.org/drawingml/2006/main">
            <a:off x="514350" y="7077075"/>
            <a:ext cx="7239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경계 A: 실선</a:t>
            </a:r>
          </a:p>
        </p:txBody>
      </p:sp>
      <p:sp>
        <p:nvSpPr>
          <p:cNvPr id="84" name="dp42-comparison / n80 / text 2">
            <a:extLst xmlns:a="http://schemas.openxmlformats.org/drawingml/2006/main">
              <a:ext uri="{FF2B5EF4-FFF2-40B4-BE49-F238E27FC236}">
                <a16:creationId xmlns:a16="http://schemas.microsoft.com/office/drawing/2014/main" id="{E3EACA7D-5854-49A3-8B5F-466BB06A6D5F}"/>
              </a:ext>
            </a:extLst>
          </p:cNvPr>
          <p:cNvSpPr>
            <a:spLocks xmlns:a="http://schemas.openxmlformats.org/drawingml/2006/main" noGrp="1"/>
          </p:cNvSpPr>
          <p:nvPr/>
        </p:nvSpPr>
        <p:spPr>
          <a:xfrm xmlns:a="http://schemas.openxmlformats.org/drawingml/2006/main">
            <a:off x="514350" y="7202805"/>
            <a:ext cx="7239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경계 B: 점선</a:t>
            </a:r>
          </a:p>
        </p:txBody>
      </p:sp>
      <p:sp>
        <p:nvSpPr>
          <p:cNvPr id="85" name="dp42-comparison / n81 / text 1">
            <a:extLst xmlns:a="http://schemas.openxmlformats.org/drawingml/2006/main">
              <a:ext uri="{FF2B5EF4-FFF2-40B4-BE49-F238E27FC236}">
                <a16:creationId xmlns:a16="http://schemas.microsoft.com/office/drawing/2014/main" id="{6B247A0C-C526-4056-BC03-2ED891A1DA11}"/>
              </a:ext>
            </a:extLst>
          </p:cNvPr>
          <p:cNvSpPr>
            <a:spLocks xmlns:a="http://schemas.openxmlformats.org/drawingml/2006/main" noGrp="1"/>
          </p:cNvSpPr>
          <p:nvPr/>
        </p:nvSpPr>
        <p:spPr>
          <a:xfrm xmlns:a="http://schemas.openxmlformats.org/drawingml/2006/main">
            <a:off x="514350" y="7372350"/>
            <a:ext cx="7239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차이: 경계선</a:t>
            </a:r>
          </a:p>
        </p:txBody>
      </p:sp>
      <p:sp>
        <p:nvSpPr>
          <p:cNvPr id="86" name="dp42-comparison / n86 / path">
            <a:extLst xmlns:a="http://schemas.openxmlformats.org/drawingml/2006/main">
              <a:ext uri="{FF2B5EF4-FFF2-40B4-BE49-F238E27FC236}">
                <a16:creationId xmlns:a16="http://schemas.microsoft.com/office/drawing/2014/main" id="{16E85C67-ABDF-4E04-88E1-46D190445D29}"/>
              </a:ext>
            </a:extLst>
          </p:cNvPr>
          <p:cNvSpPr>
            <a:spLocks xmlns:a="http://schemas.openxmlformats.org/drawingml/2006/main" noGrp="1"/>
          </p:cNvSpPr>
          <p:nvPr/>
        </p:nvSpPr>
        <p:spPr>
          <a:xfrm xmlns:a="http://schemas.openxmlformats.org/drawingml/2006/main">
            <a:off x="3886200" y="2800350"/>
            <a:ext cx="5381625" cy="953"/>
          </a:xfrm>
          <a:custGeom xmlns:a="http://schemas.openxmlformats.org/drawingml/2006/main">
            <a:pathLst>
              <a:path w="5381625" h="953">
                <a:moveTo>
                  <a:pt x="0" y="0"/>
                </a:moveTo>
                <a:lnTo>
                  <a:pt x="5381625" y="0"/>
                </a:lnTo>
              </a:path>
            </a:pathLst>
          </a:custGeom>
          <a:noFill xmlns:a="http://schemas.openxmlformats.org/drawingml/2006/main"/>
          <a:ln xmlns:a="http://schemas.openxmlformats.org/drawingml/2006/main" w="10478">
            <a:solidFill>
              <a:srgbClr val="000000"/>
            </a:solidFill>
            <a:prstDash val="solid"/>
          </a:ln>
        </p:spPr>
      </p:sp>
      <p:sp>
        <p:nvSpPr>
          <p:cNvPr id="87" name="dp42-comparison / n91 / path">
            <a:extLst xmlns:a="http://schemas.openxmlformats.org/drawingml/2006/main">
              <a:ext uri="{FF2B5EF4-FFF2-40B4-BE49-F238E27FC236}">
                <a16:creationId xmlns:a16="http://schemas.microsoft.com/office/drawing/2014/main" id="{347E04CF-99E8-4E17-81A9-72E65F7ED404}"/>
              </a:ext>
            </a:extLst>
          </p:cNvPr>
          <p:cNvSpPr>
            <a:spLocks xmlns:a="http://schemas.openxmlformats.org/drawingml/2006/main" noGrp="1"/>
          </p:cNvSpPr>
          <p:nvPr/>
        </p:nvSpPr>
        <p:spPr>
          <a:xfrm xmlns:a="http://schemas.openxmlformats.org/drawingml/2006/main">
            <a:off x="3886200" y="2981325"/>
            <a:ext cx="4495800" cy="953"/>
          </a:xfrm>
          <a:custGeom xmlns:a="http://schemas.openxmlformats.org/drawingml/2006/main">
            <a:pathLst>
              <a:path w="4495800" h="953">
                <a:moveTo>
                  <a:pt x="0" y="0"/>
                </a:moveTo>
                <a:lnTo>
                  <a:pt x="4495800" y="0"/>
                </a:lnTo>
              </a:path>
            </a:pathLst>
          </a:custGeom>
          <a:noFill xmlns:a="http://schemas.openxmlformats.org/drawingml/2006/main"/>
          <a:ln xmlns:a="http://schemas.openxmlformats.org/drawingml/2006/main" w="10478">
            <a:solidFill>
              <a:srgbClr val="000000"/>
            </a:solidFill>
            <a:prstDash val="solid"/>
          </a:ln>
        </p:spPr>
      </p:sp>
      <p:sp>
        <p:nvSpPr>
          <p:cNvPr id="88" name="dp42-comparison / n96 / path">
            <a:extLst xmlns:a="http://schemas.openxmlformats.org/drawingml/2006/main">
              <a:ext uri="{FF2B5EF4-FFF2-40B4-BE49-F238E27FC236}">
                <a16:creationId xmlns:a16="http://schemas.microsoft.com/office/drawing/2014/main" id="{076C245B-56BF-42CC-A9D0-565D2A4CE61C}"/>
              </a:ext>
            </a:extLst>
          </p:cNvPr>
          <p:cNvSpPr>
            <a:spLocks xmlns:a="http://schemas.openxmlformats.org/drawingml/2006/main" noGrp="1"/>
          </p:cNvSpPr>
          <p:nvPr/>
        </p:nvSpPr>
        <p:spPr>
          <a:xfrm xmlns:a="http://schemas.openxmlformats.org/drawingml/2006/main">
            <a:off x="3886200" y="3162300"/>
            <a:ext cx="5381625" cy="953"/>
          </a:xfrm>
          <a:custGeom xmlns:a="http://schemas.openxmlformats.org/drawingml/2006/main">
            <a:pathLst>
              <a:path w="5381625" h="953">
                <a:moveTo>
                  <a:pt x="0" y="0"/>
                </a:moveTo>
                <a:lnTo>
                  <a:pt x="5381625" y="0"/>
                </a:lnTo>
              </a:path>
            </a:pathLst>
          </a:custGeom>
          <a:noFill xmlns:a="http://schemas.openxmlformats.org/drawingml/2006/main"/>
          <a:ln xmlns:a="http://schemas.openxmlformats.org/drawingml/2006/main" w="10478">
            <a:solidFill>
              <a:srgbClr val="000000"/>
            </a:solidFill>
            <a:prstDash val="solid"/>
          </a:ln>
        </p:spPr>
      </p:sp>
      <p:sp>
        <p:nvSpPr>
          <p:cNvPr id="89" name="dp42-comparison / n101 / path">
            <a:extLst xmlns:a="http://schemas.openxmlformats.org/drawingml/2006/main">
              <a:ext uri="{FF2B5EF4-FFF2-40B4-BE49-F238E27FC236}">
                <a16:creationId xmlns:a16="http://schemas.microsoft.com/office/drawing/2014/main" id="{EE19ED36-3866-48DC-B4E2-B6FACB04BB5D}"/>
              </a:ext>
            </a:extLst>
          </p:cNvPr>
          <p:cNvSpPr>
            <a:spLocks xmlns:a="http://schemas.openxmlformats.org/drawingml/2006/main" noGrp="1"/>
          </p:cNvSpPr>
          <p:nvPr/>
        </p:nvSpPr>
        <p:spPr>
          <a:xfrm xmlns:a="http://schemas.openxmlformats.org/drawingml/2006/main">
            <a:off x="3886200" y="3343275"/>
            <a:ext cx="5210175" cy="953"/>
          </a:xfrm>
          <a:custGeom xmlns:a="http://schemas.openxmlformats.org/drawingml/2006/main">
            <a:pathLst>
              <a:path w="5210175" h="953">
                <a:moveTo>
                  <a:pt x="0" y="0"/>
                </a:moveTo>
                <a:lnTo>
                  <a:pt x="5210175" y="0"/>
                </a:lnTo>
              </a:path>
            </a:pathLst>
          </a:custGeom>
          <a:noFill xmlns:a="http://schemas.openxmlformats.org/drawingml/2006/main"/>
          <a:ln xmlns:a="http://schemas.openxmlformats.org/drawingml/2006/main" w="10478">
            <a:solidFill>
              <a:srgbClr val="000000"/>
            </a:solidFill>
            <a:prstDash val="solid"/>
          </a:ln>
        </p:spPr>
      </p:sp>
      <p:sp>
        <p:nvSpPr>
          <p:cNvPr id="90" name="dp42-comparison / n106">
            <a:extLst xmlns:a="http://schemas.openxmlformats.org/drawingml/2006/main">
              <a:ext uri="{FF2B5EF4-FFF2-40B4-BE49-F238E27FC236}">
                <a16:creationId xmlns:a16="http://schemas.microsoft.com/office/drawing/2014/main" id="{47237FEE-998C-4024-9E38-961621C29DE5}"/>
              </a:ext>
            </a:extLst>
          </p:cNvPr>
          <p:cNvSpPr>
            <a:spLocks xmlns:a="http://schemas.openxmlformats.org/drawingml/2006/main" noGrp="1"/>
          </p:cNvSpPr>
          <p:nvPr/>
        </p:nvSpPr>
        <p:spPr>
          <a:xfrm xmlns:a="http://schemas.openxmlformats.org/drawingml/2006/main">
            <a:off x="1524000" y="3495675"/>
            <a:ext cx="7858125" cy="3295650"/>
          </a:xfrm>
          <a:prstGeom xmlns:a="http://schemas.openxmlformats.org/drawingml/2006/main" prst="rect">
            <a:avLst/>
          </a:prstGeom>
          <a:solidFill xmlns:a="http://schemas.openxmlformats.org/drawingml/2006/main">
            <a:srgbClr val="FFFFFF"/>
          </a:solidFill>
          <a:ln xmlns:a="http://schemas.openxmlformats.org/drawingml/2006/main" w="24765">
            <a:solidFill>
              <a:srgbClr val="B8753F"/>
            </a:solidFill>
            <a:prstDash val="solid"/>
          </a:ln>
        </p:spPr>
      </p:sp>
      <p:sp>
        <p:nvSpPr>
          <p:cNvPr id="91" name="dp42-comparison / n107 / text 1">
            <a:extLst xmlns:a="http://schemas.openxmlformats.org/drawingml/2006/main">
              <a:ext uri="{FF2B5EF4-FFF2-40B4-BE49-F238E27FC236}">
                <a16:creationId xmlns:a16="http://schemas.microsoft.com/office/drawing/2014/main" id="{6E7D3F98-A1CA-460F-BEB4-20270FC11C5D}"/>
              </a:ext>
            </a:extLst>
          </p:cNvPr>
          <p:cNvSpPr>
            <a:spLocks xmlns:a="http://schemas.openxmlformats.org/drawingml/2006/main" noGrp="1"/>
          </p:cNvSpPr>
          <p:nvPr/>
        </p:nvSpPr>
        <p:spPr>
          <a:xfrm xmlns:a="http://schemas.openxmlformats.org/drawingml/2006/main">
            <a:off x="1647825" y="3590925"/>
            <a:ext cx="761047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VIA Core</a:t>
            </a:r>
          </a:p>
        </p:txBody>
      </p:sp>
      <p:sp>
        <p:nvSpPr>
          <p:cNvPr id="92" name="dp42-comparison / n110">
            <a:extLst xmlns:a="http://schemas.openxmlformats.org/drawingml/2006/main">
              <a:ext uri="{FF2B5EF4-FFF2-40B4-BE49-F238E27FC236}">
                <a16:creationId xmlns:a16="http://schemas.microsoft.com/office/drawing/2014/main" id="{BAD5BC9F-782A-467A-94C9-F664382103B4}"/>
              </a:ext>
            </a:extLst>
          </p:cNvPr>
          <p:cNvSpPr>
            <a:spLocks xmlns:a="http://schemas.openxmlformats.org/drawingml/2006/main" noGrp="1"/>
          </p:cNvSpPr>
          <p:nvPr/>
        </p:nvSpPr>
        <p:spPr>
          <a:xfrm xmlns:a="http://schemas.openxmlformats.org/drawingml/2006/main">
            <a:off x="1714500" y="3914775"/>
            <a:ext cx="2238375" cy="3429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93" name="dp42-comparison / n111 / text 1">
            <a:extLst xmlns:a="http://schemas.openxmlformats.org/drawingml/2006/main">
              <a:ext uri="{FF2B5EF4-FFF2-40B4-BE49-F238E27FC236}">
                <a16:creationId xmlns:a16="http://schemas.microsoft.com/office/drawing/2014/main" id="{EB589AEC-1475-45C2-816D-2F9B16DBD71B}"/>
              </a:ext>
            </a:extLst>
          </p:cNvPr>
          <p:cNvSpPr>
            <a:spLocks xmlns:a="http://schemas.openxmlformats.org/drawingml/2006/main" noGrp="1"/>
          </p:cNvSpPr>
          <p:nvPr/>
        </p:nvSpPr>
        <p:spPr>
          <a:xfrm xmlns:a="http://schemas.openxmlformats.org/drawingml/2006/main">
            <a:off x="1800225" y="3974783"/>
            <a:ext cx="20669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Request Controller</a:t>
            </a:r>
          </a:p>
        </p:txBody>
      </p:sp>
      <p:sp>
        <p:nvSpPr>
          <p:cNvPr id="94" name="dp42-comparison / n112">
            <a:extLst xmlns:a="http://schemas.openxmlformats.org/drawingml/2006/main">
              <a:ext uri="{FF2B5EF4-FFF2-40B4-BE49-F238E27FC236}">
                <a16:creationId xmlns:a16="http://schemas.microsoft.com/office/drawing/2014/main" id="{6D4A441B-2064-463D-B163-990C26CE36F5}"/>
              </a:ext>
            </a:extLst>
          </p:cNvPr>
          <p:cNvSpPr>
            <a:spLocks xmlns:a="http://schemas.openxmlformats.org/drawingml/2006/main" noGrp="1"/>
          </p:cNvSpPr>
          <p:nvPr/>
        </p:nvSpPr>
        <p:spPr>
          <a:xfrm xmlns:a="http://schemas.openxmlformats.org/drawingml/2006/main">
            <a:off x="6619875" y="3914775"/>
            <a:ext cx="2571750" cy="3429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95" name="dp42-comparison / n113 / text 1">
            <a:extLst xmlns:a="http://schemas.openxmlformats.org/drawingml/2006/main">
              <a:ext uri="{FF2B5EF4-FFF2-40B4-BE49-F238E27FC236}">
                <a16:creationId xmlns:a16="http://schemas.microsoft.com/office/drawing/2014/main" id="{D8CBADC0-1EEE-42C8-B020-747CE8AC8FA8}"/>
              </a:ext>
            </a:extLst>
          </p:cNvPr>
          <p:cNvSpPr>
            <a:spLocks xmlns:a="http://schemas.openxmlformats.org/drawingml/2006/main" noGrp="1"/>
          </p:cNvSpPr>
          <p:nvPr/>
        </p:nvSpPr>
        <p:spPr>
          <a:xfrm xmlns:a="http://schemas.openxmlformats.org/drawingml/2006/main">
            <a:off x="6705600" y="3974783"/>
            <a:ext cx="2400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Task Manager</a:t>
            </a:r>
          </a:p>
        </p:txBody>
      </p:sp>
      <p:sp>
        <p:nvSpPr>
          <p:cNvPr id="96" name="dp42-comparison / n114">
            <a:extLst xmlns:a="http://schemas.openxmlformats.org/drawingml/2006/main">
              <a:ext uri="{FF2B5EF4-FFF2-40B4-BE49-F238E27FC236}">
                <a16:creationId xmlns:a16="http://schemas.microsoft.com/office/drawing/2014/main" id="{AAAE8D3B-C67B-48C9-A84C-385E2CE46422}"/>
              </a:ext>
            </a:extLst>
          </p:cNvPr>
          <p:cNvSpPr>
            <a:spLocks xmlns:a="http://schemas.openxmlformats.org/drawingml/2006/main" noGrp="1"/>
          </p:cNvSpPr>
          <p:nvPr/>
        </p:nvSpPr>
        <p:spPr>
          <a:xfrm xmlns:a="http://schemas.openxmlformats.org/drawingml/2006/main">
            <a:off x="1714500" y="4619625"/>
            <a:ext cx="2238375" cy="3238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97" name="dp42-comparison / n115 / text 1">
            <a:extLst xmlns:a="http://schemas.openxmlformats.org/drawingml/2006/main">
              <a:ext uri="{FF2B5EF4-FFF2-40B4-BE49-F238E27FC236}">
                <a16:creationId xmlns:a16="http://schemas.microsoft.com/office/drawing/2014/main" id="{DDCC5521-CF26-4C6C-9367-787FDC4415AA}"/>
              </a:ext>
            </a:extLst>
          </p:cNvPr>
          <p:cNvSpPr>
            <a:spLocks xmlns:a="http://schemas.openxmlformats.org/drawingml/2006/main" noGrp="1"/>
          </p:cNvSpPr>
          <p:nvPr/>
        </p:nvSpPr>
        <p:spPr>
          <a:xfrm xmlns:a="http://schemas.openxmlformats.org/drawingml/2006/main">
            <a:off x="1800225" y="4676299"/>
            <a:ext cx="206692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Request Interpreter</a:t>
            </a:r>
          </a:p>
        </p:txBody>
      </p:sp>
      <p:sp>
        <p:nvSpPr>
          <p:cNvPr id="98" name="dp42-comparison / n116">
            <a:extLst xmlns:a="http://schemas.openxmlformats.org/drawingml/2006/main">
              <a:ext uri="{FF2B5EF4-FFF2-40B4-BE49-F238E27FC236}">
                <a16:creationId xmlns:a16="http://schemas.microsoft.com/office/drawing/2014/main" id="{26CFDC82-A40B-4B1F-9AF7-A3AC71D1C2FB}"/>
              </a:ext>
            </a:extLst>
          </p:cNvPr>
          <p:cNvSpPr>
            <a:spLocks xmlns:a="http://schemas.openxmlformats.org/drawingml/2006/main" noGrp="1"/>
          </p:cNvSpPr>
          <p:nvPr/>
        </p:nvSpPr>
        <p:spPr>
          <a:xfrm xmlns:a="http://schemas.openxmlformats.org/drawingml/2006/main">
            <a:off x="1714500" y="5324475"/>
            <a:ext cx="2238375" cy="3429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99" name="dp42-comparison / n117 / text 1">
            <a:extLst xmlns:a="http://schemas.openxmlformats.org/drawingml/2006/main">
              <a:ext uri="{FF2B5EF4-FFF2-40B4-BE49-F238E27FC236}">
                <a16:creationId xmlns:a16="http://schemas.microsoft.com/office/drawing/2014/main" id="{0131C27B-A3E7-4370-B692-8680287C29C0}"/>
              </a:ext>
            </a:extLst>
          </p:cNvPr>
          <p:cNvSpPr>
            <a:spLocks xmlns:a="http://schemas.openxmlformats.org/drawingml/2006/main" noGrp="1"/>
          </p:cNvSpPr>
          <p:nvPr/>
        </p:nvSpPr>
        <p:spPr>
          <a:xfrm xmlns:a="http://schemas.openxmlformats.org/drawingml/2006/main">
            <a:off x="1800225" y="5384483"/>
            <a:ext cx="20669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Response Manager</a:t>
            </a:r>
          </a:p>
        </p:txBody>
      </p:sp>
      <p:sp>
        <p:nvSpPr>
          <p:cNvPr id="100" name="dp42-comparison / n118">
            <a:extLst xmlns:a="http://schemas.openxmlformats.org/drawingml/2006/main">
              <a:ext uri="{FF2B5EF4-FFF2-40B4-BE49-F238E27FC236}">
                <a16:creationId xmlns:a16="http://schemas.microsoft.com/office/drawing/2014/main" id="{DA052E61-DEF2-4942-A439-C09162335D9F}"/>
              </a:ext>
            </a:extLst>
          </p:cNvPr>
          <p:cNvSpPr>
            <a:spLocks xmlns:a="http://schemas.openxmlformats.org/drawingml/2006/main" noGrp="1"/>
          </p:cNvSpPr>
          <p:nvPr/>
        </p:nvSpPr>
        <p:spPr>
          <a:xfrm xmlns:a="http://schemas.openxmlformats.org/drawingml/2006/main">
            <a:off x="6619875" y="5324475"/>
            <a:ext cx="2571750" cy="3429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01" name="dp42-comparison / n119 / text 1">
            <a:extLst xmlns:a="http://schemas.openxmlformats.org/drawingml/2006/main">
              <a:ext uri="{FF2B5EF4-FFF2-40B4-BE49-F238E27FC236}">
                <a16:creationId xmlns:a16="http://schemas.microsoft.com/office/drawing/2014/main" id="{0D1E5355-2ECB-40B5-9ECD-6C815EBAA7F3}"/>
              </a:ext>
            </a:extLst>
          </p:cNvPr>
          <p:cNvSpPr>
            <a:spLocks xmlns:a="http://schemas.openxmlformats.org/drawingml/2006/main" noGrp="1"/>
          </p:cNvSpPr>
          <p:nvPr/>
        </p:nvSpPr>
        <p:spPr>
          <a:xfrm xmlns:a="http://schemas.openxmlformats.org/drawingml/2006/main">
            <a:off x="6705600" y="5384483"/>
            <a:ext cx="2400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Agent Gateway</a:t>
            </a:r>
          </a:p>
        </p:txBody>
      </p:sp>
      <p:sp>
        <p:nvSpPr>
          <p:cNvPr id="102" name="dp42-comparison / n124 / path">
            <a:extLst xmlns:a="http://schemas.openxmlformats.org/drawingml/2006/main">
              <a:ext uri="{FF2B5EF4-FFF2-40B4-BE49-F238E27FC236}">
                <a16:creationId xmlns:a16="http://schemas.microsoft.com/office/drawing/2014/main" id="{6D2D8F60-3EFB-4EBD-9A31-31F59AFDB89F}"/>
              </a:ext>
            </a:extLst>
          </p:cNvPr>
          <p:cNvSpPr>
            <a:spLocks xmlns:a="http://schemas.openxmlformats.org/drawingml/2006/main" noGrp="1"/>
          </p:cNvSpPr>
          <p:nvPr/>
        </p:nvSpPr>
        <p:spPr>
          <a:xfrm xmlns:a="http://schemas.openxmlformats.org/drawingml/2006/main">
            <a:off x="3952875" y="3819525"/>
            <a:ext cx="3000375" cy="180975"/>
          </a:xfrm>
          <a:custGeom xmlns:a="http://schemas.openxmlformats.org/drawingml/2006/main">
            <a:pathLst>
              <a:path w="3000375" h="180975">
                <a:moveTo>
                  <a:pt x="0" y="180975"/>
                </a:moveTo>
                <a:lnTo>
                  <a:pt x="190500" y="180975"/>
                </a:lnTo>
                <a:lnTo>
                  <a:pt x="190500" y="0"/>
                </a:lnTo>
                <a:lnTo>
                  <a:pt x="3000375" y="0"/>
                </a:lnTo>
                <a:lnTo>
                  <a:pt x="3000375" y="95250"/>
                </a:lnTo>
              </a:path>
            </a:pathLst>
          </a:custGeom>
          <a:noFill xmlns:a="http://schemas.openxmlformats.org/drawingml/2006/main"/>
          <a:ln xmlns:a="http://schemas.openxmlformats.org/drawingml/2006/main" w="10478">
            <a:solidFill>
              <a:srgbClr val="000000"/>
            </a:solidFill>
            <a:prstDash val="solid"/>
          </a:ln>
        </p:spPr>
      </p:sp>
      <p:sp>
        <p:nvSpPr>
          <p:cNvPr id="103" name="dp42-comparison / n124 / arrow">
            <a:extLst xmlns:a="http://schemas.openxmlformats.org/drawingml/2006/main">
              <a:ext uri="{FF2B5EF4-FFF2-40B4-BE49-F238E27FC236}">
                <a16:creationId xmlns:a16="http://schemas.microsoft.com/office/drawing/2014/main" id="{CB42A2A4-2426-4DD3-9EDF-9D923CB6F4C2}"/>
              </a:ext>
            </a:extLst>
          </p:cNvPr>
          <p:cNvSpPr>
            <a:spLocks xmlns:a="http://schemas.openxmlformats.org/drawingml/2006/main" noGrp="1"/>
          </p:cNvSpPr>
          <p:nvPr/>
        </p:nvSpPr>
        <p:spPr>
          <a:xfrm xmlns:a="http://schemas.openxmlformats.org/drawingml/2006/main">
            <a:off x="6919722" y="384771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04" name="dp42-comparison / n125 / path">
            <a:extLst xmlns:a="http://schemas.openxmlformats.org/drawingml/2006/main">
              <a:ext uri="{FF2B5EF4-FFF2-40B4-BE49-F238E27FC236}">
                <a16:creationId xmlns:a16="http://schemas.microsoft.com/office/drawing/2014/main" id="{21590B57-FE12-421D-B9C3-320B12CEE4AB}"/>
              </a:ext>
            </a:extLst>
          </p:cNvPr>
          <p:cNvSpPr>
            <a:spLocks xmlns:a="http://schemas.openxmlformats.org/drawingml/2006/main" noGrp="1"/>
          </p:cNvSpPr>
          <p:nvPr/>
        </p:nvSpPr>
        <p:spPr>
          <a:xfrm xmlns:a="http://schemas.openxmlformats.org/drawingml/2006/main">
            <a:off x="3952875" y="3876675"/>
            <a:ext cx="3143250" cy="190500"/>
          </a:xfrm>
          <a:custGeom xmlns:a="http://schemas.openxmlformats.org/drawingml/2006/main">
            <a:pathLst>
              <a:path w="3143250" h="190500">
                <a:moveTo>
                  <a:pt x="3143250" y="38100"/>
                </a:moveTo>
                <a:lnTo>
                  <a:pt x="3143250" y="0"/>
                </a:lnTo>
                <a:lnTo>
                  <a:pt x="95250" y="0"/>
                </a:lnTo>
                <a:lnTo>
                  <a:pt x="95250" y="190500"/>
                </a:lnTo>
                <a:lnTo>
                  <a:pt x="0" y="190500"/>
                </a:lnTo>
              </a:path>
            </a:pathLst>
          </a:custGeom>
          <a:noFill xmlns:a="http://schemas.openxmlformats.org/drawingml/2006/main"/>
          <a:ln xmlns:a="http://schemas.openxmlformats.org/drawingml/2006/main" w="10478">
            <a:solidFill>
              <a:srgbClr val="000000"/>
            </a:solidFill>
            <a:prstDash val="dash"/>
          </a:ln>
        </p:spPr>
      </p:sp>
      <p:sp>
        <p:nvSpPr>
          <p:cNvPr id="105" name="dp42-comparison / n125 / arrow">
            <a:extLst xmlns:a="http://schemas.openxmlformats.org/drawingml/2006/main">
              <a:ext uri="{FF2B5EF4-FFF2-40B4-BE49-F238E27FC236}">
                <a16:creationId xmlns:a16="http://schemas.microsoft.com/office/drawing/2014/main" id="{705E5B17-076C-4742-897D-8633CC90165A}"/>
              </a:ext>
            </a:extLst>
          </p:cNvPr>
          <p:cNvSpPr>
            <a:spLocks xmlns:a="http://schemas.openxmlformats.org/drawingml/2006/main" noGrp="1"/>
          </p:cNvSpPr>
          <p:nvPr/>
        </p:nvSpPr>
        <p:spPr>
          <a:xfrm xmlns:a="http://schemas.openxmlformats.org/drawingml/2006/main">
            <a:off x="3952875" y="40336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06" name="dp42-comparison / n128 / path">
            <a:extLst xmlns:a="http://schemas.openxmlformats.org/drawingml/2006/main">
              <a:ext uri="{FF2B5EF4-FFF2-40B4-BE49-F238E27FC236}">
                <a16:creationId xmlns:a16="http://schemas.microsoft.com/office/drawing/2014/main" id="{D7F6844E-280A-4170-BB0E-33FFB6B3E178}"/>
              </a:ext>
            </a:extLst>
          </p:cNvPr>
          <p:cNvSpPr>
            <a:spLocks xmlns:a="http://schemas.openxmlformats.org/drawingml/2006/main" noGrp="1"/>
          </p:cNvSpPr>
          <p:nvPr/>
        </p:nvSpPr>
        <p:spPr>
          <a:xfrm xmlns:a="http://schemas.openxmlformats.org/drawingml/2006/main">
            <a:off x="3952875" y="4181475"/>
            <a:ext cx="2667000" cy="953"/>
          </a:xfrm>
          <a:custGeom xmlns:a="http://schemas.openxmlformats.org/drawingml/2006/main">
            <a:pathLst>
              <a:path w="2667000" h="953">
                <a:moveTo>
                  <a:pt x="0" y="0"/>
                </a:moveTo>
                <a:lnTo>
                  <a:pt x="2667000" y="0"/>
                </a:lnTo>
              </a:path>
            </a:pathLst>
          </a:custGeom>
          <a:noFill xmlns:a="http://schemas.openxmlformats.org/drawingml/2006/main"/>
          <a:ln xmlns:a="http://schemas.openxmlformats.org/drawingml/2006/main" w="10478">
            <a:solidFill>
              <a:srgbClr val="000000"/>
            </a:solidFill>
            <a:prstDash val="solid"/>
          </a:ln>
        </p:spPr>
      </p:sp>
      <p:sp>
        <p:nvSpPr>
          <p:cNvPr id="107" name="dp42-comparison / n128 / arrow">
            <a:extLst xmlns:a="http://schemas.openxmlformats.org/drawingml/2006/main">
              <a:ext uri="{FF2B5EF4-FFF2-40B4-BE49-F238E27FC236}">
                <a16:creationId xmlns:a16="http://schemas.microsoft.com/office/drawing/2014/main" id="{DBD71563-AC80-4690-BDA5-C5E7A8FFEFDE}"/>
              </a:ext>
            </a:extLst>
          </p:cNvPr>
          <p:cNvSpPr>
            <a:spLocks xmlns:a="http://schemas.openxmlformats.org/drawingml/2006/main" noGrp="1"/>
          </p:cNvSpPr>
          <p:nvPr/>
        </p:nvSpPr>
        <p:spPr>
          <a:xfrm xmlns:a="http://schemas.openxmlformats.org/drawingml/2006/main">
            <a:off x="6552819" y="41479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08" name="dp42-comparison / n131 / path">
            <a:extLst xmlns:a="http://schemas.openxmlformats.org/drawingml/2006/main">
              <a:ext uri="{FF2B5EF4-FFF2-40B4-BE49-F238E27FC236}">
                <a16:creationId xmlns:a16="http://schemas.microsoft.com/office/drawing/2014/main" id="{BBDB1481-C6FA-41E8-BBF5-27EDE6399972}"/>
              </a:ext>
            </a:extLst>
          </p:cNvPr>
          <p:cNvSpPr>
            <a:spLocks xmlns:a="http://schemas.openxmlformats.org/drawingml/2006/main" noGrp="1"/>
          </p:cNvSpPr>
          <p:nvPr/>
        </p:nvSpPr>
        <p:spPr>
          <a:xfrm xmlns:a="http://schemas.openxmlformats.org/drawingml/2006/main">
            <a:off x="3952875" y="4000500"/>
            <a:ext cx="2667000" cy="495300"/>
          </a:xfrm>
          <a:custGeom xmlns:a="http://schemas.openxmlformats.org/drawingml/2006/main">
            <a:pathLst>
              <a:path w="2667000" h="495300">
                <a:moveTo>
                  <a:pt x="2667000" y="0"/>
                </a:moveTo>
                <a:lnTo>
                  <a:pt x="2457450" y="0"/>
                </a:lnTo>
                <a:lnTo>
                  <a:pt x="2457450" y="495300"/>
                </a:lnTo>
                <a:lnTo>
                  <a:pt x="161925" y="495300"/>
                </a:lnTo>
                <a:lnTo>
                  <a:pt x="161925" y="0"/>
                </a:lnTo>
                <a:lnTo>
                  <a:pt x="0" y="0"/>
                </a:lnTo>
              </a:path>
            </a:pathLst>
          </a:custGeom>
          <a:noFill xmlns:a="http://schemas.openxmlformats.org/drawingml/2006/main"/>
          <a:ln xmlns:a="http://schemas.openxmlformats.org/drawingml/2006/main" w="10478">
            <a:solidFill>
              <a:srgbClr val="000000"/>
            </a:solidFill>
            <a:prstDash val="dash"/>
          </a:ln>
        </p:spPr>
      </p:sp>
      <p:sp>
        <p:nvSpPr>
          <p:cNvPr id="109" name="dp42-comparison / n131 / arrow">
            <a:extLst xmlns:a="http://schemas.openxmlformats.org/drawingml/2006/main">
              <a:ext uri="{FF2B5EF4-FFF2-40B4-BE49-F238E27FC236}">
                <a16:creationId xmlns:a16="http://schemas.microsoft.com/office/drawing/2014/main" id="{4ABF4FED-2DE0-4311-8A35-118EF65E95B5}"/>
              </a:ext>
            </a:extLst>
          </p:cNvPr>
          <p:cNvSpPr>
            <a:spLocks xmlns:a="http://schemas.openxmlformats.org/drawingml/2006/main" noGrp="1"/>
          </p:cNvSpPr>
          <p:nvPr/>
        </p:nvSpPr>
        <p:spPr>
          <a:xfrm xmlns:a="http://schemas.openxmlformats.org/drawingml/2006/main">
            <a:off x="3952875" y="3966972"/>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10" name="dp42-comparison / n134 / path">
            <a:extLst xmlns:a="http://schemas.openxmlformats.org/drawingml/2006/main">
              <a:ext uri="{FF2B5EF4-FFF2-40B4-BE49-F238E27FC236}">
                <a16:creationId xmlns:a16="http://schemas.microsoft.com/office/drawing/2014/main" id="{CF931000-66C3-4EA9-851B-7FBA20BCE47C}"/>
              </a:ext>
            </a:extLst>
          </p:cNvPr>
          <p:cNvSpPr>
            <a:spLocks xmlns:a="http://schemas.openxmlformats.org/drawingml/2006/main" noGrp="1"/>
          </p:cNvSpPr>
          <p:nvPr/>
        </p:nvSpPr>
        <p:spPr>
          <a:xfrm xmlns:a="http://schemas.openxmlformats.org/drawingml/2006/main">
            <a:off x="2405063" y="4257675"/>
            <a:ext cx="953" cy="361950"/>
          </a:xfrm>
          <a:custGeom xmlns:a="http://schemas.openxmlformats.org/drawingml/2006/main">
            <a:pathLst>
              <a:path w="953" h="361950">
                <a:moveTo>
                  <a:pt x="0" y="0"/>
                </a:moveTo>
                <a:lnTo>
                  <a:pt x="0" y="361950"/>
                </a:lnTo>
              </a:path>
            </a:pathLst>
          </a:custGeom>
          <a:noFill xmlns:a="http://schemas.openxmlformats.org/drawingml/2006/main"/>
          <a:ln xmlns:a="http://schemas.openxmlformats.org/drawingml/2006/main" w="10478">
            <a:solidFill>
              <a:srgbClr val="000000"/>
            </a:solidFill>
            <a:prstDash val="solid"/>
          </a:ln>
        </p:spPr>
      </p:sp>
      <p:sp>
        <p:nvSpPr>
          <p:cNvPr id="111" name="dp42-comparison / n134 / arrow">
            <a:extLst xmlns:a="http://schemas.openxmlformats.org/drawingml/2006/main">
              <a:ext uri="{FF2B5EF4-FFF2-40B4-BE49-F238E27FC236}">
                <a16:creationId xmlns:a16="http://schemas.microsoft.com/office/drawing/2014/main" id="{6EE65618-C90B-4BB6-972F-94416F1768D0}"/>
              </a:ext>
            </a:extLst>
          </p:cNvPr>
          <p:cNvSpPr>
            <a:spLocks xmlns:a="http://schemas.openxmlformats.org/drawingml/2006/main" noGrp="1"/>
          </p:cNvSpPr>
          <p:nvPr/>
        </p:nvSpPr>
        <p:spPr>
          <a:xfrm xmlns:a="http://schemas.openxmlformats.org/drawingml/2006/main">
            <a:off x="2371535" y="45525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12" name="dp42-comparison / n135 / path">
            <a:extLst xmlns:a="http://schemas.openxmlformats.org/drawingml/2006/main">
              <a:ext uri="{FF2B5EF4-FFF2-40B4-BE49-F238E27FC236}">
                <a16:creationId xmlns:a16="http://schemas.microsoft.com/office/drawing/2014/main" id="{FB62232B-CEA1-4FDB-856A-DD1076BEB300}"/>
              </a:ext>
            </a:extLst>
          </p:cNvPr>
          <p:cNvSpPr>
            <a:spLocks xmlns:a="http://schemas.openxmlformats.org/drawingml/2006/main" noGrp="1"/>
          </p:cNvSpPr>
          <p:nvPr/>
        </p:nvSpPr>
        <p:spPr>
          <a:xfrm xmlns:a="http://schemas.openxmlformats.org/drawingml/2006/main">
            <a:off x="3262313" y="3914775"/>
            <a:ext cx="953" cy="1028700"/>
          </a:xfrm>
          <a:custGeom xmlns:a="http://schemas.openxmlformats.org/drawingml/2006/main">
            <a:pathLst>
              <a:path w="953" h="1028700">
                <a:moveTo>
                  <a:pt x="0" y="1028700"/>
                </a:moveTo>
                <a:lnTo>
                  <a:pt x="0" y="0"/>
                </a:lnTo>
              </a:path>
            </a:pathLst>
          </a:custGeom>
          <a:noFill xmlns:a="http://schemas.openxmlformats.org/drawingml/2006/main"/>
          <a:ln xmlns:a="http://schemas.openxmlformats.org/drawingml/2006/main" w="10478">
            <a:solidFill>
              <a:srgbClr val="000000"/>
            </a:solidFill>
            <a:prstDash val="dash"/>
          </a:ln>
        </p:spPr>
      </p:sp>
      <p:sp>
        <p:nvSpPr>
          <p:cNvPr id="113" name="dp42-comparison / n135 / arrow">
            <a:extLst xmlns:a="http://schemas.openxmlformats.org/drawingml/2006/main">
              <a:ext uri="{FF2B5EF4-FFF2-40B4-BE49-F238E27FC236}">
                <a16:creationId xmlns:a16="http://schemas.microsoft.com/office/drawing/2014/main" id="{6EEB0829-519F-46BB-9F44-507EC7BD83DA}"/>
              </a:ext>
            </a:extLst>
          </p:cNvPr>
          <p:cNvSpPr>
            <a:spLocks xmlns:a="http://schemas.openxmlformats.org/drawingml/2006/main" noGrp="1"/>
          </p:cNvSpPr>
          <p:nvPr/>
        </p:nvSpPr>
        <p:spPr>
          <a:xfrm xmlns:a="http://schemas.openxmlformats.org/drawingml/2006/main">
            <a:off x="3228785" y="3914775"/>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114" name="dp42-comparison / n138 / path">
            <a:extLst xmlns:a="http://schemas.openxmlformats.org/drawingml/2006/main">
              <a:ext uri="{FF2B5EF4-FFF2-40B4-BE49-F238E27FC236}">
                <a16:creationId xmlns:a16="http://schemas.microsoft.com/office/drawing/2014/main" id="{BED03308-A3BD-4FBA-8CBA-AFE77FF5E564}"/>
              </a:ext>
            </a:extLst>
          </p:cNvPr>
          <p:cNvSpPr>
            <a:spLocks xmlns:a="http://schemas.openxmlformats.org/drawingml/2006/main" noGrp="1"/>
          </p:cNvSpPr>
          <p:nvPr/>
        </p:nvSpPr>
        <p:spPr>
          <a:xfrm xmlns:a="http://schemas.openxmlformats.org/drawingml/2006/main">
            <a:off x="1619250" y="4086225"/>
            <a:ext cx="642938" cy="1238250"/>
          </a:xfrm>
          <a:custGeom xmlns:a="http://schemas.openxmlformats.org/drawingml/2006/main">
            <a:pathLst>
              <a:path w="642938" h="1238250">
                <a:moveTo>
                  <a:pt x="95250" y="0"/>
                </a:moveTo>
                <a:lnTo>
                  <a:pt x="0" y="0"/>
                </a:lnTo>
                <a:lnTo>
                  <a:pt x="0" y="1152525"/>
                </a:lnTo>
                <a:lnTo>
                  <a:pt x="642938" y="1152525"/>
                </a:lnTo>
                <a:lnTo>
                  <a:pt x="642938" y="1238250"/>
                </a:lnTo>
              </a:path>
            </a:pathLst>
          </a:custGeom>
          <a:noFill xmlns:a="http://schemas.openxmlformats.org/drawingml/2006/main"/>
          <a:ln xmlns:a="http://schemas.openxmlformats.org/drawingml/2006/main" w="10478">
            <a:solidFill>
              <a:srgbClr val="000000"/>
            </a:solidFill>
            <a:prstDash val="solid"/>
          </a:ln>
        </p:spPr>
      </p:sp>
      <p:sp>
        <p:nvSpPr>
          <p:cNvPr id="115" name="dp42-comparison / n138 / arrow">
            <a:extLst xmlns:a="http://schemas.openxmlformats.org/drawingml/2006/main">
              <a:ext uri="{FF2B5EF4-FFF2-40B4-BE49-F238E27FC236}">
                <a16:creationId xmlns:a16="http://schemas.microsoft.com/office/drawing/2014/main" id="{D58FE16B-1EB5-40CC-97FE-61D0AC163B52}"/>
              </a:ext>
            </a:extLst>
          </p:cNvPr>
          <p:cNvSpPr>
            <a:spLocks xmlns:a="http://schemas.openxmlformats.org/drawingml/2006/main" noGrp="1"/>
          </p:cNvSpPr>
          <p:nvPr/>
        </p:nvSpPr>
        <p:spPr>
          <a:xfrm xmlns:a="http://schemas.openxmlformats.org/drawingml/2006/main">
            <a:off x="2228660" y="525741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16" name="dp42-comparison / n139 / path">
            <a:extLst xmlns:a="http://schemas.openxmlformats.org/drawingml/2006/main">
              <a:ext uri="{FF2B5EF4-FFF2-40B4-BE49-F238E27FC236}">
                <a16:creationId xmlns:a16="http://schemas.microsoft.com/office/drawing/2014/main" id="{1B08C725-054B-4DC0-903F-597A0AE117DE}"/>
              </a:ext>
            </a:extLst>
          </p:cNvPr>
          <p:cNvSpPr>
            <a:spLocks xmlns:a="http://schemas.openxmlformats.org/drawingml/2006/main" noGrp="1"/>
          </p:cNvSpPr>
          <p:nvPr/>
        </p:nvSpPr>
        <p:spPr>
          <a:xfrm xmlns:a="http://schemas.openxmlformats.org/drawingml/2006/main">
            <a:off x="3952875" y="4105275"/>
            <a:ext cx="381000" cy="1295400"/>
          </a:xfrm>
          <a:custGeom xmlns:a="http://schemas.openxmlformats.org/drawingml/2006/main">
            <a:pathLst>
              <a:path w="381000" h="1295400">
                <a:moveTo>
                  <a:pt x="0" y="1295400"/>
                </a:moveTo>
                <a:lnTo>
                  <a:pt x="381000" y="1295400"/>
                </a:lnTo>
                <a:lnTo>
                  <a:pt x="381000" y="0"/>
                </a:lnTo>
                <a:lnTo>
                  <a:pt x="0" y="0"/>
                </a:lnTo>
              </a:path>
            </a:pathLst>
          </a:custGeom>
          <a:noFill xmlns:a="http://schemas.openxmlformats.org/drawingml/2006/main"/>
          <a:ln xmlns:a="http://schemas.openxmlformats.org/drawingml/2006/main" w="10478">
            <a:solidFill>
              <a:srgbClr val="000000"/>
            </a:solidFill>
            <a:prstDash val="dash"/>
          </a:ln>
        </p:spPr>
      </p:sp>
      <p:sp>
        <p:nvSpPr>
          <p:cNvPr id="117" name="dp42-comparison / n139 / arrow">
            <a:extLst xmlns:a="http://schemas.openxmlformats.org/drawingml/2006/main">
              <a:ext uri="{FF2B5EF4-FFF2-40B4-BE49-F238E27FC236}">
                <a16:creationId xmlns:a16="http://schemas.microsoft.com/office/drawing/2014/main" id="{8680B55C-AF0A-41CA-95F3-C7672B9452DD}"/>
              </a:ext>
            </a:extLst>
          </p:cNvPr>
          <p:cNvSpPr>
            <a:spLocks xmlns:a="http://schemas.openxmlformats.org/drawingml/2006/main" noGrp="1"/>
          </p:cNvSpPr>
          <p:nvPr/>
        </p:nvSpPr>
        <p:spPr>
          <a:xfrm xmlns:a="http://schemas.openxmlformats.org/drawingml/2006/main">
            <a:off x="3952875" y="40717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18" name="dp42-comparison / n144 / path">
            <a:extLst xmlns:a="http://schemas.openxmlformats.org/drawingml/2006/main">
              <a:ext uri="{FF2B5EF4-FFF2-40B4-BE49-F238E27FC236}">
                <a16:creationId xmlns:a16="http://schemas.microsoft.com/office/drawing/2014/main" id="{A97AEDEE-05D9-4D97-9E8A-CACD182DCCB9}"/>
              </a:ext>
            </a:extLst>
          </p:cNvPr>
          <p:cNvSpPr>
            <a:spLocks xmlns:a="http://schemas.openxmlformats.org/drawingml/2006/main" noGrp="1"/>
          </p:cNvSpPr>
          <p:nvPr/>
        </p:nvSpPr>
        <p:spPr>
          <a:xfrm xmlns:a="http://schemas.openxmlformats.org/drawingml/2006/main">
            <a:off x="7905750" y="4257675"/>
            <a:ext cx="953" cy="1066800"/>
          </a:xfrm>
          <a:custGeom xmlns:a="http://schemas.openxmlformats.org/drawingml/2006/main">
            <a:pathLst>
              <a:path w="953" h="1066800">
                <a:moveTo>
                  <a:pt x="0" y="0"/>
                </a:moveTo>
                <a:lnTo>
                  <a:pt x="0" y="1066800"/>
                </a:lnTo>
              </a:path>
            </a:pathLst>
          </a:custGeom>
          <a:noFill xmlns:a="http://schemas.openxmlformats.org/drawingml/2006/main"/>
          <a:ln xmlns:a="http://schemas.openxmlformats.org/drawingml/2006/main" w="10478">
            <a:solidFill>
              <a:srgbClr val="000000"/>
            </a:solidFill>
            <a:prstDash val="solid"/>
          </a:ln>
        </p:spPr>
      </p:sp>
      <p:sp>
        <p:nvSpPr>
          <p:cNvPr id="119" name="dp42-comparison / n144 / arrow">
            <a:extLst xmlns:a="http://schemas.openxmlformats.org/drawingml/2006/main">
              <a:ext uri="{FF2B5EF4-FFF2-40B4-BE49-F238E27FC236}">
                <a16:creationId xmlns:a16="http://schemas.microsoft.com/office/drawing/2014/main" id="{694D7372-E551-44C3-B713-5BC04A449F3C}"/>
              </a:ext>
            </a:extLst>
          </p:cNvPr>
          <p:cNvSpPr>
            <a:spLocks xmlns:a="http://schemas.openxmlformats.org/drawingml/2006/main" noGrp="1"/>
          </p:cNvSpPr>
          <p:nvPr/>
        </p:nvSpPr>
        <p:spPr>
          <a:xfrm xmlns:a="http://schemas.openxmlformats.org/drawingml/2006/main">
            <a:off x="7872222" y="525741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20" name="dp42-comparison / n145 / path">
            <a:extLst xmlns:a="http://schemas.openxmlformats.org/drawingml/2006/main">
              <a:ext uri="{FF2B5EF4-FFF2-40B4-BE49-F238E27FC236}">
                <a16:creationId xmlns:a16="http://schemas.microsoft.com/office/drawing/2014/main" id="{C7E1F0BA-DD34-4FE9-A7EC-A6BF0A78A6F6}"/>
              </a:ext>
            </a:extLst>
          </p:cNvPr>
          <p:cNvSpPr>
            <a:spLocks xmlns:a="http://schemas.openxmlformats.org/drawingml/2006/main" noGrp="1"/>
          </p:cNvSpPr>
          <p:nvPr/>
        </p:nvSpPr>
        <p:spPr>
          <a:xfrm xmlns:a="http://schemas.openxmlformats.org/drawingml/2006/main">
            <a:off x="6496050" y="4086225"/>
            <a:ext cx="123825" cy="1409700"/>
          </a:xfrm>
          <a:custGeom xmlns:a="http://schemas.openxmlformats.org/drawingml/2006/main">
            <a:pathLst>
              <a:path w="123825" h="1409700">
                <a:moveTo>
                  <a:pt x="123825" y="1409700"/>
                </a:moveTo>
                <a:lnTo>
                  <a:pt x="0" y="1409700"/>
                </a:lnTo>
                <a:lnTo>
                  <a:pt x="0" y="0"/>
                </a:lnTo>
                <a:lnTo>
                  <a:pt x="123825" y="0"/>
                </a:lnTo>
              </a:path>
            </a:pathLst>
          </a:custGeom>
          <a:noFill xmlns:a="http://schemas.openxmlformats.org/drawingml/2006/main"/>
          <a:ln xmlns:a="http://schemas.openxmlformats.org/drawingml/2006/main" w="10478">
            <a:solidFill>
              <a:srgbClr val="000000"/>
            </a:solidFill>
            <a:prstDash val="dash"/>
          </a:ln>
        </p:spPr>
      </p:sp>
      <p:sp>
        <p:nvSpPr>
          <p:cNvPr id="121" name="dp42-comparison / n145 / arrow">
            <a:extLst xmlns:a="http://schemas.openxmlformats.org/drawingml/2006/main">
              <a:ext uri="{FF2B5EF4-FFF2-40B4-BE49-F238E27FC236}">
                <a16:creationId xmlns:a16="http://schemas.microsoft.com/office/drawing/2014/main" id="{41D64992-7AF0-41E7-AF19-030E3D046715}"/>
              </a:ext>
            </a:extLst>
          </p:cNvPr>
          <p:cNvSpPr>
            <a:spLocks xmlns:a="http://schemas.openxmlformats.org/drawingml/2006/main" noGrp="1"/>
          </p:cNvSpPr>
          <p:nvPr/>
        </p:nvSpPr>
        <p:spPr>
          <a:xfrm xmlns:a="http://schemas.openxmlformats.org/drawingml/2006/main">
            <a:off x="6552819" y="40526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22" name="dp42-comparison / n150">
            <a:extLst xmlns:a="http://schemas.openxmlformats.org/drawingml/2006/main">
              <a:ext uri="{FF2B5EF4-FFF2-40B4-BE49-F238E27FC236}">
                <a16:creationId xmlns:a16="http://schemas.microsoft.com/office/drawing/2014/main" id="{3E8E42F8-A8D3-442F-A26F-C7A35ED0E0B0}"/>
              </a:ext>
            </a:extLst>
          </p:cNvPr>
          <p:cNvSpPr>
            <a:spLocks xmlns:a="http://schemas.openxmlformats.org/drawingml/2006/main" noGrp="1"/>
          </p:cNvSpPr>
          <p:nvPr/>
        </p:nvSpPr>
        <p:spPr>
          <a:xfrm xmlns:a="http://schemas.openxmlformats.org/drawingml/2006/main">
            <a:off x="4429125" y="5915025"/>
            <a:ext cx="2095500" cy="295275"/>
          </a:xfrm>
          <a:prstGeom xmlns:a="http://schemas.openxmlformats.org/drawingml/2006/main" prst="roundRect">
            <a:avLst>
              <a:gd name="adj" fmla="val 25806"/>
            </a:avLst>
          </a:prstGeom>
          <a:solidFill xmlns:a="http://schemas.openxmlformats.org/drawingml/2006/main">
            <a:srgbClr val="FFF0DD"/>
          </a:solidFill>
          <a:ln xmlns:a="http://schemas.openxmlformats.org/drawingml/2006/main" w="17145">
            <a:solidFill>
              <a:srgbClr val="B8753F"/>
            </a:solidFill>
            <a:prstDash val="solid"/>
          </a:ln>
        </p:spPr>
      </p:sp>
      <p:sp>
        <p:nvSpPr>
          <p:cNvPr id="123" name="dp42-comparison / n151 / text 1">
            <a:extLst xmlns:a="http://schemas.openxmlformats.org/drawingml/2006/main">
              <a:ext uri="{FF2B5EF4-FFF2-40B4-BE49-F238E27FC236}">
                <a16:creationId xmlns:a16="http://schemas.microsoft.com/office/drawing/2014/main" id="{9AAC7865-A76E-430B-86DB-C3EA3AB4AA14}"/>
              </a:ext>
            </a:extLst>
          </p:cNvPr>
          <p:cNvSpPr>
            <a:spLocks xmlns:a="http://schemas.openxmlformats.org/drawingml/2006/main" noGrp="1"/>
          </p:cNvSpPr>
          <p:nvPr/>
        </p:nvSpPr>
        <p:spPr>
          <a:xfrm xmlns:a="http://schemas.openxmlformats.org/drawingml/2006/main">
            <a:off x="4514850" y="5957411"/>
            <a:ext cx="19240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트랜잭션 관리자</a:t>
            </a:r>
          </a:p>
        </p:txBody>
      </p:sp>
      <p:sp>
        <p:nvSpPr>
          <p:cNvPr id="124" name="dp42-comparison / n152">
            <a:extLst xmlns:a="http://schemas.openxmlformats.org/drawingml/2006/main">
              <a:ext uri="{FF2B5EF4-FFF2-40B4-BE49-F238E27FC236}">
                <a16:creationId xmlns:a16="http://schemas.microsoft.com/office/drawing/2014/main" id="{8E5691E9-0E9E-4077-96A9-606C2BC66C24}"/>
              </a:ext>
            </a:extLst>
          </p:cNvPr>
          <p:cNvSpPr>
            <a:spLocks xmlns:a="http://schemas.openxmlformats.org/drawingml/2006/main" noGrp="1"/>
          </p:cNvSpPr>
          <p:nvPr/>
        </p:nvSpPr>
        <p:spPr>
          <a:xfrm xmlns:a="http://schemas.openxmlformats.org/drawingml/2006/main">
            <a:off x="4619625" y="6400800"/>
            <a:ext cx="1905000" cy="285750"/>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125" name="dp42-comparison / n153 / text 1">
            <a:extLst xmlns:a="http://schemas.openxmlformats.org/drawingml/2006/main">
              <a:ext uri="{FF2B5EF4-FFF2-40B4-BE49-F238E27FC236}">
                <a16:creationId xmlns:a16="http://schemas.microsoft.com/office/drawing/2014/main" id="{AE413BDA-D156-499F-B8F3-B143356C9D8B}"/>
              </a:ext>
            </a:extLst>
          </p:cNvPr>
          <p:cNvSpPr>
            <a:spLocks xmlns:a="http://schemas.openxmlformats.org/drawingml/2006/main" noGrp="1"/>
          </p:cNvSpPr>
          <p:nvPr/>
        </p:nvSpPr>
        <p:spPr>
          <a:xfrm xmlns:a="http://schemas.openxmlformats.org/drawingml/2006/main">
            <a:off x="4705350" y="6515100"/>
            <a:ext cx="17335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State Store</a:t>
            </a:r>
          </a:p>
        </p:txBody>
      </p:sp>
      <p:sp>
        <p:nvSpPr>
          <p:cNvPr id="126" name="dp42-comparison / n154 / path">
            <a:extLst xmlns:a="http://schemas.openxmlformats.org/drawingml/2006/main">
              <a:ext uri="{FF2B5EF4-FFF2-40B4-BE49-F238E27FC236}">
                <a16:creationId xmlns:a16="http://schemas.microsoft.com/office/drawing/2014/main" id="{39A4A96B-2F51-40F2-BF99-8AEF2DF5D96F}"/>
              </a:ext>
            </a:extLst>
          </p:cNvPr>
          <p:cNvSpPr>
            <a:spLocks xmlns:a="http://schemas.openxmlformats.org/drawingml/2006/main" noGrp="1"/>
          </p:cNvSpPr>
          <p:nvPr/>
        </p:nvSpPr>
        <p:spPr>
          <a:xfrm xmlns:a="http://schemas.openxmlformats.org/drawingml/2006/main">
            <a:off x="3952875" y="4238625"/>
            <a:ext cx="1000125" cy="1676400"/>
          </a:xfrm>
          <a:custGeom xmlns:a="http://schemas.openxmlformats.org/drawingml/2006/main">
            <a:pathLst>
              <a:path w="1000125" h="1676400">
                <a:moveTo>
                  <a:pt x="0" y="0"/>
                </a:moveTo>
                <a:lnTo>
                  <a:pt x="285750" y="0"/>
                </a:lnTo>
                <a:lnTo>
                  <a:pt x="285750" y="1600200"/>
                </a:lnTo>
                <a:lnTo>
                  <a:pt x="1000125" y="1600200"/>
                </a:lnTo>
                <a:lnTo>
                  <a:pt x="1000125" y="1676400"/>
                </a:lnTo>
              </a:path>
            </a:pathLst>
          </a:custGeom>
          <a:noFill xmlns:a="http://schemas.openxmlformats.org/drawingml/2006/main"/>
          <a:ln xmlns:a="http://schemas.openxmlformats.org/drawingml/2006/main" w="10478">
            <a:solidFill>
              <a:srgbClr val="000000"/>
            </a:solidFill>
            <a:prstDash val="solid"/>
          </a:ln>
        </p:spPr>
      </p:sp>
      <p:sp>
        <p:nvSpPr>
          <p:cNvPr id="127" name="dp42-comparison / n154 / arrow">
            <a:extLst xmlns:a="http://schemas.openxmlformats.org/drawingml/2006/main">
              <a:ext uri="{FF2B5EF4-FFF2-40B4-BE49-F238E27FC236}">
                <a16:creationId xmlns:a16="http://schemas.microsoft.com/office/drawing/2014/main" id="{6C8CA28D-60D5-4EB1-93C6-70B01668C274}"/>
              </a:ext>
            </a:extLst>
          </p:cNvPr>
          <p:cNvSpPr>
            <a:spLocks xmlns:a="http://schemas.openxmlformats.org/drawingml/2006/main" noGrp="1"/>
          </p:cNvSpPr>
          <p:nvPr/>
        </p:nvSpPr>
        <p:spPr>
          <a:xfrm xmlns:a="http://schemas.openxmlformats.org/drawingml/2006/main">
            <a:off x="4919472" y="58479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28" name="dp42-comparison / n155 / path">
            <a:extLst xmlns:a="http://schemas.openxmlformats.org/drawingml/2006/main">
              <a:ext uri="{FF2B5EF4-FFF2-40B4-BE49-F238E27FC236}">
                <a16:creationId xmlns:a16="http://schemas.microsoft.com/office/drawing/2014/main" id="{31993372-096B-4D90-9173-F7C5EA0EDEAC}"/>
              </a:ext>
            </a:extLst>
          </p:cNvPr>
          <p:cNvSpPr>
            <a:spLocks xmlns:a="http://schemas.openxmlformats.org/drawingml/2006/main" noGrp="1"/>
          </p:cNvSpPr>
          <p:nvPr/>
        </p:nvSpPr>
        <p:spPr>
          <a:xfrm xmlns:a="http://schemas.openxmlformats.org/drawingml/2006/main">
            <a:off x="6000750" y="4238625"/>
            <a:ext cx="619125" cy="1676400"/>
          </a:xfrm>
          <a:custGeom xmlns:a="http://schemas.openxmlformats.org/drawingml/2006/main">
            <a:pathLst>
              <a:path w="619125" h="1676400">
                <a:moveTo>
                  <a:pt x="619125" y="0"/>
                </a:moveTo>
                <a:lnTo>
                  <a:pt x="571500" y="0"/>
                </a:lnTo>
                <a:lnTo>
                  <a:pt x="571500" y="1600200"/>
                </a:lnTo>
                <a:lnTo>
                  <a:pt x="0" y="1600200"/>
                </a:lnTo>
                <a:lnTo>
                  <a:pt x="0" y="1676400"/>
                </a:lnTo>
              </a:path>
            </a:pathLst>
          </a:custGeom>
          <a:noFill xmlns:a="http://schemas.openxmlformats.org/drawingml/2006/main"/>
          <a:ln xmlns:a="http://schemas.openxmlformats.org/drawingml/2006/main" w="10478">
            <a:solidFill>
              <a:srgbClr val="000000"/>
            </a:solidFill>
            <a:prstDash val="solid"/>
          </a:ln>
        </p:spPr>
      </p:sp>
      <p:sp>
        <p:nvSpPr>
          <p:cNvPr id="129" name="dp42-comparison / n155 / arrow">
            <a:extLst xmlns:a="http://schemas.openxmlformats.org/drawingml/2006/main">
              <a:ext uri="{FF2B5EF4-FFF2-40B4-BE49-F238E27FC236}">
                <a16:creationId xmlns:a16="http://schemas.microsoft.com/office/drawing/2014/main" id="{49BB898E-A8D9-4238-A194-912677EFB9F4}"/>
              </a:ext>
            </a:extLst>
          </p:cNvPr>
          <p:cNvSpPr>
            <a:spLocks xmlns:a="http://schemas.openxmlformats.org/drawingml/2006/main" noGrp="1"/>
          </p:cNvSpPr>
          <p:nvPr/>
        </p:nvSpPr>
        <p:spPr>
          <a:xfrm xmlns:a="http://schemas.openxmlformats.org/drawingml/2006/main">
            <a:off x="5967222" y="58479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30" name="dp42-comparison / n156 / path">
            <a:extLst xmlns:a="http://schemas.openxmlformats.org/drawingml/2006/main">
              <a:ext uri="{FF2B5EF4-FFF2-40B4-BE49-F238E27FC236}">
                <a16:creationId xmlns:a16="http://schemas.microsoft.com/office/drawing/2014/main" id="{A25A9B6B-742C-416D-B972-A4AFA6589588}"/>
              </a:ext>
            </a:extLst>
          </p:cNvPr>
          <p:cNvSpPr>
            <a:spLocks xmlns:a="http://schemas.openxmlformats.org/drawingml/2006/main" noGrp="1"/>
          </p:cNvSpPr>
          <p:nvPr/>
        </p:nvSpPr>
        <p:spPr>
          <a:xfrm xmlns:a="http://schemas.openxmlformats.org/drawingml/2006/main">
            <a:off x="5476875" y="6210300"/>
            <a:ext cx="95250" cy="190500"/>
          </a:xfrm>
          <a:custGeom xmlns:a="http://schemas.openxmlformats.org/drawingml/2006/main">
            <a:pathLst>
              <a:path w="95250" h="190500">
                <a:moveTo>
                  <a:pt x="0" y="0"/>
                </a:moveTo>
                <a:lnTo>
                  <a:pt x="0" y="85725"/>
                </a:lnTo>
                <a:lnTo>
                  <a:pt x="95250" y="85725"/>
                </a:lnTo>
                <a:lnTo>
                  <a:pt x="95250" y="190500"/>
                </a:lnTo>
              </a:path>
            </a:pathLst>
          </a:custGeom>
          <a:noFill xmlns:a="http://schemas.openxmlformats.org/drawingml/2006/main"/>
          <a:ln xmlns:a="http://schemas.openxmlformats.org/drawingml/2006/main" w="10478">
            <a:solidFill>
              <a:srgbClr val="000000"/>
            </a:solidFill>
            <a:prstDash val="solid"/>
          </a:ln>
        </p:spPr>
      </p:sp>
      <p:sp>
        <p:nvSpPr>
          <p:cNvPr id="131" name="dp42-comparison / n156 / arrow">
            <a:extLst xmlns:a="http://schemas.openxmlformats.org/drawingml/2006/main">
              <a:ext uri="{FF2B5EF4-FFF2-40B4-BE49-F238E27FC236}">
                <a16:creationId xmlns:a16="http://schemas.microsoft.com/office/drawing/2014/main" id="{0E9DAE32-C969-41A1-9F06-23C9450EAE27}"/>
              </a:ext>
            </a:extLst>
          </p:cNvPr>
          <p:cNvSpPr>
            <a:spLocks xmlns:a="http://schemas.openxmlformats.org/drawingml/2006/main" noGrp="1"/>
          </p:cNvSpPr>
          <p:nvPr/>
        </p:nvSpPr>
        <p:spPr>
          <a:xfrm xmlns:a="http://schemas.openxmlformats.org/drawingml/2006/main">
            <a:off x="5538597" y="63337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32" name="dp42-comparison / n157 / path">
            <a:extLst xmlns:a="http://schemas.openxmlformats.org/drawingml/2006/main">
              <a:ext uri="{FF2B5EF4-FFF2-40B4-BE49-F238E27FC236}">
                <a16:creationId xmlns:a16="http://schemas.microsoft.com/office/drawing/2014/main" id="{1D979FE1-4F22-45E7-BC16-27C85045FECF}"/>
              </a:ext>
            </a:extLst>
          </p:cNvPr>
          <p:cNvSpPr>
            <a:spLocks xmlns:a="http://schemas.openxmlformats.org/drawingml/2006/main" noGrp="1"/>
          </p:cNvSpPr>
          <p:nvPr/>
        </p:nvSpPr>
        <p:spPr>
          <a:xfrm xmlns:a="http://schemas.openxmlformats.org/drawingml/2006/main">
            <a:off x="6000750" y="5915025"/>
            <a:ext cx="95250" cy="771525"/>
          </a:xfrm>
          <a:custGeom xmlns:a="http://schemas.openxmlformats.org/drawingml/2006/main">
            <a:pathLst>
              <a:path w="95250" h="771525">
                <a:moveTo>
                  <a:pt x="95250" y="771525"/>
                </a:moveTo>
                <a:lnTo>
                  <a:pt x="95250" y="400050"/>
                </a:lnTo>
                <a:lnTo>
                  <a:pt x="0" y="400050"/>
                </a:lnTo>
                <a:lnTo>
                  <a:pt x="0" y="0"/>
                </a:lnTo>
              </a:path>
            </a:pathLst>
          </a:custGeom>
          <a:noFill xmlns:a="http://schemas.openxmlformats.org/drawingml/2006/main"/>
          <a:ln xmlns:a="http://schemas.openxmlformats.org/drawingml/2006/main" w="10478">
            <a:solidFill>
              <a:srgbClr val="000000"/>
            </a:solidFill>
            <a:prstDash val="dash"/>
          </a:ln>
        </p:spPr>
      </p:sp>
      <p:sp>
        <p:nvSpPr>
          <p:cNvPr id="133" name="dp42-comparison / n157 / arrow">
            <a:extLst xmlns:a="http://schemas.openxmlformats.org/drawingml/2006/main">
              <a:ext uri="{FF2B5EF4-FFF2-40B4-BE49-F238E27FC236}">
                <a16:creationId xmlns:a16="http://schemas.microsoft.com/office/drawing/2014/main" id="{B1E350C4-EA59-46B4-9CDC-0FA75A29C1BF}"/>
              </a:ext>
            </a:extLst>
          </p:cNvPr>
          <p:cNvSpPr>
            <a:spLocks xmlns:a="http://schemas.openxmlformats.org/drawingml/2006/main" noGrp="1"/>
          </p:cNvSpPr>
          <p:nvPr/>
        </p:nvSpPr>
        <p:spPr>
          <a:xfrm xmlns:a="http://schemas.openxmlformats.org/drawingml/2006/main">
            <a:off x="5967222" y="5915025"/>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134" name="dp42-comparison / n162 / path">
            <a:extLst xmlns:a="http://schemas.openxmlformats.org/drawingml/2006/main">
              <a:ext uri="{FF2B5EF4-FFF2-40B4-BE49-F238E27FC236}">
                <a16:creationId xmlns:a16="http://schemas.microsoft.com/office/drawing/2014/main" id="{4CD1FCD1-3A67-4DC9-995B-B0263801CA4E}"/>
              </a:ext>
            </a:extLst>
          </p:cNvPr>
          <p:cNvSpPr>
            <a:spLocks xmlns:a="http://schemas.openxmlformats.org/drawingml/2006/main" noGrp="1"/>
          </p:cNvSpPr>
          <p:nvPr/>
        </p:nvSpPr>
        <p:spPr>
          <a:xfrm xmlns:a="http://schemas.openxmlformats.org/drawingml/2006/main">
            <a:off x="3952875" y="4229100"/>
            <a:ext cx="476250" cy="1833563"/>
          </a:xfrm>
          <a:custGeom xmlns:a="http://schemas.openxmlformats.org/drawingml/2006/main">
            <a:pathLst>
              <a:path w="476250" h="1833563">
                <a:moveTo>
                  <a:pt x="476250" y="1833563"/>
                </a:moveTo>
                <a:lnTo>
                  <a:pt x="228600" y="1833563"/>
                </a:lnTo>
                <a:lnTo>
                  <a:pt x="228600" y="0"/>
                </a:lnTo>
                <a:lnTo>
                  <a:pt x="0" y="0"/>
                </a:lnTo>
              </a:path>
            </a:pathLst>
          </a:custGeom>
          <a:noFill xmlns:a="http://schemas.openxmlformats.org/drawingml/2006/main"/>
          <a:ln xmlns:a="http://schemas.openxmlformats.org/drawingml/2006/main" w="10478">
            <a:solidFill>
              <a:srgbClr val="000000"/>
            </a:solidFill>
            <a:prstDash val="dash"/>
          </a:ln>
        </p:spPr>
      </p:sp>
      <p:sp>
        <p:nvSpPr>
          <p:cNvPr id="135" name="dp42-comparison / n162 / arrow">
            <a:extLst xmlns:a="http://schemas.openxmlformats.org/drawingml/2006/main">
              <a:ext uri="{FF2B5EF4-FFF2-40B4-BE49-F238E27FC236}">
                <a16:creationId xmlns:a16="http://schemas.microsoft.com/office/drawing/2014/main" id="{607A2305-9A6B-45B9-8920-523918FDB3AD}"/>
              </a:ext>
            </a:extLst>
          </p:cNvPr>
          <p:cNvSpPr>
            <a:spLocks xmlns:a="http://schemas.openxmlformats.org/drawingml/2006/main" noGrp="1"/>
          </p:cNvSpPr>
          <p:nvPr/>
        </p:nvSpPr>
        <p:spPr>
          <a:xfrm xmlns:a="http://schemas.openxmlformats.org/drawingml/2006/main">
            <a:off x="3952875" y="4195572"/>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36" name="dp42-comparison / n163 / path">
            <a:extLst xmlns:a="http://schemas.openxmlformats.org/drawingml/2006/main">
              <a:ext uri="{FF2B5EF4-FFF2-40B4-BE49-F238E27FC236}">
                <a16:creationId xmlns:a16="http://schemas.microsoft.com/office/drawing/2014/main" id="{5DC146B7-1452-4A44-9318-6740ABF25EE4}"/>
              </a:ext>
            </a:extLst>
          </p:cNvPr>
          <p:cNvSpPr>
            <a:spLocks xmlns:a="http://schemas.openxmlformats.org/drawingml/2006/main" noGrp="1"/>
          </p:cNvSpPr>
          <p:nvPr/>
        </p:nvSpPr>
        <p:spPr>
          <a:xfrm xmlns:a="http://schemas.openxmlformats.org/drawingml/2006/main">
            <a:off x="6524625" y="4229100"/>
            <a:ext cx="95250" cy="1833563"/>
          </a:xfrm>
          <a:custGeom xmlns:a="http://schemas.openxmlformats.org/drawingml/2006/main">
            <a:pathLst>
              <a:path w="95250" h="1833563">
                <a:moveTo>
                  <a:pt x="0" y="1833563"/>
                </a:moveTo>
                <a:lnTo>
                  <a:pt x="66675" y="1833563"/>
                </a:lnTo>
                <a:lnTo>
                  <a:pt x="66675" y="0"/>
                </a:lnTo>
                <a:lnTo>
                  <a:pt x="95250" y="0"/>
                </a:lnTo>
              </a:path>
            </a:pathLst>
          </a:custGeom>
          <a:noFill xmlns:a="http://schemas.openxmlformats.org/drawingml/2006/main"/>
          <a:ln xmlns:a="http://schemas.openxmlformats.org/drawingml/2006/main" w="10478">
            <a:solidFill>
              <a:srgbClr val="000000"/>
            </a:solidFill>
            <a:prstDash val="dash"/>
          </a:ln>
        </p:spPr>
      </p:sp>
      <p:sp>
        <p:nvSpPr>
          <p:cNvPr id="137" name="dp42-comparison / n163 / arrow">
            <a:extLst xmlns:a="http://schemas.openxmlformats.org/drawingml/2006/main">
              <a:ext uri="{FF2B5EF4-FFF2-40B4-BE49-F238E27FC236}">
                <a16:creationId xmlns:a16="http://schemas.microsoft.com/office/drawing/2014/main" id="{C9FE2C12-8703-47F4-95D4-5173F14D3CF5}"/>
              </a:ext>
            </a:extLst>
          </p:cNvPr>
          <p:cNvSpPr>
            <a:spLocks xmlns:a="http://schemas.openxmlformats.org/drawingml/2006/main" noGrp="1"/>
          </p:cNvSpPr>
          <p:nvPr/>
        </p:nvSpPr>
        <p:spPr>
          <a:xfrm xmlns:a="http://schemas.openxmlformats.org/drawingml/2006/main">
            <a:off x="6552819" y="419557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38" name="dp42-comparison / n164 / path">
            <a:extLst xmlns:a="http://schemas.openxmlformats.org/drawingml/2006/main">
              <a:ext uri="{FF2B5EF4-FFF2-40B4-BE49-F238E27FC236}">
                <a16:creationId xmlns:a16="http://schemas.microsoft.com/office/drawing/2014/main" id="{BB4562C2-DB6A-4AC2-A424-00E4E1116A0E}"/>
              </a:ext>
            </a:extLst>
          </p:cNvPr>
          <p:cNvSpPr>
            <a:spLocks xmlns:a="http://schemas.openxmlformats.org/drawingml/2006/main" noGrp="1"/>
          </p:cNvSpPr>
          <p:nvPr/>
        </p:nvSpPr>
        <p:spPr>
          <a:xfrm xmlns:a="http://schemas.openxmlformats.org/drawingml/2006/main">
            <a:off x="1657350" y="5495925"/>
            <a:ext cx="2962275" cy="904875"/>
          </a:xfrm>
          <a:custGeom xmlns:a="http://schemas.openxmlformats.org/drawingml/2006/main">
            <a:pathLst>
              <a:path w="2962275" h="904875">
                <a:moveTo>
                  <a:pt x="57150" y="0"/>
                </a:moveTo>
                <a:lnTo>
                  <a:pt x="0" y="0"/>
                </a:lnTo>
                <a:lnTo>
                  <a:pt x="0" y="762000"/>
                </a:lnTo>
                <a:lnTo>
                  <a:pt x="2962275" y="762000"/>
                </a:lnTo>
                <a:lnTo>
                  <a:pt x="2962275" y="904875"/>
                </a:lnTo>
              </a:path>
            </a:pathLst>
          </a:custGeom>
          <a:noFill xmlns:a="http://schemas.openxmlformats.org/drawingml/2006/main"/>
          <a:ln xmlns:a="http://schemas.openxmlformats.org/drawingml/2006/main" w="10478">
            <a:solidFill>
              <a:srgbClr val="000000"/>
            </a:solidFill>
            <a:prstDash val="solid"/>
          </a:ln>
        </p:spPr>
      </p:sp>
      <p:sp>
        <p:nvSpPr>
          <p:cNvPr id="139" name="dp42-comparison / n164 / arrow">
            <a:extLst xmlns:a="http://schemas.openxmlformats.org/drawingml/2006/main">
              <a:ext uri="{FF2B5EF4-FFF2-40B4-BE49-F238E27FC236}">
                <a16:creationId xmlns:a16="http://schemas.microsoft.com/office/drawing/2014/main" id="{5E11F91C-BFCA-47A4-B5AC-A87EF97DD4B6}"/>
              </a:ext>
            </a:extLst>
          </p:cNvPr>
          <p:cNvSpPr>
            <a:spLocks xmlns:a="http://schemas.openxmlformats.org/drawingml/2006/main" noGrp="1"/>
          </p:cNvSpPr>
          <p:nvPr/>
        </p:nvSpPr>
        <p:spPr>
          <a:xfrm xmlns:a="http://schemas.openxmlformats.org/drawingml/2006/main">
            <a:off x="4586097" y="63337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40" name="dp42-comparison / n165">
            <a:extLst xmlns:a="http://schemas.openxmlformats.org/drawingml/2006/main">
              <a:ext uri="{FF2B5EF4-FFF2-40B4-BE49-F238E27FC236}">
                <a16:creationId xmlns:a16="http://schemas.microsoft.com/office/drawing/2014/main" id="{3FE1C58A-952A-4B11-BF8B-F5EE7F593C1C}"/>
              </a:ext>
            </a:extLst>
          </p:cNvPr>
          <p:cNvSpPr>
            <a:spLocks xmlns:a="http://schemas.openxmlformats.org/drawingml/2006/main" noGrp="1"/>
          </p:cNvSpPr>
          <p:nvPr/>
        </p:nvSpPr>
        <p:spPr>
          <a:xfrm xmlns:a="http://schemas.openxmlformats.org/drawingml/2006/main">
            <a:off x="1714500" y="7019925"/>
            <a:ext cx="2238375" cy="3048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41" name="dp42-comparison / n166 / text 1">
            <a:extLst xmlns:a="http://schemas.openxmlformats.org/drawingml/2006/main">
              <a:ext uri="{FF2B5EF4-FFF2-40B4-BE49-F238E27FC236}">
                <a16:creationId xmlns:a16="http://schemas.microsoft.com/office/drawing/2014/main" id="{0DE7FD83-3725-4574-A682-46E6CA8129C5}"/>
              </a:ext>
            </a:extLst>
          </p:cNvPr>
          <p:cNvSpPr>
            <a:spLocks xmlns:a="http://schemas.openxmlformats.org/drawingml/2006/main" noGrp="1"/>
          </p:cNvSpPr>
          <p:nvPr/>
        </p:nvSpPr>
        <p:spPr>
          <a:xfrm xmlns:a="http://schemas.openxmlformats.org/drawingml/2006/main">
            <a:off x="1800225" y="7067074"/>
            <a:ext cx="206692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Interaction Manager</a:t>
            </a:r>
          </a:p>
        </p:txBody>
      </p:sp>
      <p:sp>
        <p:nvSpPr>
          <p:cNvPr id="142" name="dp42-comparison / n167">
            <a:extLst xmlns:a="http://schemas.openxmlformats.org/drawingml/2006/main">
              <a:ext uri="{FF2B5EF4-FFF2-40B4-BE49-F238E27FC236}">
                <a16:creationId xmlns:a16="http://schemas.microsoft.com/office/drawing/2014/main" id="{7D240767-E354-45C3-8F38-D1DF77C40284}"/>
              </a:ext>
            </a:extLst>
          </p:cNvPr>
          <p:cNvSpPr>
            <a:spLocks xmlns:a="http://schemas.openxmlformats.org/drawingml/2006/main" noGrp="1"/>
          </p:cNvSpPr>
          <p:nvPr/>
        </p:nvSpPr>
        <p:spPr>
          <a:xfrm xmlns:a="http://schemas.openxmlformats.org/drawingml/2006/main">
            <a:off x="4619625" y="7019925"/>
            <a:ext cx="2190750" cy="3048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43" name="dp42-comparison / n168 / text 1">
            <a:extLst xmlns:a="http://schemas.openxmlformats.org/drawingml/2006/main">
              <a:ext uri="{FF2B5EF4-FFF2-40B4-BE49-F238E27FC236}">
                <a16:creationId xmlns:a16="http://schemas.microsoft.com/office/drawing/2014/main" id="{86A77CFB-2B3D-469E-B443-199F83D532C2}"/>
              </a:ext>
            </a:extLst>
          </p:cNvPr>
          <p:cNvSpPr>
            <a:spLocks xmlns:a="http://schemas.openxmlformats.org/drawingml/2006/main" noGrp="1"/>
          </p:cNvSpPr>
          <p:nvPr/>
        </p:nvSpPr>
        <p:spPr>
          <a:xfrm xmlns:a="http://schemas.openxmlformats.org/drawingml/2006/main">
            <a:off x="4705350" y="7067074"/>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Model Access</a:t>
            </a:r>
          </a:p>
        </p:txBody>
      </p:sp>
      <p:sp>
        <p:nvSpPr>
          <p:cNvPr id="144" name="dp42-comparison / n169">
            <a:extLst xmlns:a="http://schemas.openxmlformats.org/drawingml/2006/main">
              <a:ext uri="{FF2B5EF4-FFF2-40B4-BE49-F238E27FC236}">
                <a16:creationId xmlns:a16="http://schemas.microsoft.com/office/drawing/2014/main" id="{7728013B-58F4-4F0F-A65F-456C26DCC934}"/>
              </a:ext>
            </a:extLst>
          </p:cNvPr>
          <p:cNvSpPr>
            <a:spLocks xmlns:a="http://schemas.openxmlformats.org/drawingml/2006/main" noGrp="1"/>
          </p:cNvSpPr>
          <p:nvPr/>
        </p:nvSpPr>
        <p:spPr>
          <a:xfrm xmlns:a="http://schemas.openxmlformats.org/drawingml/2006/main">
            <a:off x="7048500" y="7019925"/>
            <a:ext cx="2333625" cy="3048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45" name="dp42-comparison / n170 / text 1">
            <a:extLst xmlns:a="http://schemas.openxmlformats.org/drawingml/2006/main">
              <a:ext uri="{FF2B5EF4-FFF2-40B4-BE49-F238E27FC236}">
                <a16:creationId xmlns:a16="http://schemas.microsoft.com/office/drawing/2014/main" id="{C0F954B2-6D66-4109-9227-AF428B23970E}"/>
              </a:ext>
            </a:extLst>
          </p:cNvPr>
          <p:cNvSpPr>
            <a:spLocks xmlns:a="http://schemas.openxmlformats.org/drawingml/2006/main" noGrp="1"/>
          </p:cNvSpPr>
          <p:nvPr/>
        </p:nvSpPr>
        <p:spPr>
          <a:xfrm xmlns:a="http://schemas.openxmlformats.org/drawingml/2006/main">
            <a:off x="7134225" y="7067074"/>
            <a:ext cx="216217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Downstream Agent</a:t>
            </a:r>
          </a:p>
        </p:txBody>
      </p:sp>
      <p:sp>
        <p:nvSpPr>
          <p:cNvPr id="146" name="dp42-comparison / n171 / path">
            <a:extLst xmlns:a="http://schemas.openxmlformats.org/drawingml/2006/main">
              <a:ext uri="{FF2B5EF4-FFF2-40B4-BE49-F238E27FC236}">
                <a16:creationId xmlns:a16="http://schemas.microsoft.com/office/drawing/2014/main" id="{568AD41F-AA68-41A4-9179-D18B592810D9}"/>
              </a:ext>
            </a:extLst>
          </p:cNvPr>
          <p:cNvSpPr>
            <a:spLocks xmlns:a="http://schemas.openxmlformats.org/drawingml/2006/main" noGrp="1"/>
          </p:cNvSpPr>
          <p:nvPr/>
        </p:nvSpPr>
        <p:spPr>
          <a:xfrm xmlns:a="http://schemas.openxmlformats.org/drawingml/2006/main">
            <a:off x="1428750" y="4086225"/>
            <a:ext cx="285750" cy="3086100"/>
          </a:xfrm>
          <a:custGeom xmlns:a="http://schemas.openxmlformats.org/drawingml/2006/main">
            <a:pathLst>
              <a:path w="285750" h="3086100">
                <a:moveTo>
                  <a:pt x="285750" y="3086100"/>
                </a:moveTo>
                <a:lnTo>
                  <a:pt x="0" y="3086100"/>
                </a:lnTo>
                <a:lnTo>
                  <a:pt x="0" y="0"/>
                </a:lnTo>
                <a:lnTo>
                  <a:pt x="285750" y="0"/>
                </a:lnTo>
              </a:path>
            </a:pathLst>
          </a:custGeom>
          <a:noFill xmlns:a="http://schemas.openxmlformats.org/drawingml/2006/main"/>
          <a:ln xmlns:a="http://schemas.openxmlformats.org/drawingml/2006/main" w="10478">
            <a:solidFill>
              <a:srgbClr val="000000"/>
            </a:solidFill>
            <a:prstDash val="solid"/>
          </a:ln>
        </p:spPr>
      </p:sp>
      <p:sp>
        <p:nvSpPr>
          <p:cNvPr id="147" name="dp42-comparison / n171 / arrow">
            <a:extLst xmlns:a="http://schemas.openxmlformats.org/drawingml/2006/main">
              <a:ext uri="{FF2B5EF4-FFF2-40B4-BE49-F238E27FC236}">
                <a16:creationId xmlns:a16="http://schemas.microsoft.com/office/drawing/2014/main" id="{BA2DF226-3D9E-4956-94E7-D838CE8165FD}"/>
              </a:ext>
            </a:extLst>
          </p:cNvPr>
          <p:cNvSpPr>
            <a:spLocks xmlns:a="http://schemas.openxmlformats.org/drawingml/2006/main" noGrp="1"/>
          </p:cNvSpPr>
          <p:nvPr/>
        </p:nvSpPr>
        <p:spPr>
          <a:xfrm xmlns:a="http://schemas.openxmlformats.org/drawingml/2006/main">
            <a:off x="1647444" y="40526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48" name="dp42-comparison / n172 / path">
            <a:extLst xmlns:a="http://schemas.openxmlformats.org/drawingml/2006/main">
              <a:ext uri="{FF2B5EF4-FFF2-40B4-BE49-F238E27FC236}">
                <a16:creationId xmlns:a16="http://schemas.microsoft.com/office/drawing/2014/main" id="{EBEBC101-0879-411C-A7C5-95BA4F7F6DAB}"/>
              </a:ext>
            </a:extLst>
          </p:cNvPr>
          <p:cNvSpPr>
            <a:spLocks xmlns:a="http://schemas.openxmlformats.org/drawingml/2006/main" noGrp="1"/>
          </p:cNvSpPr>
          <p:nvPr/>
        </p:nvSpPr>
        <p:spPr>
          <a:xfrm xmlns:a="http://schemas.openxmlformats.org/drawingml/2006/main">
            <a:off x="1562100" y="5591175"/>
            <a:ext cx="985838" cy="1428750"/>
          </a:xfrm>
          <a:custGeom xmlns:a="http://schemas.openxmlformats.org/drawingml/2006/main">
            <a:pathLst>
              <a:path w="985838" h="1428750">
                <a:moveTo>
                  <a:pt x="152400" y="0"/>
                </a:moveTo>
                <a:lnTo>
                  <a:pt x="0" y="0"/>
                </a:lnTo>
                <a:lnTo>
                  <a:pt x="0" y="1304925"/>
                </a:lnTo>
                <a:lnTo>
                  <a:pt x="985838" y="1304925"/>
                </a:lnTo>
                <a:lnTo>
                  <a:pt x="985838" y="1428750"/>
                </a:lnTo>
              </a:path>
            </a:pathLst>
          </a:custGeom>
          <a:noFill xmlns:a="http://schemas.openxmlformats.org/drawingml/2006/main"/>
          <a:ln xmlns:a="http://schemas.openxmlformats.org/drawingml/2006/main" w="10478">
            <a:solidFill>
              <a:srgbClr val="000000"/>
            </a:solidFill>
            <a:prstDash val="solid"/>
          </a:ln>
        </p:spPr>
      </p:sp>
      <p:sp>
        <p:nvSpPr>
          <p:cNvPr id="149" name="dp42-comparison / n172 / arrow">
            <a:extLst xmlns:a="http://schemas.openxmlformats.org/drawingml/2006/main">
              <a:ext uri="{FF2B5EF4-FFF2-40B4-BE49-F238E27FC236}">
                <a16:creationId xmlns:a16="http://schemas.microsoft.com/office/drawing/2014/main" id="{C72DB567-3601-45DB-88BE-79BEF6257AF7}"/>
              </a:ext>
            </a:extLst>
          </p:cNvPr>
          <p:cNvSpPr>
            <a:spLocks xmlns:a="http://schemas.openxmlformats.org/drawingml/2006/main" noGrp="1"/>
          </p:cNvSpPr>
          <p:nvPr/>
        </p:nvSpPr>
        <p:spPr>
          <a:xfrm xmlns:a="http://schemas.openxmlformats.org/drawingml/2006/main">
            <a:off x="2514410" y="69528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50" name="dp42-comparison / n173 / path">
            <a:extLst xmlns:a="http://schemas.openxmlformats.org/drawingml/2006/main">
              <a:ext uri="{FF2B5EF4-FFF2-40B4-BE49-F238E27FC236}">
                <a16:creationId xmlns:a16="http://schemas.microsoft.com/office/drawing/2014/main" id="{2E2FD07D-FC83-4444-9533-FF30120FC865}"/>
              </a:ext>
            </a:extLst>
          </p:cNvPr>
          <p:cNvSpPr>
            <a:spLocks xmlns:a="http://schemas.openxmlformats.org/drawingml/2006/main" noGrp="1"/>
          </p:cNvSpPr>
          <p:nvPr/>
        </p:nvSpPr>
        <p:spPr>
          <a:xfrm xmlns:a="http://schemas.openxmlformats.org/drawingml/2006/main">
            <a:off x="3952875" y="5591175"/>
            <a:ext cx="85725" cy="1647825"/>
          </a:xfrm>
          <a:custGeom xmlns:a="http://schemas.openxmlformats.org/drawingml/2006/main">
            <a:pathLst>
              <a:path w="85725" h="1647825">
                <a:moveTo>
                  <a:pt x="0" y="1647825"/>
                </a:moveTo>
                <a:lnTo>
                  <a:pt x="85725" y="1647825"/>
                </a:lnTo>
                <a:lnTo>
                  <a:pt x="85725" y="0"/>
                </a:lnTo>
                <a:lnTo>
                  <a:pt x="0" y="0"/>
                </a:lnTo>
              </a:path>
            </a:pathLst>
          </a:custGeom>
          <a:noFill xmlns:a="http://schemas.openxmlformats.org/drawingml/2006/main"/>
          <a:ln xmlns:a="http://schemas.openxmlformats.org/drawingml/2006/main" w="10478">
            <a:solidFill>
              <a:srgbClr val="000000"/>
            </a:solidFill>
            <a:prstDash val="dash"/>
          </a:ln>
        </p:spPr>
      </p:sp>
      <p:sp>
        <p:nvSpPr>
          <p:cNvPr id="151" name="dp42-comparison / n173 / arrow">
            <a:extLst xmlns:a="http://schemas.openxmlformats.org/drawingml/2006/main">
              <a:ext uri="{FF2B5EF4-FFF2-40B4-BE49-F238E27FC236}">
                <a16:creationId xmlns:a16="http://schemas.microsoft.com/office/drawing/2014/main" id="{369E2C07-FAE1-4DCF-BEF7-C87E8C79652A}"/>
              </a:ext>
            </a:extLst>
          </p:cNvPr>
          <p:cNvSpPr>
            <a:spLocks xmlns:a="http://schemas.openxmlformats.org/drawingml/2006/main" noGrp="1"/>
          </p:cNvSpPr>
          <p:nvPr/>
        </p:nvSpPr>
        <p:spPr>
          <a:xfrm xmlns:a="http://schemas.openxmlformats.org/drawingml/2006/main">
            <a:off x="3952875" y="55576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52" name="dp42-comparison / n176 / path">
            <a:extLst xmlns:a="http://schemas.openxmlformats.org/drawingml/2006/main">
              <a:ext uri="{FF2B5EF4-FFF2-40B4-BE49-F238E27FC236}">
                <a16:creationId xmlns:a16="http://schemas.microsoft.com/office/drawing/2014/main" id="{A02132FF-5B00-4591-8A3F-7D88FFB5A25E}"/>
              </a:ext>
            </a:extLst>
          </p:cNvPr>
          <p:cNvSpPr>
            <a:spLocks xmlns:a="http://schemas.openxmlformats.org/drawingml/2006/main" noGrp="1"/>
          </p:cNvSpPr>
          <p:nvPr/>
        </p:nvSpPr>
        <p:spPr>
          <a:xfrm xmlns:a="http://schemas.openxmlformats.org/drawingml/2006/main">
            <a:off x="3952875" y="4781550"/>
            <a:ext cx="1095375" cy="2238375"/>
          </a:xfrm>
          <a:custGeom xmlns:a="http://schemas.openxmlformats.org/drawingml/2006/main">
            <a:pathLst>
              <a:path w="1095375" h="2238375">
                <a:moveTo>
                  <a:pt x="0" y="0"/>
                </a:moveTo>
                <a:lnTo>
                  <a:pt x="409575" y="0"/>
                </a:lnTo>
                <a:lnTo>
                  <a:pt x="409575" y="2124075"/>
                </a:lnTo>
                <a:lnTo>
                  <a:pt x="1095375" y="2124075"/>
                </a:lnTo>
                <a:lnTo>
                  <a:pt x="1095375" y="2238375"/>
                </a:lnTo>
              </a:path>
            </a:pathLst>
          </a:custGeom>
          <a:noFill xmlns:a="http://schemas.openxmlformats.org/drawingml/2006/main"/>
          <a:ln xmlns:a="http://schemas.openxmlformats.org/drawingml/2006/main" w="10478">
            <a:solidFill>
              <a:srgbClr val="000000"/>
            </a:solidFill>
            <a:prstDash val="solid"/>
          </a:ln>
        </p:spPr>
      </p:sp>
      <p:sp>
        <p:nvSpPr>
          <p:cNvPr id="153" name="dp42-comparison / n176 / arrow">
            <a:extLst xmlns:a="http://schemas.openxmlformats.org/drawingml/2006/main">
              <a:ext uri="{FF2B5EF4-FFF2-40B4-BE49-F238E27FC236}">
                <a16:creationId xmlns:a16="http://schemas.microsoft.com/office/drawing/2014/main" id="{3F887969-5A8F-4704-B3D2-D1BABDDB6AA3}"/>
              </a:ext>
            </a:extLst>
          </p:cNvPr>
          <p:cNvSpPr>
            <a:spLocks xmlns:a="http://schemas.openxmlformats.org/drawingml/2006/main" noGrp="1"/>
          </p:cNvSpPr>
          <p:nvPr/>
        </p:nvSpPr>
        <p:spPr>
          <a:xfrm xmlns:a="http://schemas.openxmlformats.org/drawingml/2006/main">
            <a:off x="5014722" y="69528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54" name="dp42-comparison / n177 / path">
            <a:extLst xmlns:a="http://schemas.openxmlformats.org/drawingml/2006/main">
              <a:ext uri="{FF2B5EF4-FFF2-40B4-BE49-F238E27FC236}">
                <a16:creationId xmlns:a16="http://schemas.microsoft.com/office/drawing/2014/main" id="{AEDFDD4A-2778-44C3-815E-E7F442ECC075}"/>
              </a:ext>
            </a:extLst>
          </p:cNvPr>
          <p:cNvSpPr>
            <a:spLocks xmlns:a="http://schemas.openxmlformats.org/drawingml/2006/main" noGrp="1"/>
          </p:cNvSpPr>
          <p:nvPr/>
        </p:nvSpPr>
        <p:spPr>
          <a:xfrm xmlns:a="http://schemas.openxmlformats.org/drawingml/2006/main">
            <a:off x="3952875" y="4876800"/>
            <a:ext cx="1285875" cy="2143125"/>
          </a:xfrm>
          <a:custGeom xmlns:a="http://schemas.openxmlformats.org/drawingml/2006/main">
            <a:pathLst>
              <a:path w="1285875" h="2143125">
                <a:moveTo>
                  <a:pt x="1285875" y="2143125"/>
                </a:moveTo>
                <a:lnTo>
                  <a:pt x="1285875" y="2066925"/>
                </a:lnTo>
                <a:lnTo>
                  <a:pt x="457200" y="2066925"/>
                </a:lnTo>
                <a:lnTo>
                  <a:pt x="457200" y="0"/>
                </a:lnTo>
                <a:lnTo>
                  <a:pt x="0" y="0"/>
                </a:lnTo>
              </a:path>
            </a:pathLst>
          </a:custGeom>
          <a:noFill xmlns:a="http://schemas.openxmlformats.org/drawingml/2006/main"/>
          <a:ln xmlns:a="http://schemas.openxmlformats.org/drawingml/2006/main" w="10478">
            <a:solidFill>
              <a:srgbClr val="000000"/>
            </a:solidFill>
            <a:prstDash val="dash"/>
          </a:ln>
        </p:spPr>
      </p:sp>
      <p:sp>
        <p:nvSpPr>
          <p:cNvPr id="155" name="dp42-comparison / n177 / arrow">
            <a:extLst xmlns:a="http://schemas.openxmlformats.org/drawingml/2006/main">
              <a:ext uri="{FF2B5EF4-FFF2-40B4-BE49-F238E27FC236}">
                <a16:creationId xmlns:a16="http://schemas.microsoft.com/office/drawing/2014/main" id="{3A7C272E-3489-4625-B5B4-536932E412B5}"/>
              </a:ext>
            </a:extLst>
          </p:cNvPr>
          <p:cNvSpPr>
            <a:spLocks xmlns:a="http://schemas.openxmlformats.org/drawingml/2006/main" noGrp="1"/>
          </p:cNvSpPr>
          <p:nvPr/>
        </p:nvSpPr>
        <p:spPr>
          <a:xfrm xmlns:a="http://schemas.openxmlformats.org/drawingml/2006/main">
            <a:off x="3952875" y="4843272"/>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56" name="dp42-comparison / n178 / path">
            <a:extLst xmlns:a="http://schemas.openxmlformats.org/drawingml/2006/main">
              <a:ext uri="{FF2B5EF4-FFF2-40B4-BE49-F238E27FC236}">
                <a16:creationId xmlns:a16="http://schemas.microsoft.com/office/drawing/2014/main" id="{460F42F2-B7C4-4B4A-A136-5372BB635CAD}"/>
              </a:ext>
            </a:extLst>
          </p:cNvPr>
          <p:cNvSpPr>
            <a:spLocks xmlns:a="http://schemas.openxmlformats.org/drawingml/2006/main" noGrp="1"/>
          </p:cNvSpPr>
          <p:nvPr/>
        </p:nvSpPr>
        <p:spPr>
          <a:xfrm xmlns:a="http://schemas.openxmlformats.org/drawingml/2006/main">
            <a:off x="3952875" y="5534025"/>
            <a:ext cx="2047875" cy="1485900"/>
          </a:xfrm>
          <a:custGeom xmlns:a="http://schemas.openxmlformats.org/drawingml/2006/main">
            <a:pathLst>
              <a:path w="2047875" h="1485900">
                <a:moveTo>
                  <a:pt x="0" y="0"/>
                </a:moveTo>
                <a:lnTo>
                  <a:pt x="333375" y="0"/>
                </a:lnTo>
                <a:lnTo>
                  <a:pt x="333375" y="1314450"/>
                </a:lnTo>
                <a:lnTo>
                  <a:pt x="2047875" y="1314450"/>
                </a:lnTo>
                <a:lnTo>
                  <a:pt x="2047875" y="1485900"/>
                </a:lnTo>
              </a:path>
            </a:pathLst>
          </a:custGeom>
          <a:noFill xmlns:a="http://schemas.openxmlformats.org/drawingml/2006/main"/>
          <a:ln xmlns:a="http://schemas.openxmlformats.org/drawingml/2006/main" w="10478">
            <a:solidFill>
              <a:srgbClr val="000000"/>
            </a:solidFill>
            <a:prstDash val="solid"/>
          </a:ln>
        </p:spPr>
      </p:sp>
      <p:sp>
        <p:nvSpPr>
          <p:cNvPr id="157" name="dp42-comparison / n178 / arrow">
            <a:extLst xmlns:a="http://schemas.openxmlformats.org/drawingml/2006/main">
              <a:ext uri="{FF2B5EF4-FFF2-40B4-BE49-F238E27FC236}">
                <a16:creationId xmlns:a16="http://schemas.microsoft.com/office/drawing/2014/main" id="{5947D5A4-2283-41B0-92BA-11C46C8F5631}"/>
              </a:ext>
            </a:extLst>
          </p:cNvPr>
          <p:cNvSpPr>
            <a:spLocks xmlns:a="http://schemas.openxmlformats.org/drawingml/2006/main" noGrp="1"/>
          </p:cNvSpPr>
          <p:nvPr/>
        </p:nvSpPr>
        <p:spPr>
          <a:xfrm xmlns:a="http://schemas.openxmlformats.org/drawingml/2006/main">
            <a:off x="5967222" y="69528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58" name="dp42-comparison / n179 / path">
            <a:extLst xmlns:a="http://schemas.openxmlformats.org/drawingml/2006/main">
              <a:ext uri="{FF2B5EF4-FFF2-40B4-BE49-F238E27FC236}">
                <a16:creationId xmlns:a16="http://schemas.microsoft.com/office/drawing/2014/main" id="{1F45D2BA-BAC5-4623-A497-89B12BCB493E}"/>
              </a:ext>
            </a:extLst>
          </p:cNvPr>
          <p:cNvSpPr>
            <a:spLocks xmlns:a="http://schemas.openxmlformats.org/drawingml/2006/main" noGrp="1"/>
          </p:cNvSpPr>
          <p:nvPr/>
        </p:nvSpPr>
        <p:spPr>
          <a:xfrm xmlns:a="http://schemas.openxmlformats.org/drawingml/2006/main">
            <a:off x="3952875" y="5591175"/>
            <a:ext cx="2238375" cy="1428750"/>
          </a:xfrm>
          <a:custGeom xmlns:a="http://schemas.openxmlformats.org/drawingml/2006/main">
            <a:pathLst>
              <a:path w="2238375" h="1428750">
                <a:moveTo>
                  <a:pt x="2238375" y="1428750"/>
                </a:moveTo>
                <a:lnTo>
                  <a:pt x="2238375" y="1295400"/>
                </a:lnTo>
                <a:lnTo>
                  <a:pt x="352425" y="1295400"/>
                </a:lnTo>
                <a:lnTo>
                  <a:pt x="352425" y="0"/>
                </a:lnTo>
                <a:lnTo>
                  <a:pt x="0" y="0"/>
                </a:lnTo>
              </a:path>
            </a:pathLst>
          </a:custGeom>
          <a:noFill xmlns:a="http://schemas.openxmlformats.org/drawingml/2006/main"/>
          <a:ln xmlns:a="http://schemas.openxmlformats.org/drawingml/2006/main" w="10478">
            <a:solidFill>
              <a:srgbClr val="000000"/>
            </a:solidFill>
            <a:prstDash val="dash"/>
          </a:ln>
        </p:spPr>
      </p:sp>
      <p:sp>
        <p:nvSpPr>
          <p:cNvPr id="159" name="dp42-comparison / n179 / arrow">
            <a:extLst xmlns:a="http://schemas.openxmlformats.org/drawingml/2006/main">
              <a:ext uri="{FF2B5EF4-FFF2-40B4-BE49-F238E27FC236}">
                <a16:creationId xmlns:a16="http://schemas.microsoft.com/office/drawing/2014/main" id="{39349F24-1BED-4EAF-8152-FA8B946B8302}"/>
              </a:ext>
            </a:extLst>
          </p:cNvPr>
          <p:cNvSpPr>
            <a:spLocks xmlns:a="http://schemas.openxmlformats.org/drawingml/2006/main" noGrp="1"/>
          </p:cNvSpPr>
          <p:nvPr/>
        </p:nvSpPr>
        <p:spPr>
          <a:xfrm xmlns:a="http://schemas.openxmlformats.org/drawingml/2006/main">
            <a:off x="3952875" y="55576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60" name="dp42-comparison / n180 / path">
            <a:extLst xmlns:a="http://schemas.openxmlformats.org/drawingml/2006/main">
              <a:ext uri="{FF2B5EF4-FFF2-40B4-BE49-F238E27FC236}">
                <a16:creationId xmlns:a16="http://schemas.microsoft.com/office/drawing/2014/main" id="{14B7A37A-05D9-4532-9CEA-8F10380359CC}"/>
              </a:ext>
            </a:extLst>
          </p:cNvPr>
          <p:cNvSpPr>
            <a:spLocks xmlns:a="http://schemas.openxmlformats.org/drawingml/2006/main" noGrp="1"/>
          </p:cNvSpPr>
          <p:nvPr/>
        </p:nvSpPr>
        <p:spPr>
          <a:xfrm xmlns:a="http://schemas.openxmlformats.org/drawingml/2006/main">
            <a:off x="7977188" y="5495925"/>
            <a:ext cx="1462088" cy="1524000"/>
          </a:xfrm>
          <a:custGeom xmlns:a="http://schemas.openxmlformats.org/drawingml/2006/main">
            <a:pathLst>
              <a:path w="1462088" h="1524000">
                <a:moveTo>
                  <a:pt x="1214438" y="0"/>
                </a:moveTo>
                <a:lnTo>
                  <a:pt x="1462088" y="0"/>
                </a:lnTo>
                <a:lnTo>
                  <a:pt x="1462088" y="1352550"/>
                </a:lnTo>
                <a:lnTo>
                  <a:pt x="0" y="1352550"/>
                </a:lnTo>
                <a:lnTo>
                  <a:pt x="0" y="1524000"/>
                </a:lnTo>
              </a:path>
            </a:pathLst>
          </a:custGeom>
          <a:noFill xmlns:a="http://schemas.openxmlformats.org/drawingml/2006/main"/>
          <a:ln xmlns:a="http://schemas.openxmlformats.org/drawingml/2006/main" w="10478">
            <a:solidFill>
              <a:srgbClr val="000000"/>
            </a:solidFill>
            <a:prstDash val="solid"/>
          </a:ln>
        </p:spPr>
      </p:sp>
      <p:sp>
        <p:nvSpPr>
          <p:cNvPr id="161" name="dp42-comparison / n180 / arrow">
            <a:extLst xmlns:a="http://schemas.openxmlformats.org/drawingml/2006/main">
              <a:ext uri="{FF2B5EF4-FFF2-40B4-BE49-F238E27FC236}">
                <a16:creationId xmlns:a16="http://schemas.microsoft.com/office/drawing/2014/main" id="{AAF2A876-A73F-4E24-81A2-2690A4A51C42}"/>
              </a:ext>
            </a:extLst>
          </p:cNvPr>
          <p:cNvSpPr>
            <a:spLocks xmlns:a="http://schemas.openxmlformats.org/drawingml/2006/main" noGrp="1"/>
          </p:cNvSpPr>
          <p:nvPr/>
        </p:nvSpPr>
        <p:spPr>
          <a:xfrm xmlns:a="http://schemas.openxmlformats.org/drawingml/2006/main">
            <a:off x="7943660" y="69528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62" name="dp42-comparison / n181 / path">
            <a:extLst xmlns:a="http://schemas.openxmlformats.org/drawingml/2006/main">
              <a:ext uri="{FF2B5EF4-FFF2-40B4-BE49-F238E27FC236}">
                <a16:creationId xmlns:a16="http://schemas.microsoft.com/office/drawing/2014/main" id="{283989AB-A519-4811-96D3-0274C600AEC7}"/>
              </a:ext>
            </a:extLst>
          </p:cNvPr>
          <p:cNvSpPr>
            <a:spLocks xmlns:a="http://schemas.openxmlformats.org/drawingml/2006/main" noGrp="1"/>
          </p:cNvSpPr>
          <p:nvPr/>
        </p:nvSpPr>
        <p:spPr>
          <a:xfrm xmlns:a="http://schemas.openxmlformats.org/drawingml/2006/main">
            <a:off x="8453438" y="5591175"/>
            <a:ext cx="1052513" cy="1428750"/>
          </a:xfrm>
          <a:custGeom xmlns:a="http://schemas.openxmlformats.org/drawingml/2006/main">
            <a:pathLst>
              <a:path w="1052513" h="1428750">
                <a:moveTo>
                  <a:pt x="0" y="1428750"/>
                </a:moveTo>
                <a:lnTo>
                  <a:pt x="0" y="1323975"/>
                </a:lnTo>
                <a:lnTo>
                  <a:pt x="1052513" y="1323975"/>
                </a:lnTo>
                <a:lnTo>
                  <a:pt x="1052513" y="0"/>
                </a:lnTo>
                <a:lnTo>
                  <a:pt x="738188" y="0"/>
                </a:lnTo>
              </a:path>
            </a:pathLst>
          </a:custGeom>
          <a:noFill xmlns:a="http://schemas.openxmlformats.org/drawingml/2006/main"/>
          <a:ln xmlns:a="http://schemas.openxmlformats.org/drawingml/2006/main" w="10478">
            <a:solidFill>
              <a:srgbClr val="000000"/>
            </a:solidFill>
            <a:prstDash val="dash"/>
          </a:ln>
        </p:spPr>
      </p:sp>
      <p:sp>
        <p:nvSpPr>
          <p:cNvPr id="163" name="dp42-comparison / n181 / arrow">
            <a:extLst xmlns:a="http://schemas.openxmlformats.org/drawingml/2006/main">
              <a:ext uri="{FF2B5EF4-FFF2-40B4-BE49-F238E27FC236}">
                <a16:creationId xmlns:a16="http://schemas.microsoft.com/office/drawing/2014/main" id="{5FB4083F-3395-49A2-9E7E-C2FD20BB4012}"/>
              </a:ext>
            </a:extLst>
          </p:cNvPr>
          <p:cNvSpPr>
            <a:spLocks xmlns:a="http://schemas.openxmlformats.org/drawingml/2006/main" noGrp="1"/>
          </p:cNvSpPr>
          <p:nvPr/>
        </p:nvSpPr>
        <p:spPr>
          <a:xfrm xmlns:a="http://schemas.openxmlformats.org/drawingml/2006/main">
            <a:off x="9191625" y="55576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64" name="dp42-comparison / n82">
            <a:extLst xmlns:a="http://schemas.openxmlformats.org/drawingml/2006/main">
              <a:ext uri="{FF2B5EF4-FFF2-40B4-BE49-F238E27FC236}">
                <a16:creationId xmlns:a16="http://schemas.microsoft.com/office/drawing/2014/main" id="{A20B0437-33BE-41F5-A4EF-617EF37EA159}"/>
              </a:ext>
            </a:extLst>
          </p:cNvPr>
          <p:cNvSpPr>
            <a:spLocks xmlns:a="http://schemas.openxmlformats.org/drawingml/2006/main" noGrp="1"/>
          </p:cNvSpPr>
          <p:nvPr/>
        </p:nvSpPr>
        <p:spPr>
          <a:xfrm xmlns:a="http://schemas.openxmlformats.org/drawingml/2006/main">
            <a:off x="1543050" y="2381250"/>
            <a:ext cx="4370832"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5" name="dp42-comparison / n83 / text 1">
            <a:extLst xmlns:a="http://schemas.openxmlformats.org/drawingml/2006/main">
              <a:ext uri="{FF2B5EF4-FFF2-40B4-BE49-F238E27FC236}">
                <a16:creationId xmlns:a16="http://schemas.microsoft.com/office/drawing/2014/main" id="{C9708617-8229-4EAE-BC8B-DF701123D265}"/>
              </a:ext>
            </a:extLst>
          </p:cNvPr>
          <p:cNvSpPr>
            <a:spLocks xmlns:a="http://schemas.openxmlformats.org/drawingml/2006/main" noGrp="1"/>
          </p:cNvSpPr>
          <p:nvPr/>
        </p:nvSpPr>
        <p:spPr>
          <a:xfrm xmlns:a="http://schemas.openxmlformats.org/drawingml/2006/main">
            <a:off x="1562100" y="2390775"/>
            <a:ext cx="78105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000000"/>
                </a:solidFill>
                <a:latin typeface="Apple SD Gothic Neo"/>
                <a:ea typeface="Apple SD Gothic Neo"/>
                <a:cs typeface="Apple SD Gothic Neo"/>
              </a:defRPr>
            </a:pPr>
            <a:r>
              <a:rPr sz="1200" b="0">
                <a:solidFill>
                  <a:srgbClr val="000000"/>
                </a:solidFill>
                <a:latin typeface="Apple SD Gothic Neo"/>
                <a:ea typeface="Apple SD Gothic Neo"/>
                <a:cs typeface="Apple SD Gothic Neo"/>
              </a:rPr>
              <a:t>Q1 “상반기로 할까요?”를 P1로 제시 → u2 “응, 상반기로”</a:t>
            </a:r>
          </a:p>
        </p:txBody>
      </p:sp>
      <p:sp>
        <p:nvSpPr>
          <p:cNvPr id="166" name="dp42-comparison / n84">
            <a:extLst xmlns:a="http://schemas.openxmlformats.org/drawingml/2006/main">
              <a:ext uri="{FF2B5EF4-FFF2-40B4-BE49-F238E27FC236}">
                <a16:creationId xmlns:a16="http://schemas.microsoft.com/office/drawing/2014/main" id="{18047F02-CFAE-421F-9B93-22FFD09307BB}"/>
              </a:ext>
            </a:extLst>
          </p:cNvPr>
          <p:cNvSpPr>
            <a:spLocks xmlns:a="http://schemas.openxmlformats.org/drawingml/2006/main" noGrp="1"/>
          </p:cNvSpPr>
          <p:nvPr/>
        </p:nvSpPr>
        <p:spPr>
          <a:xfrm xmlns:a="http://schemas.openxmlformats.org/drawingml/2006/main">
            <a:off x="1543050" y="2638425"/>
            <a:ext cx="131921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7" name="dp42-comparison / n85 / text 1">
            <a:extLst xmlns:a="http://schemas.openxmlformats.org/drawingml/2006/main">
              <a:ext uri="{FF2B5EF4-FFF2-40B4-BE49-F238E27FC236}">
                <a16:creationId xmlns:a16="http://schemas.microsoft.com/office/drawing/2014/main" id="{21851994-7AC5-44B8-9B73-A66525F8FB7F}"/>
              </a:ext>
            </a:extLst>
          </p:cNvPr>
          <p:cNvSpPr>
            <a:spLocks xmlns:a="http://schemas.openxmlformats.org/drawingml/2006/main" noGrp="1"/>
          </p:cNvSpPr>
          <p:nvPr/>
        </p:nvSpPr>
        <p:spPr>
          <a:xfrm xmlns:a="http://schemas.openxmlformats.org/drawingml/2006/main">
            <a:off x="1562100" y="2647950"/>
            <a:ext cx="21907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Conversation C1</a:t>
            </a:r>
          </a:p>
        </p:txBody>
      </p:sp>
      <p:sp>
        <p:nvSpPr>
          <p:cNvPr id="168" name="dp42-comparison / n87">
            <a:extLst xmlns:a="http://schemas.openxmlformats.org/drawingml/2006/main">
              <a:ext uri="{FF2B5EF4-FFF2-40B4-BE49-F238E27FC236}">
                <a16:creationId xmlns:a16="http://schemas.microsoft.com/office/drawing/2014/main" id="{8982A855-5BC2-46FE-9C7C-8146EE4A0CA7}"/>
              </a:ext>
            </a:extLst>
          </p:cNvPr>
          <p:cNvSpPr>
            <a:spLocks xmlns:a="http://schemas.openxmlformats.org/drawingml/2006/main" noGrp="1"/>
          </p:cNvSpPr>
          <p:nvPr/>
        </p:nvSpPr>
        <p:spPr>
          <a:xfrm xmlns:a="http://schemas.openxmlformats.org/drawingml/2006/main">
            <a:off x="3990975" y="2628900"/>
            <a:ext cx="1985772"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9" name="dp42-comparison / n88 / text 1">
            <a:extLst xmlns:a="http://schemas.openxmlformats.org/drawingml/2006/main">
              <a:ext uri="{FF2B5EF4-FFF2-40B4-BE49-F238E27FC236}">
                <a16:creationId xmlns:a16="http://schemas.microsoft.com/office/drawing/2014/main" id="{B4C6D162-8E5C-4BAA-BE5A-B53991150F44}"/>
              </a:ext>
            </a:extLst>
          </p:cNvPr>
          <p:cNvSpPr>
            <a:spLocks xmlns:a="http://schemas.openxmlformats.org/drawingml/2006/main" noGrp="1"/>
          </p:cNvSpPr>
          <p:nvPr/>
        </p:nvSpPr>
        <p:spPr>
          <a:xfrm xmlns:a="http://schemas.openxmlformats.org/drawingml/2006/main">
            <a:off x="4010025" y="2638425"/>
            <a:ext cx="52863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입력과 실제 응답의 연결 유지</a:t>
            </a:r>
          </a:p>
        </p:txBody>
      </p:sp>
      <p:sp>
        <p:nvSpPr>
          <p:cNvPr id="170" name="dp42-comparison / n89">
            <a:extLst xmlns:a="http://schemas.openxmlformats.org/drawingml/2006/main">
              <a:ext uri="{FF2B5EF4-FFF2-40B4-BE49-F238E27FC236}">
                <a16:creationId xmlns:a16="http://schemas.microsoft.com/office/drawing/2014/main" id="{31E1E58F-DD07-4F3A-9716-13DB37610D89}"/>
              </a:ext>
            </a:extLst>
          </p:cNvPr>
          <p:cNvSpPr>
            <a:spLocks xmlns:a="http://schemas.openxmlformats.org/drawingml/2006/main" noGrp="1"/>
          </p:cNvSpPr>
          <p:nvPr/>
        </p:nvSpPr>
        <p:spPr>
          <a:xfrm xmlns:a="http://schemas.openxmlformats.org/drawingml/2006/main">
            <a:off x="1543050" y="2819400"/>
            <a:ext cx="1733550"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1" name="dp42-comparison / n90 / text 1">
            <a:extLst xmlns:a="http://schemas.openxmlformats.org/drawingml/2006/main">
              <a:ext uri="{FF2B5EF4-FFF2-40B4-BE49-F238E27FC236}">
                <a16:creationId xmlns:a16="http://schemas.microsoft.com/office/drawing/2014/main" id="{BCF89135-F6D6-4E78-BB99-05E4CBBF7113}"/>
              </a:ext>
            </a:extLst>
          </p:cNvPr>
          <p:cNvSpPr>
            <a:spLocks xmlns:a="http://schemas.openxmlformats.org/drawingml/2006/main" noGrp="1"/>
          </p:cNvSpPr>
          <p:nvPr/>
        </p:nvSpPr>
        <p:spPr>
          <a:xfrm xmlns:a="http://schemas.openxmlformats.org/drawingml/2006/main">
            <a:off x="1562100" y="2828925"/>
            <a:ext cx="21907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Request R1 / R2 / R3</a:t>
            </a:r>
          </a:p>
        </p:txBody>
      </p:sp>
      <p:sp>
        <p:nvSpPr>
          <p:cNvPr id="172" name="dp42-comparison / n92">
            <a:extLst xmlns:a="http://schemas.openxmlformats.org/drawingml/2006/main">
              <a:ext uri="{FF2B5EF4-FFF2-40B4-BE49-F238E27FC236}">
                <a16:creationId xmlns:a16="http://schemas.microsoft.com/office/drawing/2014/main" id="{87B4DC90-8637-473B-8123-7468116CCF6D}"/>
              </a:ext>
            </a:extLst>
          </p:cNvPr>
          <p:cNvSpPr>
            <a:spLocks xmlns:a="http://schemas.openxmlformats.org/drawingml/2006/main" noGrp="1"/>
          </p:cNvSpPr>
          <p:nvPr/>
        </p:nvSpPr>
        <p:spPr>
          <a:xfrm xmlns:a="http://schemas.openxmlformats.org/drawingml/2006/main">
            <a:off x="3990975" y="2809875"/>
            <a:ext cx="2260473"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3" name="dp42-comparison / n93 / text 1">
            <a:extLst xmlns:a="http://schemas.openxmlformats.org/drawingml/2006/main">
              <a:ext uri="{FF2B5EF4-FFF2-40B4-BE49-F238E27FC236}">
                <a16:creationId xmlns:a16="http://schemas.microsoft.com/office/drawing/2014/main" id="{2CC3A3F5-3CAA-4061-AAFC-DC801F4B2380}"/>
              </a:ext>
            </a:extLst>
          </p:cNvPr>
          <p:cNvSpPr>
            <a:spLocks xmlns:a="http://schemas.openxmlformats.org/drawingml/2006/main" noGrp="1"/>
          </p:cNvSpPr>
          <p:nvPr/>
        </p:nvSpPr>
        <p:spPr>
          <a:xfrm xmlns:a="http://schemas.openxmlformats.org/drawingml/2006/main">
            <a:off x="4010025" y="2819400"/>
            <a:ext cx="52863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최초 위임 / Q1 답변 / 결과 수정</a:t>
            </a:r>
          </a:p>
        </p:txBody>
      </p:sp>
      <p:sp>
        <p:nvSpPr>
          <p:cNvPr id="174" name="dp42-comparison / n94">
            <a:extLst xmlns:a="http://schemas.openxmlformats.org/drawingml/2006/main">
              <a:ext uri="{FF2B5EF4-FFF2-40B4-BE49-F238E27FC236}">
                <a16:creationId xmlns:a16="http://schemas.microsoft.com/office/drawing/2014/main" id="{F2156609-ACB5-498B-8B96-BC7C0A434A26}"/>
              </a:ext>
            </a:extLst>
          </p:cNvPr>
          <p:cNvSpPr>
            <a:spLocks xmlns:a="http://schemas.openxmlformats.org/drawingml/2006/main" noGrp="1"/>
          </p:cNvSpPr>
          <p:nvPr/>
        </p:nvSpPr>
        <p:spPr>
          <a:xfrm xmlns:a="http://schemas.openxmlformats.org/drawingml/2006/main">
            <a:off x="1543050" y="3000375"/>
            <a:ext cx="656272"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5" name="dp42-comparison / n95 / text 1">
            <a:extLst xmlns:a="http://schemas.openxmlformats.org/drawingml/2006/main">
              <a:ext uri="{FF2B5EF4-FFF2-40B4-BE49-F238E27FC236}">
                <a16:creationId xmlns:a16="http://schemas.microsoft.com/office/drawing/2014/main" id="{B9755A8E-470F-425A-9E3F-AAE8E288B164}"/>
              </a:ext>
            </a:extLst>
          </p:cNvPr>
          <p:cNvSpPr>
            <a:spLocks xmlns:a="http://schemas.openxmlformats.org/drawingml/2006/main" noGrp="1"/>
          </p:cNvSpPr>
          <p:nvPr/>
        </p:nvSpPr>
        <p:spPr>
          <a:xfrm xmlns:a="http://schemas.openxmlformats.org/drawingml/2006/main">
            <a:off x="1562100" y="3009900"/>
            <a:ext cx="21907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Task T1</a:t>
            </a:r>
          </a:p>
        </p:txBody>
      </p:sp>
      <p:sp>
        <p:nvSpPr>
          <p:cNvPr id="176" name="dp42-comparison / n97">
            <a:extLst xmlns:a="http://schemas.openxmlformats.org/drawingml/2006/main">
              <a:ext uri="{FF2B5EF4-FFF2-40B4-BE49-F238E27FC236}">
                <a16:creationId xmlns:a16="http://schemas.microsoft.com/office/drawing/2014/main" id="{F13030EB-E182-4C5E-B325-7C74504596BF}"/>
              </a:ext>
            </a:extLst>
          </p:cNvPr>
          <p:cNvSpPr>
            <a:spLocks xmlns:a="http://schemas.openxmlformats.org/drawingml/2006/main" noGrp="1"/>
          </p:cNvSpPr>
          <p:nvPr/>
        </p:nvSpPr>
        <p:spPr>
          <a:xfrm xmlns:a="http://schemas.openxmlformats.org/drawingml/2006/main">
            <a:off x="3990975" y="2990850"/>
            <a:ext cx="1641729"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7" name="dp42-comparison / n98 / text 1">
            <a:extLst xmlns:a="http://schemas.openxmlformats.org/drawingml/2006/main">
              <a:ext uri="{FF2B5EF4-FFF2-40B4-BE49-F238E27FC236}">
                <a16:creationId xmlns:a16="http://schemas.microsoft.com/office/drawing/2014/main" id="{6696796E-0993-4241-9B86-79E12A190682}"/>
              </a:ext>
            </a:extLst>
          </p:cNvPr>
          <p:cNvSpPr>
            <a:spLocks xmlns:a="http://schemas.openxmlformats.org/drawingml/2006/main" noGrp="1"/>
          </p:cNvSpPr>
          <p:nvPr/>
        </p:nvSpPr>
        <p:spPr>
          <a:xfrm xmlns:a="http://schemas.openxmlformats.org/drawingml/2006/main">
            <a:off x="4010025" y="3000375"/>
            <a:ext cx="52863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보고서 업무와 결과 유지</a:t>
            </a:r>
          </a:p>
        </p:txBody>
      </p:sp>
      <p:sp>
        <p:nvSpPr>
          <p:cNvPr id="178" name="dp42-comparison / n99">
            <a:extLst xmlns:a="http://schemas.openxmlformats.org/drawingml/2006/main">
              <a:ext uri="{FF2B5EF4-FFF2-40B4-BE49-F238E27FC236}">
                <a16:creationId xmlns:a16="http://schemas.microsoft.com/office/drawing/2014/main" id="{D74F244B-5A25-4001-AE1E-8AE57F40D669}"/>
              </a:ext>
            </a:extLst>
          </p:cNvPr>
          <p:cNvSpPr>
            <a:spLocks xmlns:a="http://schemas.openxmlformats.org/drawingml/2006/main" noGrp="1"/>
          </p:cNvSpPr>
          <p:nvPr/>
        </p:nvSpPr>
        <p:spPr>
          <a:xfrm xmlns:a="http://schemas.openxmlformats.org/drawingml/2006/main">
            <a:off x="1543050" y="3181350"/>
            <a:ext cx="1733550"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9" name="dp42-comparison / n100 / text 1">
            <a:extLst xmlns:a="http://schemas.openxmlformats.org/drawingml/2006/main">
              <a:ext uri="{FF2B5EF4-FFF2-40B4-BE49-F238E27FC236}">
                <a16:creationId xmlns:a16="http://schemas.microsoft.com/office/drawing/2014/main" id="{44B0C4B8-4F00-447C-867B-0ADCA9ED589E}"/>
              </a:ext>
            </a:extLst>
          </p:cNvPr>
          <p:cNvSpPr>
            <a:spLocks xmlns:a="http://schemas.openxmlformats.org/drawingml/2006/main" noGrp="1"/>
          </p:cNvSpPr>
          <p:nvPr/>
        </p:nvSpPr>
        <p:spPr>
          <a:xfrm xmlns:a="http://schemas.openxmlformats.org/drawingml/2006/main">
            <a:off x="1562100" y="3190875"/>
            <a:ext cx="21907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Execution / Question</a:t>
            </a:r>
          </a:p>
        </p:txBody>
      </p:sp>
      <p:sp>
        <p:nvSpPr>
          <p:cNvPr id="180" name="dp42-comparison / n102">
            <a:extLst xmlns:a="http://schemas.openxmlformats.org/drawingml/2006/main">
              <a:ext uri="{FF2B5EF4-FFF2-40B4-BE49-F238E27FC236}">
                <a16:creationId xmlns:a16="http://schemas.microsoft.com/office/drawing/2014/main" id="{E26A026C-7CF7-4B5A-A366-799FD05C68D2}"/>
              </a:ext>
            </a:extLst>
          </p:cNvPr>
          <p:cNvSpPr>
            <a:spLocks xmlns:a="http://schemas.openxmlformats.org/drawingml/2006/main" noGrp="1"/>
          </p:cNvSpPr>
          <p:nvPr/>
        </p:nvSpPr>
        <p:spPr>
          <a:xfrm xmlns:a="http://schemas.openxmlformats.org/drawingml/2006/main">
            <a:off x="3990975" y="3171825"/>
            <a:ext cx="2191131"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81" name="dp42-comparison / n103 / text 1">
            <a:extLst xmlns:a="http://schemas.openxmlformats.org/drawingml/2006/main">
              <a:ext uri="{FF2B5EF4-FFF2-40B4-BE49-F238E27FC236}">
                <a16:creationId xmlns:a16="http://schemas.microsoft.com/office/drawing/2014/main" id="{22C79BD8-FBA3-471D-926E-45F4DE779DE0}"/>
              </a:ext>
            </a:extLst>
          </p:cNvPr>
          <p:cNvSpPr>
            <a:spLocks xmlns:a="http://schemas.openxmlformats.org/drawingml/2006/main" noGrp="1"/>
          </p:cNvSpPr>
          <p:nvPr/>
        </p:nvSpPr>
        <p:spPr>
          <a:xfrm xmlns:a="http://schemas.openxmlformats.org/drawingml/2006/main">
            <a:off x="4010025" y="3181350"/>
            <a:ext cx="52863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X1 완료 → X2 / Q1 제시 → 답변</a:t>
            </a:r>
          </a:p>
        </p:txBody>
      </p:sp>
      <p:sp>
        <p:nvSpPr>
          <p:cNvPr id="182" name="dp42-comparison / n104">
            <a:extLst xmlns:a="http://schemas.openxmlformats.org/drawingml/2006/main">
              <a:ext uri="{FF2B5EF4-FFF2-40B4-BE49-F238E27FC236}">
                <a16:creationId xmlns:a16="http://schemas.microsoft.com/office/drawing/2014/main" id="{753C05BC-AB14-4376-8ABB-0AA8264AD886}"/>
              </a:ext>
            </a:extLst>
          </p:cNvPr>
          <p:cNvSpPr>
            <a:spLocks xmlns:a="http://schemas.openxmlformats.org/drawingml/2006/main" noGrp="1"/>
          </p:cNvSpPr>
          <p:nvPr/>
        </p:nvSpPr>
        <p:spPr>
          <a:xfrm xmlns:a="http://schemas.openxmlformats.org/drawingml/2006/main">
            <a:off x="3990975" y="3352800"/>
            <a:ext cx="3448050"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83" name="dp42-comparison / n105 / text 1">
            <a:extLst xmlns:a="http://schemas.openxmlformats.org/drawingml/2006/main">
              <a:ext uri="{FF2B5EF4-FFF2-40B4-BE49-F238E27FC236}">
                <a16:creationId xmlns:a16="http://schemas.microsoft.com/office/drawing/2014/main" id="{7BA29C23-B2B0-46B1-B5DC-8CB9AC366CE0}"/>
              </a:ext>
            </a:extLst>
          </p:cNvPr>
          <p:cNvSpPr>
            <a:spLocks xmlns:a="http://schemas.openxmlformats.org/drawingml/2006/main" noGrp="1"/>
          </p:cNvSpPr>
          <p:nvPr/>
        </p:nvSpPr>
        <p:spPr>
          <a:xfrm xmlns:a="http://schemas.openxmlformats.org/drawingml/2006/main">
            <a:off x="4010025" y="3362325"/>
            <a:ext cx="52863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강조 경계: Core/서비스 실행 영역 / 박스: 논리 Component</a:t>
            </a:r>
          </a:p>
        </p:txBody>
      </p:sp>
      <p:sp>
        <p:nvSpPr>
          <p:cNvPr id="184" name="dp42-comparison / n108">
            <a:extLst xmlns:a="http://schemas.openxmlformats.org/drawingml/2006/main">
              <a:ext uri="{FF2B5EF4-FFF2-40B4-BE49-F238E27FC236}">
                <a16:creationId xmlns:a16="http://schemas.microsoft.com/office/drawing/2014/main" id="{EA3B5BC5-02EB-47E8-86D0-584B4897BA1C}"/>
              </a:ext>
            </a:extLst>
          </p:cNvPr>
          <p:cNvSpPr>
            <a:spLocks xmlns:a="http://schemas.openxmlformats.org/drawingml/2006/main" noGrp="1"/>
          </p:cNvSpPr>
          <p:nvPr/>
        </p:nvSpPr>
        <p:spPr>
          <a:xfrm xmlns:a="http://schemas.openxmlformats.org/drawingml/2006/main">
            <a:off x="4095750" y="3571875"/>
            <a:ext cx="2882265"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85" name="dp42-comparison / n109 / text 1">
            <a:extLst xmlns:a="http://schemas.openxmlformats.org/drawingml/2006/main">
              <a:ext uri="{FF2B5EF4-FFF2-40B4-BE49-F238E27FC236}">
                <a16:creationId xmlns:a16="http://schemas.microsoft.com/office/drawing/2014/main" id="{62964174-8E36-4BC1-8E77-C319A5960AD3}"/>
              </a:ext>
            </a:extLst>
          </p:cNvPr>
          <p:cNvSpPr>
            <a:spLocks xmlns:a="http://schemas.openxmlformats.org/drawingml/2006/main" noGrp="1"/>
          </p:cNvSpPr>
          <p:nvPr/>
        </p:nvSpPr>
        <p:spPr>
          <a:xfrm xmlns:a="http://schemas.openxmlformats.org/drawingml/2006/main">
            <a:off x="4114800" y="3581400"/>
            <a:ext cx="51435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같은 실행 경계 / 관련 변경의 공동 확정</a:t>
            </a:r>
          </a:p>
        </p:txBody>
      </p:sp>
      <p:sp>
        <p:nvSpPr>
          <p:cNvPr id="186" name="dp42-comparison / n120">
            <a:extLst xmlns:a="http://schemas.openxmlformats.org/drawingml/2006/main">
              <a:ext uri="{FF2B5EF4-FFF2-40B4-BE49-F238E27FC236}">
                <a16:creationId xmlns:a16="http://schemas.microsoft.com/office/drawing/2014/main" id="{CEAD7F72-FB65-4DD2-A426-A33745681533}"/>
              </a:ext>
            </a:extLst>
          </p:cNvPr>
          <p:cNvSpPr>
            <a:spLocks xmlns:a="http://schemas.openxmlformats.org/drawingml/2006/main" noGrp="1"/>
          </p:cNvSpPr>
          <p:nvPr/>
        </p:nvSpPr>
        <p:spPr>
          <a:xfrm xmlns:a="http://schemas.openxmlformats.org/drawingml/2006/main">
            <a:off x="1724025" y="4276725"/>
            <a:ext cx="2508504"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87" name="dp42-comparison / n121 / text 1">
            <a:extLst xmlns:a="http://schemas.openxmlformats.org/drawingml/2006/main">
              <a:ext uri="{FF2B5EF4-FFF2-40B4-BE49-F238E27FC236}">
                <a16:creationId xmlns:a16="http://schemas.microsoft.com/office/drawing/2014/main" id="{7B75F542-8AB5-4A72-823A-76121CAAF78A}"/>
              </a:ext>
            </a:extLst>
          </p:cNvPr>
          <p:cNvSpPr>
            <a:spLocks xmlns:a="http://schemas.openxmlformats.org/drawingml/2006/main" noGrp="1"/>
          </p:cNvSpPr>
          <p:nvPr/>
        </p:nvSpPr>
        <p:spPr>
          <a:xfrm xmlns:a="http://schemas.openxmlformats.org/drawingml/2006/main">
            <a:off x="1743075" y="4286250"/>
            <a:ext cx="28575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C1 / R2 / u2 → Q1 → T1 / P1 참조</a:t>
            </a:r>
          </a:p>
        </p:txBody>
      </p:sp>
      <p:sp>
        <p:nvSpPr>
          <p:cNvPr id="188" name="dp42-comparison / n122">
            <a:extLst xmlns:a="http://schemas.openxmlformats.org/drawingml/2006/main">
              <a:ext uri="{FF2B5EF4-FFF2-40B4-BE49-F238E27FC236}">
                <a16:creationId xmlns:a16="http://schemas.microsoft.com/office/drawing/2014/main" id="{7CFB82B6-A712-4972-83C4-15B9827E3FFB}"/>
              </a:ext>
            </a:extLst>
          </p:cNvPr>
          <p:cNvSpPr>
            <a:spLocks xmlns:a="http://schemas.openxmlformats.org/drawingml/2006/main" noGrp="1"/>
          </p:cNvSpPr>
          <p:nvPr/>
        </p:nvSpPr>
        <p:spPr>
          <a:xfrm xmlns:a="http://schemas.openxmlformats.org/drawingml/2006/main">
            <a:off x="6629400" y="4295775"/>
            <a:ext cx="2044446"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89" name="dp42-comparison / n123 / text 1">
            <a:extLst xmlns:a="http://schemas.openxmlformats.org/drawingml/2006/main">
              <a:ext uri="{FF2B5EF4-FFF2-40B4-BE49-F238E27FC236}">
                <a16:creationId xmlns:a16="http://schemas.microsoft.com/office/drawing/2014/main" id="{DD632CF0-3E18-4694-BF3A-B6A0B9CD6691}"/>
              </a:ext>
            </a:extLst>
          </p:cNvPr>
          <p:cNvSpPr>
            <a:spLocks xmlns:a="http://schemas.openxmlformats.org/drawingml/2006/main" noGrp="1"/>
          </p:cNvSpPr>
          <p:nvPr/>
        </p:nvSpPr>
        <p:spPr>
          <a:xfrm xmlns:a="http://schemas.openxmlformats.org/drawingml/2006/main">
            <a:off x="6648450" y="4305300"/>
            <a:ext cx="252412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조회: T1 / X1 / Q1=OPEN,v7</a:t>
            </a:r>
          </a:p>
        </p:txBody>
      </p:sp>
      <p:sp>
        <p:nvSpPr>
          <p:cNvPr id="190" name="dp42-comparison / n126">
            <a:extLst xmlns:a="http://schemas.openxmlformats.org/drawingml/2006/main">
              <a:ext uri="{FF2B5EF4-FFF2-40B4-BE49-F238E27FC236}">
                <a16:creationId xmlns:a16="http://schemas.microsoft.com/office/drawing/2014/main" id="{EE6E88EB-F115-4F49-9251-A273C7A1D09A}"/>
              </a:ext>
            </a:extLst>
          </p:cNvPr>
          <p:cNvSpPr>
            <a:spLocks xmlns:a="http://schemas.openxmlformats.org/drawingml/2006/main" noGrp="1"/>
          </p:cNvSpPr>
          <p:nvPr/>
        </p:nvSpPr>
        <p:spPr>
          <a:xfrm xmlns:a="http://schemas.openxmlformats.org/drawingml/2006/main">
            <a:off x="4181475" y="3800475"/>
            <a:ext cx="1505140"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1" name="dp42-comparison / n127 / text 1">
            <a:extLst xmlns:a="http://schemas.openxmlformats.org/drawingml/2006/main">
              <a:ext uri="{FF2B5EF4-FFF2-40B4-BE49-F238E27FC236}">
                <a16:creationId xmlns:a16="http://schemas.microsoft.com/office/drawing/2014/main" id="{9E32802C-F627-48D5-B669-72A347AF1DE8}"/>
              </a:ext>
            </a:extLst>
          </p:cNvPr>
          <p:cNvSpPr>
            <a:spLocks xmlns:a="http://schemas.openxmlformats.org/drawingml/2006/main" noGrp="1"/>
          </p:cNvSpPr>
          <p:nvPr/>
        </p:nvSpPr>
        <p:spPr>
          <a:xfrm xmlns:a="http://schemas.openxmlformats.org/drawingml/2006/main">
            <a:off x="4200525" y="3810000"/>
            <a:ext cx="22669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질문 조회 → / ← Q1,v7</a:t>
            </a:r>
          </a:p>
        </p:txBody>
      </p:sp>
      <p:sp>
        <p:nvSpPr>
          <p:cNvPr id="192" name="dp42-comparison / n129">
            <a:extLst xmlns:a="http://schemas.openxmlformats.org/drawingml/2006/main">
              <a:ext uri="{FF2B5EF4-FFF2-40B4-BE49-F238E27FC236}">
                <a16:creationId xmlns:a16="http://schemas.microsoft.com/office/drawing/2014/main" id="{55FC9D74-12A1-4399-B548-6613986F6280}"/>
              </a:ext>
            </a:extLst>
          </p:cNvPr>
          <p:cNvSpPr>
            <a:spLocks xmlns:a="http://schemas.openxmlformats.org/drawingml/2006/main" noGrp="1"/>
          </p:cNvSpPr>
          <p:nvPr/>
        </p:nvSpPr>
        <p:spPr>
          <a:xfrm xmlns:a="http://schemas.openxmlformats.org/drawingml/2006/main">
            <a:off x="4191000" y="4067175"/>
            <a:ext cx="1628965"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3" name="dp42-comparison / n130 / text 1">
            <a:extLst xmlns:a="http://schemas.openxmlformats.org/drawingml/2006/main">
              <a:ext uri="{FF2B5EF4-FFF2-40B4-BE49-F238E27FC236}">
                <a16:creationId xmlns:a16="http://schemas.microsoft.com/office/drawing/2014/main" id="{8BE2F843-5C7F-4279-9924-727B6EF9B1A5}"/>
              </a:ext>
            </a:extLst>
          </p:cNvPr>
          <p:cNvSpPr>
            <a:spLocks xmlns:a="http://schemas.openxmlformats.org/drawingml/2006/main" noGrp="1"/>
          </p:cNvSpPr>
          <p:nvPr/>
        </p:nvSpPr>
        <p:spPr>
          <a:xfrm xmlns:a="http://schemas.openxmlformats.org/drawingml/2006/main">
            <a:off x="4210050" y="4076700"/>
            <a:ext cx="228600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K1: Q1 답변=상반기 / v7</a:t>
            </a:r>
          </a:p>
        </p:txBody>
      </p:sp>
      <p:sp>
        <p:nvSpPr>
          <p:cNvPr id="194" name="dp42-comparison / n132">
            <a:extLst xmlns:a="http://schemas.openxmlformats.org/drawingml/2006/main">
              <a:ext uri="{FF2B5EF4-FFF2-40B4-BE49-F238E27FC236}">
                <a16:creationId xmlns:a16="http://schemas.microsoft.com/office/drawing/2014/main" id="{E976F0F7-4135-472B-B9B2-E2FD13A7789F}"/>
              </a:ext>
            </a:extLst>
          </p:cNvPr>
          <p:cNvSpPr>
            <a:spLocks xmlns:a="http://schemas.openxmlformats.org/drawingml/2006/main" noGrp="1"/>
          </p:cNvSpPr>
          <p:nvPr/>
        </p:nvSpPr>
        <p:spPr>
          <a:xfrm xmlns:a="http://schemas.openxmlformats.org/drawingml/2006/main">
            <a:off x="4191000" y="4314825"/>
            <a:ext cx="1684401"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5" name="dp42-comparison / n133 / text 1">
            <a:extLst xmlns:a="http://schemas.openxmlformats.org/drawingml/2006/main">
              <a:ext uri="{FF2B5EF4-FFF2-40B4-BE49-F238E27FC236}">
                <a16:creationId xmlns:a16="http://schemas.microsoft.com/office/drawing/2014/main" id="{46989650-B816-466F-83E9-101E50989FB3}"/>
              </a:ext>
            </a:extLst>
          </p:cNvPr>
          <p:cNvSpPr>
            <a:spLocks xmlns:a="http://schemas.openxmlformats.org/drawingml/2006/main" noGrp="1"/>
          </p:cNvSpPr>
          <p:nvPr/>
        </p:nvSpPr>
        <p:spPr>
          <a:xfrm xmlns:a="http://schemas.openxmlformats.org/drawingml/2006/main">
            <a:off x="4210050" y="4324350"/>
            <a:ext cx="22860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외부 접수 / 질문 / 결과</a:t>
            </a:r>
          </a:p>
        </p:txBody>
      </p:sp>
      <p:sp>
        <p:nvSpPr>
          <p:cNvPr id="196" name="dp42-comparison / n136">
            <a:extLst xmlns:a="http://schemas.openxmlformats.org/drawingml/2006/main">
              <a:ext uri="{FF2B5EF4-FFF2-40B4-BE49-F238E27FC236}">
                <a16:creationId xmlns:a16="http://schemas.microsoft.com/office/drawing/2014/main" id="{2B2F88DF-A683-4F98-BFFF-FD3A82969183}"/>
              </a:ext>
            </a:extLst>
          </p:cNvPr>
          <p:cNvSpPr>
            <a:spLocks xmlns:a="http://schemas.openxmlformats.org/drawingml/2006/main" noGrp="1"/>
          </p:cNvSpPr>
          <p:nvPr/>
        </p:nvSpPr>
        <p:spPr>
          <a:xfrm xmlns:a="http://schemas.openxmlformats.org/drawingml/2006/main">
            <a:off x="1724025" y="4962525"/>
            <a:ext cx="2319909"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7" name="dp42-comparison / n137 / text 1">
            <a:extLst xmlns:a="http://schemas.openxmlformats.org/drawingml/2006/main">
              <a:ext uri="{FF2B5EF4-FFF2-40B4-BE49-F238E27FC236}">
                <a16:creationId xmlns:a16="http://schemas.microsoft.com/office/drawing/2014/main" id="{3DD94820-FA66-488A-ABD8-CBD1A9FB9C0F}"/>
              </a:ext>
            </a:extLst>
          </p:cNvPr>
          <p:cNvSpPr>
            <a:spLocks xmlns:a="http://schemas.openxmlformats.org/drawingml/2006/main" noGrp="1"/>
          </p:cNvSpPr>
          <p:nvPr/>
        </p:nvSpPr>
        <p:spPr>
          <a:xfrm xmlns:a="http://schemas.openxmlformats.org/drawingml/2006/main">
            <a:off x="1743075" y="4972050"/>
            <a:ext cx="25717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u2 + 실제 제시 P1 → 답변 의미 제안</a:t>
            </a:r>
          </a:p>
        </p:txBody>
      </p:sp>
      <p:sp>
        <p:nvSpPr>
          <p:cNvPr id="198" name="dp42-comparison / n140">
            <a:extLst xmlns:a="http://schemas.openxmlformats.org/drawingml/2006/main">
              <a:ext uri="{FF2B5EF4-FFF2-40B4-BE49-F238E27FC236}">
                <a16:creationId xmlns:a16="http://schemas.microsoft.com/office/drawing/2014/main" id="{431B3385-6FD2-4883-8D03-0D3661DE8C78}"/>
              </a:ext>
            </a:extLst>
          </p:cNvPr>
          <p:cNvSpPr>
            <a:spLocks xmlns:a="http://schemas.openxmlformats.org/drawingml/2006/main" noGrp="1"/>
          </p:cNvSpPr>
          <p:nvPr/>
        </p:nvSpPr>
        <p:spPr>
          <a:xfrm xmlns:a="http://schemas.openxmlformats.org/drawingml/2006/main">
            <a:off x="4371975" y="4810125"/>
            <a:ext cx="1616964" cy="2933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9" name="dp42-comparison / n141 / text 1">
            <a:extLst xmlns:a="http://schemas.openxmlformats.org/drawingml/2006/main">
              <a:ext uri="{FF2B5EF4-FFF2-40B4-BE49-F238E27FC236}">
                <a16:creationId xmlns:a16="http://schemas.microsoft.com/office/drawing/2014/main" id="{9C414FB3-DDF0-43A8-952C-8318693649D5}"/>
              </a:ext>
            </a:extLst>
          </p:cNvPr>
          <p:cNvSpPr>
            <a:spLocks xmlns:a="http://schemas.openxmlformats.org/drawingml/2006/main" noGrp="1"/>
          </p:cNvSpPr>
          <p:nvPr/>
        </p:nvSpPr>
        <p:spPr>
          <a:xfrm xmlns:a="http://schemas.openxmlformats.org/drawingml/2006/main">
            <a:off x="4391025" y="4819650"/>
            <a:ext cx="20764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P2: 상반기 전달 확인</a:t>
            </a:r>
          </a:p>
        </p:txBody>
      </p:sp>
      <p:sp>
        <p:nvSpPr>
          <p:cNvPr id="200" name="dp42-comparison / n141 / text 2">
            <a:extLst xmlns:a="http://schemas.openxmlformats.org/drawingml/2006/main">
              <a:ext uri="{FF2B5EF4-FFF2-40B4-BE49-F238E27FC236}">
                <a16:creationId xmlns:a16="http://schemas.microsoft.com/office/drawing/2014/main" id="{5C0CF358-1D8E-49E7-8257-5F8FB9F35FCC}"/>
              </a:ext>
            </a:extLst>
          </p:cNvPr>
          <p:cNvSpPr>
            <a:spLocks xmlns:a="http://schemas.openxmlformats.org/drawingml/2006/main" noGrp="1"/>
          </p:cNvSpPr>
          <p:nvPr/>
        </p:nvSpPr>
        <p:spPr>
          <a:xfrm xmlns:a="http://schemas.openxmlformats.org/drawingml/2006/main">
            <a:off x="4391025" y="4956810"/>
            <a:ext cx="20764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게시 허용 / 실제 제시 반환</a:t>
            </a:r>
          </a:p>
        </p:txBody>
      </p:sp>
      <p:sp>
        <p:nvSpPr>
          <p:cNvPr id="201" name="dp42-comparison / n142">
            <a:extLst xmlns:a="http://schemas.openxmlformats.org/drawingml/2006/main">
              <a:ext uri="{FF2B5EF4-FFF2-40B4-BE49-F238E27FC236}">
                <a16:creationId xmlns:a16="http://schemas.microsoft.com/office/drawing/2014/main" id="{11134420-441D-426B-880A-FBA35D994E03}"/>
              </a:ext>
            </a:extLst>
          </p:cNvPr>
          <p:cNvSpPr>
            <a:spLocks xmlns:a="http://schemas.openxmlformats.org/drawingml/2006/main" noGrp="1"/>
          </p:cNvSpPr>
          <p:nvPr/>
        </p:nvSpPr>
        <p:spPr>
          <a:xfrm xmlns:a="http://schemas.openxmlformats.org/drawingml/2006/main">
            <a:off x="1733550" y="5705475"/>
            <a:ext cx="2225802"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2" name="dp42-comparison / n143 / text 1">
            <a:extLst xmlns:a="http://schemas.openxmlformats.org/drawingml/2006/main">
              <a:ext uri="{FF2B5EF4-FFF2-40B4-BE49-F238E27FC236}">
                <a16:creationId xmlns:a16="http://schemas.microsoft.com/office/drawing/2014/main" id="{26467BC0-CF69-4CDD-8C30-FB501AD9A896}"/>
              </a:ext>
            </a:extLst>
          </p:cNvPr>
          <p:cNvSpPr>
            <a:spLocks xmlns:a="http://schemas.openxmlformats.org/drawingml/2006/main" noGrp="1"/>
          </p:cNvSpPr>
          <p:nvPr/>
        </p:nvSpPr>
        <p:spPr>
          <a:xfrm xmlns:a="http://schemas.openxmlformats.org/drawingml/2006/main">
            <a:off x="1752600" y="5715000"/>
            <a:ext cx="27622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P1→Q1 실제 제시 / P2 전달 원장</a:t>
            </a:r>
          </a:p>
        </p:txBody>
      </p:sp>
      <p:sp>
        <p:nvSpPr>
          <p:cNvPr id="203" name="dp42-comparison / n146">
            <a:extLst xmlns:a="http://schemas.openxmlformats.org/drawingml/2006/main">
              <a:ext uri="{FF2B5EF4-FFF2-40B4-BE49-F238E27FC236}">
                <a16:creationId xmlns:a16="http://schemas.microsoft.com/office/drawing/2014/main" id="{C8F1CAA5-AD7C-40FF-B699-CC06E7409AA8}"/>
              </a:ext>
            </a:extLst>
          </p:cNvPr>
          <p:cNvSpPr>
            <a:spLocks xmlns:a="http://schemas.openxmlformats.org/drawingml/2006/main" noGrp="1"/>
          </p:cNvSpPr>
          <p:nvPr/>
        </p:nvSpPr>
        <p:spPr>
          <a:xfrm xmlns:a="http://schemas.openxmlformats.org/drawingml/2006/main">
            <a:off x="6629400" y="4657725"/>
            <a:ext cx="1580388" cy="33909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4" name="dp42-comparison / n147 / text 1">
            <a:extLst xmlns:a="http://schemas.openxmlformats.org/drawingml/2006/main">
              <a:ext uri="{FF2B5EF4-FFF2-40B4-BE49-F238E27FC236}">
                <a16:creationId xmlns:a16="http://schemas.microsoft.com/office/drawing/2014/main" id="{7139D498-59B9-48E4-9D66-F747F7737F8E}"/>
              </a:ext>
            </a:extLst>
          </p:cNvPr>
          <p:cNvSpPr>
            <a:spLocks xmlns:a="http://schemas.openxmlformats.org/drawingml/2006/main" noGrp="1"/>
          </p:cNvSpPr>
          <p:nvPr/>
        </p:nvSpPr>
        <p:spPr>
          <a:xfrm xmlns:a="http://schemas.openxmlformats.org/drawingml/2006/main">
            <a:off x="6648450" y="4667250"/>
            <a:ext cx="252412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접수: Q1=ANSWERED,v8</a:t>
            </a:r>
          </a:p>
        </p:txBody>
      </p:sp>
      <p:sp>
        <p:nvSpPr>
          <p:cNvPr id="205" name="dp42-comparison / n147 / text 2">
            <a:extLst xmlns:a="http://schemas.openxmlformats.org/drawingml/2006/main">
              <a:ext uri="{FF2B5EF4-FFF2-40B4-BE49-F238E27FC236}">
                <a16:creationId xmlns:a16="http://schemas.microsoft.com/office/drawing/2014/main" id="{4C36E59C-2AF6-48B8-9886-6F925154B66A}"/>
              </a:ext>
            </a:extLst>
          </p:cNvPr>
          <p:cNvSpPr>
            <a:spLocks xmlns:a="http://schemas.openxmlformats.org/drawingml/2006/main" noGrp="1"/>
          </p:cNvSpPr>
          <p:nvPr/>
        </p:nvSpPr>
        <p:spPr>
          <a:xfrm xmlns:a="http://schemas.openxmlformats.org/drawingml/2006/main">
            <a:off x="6648450" y="4827270"/>
            <a:ext cx="252412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K1=전송 대기</a:t>
            </a:r>
          </a:p>
        </p:txBody>
      </p:sp>
      <p:sp>
        <p:nvSpPr>
          <p:cNvPr id="206" name="dp42-comparison / n148">
            <a:extLst xmlns:a="http://schemas.openxmlformats.org/drawingml/2006/main">
              <a:ext uri="{FF2B5EF4-FFF2-40B4-BE49-F238E27FC236}">
                <a16:creationId xmlns:a16="http://schemas.microsoft.com/office/drawing/2014/main" id="{07E9617C-4E08-48EC-9509-882FBA5AFEB1}"/>
              </a:ext>
            </a:extLst>
          </p:cNvPr>
          <p:cNvSpPr>
            <a:spLocks xmlns:a="http://schemas.openxmlformats.org/drawingml/2006/main" noGrp="1"/>
          </p:cNvSpPr>
          <p:nvPr/>
        </p:nvSpPr>
        <p:spPr>
          <a:xfrm xmlns:a="http://schemas.openxmlformats.org/drawingml/2006/main">
            <a:off x="6629400" y="5705475"/>
            <a:ext cx="1993773"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7" name="dp42-comparison / n149 / text 1">
            <a:extLst xmlns:a="http://schemas.openxmlformats.org/drawingml/2006/main">
              <a:ext uri="{FF2B5EF4-FFF2-40B4-BE49-F238E27FC236}">
                <a16:creationId xmlns:a16="http://schemas.microsoft.com/office/drawing/2014/main" id="{CA6BDC1D-1A3E-448E-BB1D-5F33397B1ADF}"/>
              </a:ext>
            </a:extLst>
          </p:cNvPr>
          <p:cNvSpPr>
            <a:spLocks xmlns:a="http://schemas.openxmlformats.org/drawingml/2006/main" noGrp="1"/>
          </p:cNvSpPr>
          <p:nvPr/>
        </p:nvSpPr>
        <p:spPr>
          <a:xfrm xmlns:a="http://schemas.openxmlformats.org/drawingml/2006/main">
            <a:off x="6648450" y="5715000"/>
            <a:ext cx="25812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K1 외부 접수 / X1 관측 상태</a:t>
            </a:r>
          </a:p>
        </p:txBody>
      </p:sp>
      <p:sp>
        <p:nvSpPr>
          <p:cNvPr id="208" name="dp42-comparison / n158">
            <a:extLst xmlns:a="http://schemas.openxmlformats.org/drawingml/2006/main">
              <a:ext uri="{FF2B5EF4-FFF2-40B4-BE49-F238E27FC236}">
                <a16:creationId xmlns:a16="http://schemas.microsoft.com/office/drawing/2014/main" id="{455494F7-2790-40D3-8D0C-7E7898326BAC}"/>
              </a:ext>
            </a:extLst>
          </p:cNvPr>
          <p:cNvSpPr>
            <a:spLocks xmlns:a="http://schemas.openxmlformats.org/drawingml/2006/main" noGrp="1"/>
          </p:cNvSpPr>
          <p:nvPr/>
        </p:nvSpPr>
        <p:spPr>
          <a:xfrm xmlns:a="http://schemas.openxmlformats.org/drawingml/2006/main">
            <a:off x="1724025" y="6000750"/>
            <a:ext cx="2105787" cy="33909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9" name="dp42-comparison / n159 / text 1">
            <a:extLst xmlns:a="http://schemas.openxmlformats.org/drawingml/2006/main">
              <a:ext uri="{FF2B5EF4-FFF2-40B4-BE49-F238E27FC236}">
                <a16:creationId xmlns:a16="http://schemas.microsoft.com/office/drawing/2014/main" id="{34189CE9-5169-4A0D-AAAC-3C41222C0D2D}"/>
              </a:ext>
            </a:extLst>
          </p:cNvPr>
          <p:cNvSpPr>
            <a:spLocks xmlns:a="http://schemas.openxmlformats.org/drawingml/2006/main" noGrp="1"/>
          </p:cNvSpPr>
          <p:nvPr/>
        </p:nvSpPr>
        <p:spPr>
          <a:xfrm xmlns:a="http://schemas.openxmlformats.org/drawingml/2006/main">
            <a:off x="1743075" y="6010275"/>
            <a:ext cx="26193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R2↔Q1↔T1 연결과 K1을</a:t>
            </a:r>
          </a:p>
        </p:txBody>
      </p:sp>
      <p:sp>
        <p:nvSpPr>
          <p:cNvPr id="210" name="dp42-comparison / n159 / text 2">
            <a:extLst xmlns:a="http://schemas.openxmlformats.org/drawingml/2006/main">
              <a:ext uri="{FF2B5EF4-FFF2-40B4-BE49-F238E27FC236}">
                <a16:creationId xmlns:a16="http://schemas.microsoft.com/office/drawing/2014/main" id="{0E5241FA-08BE-45FF-8146-C26940154D0F}"/>
              </a:ext>
            </a:extLst>
          </p:cNvPr>
          <p:cNvSpPr>
            <a:spLocks xmlns:a="http://schemas.openxmlformats.org/drawingml/2006/main" noGrp="1"/>
          </p:cNvSpPr>
          <p:nvPr/>
        </p:nvSpPr>
        <p:spPr>
          <a:xfrm xmlns:a="http://schemas.openxmlformats.org/drawingml/2006/main">
            <a:off x="1743075" y="6170295"/>
            <a:ext cx="26193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관련 owner 변경으로 함께 확정</a:t>
            </a:r>
          </a:p>
        </p:txBody>
      </p:sp>
      <p:sp>
        <p:nvSpPr>
          <p:cNvPr id="211" name="dp42-comparison / n160">
            <a:extLst xmlns:a="http://schemas.openxmlformats.org/drawingml/2006/main">
              <a:ext uri="{FF2B5EF4-FFF2-40B4-BE49-F238E27FC236}">
                <a16:creationId xmlns:a16="http://schemas.microsoft.com/office/drawing/2014/main" id="{B35150B1-A317-435C-8EDD-BA67B51AD769}"/>
              </a:ext>
            </a:extLst>
          </p:cNvPr>
          <p:cNvSpPr>
            <a:spLocks xmlns:a="http://schemas.openxmlformats.org/drawingml/2006/main" noGrp="1"/>
          </p:cNvSpPr>
          <p:nvPr/>
        </p:nvSpPr>
        <p:spPr>
          <a:xfrm xmlns:a="http://schemas.openxmlformats.org/drawingml/2006/main">
            <a:off x="6629400" y="6000750"/>
            <a:ext cx="1817751" cy="33909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2" name="dp42-comparison / n161 / text 1">
            <a:extLst xmlns:a="http://schemas.openxmlformats.org/drawingml/2006/main">
              <a:ext uri="{FF2B5EF4-FFF2-40B4-BE49-F238E27FC236}">
                <a16:creationId xmlns:a16="http://schemas.microsoft.com/office/drawing/2014/main" id="{708C2A9A-5702-4922-90F9-F919D8757219}"/>
              </a:ext>
            </a:extLst>
          </p:cNvPr>
          <p:cNvSpPr>
            <a:spLocks xmlns:a="http://schemas.openxmlformats.org/drawingml/2006/main" noGrp="1"/>
          </p:cNvSpPr>
          <p:nvPr/>
        </p:nvSpPr>
        <p:spPr>
          <a:xfrm xmlns:a="http://schemas.openxmlformats.org/drawingml/2006/main">
            <a:off x="6648450" y="6010275"/>
            <a:ext cx="252412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성공: 둘 다 반영</a:t>
            </a:r>
          </a:p>
        </p:txBody>
      </p:sp>
      <p:sp>
        <p:nvSpPr>
          <p:cNvPr id="213" name="dp42-comparison / n161 / text 2">
            <a:extLst xmlns:a="http://schemas.openxmlformats.org/drawingml/2006/main">
              <a:ext uri="{FF2B5EF4-FFF2-40B4-BE49-F238E27FC236}">
                <a16:creationId xmlns:a16="http://schemas.microsoft.com/office/drawing/2014/main" id="{3404E319-7E6F-4C49-9CC8-62F1FE47D99C}"/>
              </a:ext>
            </a:extLst>
          </p:cNvPr>
          <p:cNvSpPr>
            <a:spLocks xmlns:a="http://schemas.openxmlformats.org/drawingml/2006/main" noGrp="1"/>
          </p:cNvSpPr>
          <p:nvPr/>
        </p:nvSpPr>
        <p:spPr>
          <a:xfrm xmlns:a="http://schemas.openxmlformats.org/drawingml/2006/main">
            <a:off x="6648450" y="6170295"/>
            <a:ext cx="252412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충돌 / 실패: 둘 다 미반영</a:t>
            </a:r>
          </a:p>
        </p:txBody>
      </p:sp>
      <p:sp>
        <p:nvSpPr>
          <p:cNvPr id="214" name="dp42-comparison / n174">
            <a:extLst xmlns:a="http://schemas.openxmlformats.org/drawingml/2006/main">
              <a:ext uri="{FF2B5EF4-FFF2-40B4-BE49-F238E27FC236}">
                <a16:creationId xmlns:a16="http://schemas.microsoft.com/office/drawing/2014/main" id="{A5536A9D-CE3A-407C-A1DD-68651E22B9A2}"/>
              </a:ext>
            </a:extLst>
          </p:cNvPr>
          <p:cNvSpPr>
            <a:spLocks xmlns:a="http://schemas.openxmlformats.org/drawingml/2006/main" noGrp="1"/>
          </p:cNvSpPr>
          <p:nvPr/>
        </p:nvSpPr>
        <p:spPr>
          <a:xfrm xmlns:a="http://schemas.openxmlformats.org/drawingml/2006/main">
            <a:off x="4191000" y="6705600"/>
            <a:ext cx="3260979"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5" name="dp42-comparison / n175 / text 1">
            <a:extLst xmlns:a="http://schemas.openxmlformats.org/drawingml/2006/main">
              <a:ext uri="{FF2B5EF4-FFF2-40B4-BE49-F238E27FC236}">
                <a16:creationId xmlns:a16="http://schemas.microsoft.com/office/drawing/2014/main" id="{13B3F9D8-6993-4390-93D7-D28A695E07A5}"/>
              </a:ext>
            </a:extLst>
          </p:cNvPr>
          <p:cNvSpPr>
            <a:spLocks xmlns:a="http://schemas.openxmlformats.org/drawingml/2006/main" noGrp="1"/>
          </p:cNvSpPr>
          <p:nvPr/>
        </p:nvSpPr>
        <p:spPr>
          <a:xfrm xmlns:a="http://schemas.openxmlformats.org/drawingml/2006/main">
            <a:off x="4210050" y="6715125"/>
            <a:ext cx="50863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release(P2,epoch) / receipt(P2,실제 전달 범위)</a:t>
            </a:r>
          </a:p>
        </p:txBody>
      </p:sp>
      <p:sp>
        <p:nvSpPr>
          <p:cNvPr id="216" name="dp42-comparison / n182">
            <a:extLst xmlns:a="http://schemas.openxmlformats.org/drawingml/2006/main">
              <a:ext uri="{FF2B5EF4-FFF2-40B4-BE49-F238E27FC236}">
                <a16:creationId xmlns:a16="http://schemas.microsoft.com/office/drawing/2014/main" id="{C521F387-1232-45DC-9328-1BA2D3E4BA77}"/>
              </a:ext>
            </a:extLst>
          </p:cNvPr>
          <p:cNvSpPr>
            <a:spLocks xmlns:a="http://schemas.openxmlformats.org/drawingml/2006/main" noGrp="1"/>
          </p:cNvSpPr>
          <p:nvPr/>
        </p:nvSpPr>
        <p:spPr>
          <a:xfrm xmlns:a="http://schemas.openxmlformats.org/drawingml/2006/main">
            <a:off x="1724025" y="6810375"/>
            <a:ext cx="2238375"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7" name="dp42-comparison / n183 / text 1">
            <a:extLst xmlns:a="http://schemas.openxmlformats.org/drawingml/2006/main">
              <a:ext uri="{FF2B5EF4-FFF2-40B4-BE49-F238E27FC236}">
                <a16:creationId xmlns:a16="http://schemas.microsoft.com/office/drawing/2014/main" id="{34B34719-CA29-4232-9B1D-0036C0CF4F93}"/>
              </a:ext>
            </a:extLst>
          </p:cNvPr>
          <p:cNvSpPr>
            <a:spLocks xmlns:a="http://schemas.openxmlformats.org/drawingml/2006/main" noGrp="1"/>
          </p:cNvSpPr>
          <p:nvPr/>
        </p:nvSpPr>
        <p:spPr>
          <a:xfrm xmlns:a="http://schemas.openxmlformats.org/drawingml/2006/main">
            <a:off x="1743075" y="6819900"/>
            <a:ext cx="22002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u2 입력 / Text / Voice 실제 전달</a:t>
            </a:r>
          </a:p>
        </p:txBody>
      </p:sp>
      <p:sp>
        <p:nvSpPr>
          <p:cNvPr id="218" name="dp42-comparison / n184">
            <a:extLst xmlns:a="http://schemas.openxmlformats.org/drawingml/2006/main">
              <a:ext uri="{FF2B5EF4-FFF2-40B4-BE49-F238E27FC236}">
                <a16:creationId xmlns:a16="http://schemas.microsoft.com/office/drawing/2014/main" id="{22C1A177-229A-45D1-BC7B-0BBBC6E33E42}"/>
              </a:ext>
            </a:extLst>
          </p:cNvPr>
          <p:cNvSpPr>
            <a:spLocks xmlns:a="http://schemas.openxmlformats.org/drawingml/2006/main" noGrp="1"/>
          </p:cNvSpPr>
          <p:nvPr/>
        </p:nvSpPr>
        <p:spPr>
          <a:xfrm xmlns:a="http://schemas.openxmlformats.org/drawingml/2006/main">
            <a:off x="4619625" y="7343775"/>
            <a:ext cx="1732979"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9" name="dp42-comparison / n185 / text 1">
            <a:extLst xmlns:a="http://schemas.openxmlformats.org/drawingml/2006/main">
              <a:ext uri="{FF2B5EF4-FFF2-40B4-BE49-F238E27FC236}">
                <a16:creationId xmlns:a16="http://schemas.microsoft.com/office/drawing/2014/main" id="{C697EFD5-8C1A-406E-AB48-5244B420AC37}"/>
              </a:ext>
            </a:extLst>
          </p:cNvPr>
          <p:cNvSpPr>
            <a:spLocks xmlns:a="http://schemas.openxmlformats.org/drawingml/2006/main" noGrp="1"/>
          </p:cNvSpPr>
          <p:nvPr/>
        </p:nvSpPr>
        <p:spPr>
          <a:xfrm xmlns:a="http://schemas.openxmlformats.org/drawingml/2006/main">
            <a:off x="4638675" y="7353300"/>
            <a:ext cx="21907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공유 Omni 1벌 / 같은 해석</a:t>
            </a:r>
          </a:p>
        </p:txBody>
      </p:sp>
      <p:sp>
        <p:nvSpPr>
          <p:cNvPr id="220" name="dp42-comparison / n186">
            <a:extLst xmlns:a="http://schemas.openxmlformats.org/drawingml/2006/main">
              <a:ext uri="{FF2B5EF4-FFF2-40B4-BE49-F238E27FC236}">
                <a16:creationId xmlns:a16="http://schemas.microsoft.com/office/drawing/2014/main" id="{D4D7FE4E-74D8-431C-8054-45C3C976D3F8}"/>
              </a:ext>
            </a:extLst>
          </p:cNvPr>
          <p:cNvSpPr>
            <a:spLocks xmlns:a="http://schemas.openxmlformats.org/drawingml/2006/main" noGrp="1"/>
          </p:cNvSpPr>
          <p:nvPr/>
        </p:nvSpPr>
        <p:spPr>
          <a:xfrm xmlns:a="http://schemas.openxmlformats.org/drawingml/2006/main">
            <a:off x="7058025" y="7343775"/>
            <a:ext cx="1641348"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21" name="dp42-comparison / n187 / text 1">
            <a:extLst xmlns:a="http://schemas.openxmlformats.org/drawingml/2006/main">
              <a:ext uri="{FF2B5EF4-FFF2-40B4-BE49-F238E27FC236}">
                <a16:creationId xmlns:a16="http://schemas.microsoft.com/office/drawing/2014/main" id="{C1AB4083-8098-45C6-A913-53465D2631DB}"/>
              </a:ext>
            </a:extLst>
          </p:cNvPr>
          <p:cNvSpPr>
            <a:spLocks xmlns:a="http://schemas.openxmlformats.org/drawingml/2006/main" noGrp="1"/>
          </p:cNvSpPr>
          <p:nvPr/>
        </p:nvSpPr>
        <p:spPr>
          <a:xfrm xmlns:a="http://schemas.openxmlformats.org/drawingml/2006/main">
            <a:off x="7077075" y="7353300"/>
            <a:ext cx="233362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K1 전송 / 외부 접수 확인</a:t>
            </a:r>
          </a:p>
        </p:txBody>
      </p:sp>
      <p:sp>
        <p:nvSpPr>
          <p:cNvPr id="222" name="dp42-comparison / n188">
            <a:extLst xmlns:a="http://schemas.openxmlformats.org/drawingml/2006/main">
              <a:ext uri="{FF2B5EF4-FFF2-40B4-BE49-F238E27FC236}">
                <a16:creationId xmlns:a16="http://schemas.microsoft.com/office/drawing/2014/main" id="{AC28239D-ED7E-4AE9-84EE-B43BA6E5705F}"/>
              </a:ext>
            </a:extLst>
          </p:cNvPr>
          <p:cNvSpPr>
            <a:spLocks xmlns:a="http://schemas.openxmlformats.org/drawingml/2006/main" noGrp="1"/>
          </p:cNvSpPr>
          <p:nvPr/>
        </p:nvSpPr>
        <p:spPr>
          <a:xfrm xmlns:a="http://schemas.openxmlformats.org/drawingml/2006/main">
            <a:off x="1724025" y="7343775"/>
            <a:ext cx="1859280"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23" name="dp42-comparison / n189 / text 1">
            <a:extLst xmlns:a="http://schemas.openxmlformats.org/drawingml/2006/main">
              <a:ext uri="{FF2B5EF4-FFF2-40B4-BE49-F238E27FC236}">
                <a16:creationId xmlns:a16="http://schemas.microsoft.com/office/drawing/2014/main" id="{9D45F6D7-A9D3-4A6C-AD2E-216E604198A3}"/>
              </a:ext>
            </a:extLst>
          </p:cNvPr>
          <p:cNvSpPr>
            <a:spLocks xmlns:a="http://schemas.openxmlformats.org/drawingml/2006/main" noGrp="1"/>
          </p:cNvSpPr>
          <p:nvPr/>
        </p:nvSpPr>
        <p:spPr>
          <a:xfrm xmlns:a="http://schemas.openxmlformats.org/drawingml/2006/main">
            <a:off x="1743075" y="7353300"/>
            <a:ext cx="22383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Voice Runtime: 음성 I/O 구현</a:t>
            </a:r>
          </a:p>
        </p:txBody>
      </p:sp>
      <p:sp>
        <p:nvSpPr>
          <p:cNvPr id="224" name="dp42-comparison / n194 / path">
            <a:extLst xmlns:a="http://schemas.openxmlformats.org/drawingml/2006/main">
              <a:ext uri="{FF2B5EF4-FFF2-40B4-BE49-F238E27FC236}">
                <a16:creationId xmlns:a16="http://schemas.microsoft.com/office/drawing/2014/main" id="{A919421D-B1B8-46A4-9F73-EC9760CCB763}"/>
              </a:ext>
            </a:extLst>
          </p:cNvPr>
          <p:cNvSpPr>
            <a:spLocks xmlns:a="http://schemas.openxmlformats.org/drawingml/2006/main" noGrp="1"/>
          </p:cNvSpPr>
          <p:nvPr/>
        </p:nvSpPr>
        <p:spPr>
          <a:xfrm xmlns:a="http://schemas.openxmlformats.org/drawingml/2006/main">
            <a:off x="12172950" y="2800350"/>
            <a:ext cx="5381625" cy="953"/>
          </a:xfrm>
          <a:custGeom xmlns:a="http://schemas.openxmlformats.org/drawingml/2006/main">
            <a:pathLst>
              <a:path w="5381625" h="953">
                <a:moveTo>
                  <a:pt x="0" y="0"/>
                </a:moveTo>
                <a:lnTo>
                  <a:pt x="5381625" y="0"/>
                </a:lnTo>
              </a:path>
            </a:pathLst>
          </a:custGeom>
          <a:noFill xmlns:a="http://schemas.openxmlformats.org/drawingml/2006/main"/>
          <a:ln xmlns:a="http://schemas.openxmlformats.org/drawingml/2006/main" w="10478">
            <a:solidFill>
              <a:srgbClr val="000000"/>
            </a:solidFill>
            <a:prstDash val="solid"/>
          </a:ln>
        </p:spPr>
      </p:sp>
      <p:sp>
        <p:nvSpPr>
          <p:cNvPr id="225" name="dp42-comparison / n199 / path">
            <a:extLst xmlns:a="http://schemas.openxmlformats.org/drawingml/2006/main">
              <a:ext uri="{FF2B5EF4-FFF2-40B4-BE49-F238E27FC236}">
                <a16:creationId xmlns:a16="http://schemas.microsoft.com/office/drawing/2014/main" id="{EFE3BD0E-8A08-4259-89A4-BF88D1A424B8}"/>
              </a:ext>
            </a:extLst>
          </p:cNvPr>
          <p:cNvSpPr>
            <a:spLocks xmlns:a="http://schemas.openxmlformats.org/drawingml/2006/main" noGrp="1"/>
          </p:cNvSpPr>
          <p:nvPr/>
        </p:nvSpPr>
        <p:spPr>
          <a:xfrm xmlns:a="http://schemas.openxmlformats.org/drawingml/2006/main">
            <a:off x="12172950" y="2981325"/>
            <a:ext cx="4495800" cy="953"/>
          </a:xfrm>
          <a:custGeom xmlns:a="http://schemas.openxmlformats.org/drawingml/2006/main">
            <a:pathLst>
              <a:path w="4495800" h="953">
                <a:moveTo>
                  <a:pt x="0" y="0"/>
                </a:moveTo>
                <a:lnTo>
                  <a:pt x="4495800" y="0"/>
                </a:lnTo>
              </a:path>
            </a:pathLst>
          </a:custGeom>
          <a:noFill xmlns:a="http://schemas.openxmlformats.org/drawingml/2006/main"/>
          <a:ln xmlns:a="http://schemas.openxmlformats.org/drawingml/2006/main" w="10478">
            <a:solidFill>
              <a:srgbClr val="000000"/>
            </a:solidFill>
            <a:prstDash val="solid"/>
          </a:ln>
        </p:spPr>
      </p:sp>
      <p:sp>
        <p:nvSpPr>
          <p:cNvPr id="226" name="dp42-comparison / n204 / path">
            <a:extLst xmlns:a="http://schemas.openxmlformats.org/drawingml/2006/main">
              <a:ext uri="{FF2B5EF4-FFF2-40B4-BE49-F238E27FC236}">
                <a16:creationId xmlns:a16="http://schemas.microsoft.com/office/drawing/2014/main" id="{49659515-EB55-4D3D-AF33-5BA84CEF3FE5}"/>
              </a:ext>
            </a:extLst>
          </p:cNvPr>
          <p:cNvSpPr>
            <a:spLocks xmlns:a="http://schemas.openxmlformats.org/drawingml/2006/main" noGrp="1"/>
          </p:cNvSpPr>
          <p:nvPr/>
        </p:nvSpPr>
        <p:spPr>
          <a:xfrm xmlns:a="http://schemas.openxmlformats.org/drawingml/2006/main">
            <a:off x="12172950" y="3162300"/>
            <a:ext cx="5381625" cy="953"/>
          </a:xfrm>
          <a:custGeom xmlns:a="http://schemas.openxmlformats.org/drawingml/2006/main">
            <a:pathLst>
              <a:path w="5381625" h="953">
                <a:moveTo>
                  <a:pt x="0" y="0"/>
                </a:moveTo>
                <a:lnTo>
                  <a:pt x="5381625" y="0"/>
                </a:lnTo>
              </a:path>
            </a:pathLst>
          </a:custGeom>
          <a:noFill xmlns:a="http://schemas.openxmlformats.org/drawingml/2006/main"/>
          <a:ln xmlns:a="http://schemas.openxmlformats.org/drawingml/2006/main" w="10478">
            <a:solidFill>
              <a:srgbClr val="000000"/>
            </a:solidFill>
            <a:prstDash val="solid"/>
          </a:ln>
        </p:spPr>
      </p:sp>
      <p:sp>
        <p:nvSpPr>
          <p:cNvPr id="227" name="dp42-comparison / n209 / path">
            <a:extLst xmlns:a="http://schemas.openxmlformats.org/drawingml/2006/main">
              <a:ext uri="{FF2B5EF4-FFF2-40B4-BE49-F238E27FC236}">
                <a16:creationId xmlns:a16="http://schemas.microsoft.com/office/drawing/2014/main" id="{3E272796-F5F2-4DEB-9E09-0F85213D5A49}"/>
              </a:ext>
            </a:extLst>
          </p:cNvPr>
          <p:cNvSpPr>
            <a:spLocks xmlns:a="http://schemas.openxmlformats.org/drawingml/2006/main" noGrp="1"/>
          </p:cNvSpPr>
          <p:nvPr/>
        </p:nvSpPr>
        <p:spPr>
          <a:xfrm xmlns:a="http://schemas.openxmlformats.org/drawingml/2006/main">
            <a:off x="12172950" y="3343275"/>
            <a:ext cx="5210175" cy="953"/>
          </a:xfrm>
          <a:custGeom xmlns:a="http://schemas.openxmlformats.org/drawingml/2006/main">
            <a:pathLst>
              <a:path w="5210175" h="953">
                <a:moveTo>
                  <a:pt x="0" y="0"/>
                </a:moveTo>
                <a:lnTo>
                  <a:pt x="5210175" y="0"/>
                </a:lnTo>
              </a:path>
            </a:pathLst>
          </a:custGeom>
          <a:noFill xmlns:a="http://schemas.openxmlformats.org/drawingml/2006/main"/>
          <a:ln xmlns:a="http://schemas.openxmlformats.org/drawingml/2006/main" w="10478">
            <a:solidFill>
              <a:srgbClr val="000000"/>
            </a:solidFill>
            <a:prstDash val="solid"/>
          </a:ln>
        </p:spPr>
      </p:sp>
      <p:sp>
        <p:nvSpPr>
          <p:cNvPr id="228" name="dp42-comparison / n214">
            <a:extLst xmlns:a="http://schemas.openxmlformats.org/drawingml/2006/main">
              <a:ext uri="{FF2B5EF4-FFF2-40B4-BE49-F238E27FC236}">
                <a16:creationId xmlns:a16="http://schemas.microsoft.com/office/drawing/2014/main" id="{E7374F36-5772-4EED-9986-51D62B33EBC7}"/>
              </a:ext>
            </a:extLst>
          </p:cNvPr>
          <p:cNvSpPr>
            <a:spLocks xmlns:a="http://schemas.openxmlformats.org/drawingml/2006/main" noGrp="1"/>
          </p:cNvSpPr>
          <p:nvPr/>
        </p:nvSpPr>
        <p:spPr>
          <a:xfrm xmlns:a="http://schemas.openxmlformats.org/drawingml/2006/main">
            <a:off x="9810750" y="3495675"/>
            <a:ext cx="4000500" cy="3295650"/>
          </a:xfrm>
          <a:prstGeom xmlns:a="http://schemas.openxmlformats.org/drawingml/2006/main" prst="rect">
            <a:avLst/>
          </a:prstGeom>
          <a:solidFill xmlns:a="http://schemas.openxmlformats.org/drawingml/2006/main">
            <a:srgbClr val="FFFFFF"/>
          </a:solidFill>
          <a:ln xmlns:a="http://schemas.openxmlformats.org/drawingml/2006/main" w="24765">
            <a:solidFill>
              <a:srgbClr val="B8753F"/>
            </a:solidFill>
            <a:prstDash val="dash"/>
          </a:ln>
        </p:spPr>
      </p:sp>
      <p:sp>
        <p:nvSpPr>
          <p:cNvPr id="229" name="dp42-comparison / n215 / text 1">
            <a:extLst xmlns:a="http://schemas.openxmlformats.org/drawingml/2006/main">
              <a:ext uri="{FF2B5EF4-FFF2-40B4-BE49-F238E27FC236}">
                <a16:creationId xmlns:a16="http://schemas.microsoft.com/office/drawing/2014/main" id="{EEED22FB-2B77-401D-9906-FBC351E4D916}"/>
              </a:ext>
            </a:extLst>
          </p:cNvPr>
          <p:cNvSpPr>
            <a:spLocks xmlns:a="http://schemas.openxmlformats.org/drawingml/2006/main" noGrp="1"/>
          </p:cNvSpPr>
          <p:nvPr/>
        </p:nvSpPr>
        <p:spPr>
          <a:xfrm xmlns:a="http://schemas.openxmlformats.org/drawingml/2006/main">
            <a:off x="9934575" y="3590925"/>
            <a:ext cx="37528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대화 서비스</a:t>
            </a:r>
          </a:p>
        </p:txBody>
      </p:sp>
      <p:sp>
        <p:nvSpPr>
          <p:cNvPr id="230" name="dp42-comparison / n216">
            <a:extLst xmlns:a="http://schemas.openxmlformats.org/drawingml/2006/main">
              <a:ext uri="{FF2B5EF4-FFF2-40B4-BE49-F238E27FC236}">
                <a16:creationId xmlns:a16="http://schemas.microsoft.com/office/drawing/2014/main" id="{0A8AEC83-E4A7-447C-8D13-9F088E0619E2}"/>
              </a:ext>
            </a:extLst>
          </p:cNvPr>
          <p:cNvSpPr>
            <a:spLocks xmlns:a="http://schemas.openxmlformats.org/drawingml/2006/main" noGrp="1"/>
          </p:cNvSpPr>
          <p:nvPr/>
        </p:nvSpPr>
        <p:spPr>
          <a:xfrm xmlns:a="http://schemas.openxmlformats.org/drawingml/2006/main">
            <a:off x="14287500" y="3495675"/>
            <a:ext cx="3381375" cy="3295650"/>
          </a:xfrm>
          <a:prstGeom xmlns:a="http://schemas.openxmlformats.org/drawingml/2006/main" prst="rect">
            <a:avLst/>
          </a:prstGeom>
          <a:solidFill xmlns:a="http://schemas.openxmlformats.org/drawingml/2006/main">
            <a:srgbClr val="FFFFFF"/>
          </a:solidFill>
          <a:ln xmlns:a="http://schemas.openxmlformats.org/drawingml/2006/main" w="24765">
            <a:solidFill>
              <a:srgbClr val="B8753F"/>
            </a:solidFill>
            <a:prstDash val="dash"/>
          </a:ln>
        </p:spPr>
      </p:sp>
      <p:sp>
        <p:nvSpPr>
          <p:cNvPr id="231" name="dp42-comparison / n217 / text 1">
            <a:extLst xmlns:a="http://schemas.openxmlformats.org/drawingml/2006/main">
              <a:ext uri="{FF2B5EF4-FFF2-40B4-BE49-F238E27FC236}">
                <a16:creationId xmlns:a16="http://schemas.microsoft.com/office/drawing/2014/main" id="{79D0E7DA-BE77-4EEE-AC54-2A5FA0F57C8D}"/>
              </a:ext>
            </a:extLst>
          </p:cNvPr>
          <p:cNvSpPr>
            <a:spLocks xmlns:a="http://schemas.openxmlformats.org/drawingml/2006/main" noGrp="1"/>
          </p:cNvSpPr>
          <p:nvPr/>
        </p:nvSpPr>
        <p:spPr>
          <a:xfrm xmlns:a="http://schemas.openxmlformats.org/drawingml/2006/main">
            <a:off x="14411325" y="3590925"/>
            <a:ext cx="313372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업무 서비스</a:t>
            </a:r>
          </a:p>
        </p:txBody>
      </p:sp>
      <p:sp>
        <p:nvSpPr>
          <p:cNvPr id="232" name="dp42-comparison / n222">
            <a:extLst xmlns:a="http://schemas.openxmlformats.org/drawingml/2006/main">
              <a:ext uri="{FF2B5EF4-FFF2-40B4-BE49-F238E27FC236}">
                <a16:creationId xmlns:a16="http://schemas.microsoft.com/office/drawing/2014/main" id="{3FA68D3C-C0F8-4A9B-A0EF-81EE4371623A}"/>
              </a:ext>
            </a:extLst>
          </p:cNvPr>
          <p:cNvSpPr>
            <a:spLocks xmlns:a="http://schemas.openxmlformats.org/drawingml/2006/main" noGrp="1"/>
          </p:cNvSpPr>
          <p:nvPr/>
        </p:nvSpPr>
        <p:spPr>
          <a:xfrm xmlns:a="http://schemas.openxmlformats.org/drawingml/2006/main">
            <a:off x="10001250" y="3914775"/>
            <a:ext cx="2238375" cy="3429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33" name="dp42-comparison / n223 / text 1">
            <a:extLst xmlns:a="http://schemas.openxmlformats.org/drawingml/2006/main">
              <a:ext uri="{FF2B5EF4-FFF2-40B4-BE49-F238E27FC236}">
                <a16:creationId xmlns:a16="http://schemas.microsoft.com/office/drawing/2014/main" id="{4DCF902C-EA78-46A5-BD01-A6279CAB9038}"/>
              </a:ext>
            </a:extLst>
          </p:cNvPr>
          <p:cNvSpPr>
            <a:spLocks xmlns:a="http://schemas.openxmlformats.org/drawingml/2006/main" noGrp="1"/>
          </p:cNvSpPr>
          <p:nvPr/>
        </p:nvSpPr>
        <p:spPr>
          <a:xfrm xmlns:a="http://schemas.openxmlformats.org/drawingml/2006/main">
            <a:off x="10086975" y="3974783"/>
            <a:ext cx="20669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Request Controller</a:t>
            </a:r>
          </a:p>
        </p:txBody>
      </p:sp>
      <p:sp>
        <p:nvSpPr>
          <p:cNvPr id="234" name="dp42-comparison / n224">
            <a:extLst xmlns:a="http://schemas.openxmlformats.org/drawingml/2006/main">
              <a:ext uri="{FF2B5EF4-FFF2-40B4-BE49-F238E27FC236}">
                <a16:creationId xmlns:a16="http://schemas.microsoft.com/office/drawing/2014/main" id="{B09EE3F8-16B0-45CA-89E3-B7A73ADC417D}"/>
              </a:ext>
            </a:extLst>
          </p:cNvPr>
          <p:cNvSpPr>
            <a:spLocks xmlns:a="http://schemas.openxmlformats.org/drawingml/2006/main" noGrp="1"/>
          </p:cNvSpPr>
          <p:nvPr/>
        </p:nvSpPr>
        <p:spPr>
          <a:xfrm xmlns:a="http://schemas.openxmlformats.org/drawingml/2006/main">
            <a:off x="14906625" y="3914775"/>
            <a:ext cx="2571750" cy="3429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35" name="dp42-comparison / n225 / text 1">
            <a:extLst xmlns:a="http://schemas.openxmlformats.org/drawingml/2006/main">
              <a:ext uri="{FF2B5EF4-FFF2-40B4-BE49-F238E27FC236}">
                <a16:creationId xmlns:a16="http://schemas.microsoft.com/office/drawing/2014/main" id="{106D9430-9011-4DD0-A080-9448B8A5646E}"/>
              </a:ext>
            </a:extLst>
          </p:cNvPr>
          <p:cNvSpPr>
            <a:spLocks xmlns:a="http://schemas.openxmlformats.org/drawingml/2006/main" noGrp="1"/>
          </p:cNvSpPr>
          <p:nvPr/>
        </p:nvSpPr>
        <p:spPr>
          <a:xfrm xmlns:a="http://schemas.openxmlformats.org/drawingml/2006/main">
            <a:off x="14992350" y="3974783"/>
            <a:ext cx="2400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Task Manager</a:t>
            </a:r>
          </a:p>
        </p:txBody>
      </p:sp>
      <p:sp>
        <p:nvSpPr>
          <p:cNvPr id="236" name="dp42-comparison / n226">
            <a:extLst xmlns:a="http://schemas.openxmlformats.org/drawingml/2006/main">
              <a:ext uri="{FF2B5EF4-FFF2-40B4-BE49-F238E27FC236}">
                <a16:creationId xmlns:a16="http://schemas.microsoft.com/office/drawing/2014/main" id="{48363BB2-AC2B-4783-9528-F000402A79CF}"/>
              </a:ext>
            </a:extLst>
          </p:cNvPr>
          <p:cNvSpPr>
            <a:spLocks xmlns:a="http://schemas.openxmlformats.org/drawingml/2006/main" noGrp="1"/>
          </p:cNvSpPr>
          <p:nvPr/>
        </p:nvSpPr>
        <p:spPr>
          <a:xfrm xmlns:a="http://schemas.openxmlformats.org/drawingml/2006/main">
            <a:off x="10001250" y="4619625"/>
            <a:ext cx="2238375" cy="3238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37" name="dp42-comparison / n227 / text 1">
            <a:extLst xmlns:a="http://schemas.openxmlformats.org/drawingml/2006/main">
              <a:ext uri="{FF2B5EF4-FFF2-40B4-BE49-F238E27FC236}">
                <a16:creationId xmlns:a16="http://schemas.microsoft.com/office/drawing/2014/main" id="{DBD802FF-03FB-4D2A-A7C8-419A150BA098}"/>
              </a:ext>
            </a:extLst>
          </p:cNvPr>
          <p:cNvSpPr>
            <a:spLocks xmlns:a="http://schemas.openxmlformats.org/drawingml/2006/main" noGrp="1"/>
          </p:cNvSpPr>
          <p:nvPr/>
        </p:nvSpPr>
        <p:spPr>
          <a:xfrm xmlns:a="http://schemas.openxmlformats.org/drawingml/2006/main">
            <a:off x="10086975" y="4676299"/>
            <a:ext cx="206692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Request Interpreter</a:t>
            </a:r>
          </a:p>
        </p:txBody>
      </p:sp>
      <p:sp>
        <p:nvSpPr>
          <p:cNvPr id="238" name="dp42-comparison / n228">
            <a:extLst xmlns:a="http://schemas.openxmlformats.org/drawingml/2006/main">
              <a:ext uri="{FF2B5EF4-FFF2-40B4-BE49-F238E27FC236}">
                <a16:creationId xmlns:a16="http://schemas.microsoft.com/office/drawing/2014/main" id="{FEC3A8D6-1DCD-490B-AAD9-163DA7902989}"/>
              </a:ext>
            </a:extLst>
          </p:cNvPr>
          <p:cNvSpPr>
            <a:spLocks xmlns:a="http://schemas.openxmlformats.org/drawingml/2006/main" noGrp="1"/>
          </p:cNvSpPr>
          <p:nvPr/>
        </p:nvSpPr>
        <p:spPr>
          <a:xfrm xmlns:a="http://schemas.openxmlformats.org/drawingml/2006/main">
            <a:off x="10001250" y="5324475"/>
            <a:ext cx="2238375" cy="3429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39" name="dp42-comparison / n229 / text 1">
            <a:extLst xmlns:a="http://schemas.openxmlformats.org/drawingml/2006/main">
              <a:ext uri="{FF2B5EF4-FFF2-40B4-BE49-F238E27FC236}">
                <a16:creationId xmlns:a16="http://schemas.microsoft.com/office/drawing/2014/main" id="{3E0B4D48-7439-4F37-A35F-F1D71304DF04}"/>
              </a:ext>
            </a:extLst>
          </p:cNvPr>
          <p:cNvSpPr>
            <a:spLocks xmlns:a="http://schemas.openxmlformats.org/drawingml/2006/main" noGrp="1"/>
          </p:cNvSpPr>
          <p:nvPr/>
        </p:nvSpPr>
        <p:spPr>
          <a:xfrm xmlns:a="http://schemas.openxmlformats.org/drawingml/2006/main">
            <a:off x="10086975" y="5384483"/>
            <a:ext cx="20669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Response Manager</a:t>
            </a:r>
          </a:p>
        </p:txBody>
      </p:sp>
      <p:sp>
        <p:nvSpPr>
          <p:cNvPr id="240" name="dp42-comparison / n230">
            <a:extLst xmlns:a="http://schemas.openxmlformats.org/drawingml/2006/main">
              <a:ext uri="{FF2B5EF4-FFF2-40B4-BE49-F238E27FC236}">
                <a16:creationId xmlns:a16="http://schemas.microsoft.com/office/drawing/2014/main" id="{DF097DB0-98F0-4FFE-B5FE-0CD59A67A652}"/>
              </a:ext>
            </a:extLst>
          </p:cNvPr>
          <p:cNvSpPr>
            <a:spLocks xmlns:a="http://schemas.openxmlformats.org/drawingml/2006/main" noGrp="1"/>
          </p:cNvSpPr>
          <p:nvPr/>
        </p:nvSpPr>
        <p:spPr>
          <a:xfrm xmlns:a="http://schemas.openxmlformats.org/drawingml/2006/main">
            <a:off x="14906625" y="5324475"/>
            <a:ext cx="2571750" cy="3429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41" name="dp42-comparison / n231 / text 1">
            <a:extLst xmlns:a="http://schemas.openxmlformats.org/drawingml/2006/main">
              <a:ext uri="{FF2B5EF4-FFF2-40B4-BE49-F238E27FC236}">
                <a16:creationId xmlns:a16="http://schemas.microsoft.com/office/drawing/2014/main" id="{546E4476-D754-4CAD-AA2A-C27ABA0B3306}"/>
              </a:ext>
            </a:extLst>
          </p:cNvPr>
          <p:cNvSpPr>
            <a:spLocks xmlns:a="http://schemas.openxmlformats.org/drawingml/2006/main" noGrp="1"/>
          </p:cNvSpPr>
          <p:nvPr/>
        </p:nvSpPr>
        <p:spPr>
          <a:xfrm xmlns:a="http://schemas.openxmlformats.org/drawingml/2006/main">
            <a:off x="14992350" y="5384483"/>
            <a:ext cx="2400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Agent Gateway</a:t>
            </a:r>
          </a:p>
        </p:txBody>
      </p:sp>
      <p:sp>
        <p:nvSpPr>
          <p:cNvPr id="242" name="dp42-comparison / n236 / path">
            <a:extLst xmlns:a="http://schemas.openxmlformats.org/drawingml/2006/main">
              <a:ext uri="{FF2B5EF4-FFF2-40B4-BE49-F238E27FC236}">
                <a16:creationId xmlns:a16="http://schemas.microsoft.com/office/drawing/2014/main" id="{5F294762-D378-43C9-A669-5E7E5D1975E6}"/>
              </a:ext>
            </a:extLst>
          </p:cNvPr>
          <p:cNvSpPr>
            <a:spLocks xmlns:a="http://schemas.openxmlformats.org/drawingml/2006/main" noGrp="1"/>
          </p:cNvSpPr>
          <p:nvPr/>
        </p:nvSpPr>
        <p:spPr>
          <a:xfrm xmlns:a="http://schemas.openxmlformats.org/drawingml/2006/main">
            <a:off x="12239625" y="3819525"/>
            <a:ext cx="3000375" cy="180975"/>
          </a:xfrm>
          <a:custGeom xmlns:a="http://schemas.openxmlformats.org/drawingml/2006/main">
            <a:pathLst>
              <a:path w="3000375" h="180975">
                <a:moveTo>
                  <a:pt x="0" y="180975"/>
                </a:moveTo>
                <a:lnTo>
                  <a:pt x="190500" y="180975"/>
                </a:lnTo>
                <a:lnTo>
                  <a:pt x="190500" y="0"/>
                </a:lnTo>
                <a:lnTo>
                  <a:pt x="3000375" y="0"/>
                </a:lnTo>
                <a:lnTo>
                  <a:pt x="3000375" y="95250"/>
                </a:lnTo>
              </a:path>
            </a:pathLst>
          </a:custGeom>
          <a:noFill xmlns:a="http://schemas.openxmlformats.org/drawingml/2006/main"/>
          <a:ln xmlns:a="http://schemas.openxmlformats.org/drawingml/2006/main" w="10478">
            <a:solidFill>
              <a:srgbClr val="000000"/>
            </a:solidFill>
            <a:prstDash val="solid"/>
          </a:ln>
        </p:spPr>
      </p:sp>
      <p:sp>
        <p:nvSpPr>
          <p:cNvPr id="243" name="dp42-comparison / n236 / arrow">
            <a:extLst xmlns:a="http://schemas.openxmlformats.org/drawingml/2006/main">
              <a:ext uri="{FF2B5EF4-FFF2-40B4-BE49-F238E27FC236}">
                <a16:creationId xmlns:a16="http://schemas.microsoft.com/office/drawing/2014/main" id="{5BFD428A-45C8-4A28-9668-9AA0D80F2F57}"/>
              </a:ext>
            </a:extLst>
          </p:cNvPr>
          <p:cNvSpPr>
            <a:spLocks xmlns:a="http://schemas.openxmlformats.org/drawingml/2006/main" noGrp="1"/>
          </p:cNvSpPr>
          <p:nvPr/>
        </p:nvSpPr>
        <p:spPr>
          <a:xfrm xmlns:a="http://schemas.openxmlformats.org/drawingml/2006/main">
            <a:off x="15206472" y="384771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44" name="dp42-comparison / n237 / path">
            <a:extLst xmlns:a="http://schemas.openxmlformats.org/drawingml/2006/main">
              <a:ext uri="{FF2B5EF4-FFF2-40B4-BE49-F238E27FC236}">
                <a16:creationId xmlns:a16="http://schemas.microsoft.com/office/drawing/2014/main" id="{E542AE28-1E84-4852-9FE6-5AB884A3B6A2}"/>
              </a:ext>
            </a:extLst>
          </p:cNvPr>
          <p:cNvSpPr>
            <a:spLocks xmlns:a="http://schemas.openxmlformats.org/drawingml/2006/main" noGrp="1"/>
          </p:cNvSpPr>
          <p:nvPr/>
        </p:nvSpPr>
        <p:spPr>
          <a:xfrm xmlns:a="http://schemas.openxmlformats.org/drawingml/2006/main">
            <a:off x="12239625" y="3876675"/>
            <a:ext cx="3143250" cy="190500"/>
          </a:xfrm>
          <a:custGeom xmlns:a="http://schemas.openxmlformats.org/drawingml/2006/main">
            <a:pathLst>
              <a:path w="3143250" h="190500">
                <a:moveTo>
                  <a:pt x="3143250" y="38100"/>
                </a:moveTo>
                <a:lnTo>
                  <a:pt x="3143250" y="0"/>
                </a:lnTo>
                <a:lnTo>
                  <a:pt x="95250" y="0"/>
                </a:lnTo>
                <a:lnTo>
                  <a:pt x="95250" y="190500"/>
                </a:lnTo>
                <a:lnTo>
                  <a:pt x="0" y="190500"/>
                </a:lnTo>
              </a:path>
            </a:pathLst>
          </a:custGeom>
          <a:noFill xmlns:a="http://schemas.openxmlformats.org/drawingml/2006/main"/>
          <a:ln xmlns:a="http://schemas.openxmlformats.org/drawingml/2006/main" w="10478">
            <a:solidFill>
              <a:srgbClr val="000000"/>
            </a:solidFill>
            <a:prstDash val="dash"/>
          </a:ln>
        </p:spPr>
      </p:sp>
      <p:sp>
        <p:nvSpPr>
          <p:cNvPr id="245" name="dp42-comparison / n237 / arrow">
            <a:extLst xmlns:a="http://schemas.openxmlformats.org/drawingml/2006/main">
              <a:ext uri="{FF2B5EF4-FFF2-40B4-BE49-F238E27FC236}">
                <a16:creationId xmlns:a16="http://schemas.microsoft.com/office/drawing/2014/main" id="{A324BC67-75CA-442D-B38C-0B057518C95B}"/>
              </a:ext>
            </a:extLst>
          </p:cNvPr>
          <p:cNvSpPr>
            <a:spLocks xmlns:a="http://schemas.openxmlformats.org/drawingml/2006/main" noGrp="1"/>
          </p:cNvSpPr>
          <p:nvPr/>
        </p:nvSpPr>
        <p:spPr>
          <a:xfrm xmlns:a="http://schemas.openxmlformats.org/drawingml/2006/main">
            <a:off x="12239625" y="40336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246" name="dp42-comparison / n240 / path">
            <a:extLst xmlns:a="http://schemas.openxmlformats.org/drawingml/2006/main">
              <a:ext uri="{FF2B5EF4-FFF2-40B4-BE49-F238E27FC236}">
                <a16:creationId xmlns:a16="http://schemas.microsoft.com/office/drawing/2014/main" id="{231E6E56-2F0F-4DD3-9572-3EF320FE17C3}"/>
              </a:ext>
            </a:extLst>
          </p:cNvPr>
          <p:cNvSpPr>
            <a:spLocks xmlns:a="http://schemas.openxmlformats.org/drawingml/2006/main" noGrp="1"/>
          </p:cNvSpPr>
          <p:nvPr/>
        </p:nvSpPr>
        <p:spPr>
          <a:xfrm xmlns:a="http://schemas.openxmlformats.org/drawingml/2006/main">
            <a:off x="12239625" y="4181475"/>
            <a:ext cx="2667000" cy="953"/>
          </a:xfrm>
          <a:custGeom xmlns:a="http://schemas.openxmlformats.org/drawingml/2006/main">
            <a:pathLst>
              <a:path w="2667000" h="953">
                <a:moveTo>
                  <a:pt x="0" y="0"/>
                </a:moveTo>
                <a:lnTo>
                  <a:pt x="2667000" y="0"/>
                </a:lnTo>
              </a:path>
            </a:pathLst>
          </a:custGeom>
          <a:noFill xmlns:a="http://schemas.openxmlformats.org/drawingml/2006/main"/>
          <a:ln xmlns:a="http://schemas.openxmlformats.org/drawingml/2006/main" w="10478">
            <a:solidFill>
              <a:srgbClr val="000000"/>
            </a:solidFill>
            <a:prstDash val="solid"/>
          </a:ln>
        </p:spPr>
      </p:sp>
      <p:sp>
        <p:nvSpPr>
          <p:cNvPr id="247" name="dp42-comparison / n240 / arrow">
            <a:extLst xmlns:a="http://schemas.openxmlformats.org/drawingml/2006/main">
              <a:ext uri="{FF2B5EF4-FFF2-40B4-BE49-F238E27FC236}">
                <a16:creationId xmlns:a16="http://schemas.microsoft.com/office/drawing/2014/main" id="{D855FF90-82EE-42C0-8656-6F89A892B2F8}"/>
              </a:ext>
            </a:extLst>
          </p:cNvPr>
          <p:cNvSpPr>
            <a:spLocks xmlns:a="http://schemas.openxmlformats.org/drawingml/2006/main" noGrp="1"/>
          </p:cNvSpPr>
          <p:nvPr/>
        </p:nvSpPr>
        <p:spPr>
          <a:xfrm xmlns:a="http://schemas.openxmlformats.org/drawingml/2006/main">
            <a:off x="14839569" y="41479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48" name="dp42-comparison / n243 / path">
            <a:extLst xmlns:a="http://schemas.openxmlformats.org/drawingml/2006/main">
              <a:ext uri="{FF2B5EF4-FFF2-40B4-BE49-F238E27FC236}">
                <a16:creationId xmlns:a16="http://schemas.microsoft.com/office/drawing/2014/main" id="{A66DC805-85FF-436A-9A83-5DD510AA180B}"/>
              </a:ext>
            </a:extLst>
          </p:cNvPr>
          <p:cNvSpPr>
            <a:spLocks xmlns:a="http://schemas.openxmlformats.org/drawingml/2006/main" noGrp="1"/>
          </p:cNvSpPr>
          <p:nvPr/>
        </p:nvSpPr>
        <p:spPr>
          <a:xfrm xmlns:a="http://schemas.openxmlformats.org/drawingml/2006/main">
            <a:off x="12239625" y="4000500"/>
            <a:ext cx="2667000" cy="495300"/>
          </a:xfrm>
          <a:custGeom xmlns:a="http://schemas.openxmlformats.org/drawingml/2006/main">
            <a:pathLst>
              <a:path w="2667000" h="495300">
                <a:moveTo>
                  <a:pt x="2667000" y="0"/>
                </a:moveTo>
                <a:lnTo>
                  <a:pt x="2457450" y="0"/>
                </a:lnTo>
                <a:lnTo>
                  <a:pt x="2457450" y="495300"/>
                </a:lnTo>
                <a:lnTo>
                  <a:pt x="161925" y="495300"/>
                </a:lnTo>
                <a:lnTo>
                  <a:pt x="161925" y="0"/>
                </a:lnTo>
                <a:lnTo>
                  <a:pt x="0" y="0"/>
                </a:lnTo>
              </a:path>
            </a:pathLst>
          </a:custGeom>
          <a:noFill xmlns:a="http://schemas.openxmlformats.org/drawingml/2006/main"/>
          <a:ln xmlns:a="http://schemas.openxmlformats.org/drawingml/2006/main" w="10478">
            <a:solidFill>
              <a:srgbClr val="000000"/>
            </a:solidFill>
            <a:prstDash val="dash"/>
          </a:ln>
        </p:spPr>
      </p:sp>
      <p:sp>
        <p:nvSpPr>
          <p:cNvPr id="249" name="dp42-comparison / n243 / arrow">
            <a:extLst xmlns:a="http://schemas.openxmlformats.org/drawingml/2006/main">
              <a:ext uri="{FF2B5EF4-FFF2-40B4-BE49-F238E27FC236}">
                <a16:creationId xmlns:a16="http://schemas.microsoft.com/office/drawing/2014/main" id="{F9C8F40B-FAC3-4D4F-86A8-BC48AE4B3857}"/>
              </a:ext>
            </a:extLst>
          </p:cNvPr>
          <p:cNvSpPr>
            <a:spLocks xmlns:a="http://schemas.openxmlformats.org/drawingml/2006/main" noGrp="1"/>
          </p:cNvSpPr>
          <p:nvPr/>
        </p:nvSpPr>
        <p:spPr>
          <a:xfrm xmlns:a="http://schemas.openxmlformats.org/drawingml/2006/main">
            <a:off x="12239625" y="3966972"/>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250" name="dp42-comparison / n246 / path">
            <a:extLst xmlns:a="http://schemas.openxmlformats.org/drawingml/2006/main">
              <a:ext uri="{FF2B5EF4-FFF2-40B4-BE49-F238E27FC236}">
                <a16:creationId xmlns:a16="http://schemas.microsoft.com/office/drawing/2014/main" id="{41A4BA7C-AA2C-4C5D-89D5-F05520FAAE30}"/>
              </a:ext>
            </a:extLst>
          </p:cNvPr>
          <p:cNvSpPr>
            <a:spLocks xmlns:a="http://schemas.openxmlformats.org/drawingml/2006/main" noGrp="1"/>
          </p:cNvSpPr>
          <p:nvPr/>
        </p:nvSpPr>
        <p:spPr>
          <a:xfrm xmlns:a="http://schemas.openxmlformats.org/drawingml/2006/main">
            <a:off x="10691813" y="4257675"/>
            <a:ext cx="953" cy="361950"/>
          </a:xfrm>
          <a:custGeom xmlns:a="http://schemas.openxmlformats.org/drawingml/2006/main">
            <a:pathLst>
              <a:path w="953" h="361950">
                <a:moveTo>
                  <a:pt x="0" y="0"/>
                </a:moveTo>
                <a:lnTo>
                  <a:pt x="0" y="361950"/>
                </a:lnTo>
              </a:path>
            </a:pathLst>
          </a:custGeom>
          <a:noFill xmlns:a="http://schemas.openxmlformats.org/drawingml/2006/main"/>
          <a:ln xmlns:a="http://schemas.openxmlformats.org/drawingml/2006/main" w="10478">
            <a:solidFill>
              <a:srgbClr val="000000"/>
            </a:solidFill>
            <a:prstDash val="solid"/>
          </a:ln>
        </p:spPr>
      </p:sp>
      <p:sp>
        <p:nvSpPr>
          <p:cNvPr id="251" name="dp42-comparison / n246 / arrow">
            <a:extLst xmlns:a="http://schemas.openxmlformats.org/drawingml/2006/main">
              <a:ext uri="{FF2B5EF4-FFF2-40B4-BE49-F238E27FC236}">
                <a16:creationId xmlns:a16="http://schemas.microsoft.com/office/drawing/2014/main" id="{71F0195D-E709-4E7E-9127-BB25A13A8488}"/>
              </a:ext>
            </a:extLst>
          </p:cNvPr>
          <p:cNvSpPr>
            <a:spLocks xmlns:a="http://schemas.openxmlformats.org/drawingml/2006/main" noGrp="1"/>
          </p:cNvSpPr>
          <p:nvPr/>
        </p:nvSpPr>
        <p:spPr>
          <a:xfrm xmlns:a="http://schemas.openxmlformats.org/drawingml/2006/main">
            <a:off x="10658285" y="45525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52" name="dp42-comparison / n247 / path">
            <a:extLst xmlns:a="http://schemas.openxmlformats.org/drawingml/2006/main">
              <a:ext uri="{FF2B5EF4-FFF2-40B4-BE49-F238E27FC236}">
                <a16:creationId xmlns:a16="http://schemas.microsoft.com/office/drawing/2014/main" id="{2F873692-F33B-4029-BFD2-3AF0D4966F63}"/>
              </a:ext>
            </a:extLst>
          </p:cNvPr>
          <p:cNvSpPr>
            <a:spLocks xmlns:a="http://schemas.openxmlformats.org/drawingml/2006/main" noGrp="1"/>
          </p:cNvSpPr>
          <p:nvPr/>
        </p:nvSpPr>
        <p:spPr>
          <a:xfrm xmlns:a="http://schemas.openxmlformats.org/drawingml/2006/main">
            <a:off x="11549063" y="3914775"/>
            <a:ext cx="953" cy="1028700"/>
          </a:xfrm>
          <a:custGeom xmlns:a="http://schemas.openxmlformats.org/drawingml/2006/main">
            <a:pathLst>
              <a:path w="953" h="1028700">
                <a:moveTo>
                  <a:pt x="0" y="1028700"/>
                </a:moveTo>
                <a:lnTo>
                  <a:pt x="0" y="0"/>
                </a:lnTo>
              </a:path>
            </a:pathLst>
          </a:custGeom>
          <a:noFill xmlns:a="http://schemas.openxmlformats.org/drawingml/2006/main"/>
          <a:ln xmlns:a="http://schemas.openxmlformats.org/drawingml/2006/main" w="10478">
            <a:solidFill>
              <a:srgbClr val="000000"/>
            </a:solidFill>
            <a:prstDash val="dash"/>
          </a:ln>
        </p:spPr>
      </p:sp>
      <p:sp>
        <p:nvSpPr>
          <p:cNvPr id="253" name="dp42-comparison / n247 / arrow">
            <a:extLst xmlns:a="http://schemas.openxmlformats.org/drawingml/2006/main">
              <a:ext uri="{FF2B5EF4-FFF2-40B4-BE49-F238E27FC236}">
                <a16:creationId xmlns:a16="http://schemas.microsoft.com/office/drawing/2014/main" id="{7CD6E4BF-52FA-456F-B601-BC927952CBD8}"/>
              </a:ext>
            </a:extLst>
          </p:cNvPr>
          <p:cNvSpPr>
            <a:spLocks xmlns:a="http://schemas.openxmlformats.org/drawingml/2006/main" noGrp="1"/>
          </p:cNvSpPr>
          <p:nvPr/>
        </p:nvSpPr>
        <p:spPr>
          <a:xfrm xmlns:a="http://schemas.openxmlformats.org/drawingml/2006/main">
            <a:off x="11515535" y="3914775"/>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254" name="dp42-comparison / n250 / path">
            <a:extLst xmlns:a="http://schemas.openxmlformats.org/drawingml/2006/main">
              <a:ext uri="{FF2B5EF4-FFF2-40B4-BE49-F238E27FC236}">
                <a16:creationId xmlns:a16="http://schemas.microsoft.com/office/drawing/2014/main" id="{4F8537F6-772B-4044-B07C-57590D414449}"/>
              </a:ext>
            </a:extLst>
          </p:cNvPr>
          <p:cNvSpPr>
            <a:spLocks xmlns:a="http://schemas.openxmlformats.org/drawingml/2006/main" noGrp="1"/>
          </p:cNvSpPr>
          <p:nvPr/>
        </p:nvSpPr>
        <p:spPr>
          <a:xfrm xmlns:a="http://schemas.openxmlformats.org/drawingml/2006/main">
            <a:off x="9906000" y="4086225"/>
            <a:ext cx="642938" cy="1238250"/>
          </a:xfrm>
          <a:custGeom xmlns:a="http://schemas.openxmlformats.org/drawingml/2006/main">
            <a:pathLst>
              <a:path w="642938" h="1238250">
                <a:moveTo>
                  <a:pt x="95250" y="0"/>
                </a:moveTo>
                <a:lnTo>
                  <a:pt x="0" y="0"/>
                </a:lnTo>
                <a:lnTo>
                  <a:pt x="0" y="1152525"/>
                </a:lnTo>
                <a:lnTo>
                  <a:pt x="642938" y="1152525"/>
                </a:lnTo>
                <a:lnTo>
                  <a:pt x="642938" y="1238250"/>
                </a:lnTo>
              </a:path>
            </a:pathLst>
          </a:custGeom>
          <a:noFill xmlns:a="http://schemas.openxmlformats.org/drawingml/2006/main"/>
          <a:ln xmlns:a="http://schemas.openxmlformats.org/drawingml/2006/main" w="10478">
            <a:solidFill>
              <a:srgbClr val="000000"/>
            </a:solidFill>
            <a:prstDash val="solid"/>
          </a:ln>
        </p:spPr>
      </p:sp>
      <p:sp>
        <p:nvSpPr>
          <p:cNvPr id="255" name="dp42-comparison / n250 / arrow">
            <a:extLst xmlns:a="http://schemas.openxmlformats.org/drawingml/2006/main">
              <a:ext uri="{FF2B5EF4-FFF2-40B4-BE49-F238E27FC236}">
                <a16:creationId xmlns:a16="http://schemas.microsoft.com/office/drawing/2014/main" id="{D0F0BD6B-8F58-4039-93BB-EE1B84DE491D}"/>
              </a:ext>
            </a:extLst>
          </p:cNvPr>
          <p:cNvSpPr>
            <a:spLocks xmlns:a="http://schemas.openxmlformats.org/drawingml/2006/main" noGrp="1"/>
          </p:cNvSpPr>
          <p:nvPr/>
        </p:nvSpPr>
        <p:spPr>
          <a:xfrm xmlns:a="http://schemas.openxmlformats.org/drawingml/2006/main">
            <a:off x="10515410" y="525741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56" name="dp42-comparison / n251 / path">
            <a:extLst xmlns:a="http://schemas.openxmlformats.org/drawingml/2006/main">
              <a:ext uri="{FF2B5EF4-FFF2-40B4-BE49-F238E27FC236}">
                <a16:creationId xmlns:a16="http://schemas.microsoft.com/office/drawing/2014/main" id="{57109AE0-B13A-49FF-9510-AB095A79F22D}"/>
              </a:ext>
            </a:extLst>
          </p:cNvPr>
          <p:cNvSpPr>
            <a:spLocks xmlns:a="http://schemas.openxmlformats.org/drawingml/2006/main" noGrp="1"/>
          </p:cNvSpPr>
          <p:nvPr/>
        </p:nvSpPr>
        <p:spPr>
          <a:xfrm xmlns:a="http://schemas.openxmlformats.org/drawingml/2006/main">
            <a:off x="12239625" y="4105275"/>
            <a:ext cx="381000" cy="1295400"/>
          </a:xfrm>
          <a:custGeom xmlns:a="http://schemas.openxmlformats.org/drawingml/2006/main">
            <a:pathLst>
              <a:path w="381000" h="1295400">
                <a:moveTo>
                  <a:pt x="0" y="1295400"/>
                </a:moveTo>
                <a:lnTo>
                  <a:pt x="381000" y="1295400"/>
                </a:lnTo>
                <a:lnTo>
                  <a:pt x="381000" y="0"/>
                </a:lnTo>
                <a:lnTo>
                  <a:pt x="0" y="0"/>
                </a:lnTo>
              </a:path>
            </a:pathLst>
          </a:custGeom>
          <a:noFill xmlns:a="http://schemas.openxmlformats.org/drawingml/2006/main"/>
          <a:ln xmlns:a="http://schemas.openxmlformats.org/drawingml/2006/main" w="10478">
            <a:solidFill>
              <a:srgbClr val="000000"/>
            </a:solidFill>
            <a:prstDash val="dash"/>
          </a:ln>
        </p:spPr>
      </p:sp>
      <p:sp>
        <p:nvSpPr>
          <p:cNvPr id="257" name="dp42-comparison / n251 / arrow">
            <a:extLst xmlns:a="http://schemas.openxmlformats.org/drawingml/2006/main">
              <a:ext uri="{FF2B5EF4-FFF2-40B4-BE49-F238E27FC236}">
                <a16:creationId xmlns:a16="http://schemas.microsoft.com/office/drawing/2014/main" id="{DD8570D9-7933-4B23-89DF-83130EABA115}"/>
              </a:ext>
            </a:extLst>
          </p:cNvPr>
          <p:cNvSpPr>
            <a:spLocks xmlns:a="http://schemas.openxmlformats.org/drawingml/2006/main" noGrp="1"/>
          </p:cNvSpPr>
          <p:nvPr/>
        </p:nvSpPr>
        <p:spPr>
          <a:xfrm xmlns:a="http://schemas.openxmlformats.org/drawingml/2006/main">
            <a:off x="12239625" y="40717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258" name="dp42-comparison / n256 / path">
            <a:extLst xmlns:a="http://schemas.openxmlformats.org/drawingml/2006/main">
              <a:ext uri="{FF2B5EF4-FFF2-40B4-BE49-F238E27FC236}">
                <a16:creationId xmlns:a16="http://schemas.microsoft.com/office/drawing/2014/main" id="{105FD260-1526-4A1C-9F61-E73506DFBFD9}"/>
              </a:ext>
            </a:extLst>
          </p:cNvPr>
          <p:cNvSpPr>
            <a:spLocks xmlns:a="http://schemas.openxmlformats.org/drawingml/2006/main" noGrp="1"/>
          </p:cNvSpPr>
          <p:nvPr/>
        </p:nvSpPr>
        <p:spPr>
          <a:xfrm xmlns:a="http://schemas.openxmlformats.org/drawingml/2006/main">
            <a:off x="16192500" y="4257675"/>
            <a:ext cx="953" cy="1066800"/>
          </a:xfrm>
          <a:custGeom xmlns:a="http://schemas.openxmlformats.org/drawingml/2006/main">
            <a:pathLst>
              <a:path w="953" h="1066800">
                <a:moveTo>
                  <a:pt x="0" y="0"/>
                </a:moveTo>
                <a:lnTo>
                  <a:pt x="0" y="1066800"/>
                </a:lnTo>
              </a:path>
            </a:pathLst>
          </a:custGeom>
          <a:noFill xmlns:a="http://schemas.openxmlformats.org/drawingml/2006/main"/>
          <a:ln xmlns:a="http://schemas.openxmlformats.org/drawingml/2006/main" w="10478">
            <a:solidFill>
              <a:srgbClr val="000000"/>
            </a:solidFill>
            <a:prstDash val="solid"/>
          </a:ln>
        </p:spPr>
      </p:sp>
      <p:sp>
        <p:nvSpPr>
          <p:cNvPr id="259" name="dp42-comparison / n256 / arrow">
            <a:extLst xmlns:a="http://schemas.openxmlformats.org/drawingml/2006/main">
              <a:ext uri="{FF2B5EF4-FFF2-40B4-BE49-F238E27FC236}">
                <a16:creationId xmlns:a16="http://schemas.microsoft.com/office/drawing/2014/main" id="{824417E2-9758-432A-881D-0039D16AC62A}"/>
              </a:ext>
            </a:extLst>
          </p:cNvPr>
          <p:cNvSpPr>
            <a:spLocks xmlns:a="http://schemas.openxmlformats.org/drawingml/2006/main" noGrp="1"/>
          </p:cNvSpPr>
          <p:nvPr/>
        </p:nvSpPr>
        <p:spPr>
          <a:xfrm xmlns:a="http://schemas.openxmlformats.org/drawingml/2006/main">
            <a:off x="16158972" y="525741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60" name="dp42-comparison / n257 / path">
            <a:extLst xmlns:a="http://schemas.openxmlformats.org/drawingml/2006/main">
              <a:ext uri="{FF2B5EF4-FFF2-40B4-BE49-F238E27FC236}">
                <a16:creationId xmlns:a16="http://schemas.microsoft.com/office/drawing/2014/main" id="{5E916C6B-4E9E-4D3F-9125-684445922F0B}"/>
              </a:ext>
            </a:extLst>
          </p:cNvPr>
          <p:cNvSpPr>
            <a:spLocks xmlns:a="http://schemas.openxmlformats.org/drawingml/2006/main" noGrp="1"/>
          </p:cNvSpPr>
          <p:nvPr/>
        </p:nvSpPr>
        <p:spPr>
          <a:xfrm xmlns:a="http://schemas.openxmlformats.org/drawingml/2006/main">
            <a:off x="14782800" y="4086225"/>
            <a:ext cx="123825" cy="1409700"/>
          </a:xfrm>
          <a:custGeom xmlns:a="http://schemas.openxmlformats.org/drawingml/2006/main">
            <a:pathLst>
              <a:path w="123825" h="1409700">
                <a:moveTo>
                  <a:pt x="123825" y="1409700"/>
                </a:moveTo>
                <a:lnTo>
                  <a:pt x="0" y="1409700"/>
                </a:lnTo>
                <a:lnTo>
                  <a:pt x="0" y="0"/>
                </a:lnTo>
                <a:lnTo>
                  <a:pt x="123825" y="0"/>
                </a:lnTo>
              </a:path>
            </a:pathLst>
          </a:custGeom>
          <a:noFill xmlns:a="http://schemas.openxmlformats.org/drawingml/2006/main"/>
          <a:ln xmlns:a="http://schemas.openxmlformats.org/drawingml/2006/main" w="10478">
            <a:solidFill>
              <a:srgbClr val="000000"/>
            </a:solidFill>
            <a:prstDash val="dash"/>
          </a:ln>
        </p:spPr>
      </p:sp>
      <p:sp>
        <p:nvSpPr>
          <p:cNvPr id="261" name="dp42-comparison / n257 / arrow">
            <a:extLst xmlns:a="http://schemas.openxmlformats.org/drawingml/2006/main">
              <a:ext uri="{FF2B5EF4-FFF2-40B4-BE49-F238E27FC236}">
                <a16:creationId xmlns:a16="http://schemas.microsoft.com/office/drawing/2014/main" id="{6230FA88-5473-402B-8483-6A539565B9BB}"/>
              </a:ext>
            </a:extLst>
          </p:cNvPr>
          <p:cNvSpPr>
            <a:spLocks xmlns:a="http://schemas.openxmlformats.org/drawingml/2006/main" noGrp="1"/>
          </p:cNvSpPr>
          <p:nvPr/>
        </p:nvSpPr>
        <p:spPr>
          <a:xfrm xmlns:a="http://schemas.openxmlformats.org/drawingml/2006/main">
            <a:off x="14839569" y="40526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62" name="dp42-comparison / n262">
            <a:extLst xmlns:a="http://schemas.openxmlformats.org/drawingml/2006/main">
              <a:ext uri="{FF2B5EF4-FFF2-40B4-BE49-F238E27FC236}">
                <a16:creationId xmlns:a16="http://schemas.microsoft.com/office/drawing/2014/main" id="{5803ACA7-5994-40AF-945E-EA03E70B45F9}"/>
              </a:ext>
            </a:extLst>
          </p:cNvPr>
          <p:cNvSpPr>
            <a:spLocks xmlns:a="http://schemas.openxmlformats.org/drawingml/2006/main" noGrp="1"/>
          </p:cNvSpPr>
          <p:nvPr/>
        </p:nvSpPr>
        <p:spPr>
          <a:xfrm xmlns:a="http://schemas.openxmlformats.org/drawingml/2006/main">
            <a:off x="10001250" y="6400800"/>
            <a:ext cx="3619500" cy="285750"/>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263" name="dp42-comparison / n263 / text 1">
            <a:extLst xmlns:a="http://schemas.openxmlformats.org/drawingml/2006/main">
              <a:ext uri="{FF2B5EF4-FFF2-40B4-BE49-F238E27FC236}">
                <a16:creationId xmlns:a16="http://schemas.microsoft.com/office/drawing/2014/main" id="{2906B3A0-EDE6-4462-B674-45AA26B174FD}"/>
              </a:ext>
            </a:extLst>
          </p:cNvPr>
          <p:cNvSpPr>
            <a:spLocks xmlns:a="http://schemas.openxmlformats.org/drawingml/2006/main" noGrp="1"/>
          </p:cNvSpPr>
          <p:nvPr/>
        </p:nvSpPr>
        <p:spPr>
          <a:xfrm xmlns:a="http://schemas.openxmlformats.org/drawingml/2006/main">
            <a:off x="10086975" y="6515100"/>
            <a:ext cx="34480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대화 상태 저장소</a:t>
            </a:r>
          </a:p>
        </p:txBody>
      </p:sp>
      <p:sp>
        <p:nvSpPr>
          <p:cNvPr id="264" name="dp42-comparison / n264">
            <a:extLst xmlns:a="http://schemas.openxmlformats.org/drawingml/2006/main">
              <a:ext uri="{FF2B5EF4-FFF2-40B4-BE49-F238E27FC236}">
                <a16:creationId xmlns:a16="http://schemas.microsoft.com/office/drawing/2014/main" id="{C9656219-A41F-428C-A55A-5E2472C00013}"/>
              </a:ext>
            </a:extLst>
          </p:cNvPr>
          <p:cNvSpPr>
            <a:spLocks xmlns:a="http://schemas.openxmlformats.org/drawingml/2006/main" noGrp="1"/>
          </p:cNvSpPr>
          <p:nvPr/>
        </p:nvSpPr>
        <p:spPr>
          <a:xfrm xmlns:a="http://schemas.openxmlformats.org/drawingml/2006/main">
            <a:off x="14478000" y="6400800"/>
            <a:ext cx="3000375" cy="285750"/>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265" name="dp42-comparison / n265 / text 1">
            <a:extLst xmlns:a="http://schemas.openxmlformats.org/drawingml/2006/main">
              <a:ext uri="{FF2B5EF4-FFF2-40B4-BE49-F238E27FC236}">
                <a16:creationId xmlns:a16="http://schemas.microsoft.com/office/drawing/2014/main" id="{D66525D3-1E12-44EC-992C-ECAEE99FCFF3}"/>
              </a:ext>
            </a:extLst>
          </p:cNvPr>
          <p:cNvSpPr>
            <a:spLocks xmlns:a="http://schemas.openxmlformats.org/drawingml/2006/main" noGrp="1"/>
          </p:cNvSpPr>
          <p:nvPr/>
        </p:nvSpPr>
        <p:spPr>
          <a:xfrm xmlns:a="http://schemas.openxmlformats.org/drawingml/2006/main">
            <a:off x="14563725" y="6515100"/>
            <a:ext cx="28289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업무 상태 저장소</a:t>
            </a:r>
          </a:p>
        </p:txBody>
      </p:sp>
      <p:sp>
        <p:nvSpPr>
          <p:cNvPr id="266" name="dp42-comparison / n266 / path">
            <a:extLst xmlns:a="http://schemas.openxmlformats.org/drawingml/2006/main">
              <a:ext uri="{FF2B5EF4-FFF2-40B4-BE49-F238E27FC236}">
                <a16:creationId xmlns:a16="http://schemas.microsoft.com/office/drawing/2014/main" id="{3B16F963-0945-4784-97CF-73C1087B2BC5}"/>
              </a:ext>
            </a:extLst>
          </p:cNvPr>
          <p:cNvSpPr>
            <a:spLocks xmlns:a="http://schemas.openxmlformats.org/drawingml/2006/main" noGrp="1"/>
          </p:cNvSpPr>
          <p:nvPr/>
        </p:nvSpPr>
        <p:spPr>
          <a:xfrm xmlns:a="http://schemas.openxmlformats.org/drawingml/2006/main">
            <a:off x="12239625" y="4238625"/>
            <a:ext cx="266700" cy="2162175"/>
          </a:xfrm>
          <a:custGeom xmlns:a="http://schemas.openxmlformats.org/drawingml/2006/main">
            <a:pathLst>
              <a:path w="266700" h="2162175">
                <a:moveTo>
                  <a:pt x="0" y="0"/>
                </a:moveTo>
                <a:lnTo>
                  <a:pt x="266700" y="0"/>
                </a:lnTo>
                <a:lnTo>
                  <a:pt x="266700" y="2057400"/>
                </a:lnTo>
                <a:lnTo>
                  <a:pt x="47625" y="2057400"/>
                </a:lnTo>
                <a:lnTo>
                  <a:pt x="47625" y="2162175"/>
                </a:lnTo>
              </a:path>
            </a:pathLst>
          </a:custGeom>
          <a:noFill xmlns:a="http://schemas.openxmlformats.org/drawingml/2006/main"/>
          <a:ln xmlns:a="http://schemas.openxmlformats.org/drawingml/2006/main" w="10478">
            <a:solidFill>
              <a:srgbClr val="000000"/>
            </a:solidFill>
            <a:prstDash val="solid"/>
          </a:ln>
        </p:spPr>
      </p:sp>
      <p:sp>
        <p:nvSpPr>
          <p:cNvPr id="267" name="dp42-comparison / n266 / arrow">
            <a:extLst xmlns:a="http://schemas.openxmlformats.org/drawingml/2006/main">
              <a:ext uri="{FF2B5EF4-FFF2-40B4-BE49-F238E27FC236}">
                <a16:creationId xmlns:a16="http://schemas.microsoft.com/office/drawing/2014/main" id="{A6CCD14B-5E5A-40E2-B76E-5A57C136E8EF}"/>
              </a:ext>
            </a:extLst>
          </p:cNvPr>
          <p:cNvSpPr>
            <a:spLocks xmlns:a="http://schemas.openxmlformats.org/drawingml/2006/main" noGrp="1"/>
          </p:cNvSpPr>
          <p:nvPr/>
        </p:nvSpPr>
        <p:spPr>
          <a:xfrm xmlns:a="http://schemas.openxmlformats.org/drawingml/2006/main">
            <a:off x="12253722" y="63337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68" name="dp42-comparison / n267 / path">
            <a:extLst xmlns:a="http://schemas.openxmlformats.org/drawingml/2006/main">
              <a:ext uri="{FF2B5EF4-FFF2-40B4-BE49-F238E27FC236}">
                <a16:creationId xmlns:a16="http://schemas.microsoft.com/office/drawing/2014/main" id="{113BDB7C-C6A2-40E5-BE02-39A97B492EA9}"/>
              </a:ext>
            </a:extLst>
          </p:cNvPr>
          <p:cNvSpPr>
            <a:spLocks xmlns:a="http://schemas.openxmlformats.org/drawingml/2006/main" noGrp="1"/>
          </p:cNvSpPr>
          <p:nvPr/>
        </p:nvSpPr>
        <p:spPr>
          <a:xfrm xmlns:a="http://schemas.openxmlformats.org/drawingml/2006/main">
            <a:off x="14392275" y="4238625"/>
            <a:ext cx="585788" cy="2162175"/>
          </a:xfrm>
          <a:custGeom xmlns:a="http://schemas.openxmlformats.org/drawingml/2006/main">
            <a:pathLst>
              <a:path w="585788" h="2162175">
                <a:moveTo>
                  <a:pt x="514350" y="0"/>
                </a:moveTo>
                <a:lnTo>
                  <a:pt x="0" y="0"/>
                </a:lnTo>
                <a:lnTo>
                  <a:pt x="0" y="2057400"/>
                </a:lnTo>
                <a:lnTo>
                  <a:pt x="585788" y="2057400"/>
                </a:lnTo>
                <a:lnTo>
                  <a:pt x="585788" y="2162175"/>
                </a:lnTo>
              </a:path>
            </a:pathLst>
          </a:custGeom>
          <a:noFill xmlns:a="http://schemas.openxmlformats.org/drawingml/2006/main"/>
          <a:ln xmlns:a="http://schemas.openxmlformats.org/drawingml/2006/main" w="10478">
            <a:solidFill>
              <a:srgbClr val="000000"/>
            </a:solidFill>
            <a:prstDash val="solid"/>
          </a:ln>
        </p:spPr>
      </p:sp>
      <p:sp>
        <p:nvSpPr>
          <p:cNvPr id="269" name="dp42-comparison / n267 / arrow">
            <a:extLst xmlns:a="http://schemas.openxmlformats.org/drawingml/2006/main">
              <a:ext uri="{FF2B5EF4-FFF2-40B4-BE49-F238E27FC236}">
                <a16:creationId xmlns:a16="http://schemas.microsoft.com/office/drawing/2014/main" id="{821D7300-9020-497D-A27E-C000E13CD66D}"/>
              </a:ext>
            </a:extLst>
          </p:cNvPr>
          <p:cNvSpPr>
            <a:spLocks xmlns:a="http://schemas.openxmlformats.org/drawingml/2006/main" noGrp="1"/>
          </p:cNvSpPr>
          <p:nvPr/>
        </p:nvSpPr>
        <p:spPr>
          <a:xfrm xmlns:a="http://schemas.openxmlformats.org/drawingml/2006/main">
            <a:off x="14944535" y="63337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70" name="dp42-comparison / n268 / path">
            <a:extLst xmlns:a="http://schemas.openxmlformats.org/drawingml/2006/main">
              <a:ext uri="{FF2B5EF4-FFF2-40B4-BE49-F238E27FC236}">
                <a16:creationId xmlns:a16="http://schemas.microsoft.com/office/drawing/2014/main" id="{08C72CA6-2014-47FF-A57F-6D9D05055175}"/>
              </a:ext>
            </a:extLst>
          </p:cNvPr>
          <p:cNvSpPr>
            <a:spLocks xmlns:a="http://schemas.openxmlformats.org/drawingml/2006/main" noGrp="1"/>
          </p:cNvSpPr>
          <p:nvPr/>
        </p:nvSpPr>
        <p:spPr>
          <a:xfrm xmlns:a="http://schemas.openxmlformats.org/drawingml/2006/main">
            <a:off x="11691938" y="4257675"/>
            <a:ext cx="3929063" cy="285750"/>
          </a:xfrm>
          <a:custGeom xmlns:a="http://schemas.openxmlformats.org/drawingml/2006/main">
            <a:pathLst>
              <a:path w="3929063" h="285750">
                <a:moveTo>
                  <a:pt x="3929063" y="0"/>
                </a:moveTo>
                <a:lnTo>
                  <a:pt x="3929063" y="228600"/>
                </a:lnTo>
                <a:lnTo>
                  <a:pt x="2309813" y="228600"/>
                </a:lnTo>
                <a:lnTo>
                  <a:pt x="2309813" y="285750"/>
                </a:lnTo>
                <a:lnTo>
                  <a:pt x="0" y="285750"/>
                </a:lnTo>
                <a:lnTo>
                  <a:pt x="0" y="0"/>
                </a:lnTo>
              </a:path>
            </a:pathLst>
          </a:custGeom>
          <a:noFill xmlns:a="http://schemas.openxmlformats.org/drawingml/2006/main"/>
          <a:ln xmlns:a="http://schemas.openxmlformats.org/drawingml/2006/main" w="10478">
            <a:solidFill>
              <a:srgbClr val="000000"/>
            </a:solidFill>
            <a:prstDash val="dash"/>
          </a:ln>
        </p:spPr>
      </p:sp>
      <p:sp>
        <p:nvSpPr>
          <p:cNvPr id="271" name="dp42-comparison / n268 / arrow">
            <a:extLst xmlns:a="http://schemas.openxmlformats.org/drawingml/2006/main">
              <a:ext uri="{FF2B5EF4-FFF2-40B4-BE49-F238E27FC236}">
                <a16:creationId xmlns:a16="http://schemas.microsoft.com/office/drawing/2014/main" id="{132C9274-79BF-445A-9C5A-7554AFEF5F34}"/>
              </a:ext>
            </a:extLst>
          </p:cNvPr>
          <p:cNvSpPr>
            <a:spLocks xmlns:a="http://schemas.openxmlformats.org/drawingml/2006/main" noGrp="1"/>
          </p:cNvSpPr>
          <p:nvPr/>
        </p:nvSpPr>
        <p:spPr>
          <a:xfrm xmlns:a="http://schemas.openxmlformats.org/drawingml/2006/main">
            <a:off x="11658410" y="4257675"/>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272" name="dp42-comparison / n275 / path">
            <a:extLst xmlns:a="http://schemas.openxmlformats.org/drawingml/2006/main">
              <a:ext uri="{FF2B5EF4-FFF2-40B4-BE49-F238E27FC236}">
                <a16:creationId xmlns:a16="http://schemas.microsoft.com/office/drawing/2014/main" id="{114D8D84-1371-44A2-B3CA-9DC7304BBB30}"/>
              </a:ext>
            </a:extLst>
          </p:cNvPr>
          <p:cNvSpPr>
            <a:spLocks xmlns:a="http://schemas.openxmlformats.org/drawingml/2006/main" noGrp="1"/>
          </p:cNvSpPr>
          <p:nvPr/>
        </p:nvSpPr>
        <p:spPr>
          <a:xfrm xmlns:a="http://schemas.openxmlformats.org/drawingml/2006/main">
            <a:off x="9944100" y="5495925"/>
            <a:ext cx="914400" cy="904875"/>
          </a:xfrm>
          <a:custGeom xmlns:a="http://schemas.openxmlformats.org/drawingml/2006/main">
            <a:pathLst>
              <a:path w="914400" h="904875">
                <a:moveTo>
                  <a:pt x="57150" y="0"/>
                </a:moveTo>
                <a:lnTo>
                  <a:pt x="0" y="0"/>
                </a:lnTo>
                <a:lnTo>
                  <a:pt x="0" y="762000"/>
                </a:lnTo>
                <a:lnTo>
                  <a:pt x="914400" y="762000"/>
                </a:lnTo>
                <a:lnTo>
                  <a:pt x="914400" y="904875"/>
                </a:lnTo>
              </a:path>
            </a:pathLst>
          </a:custGeom>
          <a:noFill xmlns:a="http://schemas.openxmlformats.org/drawingml/2006/main"/>
          <a:ln xmlns:a="http://schemas.openxmlformats.org/drawingml/2006/main" w="10478">
            <a:solidFill>
              <a:srgbClr val="000000"/>
            </a:solidFill>
            <a:prstDash val="solid"/>
          </a:ln>
        </p:spPr>
      </p:sp>
      <p:sp>
        <p:nvSpPr>
          <p:cNvPr id="273" name="dp42-comparison / n275 / arrow">
            <a:extLst xmlns:a="http://schemas.openxmlformats.org/drawingml/2006/main">
              <a:ext uri="{FF2B5EF4-FFF2-40B4-BE49-F238E27FC236}">
                <a16:creationId xmlns:a16="http://schemas.microsoft.com/office/drawing/2014/main" id="{116E0515-2524-4088-8C97-1568AD460408}"/>
              </a:ext>
            </a:extLst>
          </p:cNvPr>
          <p:cNvSpPr>
            <a:spLocks xmlns:a="http://schemas.openxmlformats.org/drawingml/2006/main" noGrp="1"/>
          </p:cNvSpPr>
          <p:nvPr/>
        </p:nvSpPr>
        <p:spPr>
          <a:xfrm xmlns:a="http://schemas.openxmlformats.org/drawingml/2006/main">
            <a:off x="10824972" y="63337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74" name="dp42-comparison / n276">
            <a:extLst xmlns:a="http://schemas.openxmlformats.org/drawingml/2006/main">
              <a:ext uri="{FF2B5EF4-FFF2-40B4-BE49-F238E27FC236}">
                <a16:creationId xmlns:a16="http://schemas.microsoft.com/office/drawing/2014/main" id="{71E1CFF1-8476-4D57-A65F-4D23E66AD966}"/>
              </a:ext>
            </a:extLst>
          </p:cNvPr>
          <p:cNvSpPr>
            <a:spLocks xmlns:a="http://schemas.openxmlformats.org/drawingml/2006/main" noGrp="1"/>
          </p:cNvSpPr>
          <p:nvPr/>
        </p:nvSpPr>
        <p:spPr>
          <a:xfrm xmlns:a="http://schemas.openxmlformats.org/drawingml/2006/main">
            <a:off x="10001250" y="7019925"/>
            <a:ext cx="2238375" cy="3048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75" name="dp42-comparison / n277 / text 1">
            <a:extLst xmlns:a="http://schemas.openxmlformats.org/drawingml/2006/main">
              <a:ext uri="{FF2B5EF4-FFF2-40B4-BE49-F238E27FC236}">
                <a16:creationId xmlns:a16="http://schemas.microsoft.com/office/drawing/2014/main" id="{BA135505-B45B-4EBC-B72F-3B438BD96896}"/>
              </a:ext>
            </a:extLst>
          </p:cNvPr>
          <p:cNvSpPr>
            <a:spLocks xmlns:a="http://schemas.openxmlformats.org/drawingml/2006/main" noGrp="1"/>
          </p:cNvSpPr>
          <p:nvPr/>
        </p:nvSpPr>
        <p:spPr>
          <a:xfrm xmlns:a="http://schemas.openxmlformats.org/drawingml/2006/main">
            <a:off x="10086975" y="7067074"/>
            <a:ext cx="206692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Interaction Manager</a:t>
            </a:r>
          </a:p>
        </p:txBody>
      </p:sp>
      <p:sp>
        <p:nvSpPr>
          <p:cNvPr id="276" name="dp42-comparison / n278">
            <a:extLst xmlns:a="http://schemas.openxmlformats.org/drawingml/2006/main">
              <a:ext uri="{FF2B5EF4-FFF2-40B4-BE49-F238E27FC236}">
                <a16:creationId xmlns:a16="http://schemas.microsoft.com/office/drawing/2014/main" id="{596ED37A-D013-4085-856A-9F229C2F88BA}"/>
              </a:ext>
            </a:extLst>
          </p:cNvPr>
          <p:cNvSpPr>
            <a:spLocks xmlns:a="http://schemas.openxmlformats.org/drawingml/2006/main" noGrp="1"/>
          </p:cNvSpPr>
          <p:nvPr/>
        </p:nvSpPr>
        <p:spPr>
          <a:xfrm xmlns:a="http://schemas.openxmlformats.org/drawingml/2006/main">
            <a:off x="12906375" y="7019925"/>
            <a:ext cx="2190750" cy="3048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77" name="dp42-comparison / n279 / text 1">
            <a:extLst xmlns:a="http://schemas.openxmlformats.org/drawingml/2006/main">
              <a:ext uri="{FF2B5EF4-FFF2-40B4-BE49-F238E27FC236}">
                <a16:creationId xmlns:a16="http://schemas.microsoft.com/office/drawing/2014/main" id="{43619D77-A3C4-4583-8FB7-88257CE4666E}"/>
              </a:ext>
            </a:extLst>
          </p:cNvPr>
          <p:cNvSpPr>
            <a:spLocks xmlns:a="http://schemas.openxmlformats.org/drawingml/2006/main" noGrp="1"/>
          </p:cNvSpPr>
          <p:nvPr/>
        </p:nvSpPr>
        <p:spPr>
          <a:xfrm xmlns:a="http://schemas.openxmlformats.org/drawingml/2006/main">
            <a:off x="12992100" y="7067074"/>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Model Access</a:t>
            </a:r>
          </a:p>
        </p:txBody>
      </p:sp>
      <p:sp>
        <p:nvSpPr>
          <p:cNvPr id="278" name="dp42-comparison / n280">
            <a:extLst xmlns:a="http://schemas.openxmlformats.org/drawingml/2006/main">
              <a:ext uri="{FF2B5EF4-FFF2-40B4-BE49-F238E27FC236}">
                <a16:creationId xmlns:a16="http://schemas.microsoft.com/office/drawing/2014/main" id="{486AD4C7-9E58-456B-9F47-010998584949}"/>
              </a:ext>
            </a:extLst>
          </p:cNvPr>
          <p:cNvSpPr>
            <a:spLocks xmlns:a="http://schemas.openxmlformats.org/drawingml/2006/main" noGrp="1"/>
          </p:cNvSpPr>
          <p:nvPr/>
        </p:nvSpPr>
        <p:spPr>
          <a:xfrm xmlns:a="http://schemas.openxmlformats.org/drawingml/2006/main">
            <a:off x="15335250" y="7019925"/>
            <a:ext cx="2333625" cy="3048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79" name="dp42-comparison / n281 / text 1">
            <a:extLst xmlns:a="http://schemas.openxmlformats.org/drawingml/2006/main">
              <a:ext uri="{FF2B5EF4-FFF2-40B4-BE49-F238E27FC236}">
                <a16:creationId xmlns:a16="http://schemas.microsoft.com/office/drawing/2014/main" id="{6F3C0B7C-1EC2-4F1F-9E87-A3A05D953EBA}"/>
              </a:ext>
            </a:extLst>
          </p:cNvPr>
          <p:cNvSpPr>
            <a:spLocks xmlns:a="http://schemas.openxmlformats.org/drawingml/2006/main" noGrp="1"/>
          </p:cNvSpPr>
          <p:nvPr/>
        </p:nvSpPr>
        <p:spPr>
          <a:xfrm xmlns:a="http://schemas.openxmlformats.org/drawingml/2006/main">
            <a:off x="15420975" y="7067074"/>
            <a:ext cx="216217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Downstream Agent</a:t>
            </a:r>
          </a:p>
        </p:txBody>
      </p:sp>
      <p:sp>
        <p:nvSpPr>
          <p:cNvPr id="280" name="dp42-comparison / n282 / path">
            <a:extLst xmlns:a="http://schemas.openxmlformats.org/drawingml/2006/main">
              <a:ext uri="{FF2B5EF4-FFF2-40B4-BE49-F238E27FC236}">
                <a16:creationId xmlns:a16="http://schemas.microsoft.com/office/drawing/2014/main" id="{CAD1C2D8-83ED-4C87-AEC9-3D8151175E6B}"/>
              </a:ext>
            </a:extLst>
          </p:cNvPr>
          <p:cNvSpPr>
            <a:spLocks xmlns:a="http://schemas.openxmlformats.org/drawingml/2006/main" noGrp="1"/>
          </p:cNvSpPr>
          <p:nvPr/>
        </p:nvSpPr>
        <p:spPr>
          <a:xfrm xmlns:a="http://schemas.openxmlformats.org/drawingml/2006/main">
            <a:off x="9715500" y="4086225"/>
            <a:ext cx="285750" cy="3086100"/>
          </a:xfrm>
          <a:custGeom xmlns:a="http://schemas.openxmlformats.org/drawingml/2006/main">
            <a:pathLst>
              <a:path w="285750" h="3086100">
                <a:moveTo>
                  <a:pt x="285750" y="3086100"/>
                </a:moveTo>
                <a:lnTo>
                  <a:pt x="0" y="3086100"/>
                </a:lnTo>
                <a:lnTo>
                  <a:pt x="0" y="0"/>
                </a:lnTo>
                <a:lnTo>
                  <a:pt x="285750" y="0"/>
                </a:lnTo>
              </a:path>
            </a:pathLst>
          </a:custGeom>
          <a:noFill xmlns:a="http://schemas.openxmlformats.org/drawingml/2006/main"/>
          <a:ln xmlns:a="http://schemas.openxmlformats.org/drawingml/2006/main" w="10478">
            <a:solidFill>
              <a:srgbClr val="000000"/>
            </a:solidFill>
            <a:prstDash val="solid"/>
          </a:ln>
        </p:spPr>
      </p:sp>
      <p:sp>
        <p:nvSpPr>
          <p:cNvPr id="281" name="dp42-comparison / n282 / arrow">
            <a:extLst xmlns:a="http://schemas.openxmlformats.org/drawingml/2006/main">
              <a:ext uri="{FF2B5EF4-FFF2-40B4-BE49-F238E27FC236}">
                <a16:creationId xmlns:a16="http://schemas.microsoft.com/office/drawing/2014/main" id="{426F2160-0CB0-4119-AE9B-48A4375C1788}"/>
              </a:ext>
            </a:extLst>
          </p:cNvPr>
          <p:cNvSpPr>
            <a:spLocks xmlns:a="http://schemas.openxmlformats.org/drawingml/2006/main" noGrp="1"/>
          </p:cNvSpPr>
          <p:nvPr/>
        </p:nvSpPr>
        <p:spPr>
          <a:xfrm xmlns:a="http://schemas.openxmlformats.org/drawingml/2006/main">
            <a:off x="9934194" y="40526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82" name="dp42-comparison / n283 / path">
            <a:extLst xmlns:a="http://schemas.openxmlformats.org/drawingml/2006/main">
              <a:ext uri="{FF2B5EF4-FFF2-40B4-BE49-F238E27FC236}">
                <a16:creationId xmlns:a16="http://schemas.microsoft.com/office/drawing/2014/main" id="{8DA573AF-F7D9-4706-96CB-F1095FCA31F4}"/>
              </a:ext>
            </a:extLst>
          </p:cNvPr>
          <p:cNvSpPr>
            <a:spLocks xmlns:a="http://schemas.openxmlformats.org/drawingml/2006/main" noGrp="1"/>
          </p:cNvSpPr>
          <p:nvPr/>
        </p:nvSpPr>
        <p:spPr>
          <a:xfrm xmlns:a="http://schemas.openxmlformats.org/drawingml/2006/main">
            <a:off x="9848850" y="5591175"/>
            <a:ext cx="985838" cy="1428750"/>
          </a:xfrm>
          <a:custGeom xmlns:a="http://schemas.openxmlformats.org/drawingml/2006/main">
            <a:pathLst>
              <a:path w="985838" h="1428750">
                <a:moveTo>
                  <a:pt x="152400" y="0"/>
                </a:moveTo>
                <a:lnTo>
                  <a:pt x="0" y="0"/>
                </a:lnTo>
                <a:lnTo>
                  <a:pt x="0" y="1304925"/>
                </a:lnTo>
                <a:lnTo>
                  <a:pt x="985838" y="1304925"/>
                </a:lnTo>
                <a:lnTo>
                  <a:pt x="985838" y="1428750"/>
                </a:lnTo>
              </a:path>
            </a:pathLst>
          </a:custGeom>
          <a:noFill xmlns:a="http://schemas.openxmlformats.org/drawingml/2006/main"/>
          <a:ln xmlns:a="http://schemas.openxmlformats.org/drawingml/2006/main" w="10478">
            <a:solidFill>
              <a:srgbClr val="000000"/>
            </a:solidFill>
            <a:prstDash val="solid"/>
          </a:ln>
        </p:spPr>
      </p:sp>
      <p:sp>
        <p:nvSpPr>
          <p:cNvPr id="283" name="dp42-comparison / n283 / arrow">
            <a:extLst xmlns:a="http://schemas.openxmlformats.org/drawingml/2006/main">
              <a:ext uri="{FF2B5EF4-FFF2-40B4-BE49-F238E27FC236}">
                <a16:creationId xmlns:a16="http://schemas.microsoft.com/office/drawing/2014/main" id="{A94FD590-C9B6-4D89-96A3-69436D811729}"/>
              </a:ext>
            </a:extLst>
          </p:cNvPr>
          <p:cNvSpPr>
            <a:spLocks xmlns:a="http://schemas.openxmlformats.org/drawingml/2006/main" noGrp="1"/>
          </p:cNvSpPr>
          <p:nvPr/>
        </p:nvSpPr>
        <p:spPr>
          <a:xfrm xmlns:a="http://schemas.openxmlformats.org/drawingml/2006/main">
            <a:off x="10801160" y="69528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84" name="dp42-comparison / n284 / path">
            <a:extLst xmlns:a="http://schemas.openxmlformats.org/drawingml/2006/main">
              <a:ext uri="{FF2B5EF4-FFF2-40B4-BE49-F238E27FC236}">
                <a16:creationId xmlns:a16="http://schemas.microsoft.com/office/drawing/2014/main" id="{06250986-CC8E-4C63-A0C8-B2C36BB67EA4}"/>
              </a:ext>
            </a:extLst>
          </p:cNvPr>
          <p:cNvSpPr>
            <a:spLocks xmlns:a="http://schemas.openxmlformats.org/drawingml/2006/main" noGrp="1"/>
          </p:cNvSpPr>
          <p:nvPr/>
        </p:nvSpPr>
        <p:spPr>
          <a:xfrm xmlns:a="http://schemas.openxmlformats.org/drawingml/2006/main">
            <a:off x="9886950" y="5400675"/>
            <a:ext cx="2457450" cy="1838325"/>
          </a:xfrm>
          <a:custGeom xmlns:a="http://schemas.openxmlformats.org/drawingml/2006/main">
            <a:pathLst>
              <a:path w="2457450" h="1838325">
                <a:moveTo>
                  <a:pt x="2352675" y="1838325"/>
                </a:moveTo>
                <a:lnTo>
                  <a:pt x="2457450" y="1838325"/>
                </a:lnTo>
                <a:lnTo>
                  <a:pt x="2457450" y="1552575"/>
                </a:lnTo>
                <a:lnTo>
                  <a:pt x="0" y="1552575"/>
                </a:lnTo>
                <a:lnTo>
                  <a:pt x="0" y="0"/>
                </a:lnTo>
                <a:lnTo>
                  <a:pt x="114300" y="0"/>
                </a:lnTo>
              </a:path>
            </a:pathLst>
          </a:custGeom>
          <a:noFill xmlns:a="http://schemas.openxmlformats.org/drawingml/2006/main"/>
          <a:ln xmlns:a="http://schemas.openxmlformats.org/drawingml/2006/main" w="10478">
            <a:solidFill>
              <a:srgbClr val="000000"/>
            </a:solidFill>
            <a:prstDash val="dash"/>
          </a:ln>
        </p:spPr>
      </p:sp>
      <p:sp>
        <p:nvSpPr>
          <p:cNvPr id="285" name="dp42-comparison / n284 / arrow">
            <a:extLst xmlns:a="http://schemas.openxmlformats.org/drawingml/2006/main">
              <a:ext uri="{FF2B5EF4-FFF2-40B4-BE49-F238E27FC236}">
                <a16:creationId xmlns:a16="http://schemas.microsoft.com/office/drawing/2014/main" id="{5688BA66-1DE4-4F78-B1AD-07C62BAD7749}"/>
              </a:ext>
            </a:extLst>
          </p:cNvPr>
          <p:cNvSpPr>
            <a:spLocks xmlns:a="http://schemas.openxmlformats.org/drawingml/2006/main" noGrp="1"/>
          </p:cNvSpPr>
          <p:nvPr/>
        </p:nvSpPr>
        <p:spPr>
          <a:xfrm xmlns:a="http://schemas.openxmlformats.org/drawingml/2006/main">
            <a:off x="9934194" y="53671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86" name="dp42-comparison / n287 / path">
            <a:extLst xmlns:a="http://schemas.openxmlformats.org/drawingml/2006/main">
              <a:ext uri="{FF2B5EF4-FFF2-40B4-BE49-F238E27FC236}">
                <a16:creationId xmlns:a16="http://schemas.microsoft.com/office/drawing/2014/main" id="{5E19A266-A203-4F11-94EE-3FE0DCCCD43E}"/>
              </a:ext>
            </a:extLst>
          </p:cNvPr>
          <p:cNvSpPr>
            <a:spLocks xmlns:a="http://schemas.openxmlformats.org/drawingml/2006/main" noGrp="1"/>
          </p:cNvSpPr>
          <p:nvPr/>
        </p:nvSpPr>
        <p:spPr>
          <a:xfrm xmlns:a="http://schemas.openxmlformats.org/drawingml/2006/main">
            <a:off x="12239625" y="4781550"/>
            <a:ext cx="1666875" cy="2238375"/>
          </a:xfrm>
          <a:custGeom xmlns:a="http://schemas.openxmlformats.org/drawingml/2006/main">
            <a:pathLst>
              <a:path w="1666875" h="2238375">
                <a:moveTo>
                  <a:pt x="0" y="0"/>
                </a:moveTo>
                <a:lnTo>
                  <a:pt x="1666875" y="0"/>
                </a:lnTo>
                <a:lnTo>
                  <a:pt x="1666875" y="2124075"/>
                </a:lnTo>
                <a:lnTo>
                  <a:pt x="1095375" y="2124075"/>
                </a:lnTo>
                <a:lnTo>
                  <a:pt x="1095375" y="2238375"/>
                </a:lnTo>
              </a:path>
            </a:pathLst>
          </a:custGeom>
          <a:noFill xmlns:a="http://schemas.openxmlformats.org/drawingml/2006/main"/>
          <a:ln xmlns:a="http://schemas.openxmlformats.org/drawingml/2006/main" w="10478">
            <a:solidFill>
              <a:srgbClr val="000000"/>
            </a:solidFill>
            <a:prstDash val="solid"/>
          </a:ln>
        </p:spPr>
      </p:sp>
      <p:sp>
        <p:nvSpPr>
          <p:cNvPr id="287" name="dp42-comparison / n287 / arrow">
            <a:extLst xmlns:a="http://schemas.openxmlformats.org/drawingml/2006/main">
              <a:ext uri="{FF2B5EF4-FFF2-40B4-BE49-F238E27FC236}">
                <a16:creationId xmlns:a16="http://schemas.microsoft.com/office/drawing/2014/main" id="{4C09AE8A-7592-421F-8112-8E17F71F304F}"/>
              </a:ext>
            </a:extLst>
          </p:cNvPr>
          <p:cNvSpPr>
            <a:spLocks xmlns:a="http://schemas.openxmlformats.org/drawingml/2006/main" noGrp="1"/>
          </p:cNvSpPr>
          <p:nvPr/>
        </p:nvSpPr>
        <p:spPr>
          <a:xfrm xmlns:a="http://schemas.openxmlformats.org/drawingml/2006/main">
            <a:off x="13301472" y="69528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88" name="dp42-comparison / n288 / path">
            <a:extLst xmlns:a="http://schemas.openxmlformats.org/drawingml/2006/main">
              <a:ext uri="{FF2B5EF4-FFF2-40B4-BE49-F238E27FC236}">
                <a16:creationId xmlns:a16="http://schemas.microsoft.com/office/drawing/2014/main" id="{2564EF95-C743-44B0-86E5-82F20B6F0003}"/>
              </a:ext>
            </a:extLst>
          </p:cNvPr>
          <p:cNvSpPr>
            <a:spLocks xmlns:a="http://schemas.openxmlformats.org/drawingml/2006/main" noGrp="1"/>
          </p:cNvSpPr>
          <p:nvPr/>
        </p:nvSpPr>
        <p:spPr>
          <a:xfrm xmlns:a="http://schemas.openxmlformats.org/drawingml/2006/main">
            <a:off x="12239625" y="4876800"/>
            <a:ext cx="1724025" cy="2143125"/>
          </a:xfrm>
          <a:custGeom xmlns:a="http://schemas.openxmlformats.org/drawingml/2006/main">
            <a:pathLst>
              <a:path w="1724025" h="2143125">
                <a:moveTo>
                  <a:pt x="1285875" y="2143125"/>
                </a:moveTo>
                <a:lnTo>
                  <a:pt x="1285875" y="2066925"/>
                </a:lnTo>
                <a:lnTo>
                  <a:pt x="1724025" y="2066925"/>
                </a:lnTo>
                <a:lnTo>
                  <a:pt x="1724025" y="0"/>
                </a:lnTo>
                <a:lnTo>
                  <a:pt x="0" y="0"/>
                </a:lnTo>
              </a:path>
            </a:pathLst>
          </a:custGeom>
          <a:noFill xmlns:a="http://schemas.openxmlformats.org/drawingml/2006/main"/>
          <a:ln xmlns:a="http://schemas.openxmlformats.org/drawingml/2006/main" w="10478">
            <a:solidFill>
              <a:srgbClr val="000000"/>
            </a:solidFill>
            <a:prstDash val="dash"/>
          </a:ln>
        </p:spPr>
      </p:sp>
      <p:sp>
        <p:nvSpPr>
          <p:cNvPr id="289" name="dp42-comparison / n288 / arrow">
            <a:extLst xmlns:a="http://schemas.openxmlformats.org/drawingml/2006/main">
              <a:ext uri="{FF2B5EF4-FFF2-40B4-BE49-F238E27FC236}">
                <a16:creationId xmlns:a16="http://schemas.microsoft.com/office/drawing/2014/main" id="{72E173EC-BCF9-4A6F-BE6B-F6CAEF516210}"/>
              </a:ext>
            </a:extLst>
          </p:cNvPr>
          <p:cNvSpPr>
            <a:spLocks xmlns:a="http://schemas.openxmlformats.org/drawingml/2006/main" noGrp="1"/>
          </p:cNvSpPr>
          <p:nvPr/>
        </p:nvSpPr>
        <p:spPr>
          <a:xfrm xmlns:a="http://schemas.openxmlformats.org/drawingml/2006/main">
            <a:off x="12239625" y="4843272"/>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290" name="dp42-comparison / n289 / path">
            <a:extLst xmlns:a="http://schemas.openxmlformats.org/drawingml/2006/main">
              <a:ext uri="{FF2B5EF4-FFF2-40B4-BE49-F238E27FC236}">
                <a16:creationId xmlns:a16="http://schemas.microsoft.com/office/drawing/2014/main" id="{5E4E3724-6884-4419-96A3-E73A54D4DA1E}"/>
              </a:ext>
            </a:extLst>
          </p:cNvPr>
          <p:cNvSpPr>
            <a:spLocks xmlns:a="http://schemas.openxmlformats.org/drawingml/2006/main" noGrp="1"/>
          </p:cNvSpPr>
          <p:nvPr/>
        </p:nvSpPr>
        <p:spPr>
          <a:xfrm xmlns:a="http://schemas.openxmlformats.org/drawingml/2006/main">
            <a:off x="12239625" y="5534025"/>
            <a:ext cx="2047875" cy="1485900"/>
          </a:xfrm>
          <a:custGeom xmlns:a="http://schemas.openxmlformats.org/drawingml/2006/main">
            <a:pathLst>
              <a:path w="2047875" h="1485900">
                <a:moveTo>
                  <a:pt x="0" y="0"/>
                </a:moveTo>
                <a:lnTo>
                  <a:pt x="1781175" y="0"/>
                </a:lnTo>
                <a:lnTo>
                  <a:pt x="1781175" y="1314450"/>
                </a:lnTo>
                <a:lnTo>
                  <a:pt x="2047875" y="1314450"/>
                </a:lnTo>
                <a:lnTo>
                  <a:pt x="2047875" y="1485900"/>
                </a:lnTo>
              </a:path>
            </a:pathLst>
          </a:custGeom>
          <a:noFill xmlns:a="http://schemas.openxmlformats.org/drawingml/2006/main"/>
          <a:ln xmlns:a="http://schemas.openxmlformats.org/drawingml/2006/main" w="10478">
            <a:solidFill>
              <a:srgbClr val="000000"/>
            </a:solidFill>
            <a:prstDash val="solid"/>
          </a:ln>
        </p:spPr>
      </p:sp>
      <p:sp>
        <p:nvSpPr>
          <p:cNvPr id="291" name="dp42-comparison / n289 / arrow">
            <a:extLst xmlns:a="http://schemas.openxmlformats.org/drawingml/2006/main">
              <a:ext uri="{FF2B5EF4-FFF2-40B4-BE49-F238E27FC236}">
                <a16:creationId xmlns:a16="http://schemas.microsoft.com/office/drawing/2014/main" id="{32FC3034-1F3C-4BCD-ACC2-24C55239F209}"/>
              </a:ext>
            </a:extLst>
          </p:cNvPr>
          <p:cNvSpPr>
            <a:spLocks xmlns:a="http://schemas.openxmlformats.org/drawingml/2006/main" noGrp="1"/>
          </p:cNvSpPr>
          <p:nvPr/>
        </p:nvSpPr>
        <p:spPr>
          <a:xfrm xmlns:a="http://schemas.openxmlformats.org/drawingml/2006/main">
            <a:off x="14253972" y="69528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92" name="dp42-comparison / n290 / path">
            <a:extLst xmlns:a="http://schemas.openxmlformats.org/drawingml/2006/main">
              <a:ext uri="{FF2B5EF4-FFF2-40B4-BE49-F238E27FC236}">
                <a16:creationId xmlns:a16="http://schemas.microsoft.com/office/drawing/2014/main" id="{31D7E240-9183-48F9-A592-DED5403D70F8}"/>
              </a:ext>
            </a:extLst>
          </p:cNvPr>
          <p:cNvSpPr>
            <a:spLocks xmlns:a="http://schemas.openxmlformats.org/drawingml/2006/main" noGrp="1"/>
          </p:cNvSpPr>
          <p:nvPr/>
        </p:nvSpPr>
        <p:spPr>
          <a:xfrm xmlns:a="http://schemas.openxmlformats.org/drawingml/2006/main">
            <a:off x="12239625" y="5591175"/>
            <a:ext cx="2238375" cy="1428750"/>
          </a:xfrm>
          <a:custGeom xmlns:a="http://schemas.openxmlformats.org/drawingml/2006/main">
            <a:pathLst>
              <a:path w="2238375" h="1428750">
                <a:moveTo>
                  <a:pt x="2238375" y="1428750"/>
                </a:moveTo>
                <a:lnTo>
                  <a:pt x="2238375" y="1295400"/>
                </a:lnTo>
                <a:lnTo>
                  <a:pt x="1838325" y="1295400"/>
                </a:lnTo>
                <a:lnTo>
                  <a:pt x="1838325" y="0"/>
                </a:lnTo>
                <a:lnTo>
                  <a:pt x="0" y="0"/>
                </a:lnTo>
              </a:path>
            </a:pathLst>
          </a:custGeom>
          <a:noFill xmlns:a="http://schemas.openxmlformats.org/drawingml/2006/main"/>
          <a:ln xmlns:a="http://schemas.openxmlformats.org/drawingml/2006/main" w="10478">
            <a:solidFill>
              <a:srgbClr val="000000"/>
            </a:solidFill>
            <a:prstDash val="dash"/>
          </a:ln>
        </p:spPr>
      </p:sp>
      <p:sp>
        <p:nvSpPr>
          <p:cNvPr id="293" name="dp42-comparison / n290 / arrow">
            <a:extLst xmlns:a="http://schemas.openxmlformats.org/drawingml/2006/main">
              <a:ext uri="{FF2B5EF4-FFF2-40B4-BE49-F238E27FC236}">
                <a16:creationId xmlns:a16="http://schemas.microsoft.com/office/drawing/2014/main" id="{CB457F5A-399F-4BDE-A5BF-263F825EF0B8}"/>
              </a:ext>
            </a:extLst>
          </p:cNvPr>
          <p:cNvSpPr>
            <a:spLocks xmlns:a="http://schemas.openxmlformats.org/drawingml/2006/main" noGrp="1"/>
          </p:cNvSpPr>
          <p:nvPr/>
        </p:nvSpPr>
        <p:spPr>
          <a:xfrm xmlns:a="http://schemas.openxmlformats.org/drawingml/2006/main">
            <a:off x="12239625" y="55576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294" name="dp42-comparison / n291 / path">
            <a:extLst xmlns:a="http://schemas.openxmlformats.org/drawingml/2006/main">
              <a:ext uri="{FF2B5EF4-FFF2-40B4-BE49-F238E27FC236}">
                <a16:creationId xmlns:a16="http://schemas.microsoft.com/office/drawing/2014/main" id="{1ABFCD6D-6933-47A6-B37D-78CDF0215433}"/>
              </a:ext>
            </a:extLst>
          </p:cNvPr>
          <p:cNvSpPr>
            <a:spLocks xmlns:a="http://schemas.openxmlformats.org/drawingml/2006/main" noGrp="1"/>
          </p:cNvSpPr>
          <p:nvPr/>
        </p:nvSpPr>
        <p:spPr>
          <a:xfrm xmlns:a="http://schemas.openxmlformats.org/drawingml/2006/main">
            <a:off x="16263938" y="5495925"/>
            <a:ext cx="1462088" cy="1524000"/>
          </a:xfrm>
          <a:custGeom xmlns:a="http://schemas.openxmlformats.org/drawingml/2006/main">
            <a:pathLst>
              <a:path w="1462088" h="1524000">
                <a:moveTo>
                  <a:pt x="1214438" y="0"/>
                </a:moveTo>
                <a:lnTo>
                  <a:pt x="1462088" y="0"/>
                </a:lnTo>
                <a:lnTo>
                  <a:pt x="1462088" y="1352550"/>
                </a:lnTo>
                <a:lnTo>
                  <a:pt x="0" y="1352550"/>
                </a:lnTo>
                <a:lnTo>
                  <a:pt x="0" y="1524000"/>
                </a:lnTo>
              </a:path>
            </a:pathLst>
          </a:custGeom>
          <a:noFill xmlns:a="http://schemas.openxmlformats.org/drawingml/2006/main"/>
          <a:ln xmlns:a="http://schemas.openxmlformats.org/drawingml/2006/main" w="10478">
            <a:solidFill>
              <a:srgbClr val="000000"/>
            </a:solidFill>
            <a:prstDash val="solid"/>
          </a:ln>
        </p:spPr>
      </p:sp>
      <p:sp>
        <p:nvSpPr>
          <p:cNvPr id="295" name="dp42-comparison / n291 / arrow">
            <a:extLst xmlns:a="http://schemas.openxmlformats.org/drawingml/2006/main">
              <a:ext uri="{FF2B5EF4-FFF2-40B4-BE49-F238E27FC236}">
                <a16:creationId xmlns:a16="http://schemas.microsoft.com/office/drawing/2014/main" id="{6228B74A-60EB-411B-A433-B6350329E4BE}"/>
              </a:ext>
            </a:extLst>
          </p:cNvPr>
          <p:cNvSpPr>
            <a:spLocks xmlns:a="http://schemas.openxmlformats.org/drawingml/2006/main" noGrp="1"/>
          </p:cNvSpPr>
          <p:nvPr/>
        </p:nvSpPr>
        <p:spPr>
          <a:xfrm xmlns:a="http://schemas.openxmlformats.org/drawingml/2006/main">
            <a:off x="16230410" y="69528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96" name="dp42-comparison / n292 / path">
            <a:extLst xmlns:a="http://schemas.openxmlformats.org/drawingml/2006/main">
              <a:ext uri="{FF2B5EF4-FFF2-40B4-BE49-F238E27FC236}">
                <a16:creationId xmlns:a16="http://schemas.microsoft.com/office/drawing/2014/main" id="{32C2A880-2CD3-45C1-8279-22E3EAED03CB}"/>
              </a:ext>
            </a:extLst>
          </p:cNvPr>
          <p:cNvSpPr>
            <a:spLocks xmlns:a="http://schemas.openxmlformats.org/drawingml/2006/main" noGrp="1"/>
          </p:cNvSpPr>
          <p:nvPr/>
        </p:nvSpPr>
        <p:spPr>
          <a:xfrm xmlns:a="http://schemas.openxmlformats.org/drawingml/2006/main">
            <a:off x="16740188" y="5591175"/>
            <a:ext cx="1052513" cy="1428750"/>
          </a:xfrm>
          <a:custGeom xmlns:a="http://schemas.openxmlformats.org/drawingml/2006/main">
            <a:pathLst>
              <a:path w="1052513" h="1428750">
                <a:moveTo>
                  <a:pt x="0" y="1428750"/>
                </a:moveTo>
                <a:lnTo>
                  <a:pt x="0" y="1323975"/>
                </a:lnTo>
                <a:lnTo>
                  <a:pt x="1052513" y="1323975"/>
                </a:lnTo>
                <a:lnTo>
                  <a:pt x="1052513" y="0"/>
                </a:lnTo>
                <a:lnTo>
                  <a:pt x="738188" y="0"/>
                </a:lnTo>
              </a:path>
            </a:pathLst>
          </a:custGeom>
          <a:noFill xmlns:a="http://schemas.openxmlformats.org/drawingml/2006/main"/>
          <a:ln xmlns:a="http://schemas.openxmlformats.org/drawingml/2006/main" w="10478">
            <a:solidFill>
              <a:srgbClr val="000000"/>
            </a:solidFill>
            <a:prstDash val="dash"/>
          </a:ln>
        </p:spPr>
      </p:sp>
      <p:sp>
        <p:nvSpPr>
          <p:cNvPr id="297" name="dp42-comparison / n292 / arrow">
            <a:extLst xmlns:a="http://schemas.openxmlformats.org/drawingml/2006/main">
              <a:ext uri="{FF2B5EF4-FFF2-40B4-BE49-F238E27FC236}">
                <a16:creationId xmlns:a16="http://schemas.microsoft.com/office/drawing/2014/main" id="{16E819B7-3263-4911-B6B7-A9F8A21AA54C}"/>
              </a:ext>
            </a:extLst>
          </p:cNvPr>
          <p:cNvSpPr>
            <a:spLocks xmlns:a="http://schemas.openxmlformats.org/drawingml/2006/main" noGrp="1"/>
          </p:cNvSpPr>
          <p:nvPr/>
        </p:nvSpPr>
        <p:spPr>
          <a:xfrm xmlns:a="http://schemas.openxmlformats.org/drawingml/2006/main">
            <a:off x="17478375" y="55576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298" name="dp42-comparison / n190">
            <a:extLst xmlns:a="http://schemas.openxmlformats.org/drawingml/2006/main">
              <a:ext uri="{FF2B5EF4-FFF2-40B4-BE49-F238E27FC236}">
                <a16:creationId xmlns:a16="http://schemas.microsoft.com/office/drawing/2014/main" id="{D82C77F6-F880-4AF3-BD58-2061A9CB605B}"/>
              </a:ext>
            </a:extLst>
          </p:cNvPr>
          <p:cNvSpPr>
            <a:spLocks xmlns:a="http://schemas.openxmlformats.org/drawingml/2006/main" noGrp="1"/>
          </p:cNvSpPr>
          <p:nvPr/>
        </p:nvSpPr>
        <p:spPr>
          <a:xfrm xmlns:a="http://schemas.openxmlformats.org/drawingml/2006/main">
            <a:off x="9829800" y="2381250"/>
            <a:ext cx="4370832"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99" name="dp42-comparison / n191 / text 1">
            <a:extLst xmlns:a="http://schemas.openxmlformats.org/drawingml/2006/main">
              <a:ext uri="{FF2B5EF4-FFF2-40B4-BE49-F238E27FC236}">
                <a16:creationId xmlns:a16="http://schemas.microsoft.com/office/drawing/2014/main" id="{132C218A-162E-48BC-A4C9-514FE234DC98}"/>
              </a:ext>
            </a:extLst>
          </p:cNvPr>
          <p:cNvSpPr>
            <a:spLocks xmlns:a="http://schemas.openxmlformats.org/drawingml/2006/main" noGrp="1"/>
          </p:cNvSpPr>
          <p:nvPr/>
        </p:nvSpPr>
        <p:spPr>
          <a:xfrm xmlns:a="http://schemas.openxmlformats.org/drawingml/2006/main">
            <a:off x="9848850" y="2390775"/>
            <a:ext cx="78105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000000"/>
                </a:solidFill>
                <a:latin typeface="Apple SD Gothic Neo"/>
                <a:ea typeface="Apple SD Gothic Neo"/>
                <a:cs typeface="Apple SD Gothic Neo"/>
              </a:defRPr>
            </a:pPr>
            <a:r>
              <a:rPr sz="1200" b="0">
                <a:solidFill>
                  <a:srgbClr val="000000"/>
                </a:solidFill>
                <a:latin typeface="Apple SD Gothic Neo"/>
                <a:ea typeface="Apple SD Gothic Neo"/>
                <a:cs typeface="Apple SD Gothic Neo"/>
              </a:rPr>
              <a:t>Q1 “상반기로 할까요?”를 P1로 제시 → u2 “응, 상반기로”</a:t>
            </a:r>
          </a:p>
        </p:txBody>
      </p:sp>
      <p:sp>
        <p:nvSpPr>
          <p:cNvPr id="300" name="dp42-comparison / n192">
            <a:extLst xmlns:a="http://schemas.openxmlformats.org/drawingml/2006/main">
              <a:ext uri="{FF2B5EF4-FFF2-40B4-BE49-F238E27FC236}">
                <a16:creationId xmlns:a16="http://schemas.microsoft.com/office/drawing/2014/main" id="{4395187E-930F-4E48-A19C-9E73B1A36288}"/>
              </a:ext>
            </a:extLst>
          </p:cNvPr>
          <p:cNvSpPr>
            <a:spLocks xmlns:a="http://schemas.openxmlformats.org/drawingml/2006/main" noGrp="1"/>
          </p:cNvSpPr>
          <p:nvPr/>
        </p:nvSpPr>
        <p:spPr>
          <a:xfrm xmlns:a="http://schemas.openxmlformats.org/drawingml/2006/main">
            <a:off x="9829800" y="2638425"/>
            <a:ext cx="131921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01" name="dp42-comparison / n193 / text 1">
            <a:extLst xmlns:a="http://schemas.openxmlformats.org/drawingml/2006/main">
              <a:ext uri="{FF2B5EF4-FFF2-40B4-BE49-F238E27FC236}">
                <a16:creationId xmlns:a16="http://schemas.microsoft.com/office/drawing/2014/main" id="{3C24D727-713B-44F5-A3B0-15D3C94A00FC}"/>
              </a:ext>
            </a:extLst>
          </p:cNvPr>
          <p:cNvSpPr>
            <a:spLocks xmlns:a="http://schemas.openxmlformats.org/drawingml/2006/main" noGrp="1"/>
          </p:cNvSpPr>
          <p:nvPr/>
        </p:nvSpPr>
        <p:spPr>
          <a:xfrm xmlns:a="http://schemas.openxmlformats.org/drawingml/2006/main">
            <a:off x="9848850" y="2647950"/>
            <a:ext cx="21907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Conversation C1</a:t>
            </a:r>
          </a:p>
        </p:txBody>
      </p:sp>
      <p:sp>
        <p:nvSpPr>
          <p:cNvPr id="302" name="dp42-comparison / n195">
            <a:extLst xmlns:a="http://schemas.openxmlformats.org/drawingml/2006/main">
              <a:ext uri="{FF2B5EF4-FFF2-40B4-BE49-F238E27FC236}">
                <a16:creationId xmlns:a16="http://schemas.microsoft.com/office/drawing/2014/main" id="{83046212-4081-428F-B4CC-35C516C2038F}"/>
              </a:ext>
            </a:extLst>
          </p:cNvPr>
          <p:cNvSpPr>
            <a:spLocks xmlns:a="http://schemas.openxmlformats.org/drawingml/2006/main" noGrp="1"/>
          </p:cNvSpPr>
          <p:nvPr/>
        </p:nvSpPr>
        <p:spPr>
          <a:xfrm xmlns:a="http://schemas.openxmlformats.org/drawingml/2006/main">
            <a:off x="12277725" y="2628900"/>
            <a:ext cx="1985772"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03" name="dp42-comparison / n196 / text 1">
            <a:extLst xmlns:a="http://schemas.openxmlformats.org/drawingml/2006/main">
              <a:ext uri="{FF2B5EF4-FFF2-40B4-BE49-F238E27FC236}">
                <a16:creationId xmlns:a16="http://schemas.microsoft.com/office/drawing/2014/main" id="{F8FA5015-7F5C-44F5-B7E9-95E0A5823339}"/>
              </a:ext>
            </a:extLst>
          </p:cNvPr>
          <p:cNvSpPr>
            <a:spLocks xmlns:a="http://schemas.openxmlformats.org/drawingml/2006/main" noGrp="1"/>
          </p:cNvSpPr>
          <p:nvPr/>
        </p:nvSpPr>
        <p:spPr>
          <a:xfrm xmlns:a="http://schemas.openxmlformats.org/drawingml/2006/main">
            <a:off x="12296775" y="2638425"/>
            <a:ext cx="52863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입력과 실제 응답의 연결 유지</a:t>
            </a:r>
          </a:p>
        </p:txBody>
      </p:sp>
      <p:sp>
        <p:nvSpPr>
          <p:cNvPr id="304" name="dp42-comparison / n197">
            <a:extLst xmlns:a="http://schemas.openxmlformats.org/drawingml/2006/main">
              <a:ext uri="{FF2B5EF4-FFF2-40B4-BE49-F238E27FC236}">
                <a16:creationId xmlns:a16="http://schemas.microsoft.com/office/drawing/2014/main" id="{13780312-9A77-4AA6-9787-3638810A6E02}"/>
              </a:ext>
            </a:extLst>
          </p:cNvPr>
          <p:cNvSpPr>
            <a:spLocks xmlns:a="http://schemas.openxmlformats.org/drawingml/2006/main" noGrp="1"/>
          </p:cNvSpPr>
          <p:nvPr/>
        </p:nvSpPr>
        <p:spPr>
          <a:xfrm xmlns:a="http://schemas.openxmlformats.org/drawingml/2006/main">
            <a:off x="9829800" y="2819400"/>
            <a:ext cx="1733550"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05" name="dp42-comparison / n198 / text 1">
            <a:extLst xmlns:a="http://schemas.openxmlformats.org/drawingml/2006/main">
              <a:ext uri="{FF2B5EF4-FFF2-40B4-BE49-F238E27FC236}">
                <a16:creationId xmlns:a16="http://schemas.microsoft.com/office/drawing/2014/main" id="{CBD5DA3B-77B6-40D5-8298-7D764BA1496B}"/>
              </a:ext>
            </a:extLst>
          </p:cNvPr>
          <p:cNvSpPr>
            <a:spLocks xmlns:a="http://schemas.openxmlformats.org/drawingml/2006/main" noGrp="1"/>
          </p:cNvSpPr>
          <p:nvPr/>
        </p:nvSpPr>
        <p:spPr>
          <a:xfrm xmlns:a="http://schemas.openxmlformats.org/drawingml/2006/main">
            <a:off x="9848850" y="2828925"/>
            <a:ext cx="21907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Request R1 / R2 / R3</a:t>
            </a:r>
          </a:p>
        </p:txBody>
      </p:sp>
      <p:sp>
        <p:nvSpPr>
          <p:cNvPr id="306" name="dp42-comparison / n200">
            <a:extLst xmlns:a="http://schemas.openxmlformats.org/drawingml/2006/main">
              <a:ext uri="{FF2B5EF4-FFF2-40B4-BE49-F238E27FC236}">
                <a16:creationId xmlns:a16="http://schemas.microsoft.com/office/drawing/2014/main" id="{153D74B1-0AAD-4D78-BDFE-F1417F673774}"/>
              </a:ext>
            </a:extLst>
          </p:cNvPr>
          <p:cNvSpPr>
            <a:spLocks xmlns:a="http://schemas.openxmlformats.org/drawingml/2006/main" noGrp="1"/>
          </p:cNvSpPr>
          <p:nvPr/>
        </p:nvSpPr>
        <p:spPr>
          <a:xfrm xmlns:a="http://schemas.openxmlformats.org/drawingml/2006/main">
            <a:off x="12277725" y="2809875"/>
            <a:ext cx="2260473"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07" name="dp42-comparison / n201 / text 1">
            <a:extLst xmlns:a="http://schemas.openxmlformats.org/drawingml/2006/main">
              <a:ext uri="{FF2B5EF4-FFF2-40B4-BE49-F238E27FC236}">
                <a16:creationId xmlns:a16="http://schemas.microsoft.com/office/drawing/2014/main" id="{25ED1600-D64D-410B-B948-E178A1D5703F}"/>
              </a:ext>
            </a:extLst>
          </p:cNvPr>
          <p:cNvSpPr>
            <a:spLocks xmlns:a="http://schemas.openxmlformats.org/drawingml/2006/main" noGrp="1"/>
          </p:cNvSpPr>
          <p:nvPr/>
        </p:nvSpPr>
        <p:spPr>
          <a:xfrm xmlns:a="http://schemas.openxmlformats.org/drawingml/2006/main">
            <a:off x="12296775" y="2819400"/>
            <a:ext cx="52863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최초 위임 / Q1 답변 / 결과 수정</a:t>
            </a:r>
          </a:p>
        </p:txBody>
      </p:sp>
      <p:sp>
        <p:nvSpPr>
          <p:cNvPr id="308" name="dp42-comparison / n202">
            <a:extLst xmlns:a="http://schemas.openxmlformats.org/drawingml/2006/main">
              <a:ext uri="{FF2B5EF4-FFF2-40B4-BE49-F238E27FC236}">
                <a16:creationId xmlns:a16="http://schemas.microsoft.com/office/drawing/2014/main" id="{A40CCDC3-F9D6-4971-898C-3E5DD27FFED8}"/>
              </a:ext>
            </a:extLst>
          </p:cNvPr>
          <p:cNvSpPr>
            <a:spLocks xmlns:a="http://schemas.openxmlformats.org/drawingml/2006/main" noGrp="1"/>
          </p:cNvSpPr>
          <p:nvPr/>
        </p:nvSpPr>
        <p:spPr>
          <a:xfrm xmlns:a="http://schemas.openxmlformats.org/drawingml/2006/main">
            <a:off x="9829800" y="3000375"/>
            <a:ext cx="656272"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09" name="dp42-comparison / n203 / text 1">
            <a:extLst xmlns:a="http://schemas.openxmlformats.org/drawingml/2006/main">
              <a:ext uri="{FF2B5EF4-FFF2-40B4-BE49-F238E27FC236}">
                <a16:creationId xmlns:a16="http://schemas.microsoft.com/office/drawing/2014/main" id="{C81EA946-BF7B-4FC4-B93A-7C736827E3C4}"/>
              </a:ext>
            </a:extLst>
          </p:cNvPr>
          <p:cNvSpPr>
            <a:spLocks xmlns:a="http://schemas.openxmlformats.org/drawingml/2006/main" noGrp="1"/>
          </p:cNvSpPr>
          <p:nvPr/>
        </p:nvSpPr>
        <p:spPr>
          <a:xfrm xmlns:a="http://schemas.openxmlformats.org/drawingml/2006/main">
            <a:off x="9848850" y="3009900"/>
            <a:ext cx="21907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Task T1</a:t>
            </a:r>
          </a:p>
        </p:txBody>
      </p:sp>
      <p:sp>
        <p:nvSpPr>
          <p:cNvPr id="310" name="dp42-comparison / n205">
            <a:extLst xmlns:a="http://schemas.openxmlformats.org/drawingml/2006/main">
              <a:ext uri="{FF2B5EF4-FFF2-40B4-BE49-F238E27FC236}">
                <a16:creationId xmlns:a16="http://schemas.microsoft.com/office/drawing/2014/main" id="{8C92AB20-E3BF-4A1F-8A38-5D214BB5601A}"/>
              </a:ext>
            </a:extLst>
          </p:cNvPr>
          <p:cNvSpPr>
            <a:spLocks xmlns:a="http://schemas.openxmlformats.org/drawingml/2006/main" noGrp="1"/>
          </p:cNvSpPr>
          <p:nvPr/>
        </p:nvSpPr>
        <p:spPr>
          <a:xfrm xmlns:a="http://schemas.openxmlformats.org/drawingml/2006/main">
            <a:off x="12277725" y="2990850"/>
            <a:ext cx="1641729"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11" name="dp42-comparison / n206 / text 1">
            <a:extLst xmlns:a="http://schemas.openxmlformats.org/drawingml/2006/main">
              <a:ext uri="{FF2B5EF4-FFF2-40B4-BE49-F238E27FC236}">
                <a16:creationId xmlns:a16="http://schemas.microsoft.com/office/drawing/2014/main" id="{BC771A4A-46FC-4F08-9CB6-C0AAB8A93C98}"/>
              </a:ext>
            </a:extLst>
          </p:cNvPr>
          <p:cNvSpPr>
            <a:spLocks xmlns:a="http://schemas.openxmlformats.org/drawingml/2006/main" noGrp="1"/>
          </p:cNvSpPr>
          <p:nvPr/>
        </p:nvSpPr>
        <p:spPr>
          <a:xfrm xmlns:a="http://schemas.openxmlformats.org/drawingml/2006/main">
            <a:off x="12296775" y="3000375"/>
            <a:ext cx="52863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보고서 업무와 결과 유지</a:t>
            </a:r>
          </a:p>
        </p:txBody>
      </p:sp>
      <p:sp>
        <p:nvSpPr>
          <p:cNvPr id="312" name="dp42-comparison / n207">
            <a:extLst xmlns:a="http://schemas.openxmlformats.org/drawingml/2006/main">
              <a:ext uri="{FF2B5EF4-FFF2-40B4-BE49-F238E27FC236}">
                <a16:creationId xmlns:a16="http://schemas.microsoft.com/office/drawing/2014/main" id="{6506FAD0-21AC-4268-8422-1D0E2D489DED}"/>
              </a:ext>
            </a:extLst>
          </p:cNvPr>
          <p:cNvSpPr>
            <a:spLocks xmlns:a="http://schemas.openxmlformats.org/drawingml/2006/main" noGrp="1"/>
          </p:cNvSpPr>
          <p:nvPr/>
        </p:nvSpPr>
        <p:spPr>
          <a:xfrm xmlns:a="http://schemas.openxmlformats.org/drawingml/2006/main">
            <a:off x="9829800" y="3181350"/>
            <a:ext cx="1733550"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13" name="dp42-comparison / n208 / text 1">
            <a:extLst xmlns:a="http://schemas.openxmlformats.org/drawingml/2006/main">
              <a:ext uri="{FF2B5EF4-FFF2-40B4-BE49-F238E27FC236}">
                <a16:creationId xmlns:a16="http://schemas.microsoft.com/office/drawing/2014/main" id="{A2A51953-F072-4354-8FD7-2A9F0D069BE7}"/>
              </a:ext>
            </a:extLst>
          </p:cNvPr>
          <p:cNvSpPr>
            <a:spLocks xmlns:a="http://schemas.openxmlformats.org/drawingml/2006/main" noGrp="1"/>
          </p:cNvSpPr>
          <p:nvPr/>
        </p:nvSpPr>
        <p:spPr>
          <a:xfrm xmlns:a="http://schemas.openxmlformats.org/drawingml/2006/main">
            <a:off x="9848850" y="3190875"/>
            <a:ext cx="21907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Execution / Question</a:t>
            </a:r>
          </a:p>
        </p:txBody>
      </p:sp>
      <p:sp>
        <p:nvSpPr>
          <p:cNvPr id="314" name="dp42-comparison / n210">
            <a:extLst xmlns:a="http://schemas.openxmlformats.org/drawingml/2006/main">
              <a:ext uri="{FF2B5EF4-FFF2-40B4-BE49-F238E27FC236}">
                <a16:creationId xmlns:a16="http://schemas.microsoft.com/office/drawing/2014/main" id="{F017ADD6-09FC-4910-82D7-E109E5ACCB62}"/>
              </a:ext>
            </a:extLst>
          </p:cNvPr>
          <p:cNvSpPr>
            <a:spLocks xmlns:a="http://schemas.openxmlformats.org/drawingml/2006/main" noGrp="1"/>
          </p:cNvSpPr>
          <p:nvPr/>
        </p:nvSpPr>
        <p:spPr>
          <a:xfrm xmlns:a="http://schemas.openxmlformats.org/drawingml/2006/main">
            <a:off x="12277725" y="3171825"/>
            <a:ext cx="2191131"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15" name="dp42-comparison / n211 / text 1">
            <a:extLst xmlns:a="http://schemas.openxmlformats.org/drawingml/2006/main">
              <a:ext uri="{FF2B5EF4-FFF2-40B4-BE49-F238E27FC236}">
                <a16:creationId xmlns:a16="http://schemas.microsoft.com/office/drawing/2014/main" id="{FF19D94E-0045-44E8-A0C2-087BB17AB30B}"/>
              </a:ext>
            </a:extLst>
          </p:cNvPr>
          <p:cNvSpPr>
            <a:spLocks xmlns:a="http://schemas.openxmlformats.org/drawingml/2006/main" noGrp="1"/>
          </p:cNvSpPr>
          <p:nvPr/>
        </p:nvSpPr>
        <p:spPr>
          <a:xfrm xmlns:a="http://schemas.openxmlformats.org/drawingml/2006/main">
            <a:off x="12296775" y="3181350"/>
            <a:ext cx="52863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X1 완료 → X2 / Q1 제시 → 답변</a:t>
            </a:r>
          </a:p>
        </p:txBody>
      </p:sp>
      <p:sp>
        <p:nvSpPr>
          <p:cNvPr id="316" name="dp42-comparison / n212">
            <a:extLst xmlns:a="http://schemas.openxmlformats.org/drawingml/2006/main">
              <a:ext uri="{FF2B5EF4-FFF2-40B4-BE49-F238E27FC236}">
                <a16:creationId xmlns:a16="http://schemas.microsoft.com/office/drawing/2014/main" id="{38B2D526-05F5-483F-AF0A-4DCE365FFF90}"/>
              </a:ext>
            </a:extLst>
          </p:cNvPr>
          <p:cNvSpPr>
            <a:spLocks xmlns:a="http://schemas.openxmlformats.org/drawingml/2006/main" noGrp="1"/>
          </p:cNvSpPr>
          <p:nvPr/>
        </p:nvSpPr>
        <p:spPr>
          <a:xfrm xmlns:a="http://schemas.openxmlformats.org/drawingml/2006/main">
            <a:off x="12277725" y="3352800"/>
            <a:ext cx="3448050"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17" name="dp42-comparison / n213 / text 1">
            <a:extLst xmlns:a="http://schemas.openxmlformats.org/drawingml/2006/main">
              <a:ext uri="{FF2B5EF4-FFF2-40B4-BE49-F238E27FC236}">
                <a16:creationId xmlns:a16="http://schemas.microsoft.com/office/drawing/2014/main" id="{578B8394-0A66-408A-9F7C-2AE9E43B82EC}"/>
              </a:ext>
            </a:extLst>
          </p:cNvPr>
          <p:cNvSpPr>
            <a:spLocks xmlns:a="http://schemas.openxmlformats.org/drawingml/2006/main" noGrp="1"/>
          </p:cNvSpPr>
          <p:nvPr/>
        </p:nvSpPr>
        <p:spPr>
          <a:xfrm xmlns:a="http://schemas.openxmlformats.org/drawingml/2006/main">
            <a:off x="12296775" y="3362325"/>
            <a:ext cx="52863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강조 경계: Core/서비스 실행 영역 / 박스: 논리 Component</a:t>
            </a:r>
          </a:p>
        </p:txBody>
      </p:sp>
      <p:sp>
        <p:nvSpPr>
          <p:cNvPr id="318" name="dp42-comparison / n218">
            <a:extLst xmlns:a="http://schemas.openxmlformats.org/drawingml/2006/main">
              <a:ext uri="{FF2B5EF4-FFF2-40B4-BE49-F238E27FC236}">
                <a16:creationId xmlns:a16="http://schemas.microsoft.com/office/drawing/2014/main" id="{EDD48BEB-8631-4E32-AA0C-0BBC4967BB18}"/>
              </a:ext>
            </a:extLst>
          </p:cNvPr>
          <p:cNvSpPr>
            <a:spLocks xmlns:a="http://schemas.openxmlformats.org/drawingml/2006/main" noGrp="1"/>
          </p:cNvSpPr>
          <p:nvPr/>
        </p:nvSpPr>
        <p:spPr>
          <a:xfrm xmlns:a="http://schemas.openxmlformats.org/drawingml/2006/main">
            <a:off x="11410950" y="3581400"/>
            <a:ext cx="1529715"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19" name="dp42-comparison / n219 / text 1">
            <a:extLst xmlns:a="http://schemas.openxmlformats.org/drawingml/2006/main">
              <a:ext uri="{FF2B5EF4-FFF2-40B4-BE49-F238E27FC236}">
                <a16:creationId xmlns:a16="http://schemas.microsoft.com/office/drawing/2014/main" id="{D9A0CEAE-2EFE-44D5-8B0E-F683FC723FD2}"/>
              </a:ext>
            </a:extLst>
          </p:cNvPr>
          <p:cNvSpPr>
            <a:spLocks xmlns:a="http://schemas.openxmlformats.org/drawingml/2006/main" noGrp="1"/>
          </p:cNvSpPr>
          <p:nvPr/>
        </p:nvSpPr>
        <p:spPr>
          <a:xfrm xmlns:a="http://schemas.openxmlformats.org/drawingml/2006/main">
            <a:off x="11430000" y="3590925"/>
            <a:ext cx="21907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독립 상태 / 실행 수명</a:t>
            </a:r>
          </a:p>
        </p:txBody>
      </p:sp>
      <p:sp>
        <p:nvSpPr>
          <p:cNvPr id="320" name="dp42-comparison / n220">
            <a:extLst xmlns:a="http://schemas.openxmlformats.org/drawingml/2006/main">
              <a:ext uri="{FF2B5EF4-FFF2-40B4-BE49-F238E27FC236}">
                <a16:creationId xmlns:a16="http://schemas.microsoft.com/office/drawing/2014/main" id="{4F50A152-1877-4D15-89ED-995FACAB99D5}"/>
              </a:ext>
            </a:extLst>
          </p:cNvPr>
          <p:cNvSpPr>
            <a:spLocks xmlns:a="http://schemas.openxmlformats.org/drawingml/2006/main" noGrp="1"/>
          </p:cNvSpPr>
          <p:nvPr/>
        </p:nvSpPr>
        <p:spPr>
          <a:xfrm xmlns:a="http://schemas.openxmlformats.org/drawingml/2006/main">
            <a:off x="15792450" y="3581400"/>
            <a:ext cx="1529715"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21" name="dp42-comparison / n221 / text 1">
            <a:extLst xmlns:a="http://schemas.openxmlformats.org/drawingml/2006/main">
              <a:ext uri="{FF2B5EF4-FFF2-40B4-BE49-F238E27FC236}">
                <a16:creationId xmlns:a16="http://schemas.microsoft.com/office/drawing/2014/main" id="{5B9BF026-B987-48FC-BA4E-79375172EBA9}"/>
              </a:ext>
            </a:extLst>
          </p:cNvPr>
          <p:cNvSpPr>
            <a:spLocks xmlns:a="http://schemas.openxmlformats.org/drawingml/2006/main" noGrp="1"/>
          </p:cNvSpPr>
          <p:nvPr/>
        </p:nvSpPr>
        <p:spPr>
          <a:xfrm xmlns:a="http://schemas.openxmlformats.org/drawingml/2006/main">
            <a:off x="15811500" y="3590925"/>
            <a:ext cx="18097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독립 상태 / 실행 수명</a:t>
            </a:r>
          </a:p>
        </p:txBody>
      </p:sp>
      <p:sp>
        <p:nvSpPr>
          <p:cNvPr id="322" name="dp42-comparison / n232">
            <a:extLst xmlns:a="http://schemas.openxmlformats.org/drawingml/2006/main">
              <a:ext uri="{FF2B5EF4-FFF2-40B4-BE49-F238E27FC236}">
                <a16:creationId xmlns:a16="http://schemas.microsoft.com/office/drawing/2014/main" id="{900879BD-D2E3-4634-A882-543AE27FA312}"/>
              </a:ext>
            </a:extLst>
          </p:cNvPr>
          <p:cNvSpPr>
            <a:spLocks xmlns:a="http://schemas.openxmlformats.org/drawingml/2006/main" noGrp="1"/>
          </p:cNvSpPr>
          <p:nvPr/>
        </p:nvSpPr>
        <p:spPr>
          <a:xfrm xmlns:a="http://schemas.openxmlformats.org/drawingml/2006/main">
            <a:off x="10010775" y="4276725"/>
            <a:ext cx="2508504"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23" name="dp42-comparison / n233 / text 1">
            <a:extLst xmlns:a="http://schemas.openxmlformats.org/drawingml/2006/main">
              <a:ext uri="{FF2B5EF4-FFF2-40B4-BE49-F238E27FC236}">
                <a16:creationId xmlns:a16="http://schemas.microsoft.com/office/drawing/2014/main" id="{5BF211DD-D392-4603-A0FB-241BFA2D1289}"/>
              </a:ext>
            </a:extLst>
          </p:cNvPr>
          <p:cNvSpPr>
            <a:spLocks xmlns:a="http://schemas.openxmlformats.org/drawingml/2006/main" noGrp="1"/>
          </p:cNvSpPr>
          <p:nvPr/>
        </p:nvSpPr>
        <p:spPr>
          <a:xfrm xmlns:a="http://schemas.openxmlformats.org/drawingml/2006/main">
            <a:off x="10029825" y="4286250"/>
            <a:ext cx="28575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C1 / R2 / u2 → Q1 → T1 / P1 참조</a:t>
            </a:r>
          </a:p>
        </p:txBody>
      </p:sp>
      <p:sp>
        <p:nvSpPr>
          <p:cNvPr id="324" name="dp42-comparison / n234">
            <a:extLst xmlns:a="http://schemas.openxmlformats.org/drawingml/2006/main">
              <a:ext uri="{FF2B5EF4-FFF2-40B4-BE49-F238E27FC236}">
                <a16:creationId xmlns:a16="http://schemas.microsoft.com/office/drawing/2014/main" id="{47A04EB9-DF97-47ED-936E-D50E7F6E486B}"/>
              </a:ext>
            </a:extLst>
          </p:cNvPr>
          <p:cNvSpPr>
            <a:spLocks xmlns:a="http://schemas.openxmlformats.org/drawingml/2006/main" noGrp="1"/>
          </p:cNvSpPr>
          <p:nvPr/>
        </p:nvSpPr>
        <p:spPr>
          <a:xfrm xmlns:a="http://schemas.openxmlformats.org/drawingml/2006/main">
            <a:off x="14916150" y="4295775"/>
            <a:ext cx="2044446"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25" name="dp42-comparison / n235 / text 1">
            <a:extLst xmlns:a="http://schemas.openxmlformats.org/drawingml/2006/main">
              <a:ext uri="{FF2B5EF4-FFF2-40B4-BE49-F238E27FC236}">
                <a16:creationId xmlns:a16="http://schemas.microsoft.com/office/drawing/2014/main" id="{B1186D0F-AC6C-403E-8CF0-00905E6ED4F8}"/>
              </a:ext>
            </a:extLst>
          </p:cNvPr>
          <p:cNvSpPr>
            <a:spLocks xmlns:a="http://schemas.openxmlformats.org/drawingml/2006/main" noGrp="1"/>
          </p:cNvSpPr>
          <p:nvPr/>
        </p:nvSpPr>
        <p:spPr>
          <a:xfrm xmlns:a="http://schemas.openxmlformats.org/drawingml/2006/main">
            <a:off x="14935200" y="4305300"/>
            <a:ext cx="252412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조회: T1 / X1 / Q1=OPEN,v7</a:t>
            </a:r>
          </a:p>
        </p:txBody>
      </p:sp>
      <p:sp>
        <p:nvSpPr>
          <p:cNvPr id="326" name="dp42-comparison / n238">
            <a:extLst xmlns:a="http://schemas.openxmlformats.org/drawingml/2006/main">
              <a:ext uri="{FF2B5EF4-FFF2-40B4-BE49-F238E27FC236}">
                <a16:creationId xmlns:a16="http://schemas.microsoft.com/office/drawing/2014/main" id="{E978BD6F-EB60-4C0B-A3FD-DDDC97945AC2}"/>
              </a:ext>
            </a:extLst>
          </p:cNvPr>
          <p:cNvSpPr>
            <a:spLocks xmlns:a="http://schemas.openxmlformats.org/drawingml/2006/main" noGrp="1"/>
          </p:cNvSpPr>
          <p:nvPr/>
        </p:nvSpPr>
        <p:spPr>
          <a:xfrm xmlns:a="http://schemas.openxmlformats.org/drawingml/2006/main">
            <a:off x="12468225" y="3800475"/>
            <a:ext cx="1505140"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27" name="dp42-comparison / n239 / text 1">
            <a:extLst xmlns:a="http://schemas.openxmlformats.org/drawingml/2006/main">
              <a:ext uri="{FF2B5EF4-FFF2-40B4-BE49-F238E27FC236}">
                <a16:creationId xmlns:a16="http://schemas.microsoft.com/office/drawing/2014/main" id="{D6855DD0-D8EE-40E3-8A77-4BCA311FBD18}"/>
              </a:ext>
            </a:extLst>
          </p:cNvPr>
          <p:cNvSpPr>
            <a:spLocks xmlns:a="http://schemas.openxmlformats.org/drawingml/2006/main" noGrp="1"/>
          </p:cNvSpPr>
          <p:nvPr/>
        </p:nvSpPr>
        <p:spPr>
          <a:xfrm xmlns:a="http://schemas.openxmlformats.org/drawingml/2006/main">
            <a:off x="12487275" y="3810000"/>
            <a:ext cx="22669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질문 조회 → / ← Q1,v7</a:t>
            </a:r>
          </a:p>
        </p:txBody>
      </p:sp>
      <p:sp>
        <p:nvSpPr>
          <p:cNvPr id="328" name="dp42-comparison / n241">
            <a:extLst xmlns:a="http://schemas.openxmlformats.org/drawingml/2006/main">
              <a:ext uri="{FF2B5EF4-FFF2-40B4-BE49-F238E27FC236}">
                <a16:creationId xmlns:a16="http://schemas.microsoft.com/office/drawing/2014/main" id="{DCC8B25A-ACE9-43C8-AA23-9E813585A563}"/>
              </a:ext>
            </a:extLst>
          </p:cNvPr>
          <p:cNvSpPr>
            <a:spLocks xmlns:a="http://schemas.openxmlformats.org/drawingml/2006/main" noGrp="1"/>
          </p:cNvSpPr>
          <p:nvPr/>
        </p:nvSpPr>
        <p:spPr>
          <a:xfrm xmlns:a="http://schemas.openxmlformats.org/drawingml/2006/main">
            <a:off x="12477750" y="4067175"/>
            <a:ext cx="1628965"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29" name="dp42-comparison / n242 / text 1">
            <a:extLst xmlns:a="http://schemas.openxmlformats.org/drawingml/2006/main">
              <a:ext uri="{FF2B5EF4-FFF2-40B4-BE49-F238E27FC236}">
                <a16:creationId xmlns:a16="http://schemas.microsoft.com/office/drawing/2014/main" id="{054C61DF-22A1-4C86-9A4B-D98B2A1FC81C}"/>
              </a:ext>
            </a:extLst>
          </p:cNvPr>
          <p:cNvSpPr>
            <a:spLocks xmlns:a="http://schemas.openxmlformats.org/drawingml/2006/main" noGrp="1"/>
          </p:cNvSpPr>
          <p:nvPr/>
        </p:nvSpPr>
        <p:spPr>
          <a:xfrm xmlns:a="http://schemas.openxmlformats.org/drawingml/2006/main">
            <a:off x="12496800" y="4076700"/>
            <a:ext cx="228600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K1: Q1 답변=상반기 / v7</a:t>
            </a:r>
          </a:p>
        </p:txBody>
      </p:sp>
      <p:sp>
        <p:nvSpPr>
          <p:cNvPr id="330" name="dp42-comparison / n244">
            <a:extLst xmlns:a="http://schemas.openxmlformats.org/drawingml/2006/main">
              <a:ext uri="{FF2B5EF4-FFF2-40B4-BE49-F238E27FC236}">
                <a16:creationId xmlns:a16="http://schemas.microsoft.com/office/drawing/2014/main" id="{64262CB7-B946-41BB-B50B-63BD978349B4}"/>
              </a:ext>
            </a:extLst>
          </p:cNvPr>
          <p:cNvSpPr>
            <a:spLocks xmlns:a="http://schemas.openxmlformats.org/drawingml/2006/main" noGrp="1"/>
          </p:cNvSpPr>
          <p:nvPr/>
        </p:nvSpPr>
        <p:spPr>
          <a:xfrm xmlns:a="http://schemas.openxmlformats.org/drawingml/2006/main">
            <a:off x="12477750" y="4314825"/>
            <a:ext cx="1684401"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31" name="dp42-comparison / n245 / text 1">
            <a:extLst xmlns:a="http://schemas.openxmlformats.org/drawingml/2006/main">
              <a:ext uri="{FF2B5EF4-FFF2-40B4-BE49-F238E27FC236}">
                <a16:creationId xmlns:a16="http://schemas.microsoft.com/office/drawing/2014/main" id="{94658E88-9B4C-42BA-8E3E-E0F5E6EA2508}"/>
              </a:ext>
            </a:extLst>
          </p:cNvPr>
          <p:cNvSpPr>
            <a:spLocks xmlns:a="http://schemas.openxmlformats.org/drawingml/2006/main" noGrp="1"/>
          </p:cNvSpPr>
          <p:nvPr/>
        </p:nvSpPr>
        <p:spPr>
          <a:xfrm xmlns:a="http://schemas.openxmlformats.org/drawingml/2006/main">
            <a:off x="12496800" y="4324350"/>
            <a:ext cx="22860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외부 접수 / 질문 / 결과</a:t>
            </a:r>
          </a:p>
        </p:txBody>
      </p:sp>
      <p:sp>
        <p:nvSpPr>
          <p:cNvPr id="332" name="dp42-comparison / n248">
            <a:extLst xmlns:a="http://schemas.openxmlformats.org/drawingml/2006/main">
              <a:ext uri="{FF2B5EF4-FFF2-40B4-BE49-F238E27FC236}">
                <a16:creationId xmlns:a16="http://schemas.microsoft.com/office/drawing/2014/main" id="{2A7E9688-7061-4F16-A888-68C8819AEB94}"/>
              </a:ext>
            </a:extLst>
          </p:cNvPr>
          <p:cNvSpPr>
            <a:spLocks xmlns:a="http://schemas.openxmlformats.org/drawingml/2006/main" noGrp="1"/>
          </p:cNvSpPr>
          <p:nvPr/>
        </p:nvSpPr>
        <p:spPr>
          <a:xfrm xmlns:a="http://schemas.openxmlformats.org/drawingml/2006/main">
            <a:off x="10010775" y="4962525"/>
            <a:ext cx="2319909"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33" name="dp42-comparison / n249 / text 1">
            <a:extLst xmlns:a="http://schemas.openxmlformats.org/drawingml/2006/main">
              <a:ext uri="{FF2B5EF4-FFF2-40B4-BE49-F238E27FC236}">
                <a16:creationId xmlns:a16="http://schemas.microsoft.com/office/drawing/2014/main" id="{C766FD1F-5FCB-4464-B8AF-1CC3D2E1B788}"/>
              </a:ext>
            </a:extLst>
          </p:cNvPr>
          <p:cNvSpPr>
            <a:spLocks xmlns:a="http://schemas.openxmlformats.org/drawingml/2006/main" noGrp="1"/>
          </p:cNvSpPr>
          <p:nvPr/>
        </p:nvSpPr>
        <p:spPr>
          <a:xfrm xmlns:a="http://schemas.openxmlformats.org/drawingml/2006/main">
            <a:off x="10029825" y="4972050"/>
            <a:ext cx="25717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u2 + 실제 제시 P1 → 답변 의미 제안</a:t>
            </a:r>
          </a:p>
        </p:txBody>
      </p:sp>
      <p:sp>
        <p:nvSpPr>
          <p:cNvPr id="334" name="dp42-comparison / n252">
            <a:extLst xmlns:a="http://schemas.openxmlformats.org/drawingml/2006/main">
              <a:ext uri="{FF2B5EF4-FFF2-40B4-BE49-F238E27FC236}">
                <a16:creationId xmlns:a16="http://schemas.microsoft.com/office/drawing/2014/main" id="{F515162A-DA9B-47BC-BDCC-9FF526401436}"/>
              </a:ext>
            </a:extLst>
          </p:cNvPr>
          <p:cNvSpPr>
            <a:spLocks xmlns:a="http://schemas.openxmlformats.org/drawingml/2006/main" noGrp="1"/>
          </p:cNvSpPr>
          <p:nvPr/>
        </p:nvSpPr>
        <p:spPr>
          <a:xfrm xmlns:a="http://schemas.openxmlformats.org/drawingml/2006/main">
            <a:off x="12658725" y="4810125"/>
            <a:ext cx="1616964" cy="2933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35" name="dp42-comparison / n253 / text 1">
            <a:extLst xmlns:a="http://schemas.openxmlformats.org/drawingml/2006/main">
              <a:ext uri="{FF2B5EF4-FFF2-40B4-BE49-F238E27FC236}">
                <a16:creationId xmlns:a16="http://schemas.microsoft.com/office/drawing/2014/main" id="{51FBE5E5-9EA1-4F50-8066-1F79F807265A}"/>
              </a:ext>
            </a:extLst>
          </p:cNvPr>
          <p:cNvSpPr>
            <a:spLocks xmlns:a="http://schemas.openxmlformats.org/drawingml/2006/main" noGrp="1"/>
          </p:cNvSpPr>
          <p:nvPr/>
        </p:nvSpPr>
        <p:spPr>
          <a:xfrm xmlns:a="http://schemas.openxmlformats.org/drawingml/2006/main">
            <a:off x="12677775" y="4819650"/>
            <a:ext cx="20764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P2: 상반기 전달 확인</a:t>
            </a:r>
          </a:p>
        </p:txBody>
      </p:sp>
      <p:sp>
        <p:nvSpPr>
          <p:cNvPr id="336" name="dp42-comparison / n253 / text 2">
            <a:extLst xmlns:a="http://schemas.openxmlformats.org/drawingml/2006/main">
              <a:ext uri="{FF2B5EF4-FFF2-40B4-BE49-F238E27FC236}">
                <a16:creationId xmlns:a16="http://schemas.microsoft.com/office/drawing/2014/main" id="{784D831B-8B4D-4DFC-BD50-5EDEE8AF14C4}"/>
              </a:ext>
            </a:extLst>
          </p:cNvPr>
          <p:cNvSpPr>
            <a:spLocks xmlns:a="http://schemas.openxmlformats.org/drawingml/2006/main" noGrp="1"/>
          </p:cNvSpPr>
          <p:nvPr/>
        </p:nvSpPr>
        <p:spPr>
          <a:xfrm xmlns:a="http://schemas.openxmlformats.org/drawingml/2006/main">
            <a:off x="12677775" y="4956810"/>
            <a:ext cx="20764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게시 허용 / 실제 제시 반환</a:t>
            </a:r>
          </a:p>
        </p:txBody>
      </p:sp>
      <p:sp>
        <p:nvSpPr>
          <p:cNvPr id="337" name="dp42-comparison / n254">
            <a:extLst xmlns:a="http://schemas.openxmlformats.org/drawingml/2006/main">
              <a:ext uri="{FF2B5EF4-FFF2-40B4-BE49-F238E27FC236}">
                <a16:creationId xmlns:a16="http://schemas.microsoft.com/office/drawing/2014/main" id="{F5461CA6-8BED-4895-939C-08AC1D67EE55}"/>
              </a:ext>
            </a:extLst>
          </p:cNvPr>
          <p:cNvSpPr>
            <a:spLocks xmlns:a="http://schemas.openxmlformats.org/drawingml/2006/main" noGrp="1"/>
          </p:cNvSpPr>
          <p:nvPr/>
        </p:nvSpPr>
        <p:spPr>
          <a:xfrm xmlns:a="http://schemas.openxmlformats.org/drawingml/2006/main">
            <a:off x="10020300" y="5705475"/>
            <a:ext cx="2225802"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38" name="dp42-comparison / n255 / text 1">
            <a:extLst xmlns:a="http://schemas.openxmlformats.org/drawingml/2006/main">
              <a:ext uri="{FF2B5EF4-FFF2-40B4-BE49-F238E27FC236}">
                <a16:creationId xmlns:a16="http://schemas.microsoft.com/office/drawing/2014/main" id="{FEBA51CE-7B3A-41F7-BA9E-67A8E074F1A9}"/>
              </a:ext>
            </a:extLst>
          </p:cNvPr>
          <p:cNvSpPr>
            <a:spLocks xmlns:a="http://schemas.openxmlformats.org/drawingml/2006/main" noGrp="1"/>
          </p:cNvSpPr>
          <p:nvPr/>
        </p:nvSpPr>
        <p:spPr>
          <a:xfrm xmlns:a="http://schemas.openxmlformats.org/drawingml/2006/main">
            <a:off x="10039350" y="5715000"/>
            <a:ext cx="27622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P1→Q1 실제 제시 / P2 전달 원장</a:t>
            </a:r>
          </a:p>
        </p:txBody>
      </p:sp>
      <p:sp>
        <p:nvSpPr>
          <p:cNvPr id="339" name="dp42-comparison / n258">
            <a:extLst xmlns:a="http://schemas.openxmlformats.org/drawingml/2006/main">
              <a:ext uri="{FF2B5EF4-FFF2-40B4-BE49-F238E27FC236}">
                <a16:creationId xmlns:a16="http://schemas.microsoft.com/office/drawing/2014/main" id="{BDED7B6B-ED67-4D16-B7D1-C13FA2AE4AFB}"/>
              </a:ext>
            </a:extLst>
          </p:cNvPr>
          <p:cNvSpPr>
            <a:spLocks xmlns:a="http://schemas.openxmlformats.org/drawingml/2006/main" noGrp="1"/>
          </p:cNvSpPr>
          <p:nvPr/>
        </p:nvSpPr>
        <p:spPr>
          <a:xfrm xmlns:a="http://schemas.openxmlformats.org/drawingml/2006/main">
            <a:off x="14916150" y="4657725"/>
            <a:ext cx="1580388" cy="33909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40" name="dp42-comparison / n259 / text 1">
            <a:extLst xmlns:a="http://schemas.openxmlformats.org/drawingml/2006/main">
              <a:ext uri="{FF2B5EF4-FFF2-40B4-BE49-F238E27FC236}">
                <a16:creationId xmlns:a16="http://schemas.microsoft.com/office/drawing/2014/main" id="{0FE81EBF-4AB3-4DE5-B143-9846FDC7106D}"/>
              </a:ext>
            </a:extLst>
          </p:cNvPr>
          <p:cNvSpPr>
            <a:spLocks xmlns:a="http://schemas.openxmlformats.org/drawingml/2006/main" noGrp="1"/>
          </p:cNvSpPr>
          <p:nvPr/>
        </p:nvSpPr>
        <p:spPr>
          <a:xfrm xmlns:a="http://schemas.openxmlformats.org/drawingml/2006/main">
            <a:off x="14935200" y="4667250"/>
            <a:ext cx="252412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접수: Q1=ANSWERED,v8</a:t>
            </a:r>
          </a:p>
        </p:txBody>
      </p:sp>
      <p:sp>
        <p:nvSpPr>
          <p:cNvPr id="341" name="dp42-comparison / n259 / text 2">
            <a:extLst xmlns:a="http://schemas.openxmlformats.org/drawingml/2006/main">
              <a:ext uri="{FF2B5EF4-FFF2-40B4-BE49-F238E27FC236}">
                <a16:creationId xmlns:a16="http://schemas.microsoft.com/office/drawing/2014/main" id="{45E88B7A-92E6-45AA-88AE-61388D5E432A}"/>
              </a:ext>
            </a:extLst>
          </p:cNvPr>
          <p:cNvSpPr>
            <a:spLocks xmlns:a="http://schemas.openxmlformats.org/drawingml/2006/main" noGrp="1"/>
          </p:cNvSpPr>
          <p:nvPr/>
        </p:nvSpPr>
        <p:spPr>
          <a:xfrm xmlns:a="http://schemas.openxmlformats.org/drawingml/2006/main">
            <a:off x="14935200" y="4827270"/>
            <a:ext cx="252412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K1=전송 대기</a:t>
            </a:r>
          </a:p>
        </p:txBody>
      </p:sp>
      <p:sp>
        <p:nvSpPr>
          <p:cNvPr id="342" name="dp42-comparison / n260">
            <a:extLst xmlns:a="http://schemas.openxmlformats.org/drawingml/2006/main">
              <a:ext uri="{FF2B5EF4-FFF2-40B4-BE49-F238E27FC236}">
                <a16:creationId xmlns:a16="http://schemas.microsoft.com/office/drawing/2014/main" id="{C7D08C8B-F7CA-4DD3-8A28-B41928124E17}"/>
              </a:ext>
            </a:extLst>
          </p:cNvPr>
          <p:cNvSpPr>
            <a:spLocks xmlns:a="http://schemas.openxmlformats.org/drawingml/2006/main" noGrp="1"/>
          </p:cNvSpPr>
          <p:nvPr/>
        </p:nvSpPr>
        <p:spPr>
          <a:xfrm xmlns:a="http://schemas.openxmlformats.org/drawingml/2006/main">
            <a:off x="14916150" y="5705475"/>
            <a:ext cx="1993773"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43" name="dp42-comparison / n261 / text 1">
            <a:extLst xmlns:a="http://schemas.openxmlformats.org/drawingml/2006/main">
              <a:ext uri="{FF2B5EF4-FFF2-40B4-BE49-F238E27FC236}">
                <a16:creationId xmlns:a16="http://schemas.microsoft.com/office/drawing/2014/main" id="{5AE5F802-6615-46D2-A12E-4C7CDC5CAD82}"/>
              </a:ext>
            </a:extLst>
          </p:cNvPr>
          <p:cNvSpPr>
            <a:spLocks xmlns:a="http://schemas.openxmlformats.org/drawingml/2006/main" noGrp="1"/>
          </p:cNvSpPr>
          <p:nvPr/>
        </p:nvSpPr>
        <p:spPr>
          <a:xfrm xmlns:a="http://schemas.openxmlformats.org/drawingml/2006/main">
            <a:off x="14935200" y="5715000"/>
            <a:ext cx="25812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K1 외부 접수 / X1 관측 상태</a:t>
            </a:r>
          </a:p>
        </p:txBody>
      </p:sp>
      <p:sp>
        <p:nvSpPr>
          <p:cNvPr id="344" name="dp42-comparison / n269">
            <a:extLst xmlns:a="http://schemas.openxmlformats.org/drawingml/2006/main">
              <a:ext uri="{FF2B5EF4-FFF2-40B4-BE49-F238E27FC236}">
                <a16:creationId xmlns:a16="http://schemas.microsoft.com/office/drawing/2014/main" id="{A4E04F43-412A-45AB-B630-0FE084E431C2}"/>
              </a:ext>
            </a:extLst>
          </p:cNvPr>
          <p:cNvSpPr>
            <a:spLocks xmlns:a="http://schemas.openxmlformats.org/drawingml/2006/main" noGrp="1"/>
          </p:cNvSpPr>
          <p:nvPr/>
        </p:nvSpPr>
        <p:spPr>
          <a:xfrm xmlns:a="http://schemas.openxmlformats.org/drawingml/2006/main">
            <a:off x="10010775" y="6000750"/>
            <a:ext cx="1860423" cy="33909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45" name="dp42-comparison / n270 / text 1">
            <a:extLst xmlns:a="http://schemas.openxmlformats.org/drawingml/2006/main">
              <a:ext uri="{FF2B5EF4-FFF2-40B4-BE49-F238E27FC236}">
                <a16:creationId xmlns:a16="http://schemas.microsoft.com/office/drawing/2014/main" id="{F9ACC11A-490E-4C1E-9DC4-40DE89DEED01}"/>
              </a:ext>
            </a:extLst>
          </p:cNvPr>
          <p:cNvSpPr>
            <a:spLocks xmlns:a="http://schemas.openxmlformats.org/drawingml/2006/main" noGrp="1"/>
          </p:cNvSpPr>
          <p:nvPr/>
        </p:nvSpPr>
        <p:spPr>
          <a:xfrm xmlns:a="http://schemas.openxmlformats.org/drawingml/2006/main">
            <a:off x="10029825" y="6010275"/>
            <a:ext cx="35337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선저장: R2=접수 대기 / K1</a:t>
            </a:r>
          </a:p>
        </p:txBody>
      </p:sp>
      <p:sp>
        <p:nvSpPr>
          <p:cNvPr id="346" name="dp42-comparison / n270 / text 2">
            <a:extLst xmlns:a="http://schemas.openxmlformats.org/drawingml/2006/main">
              <a:ext uri="{FF2B5EF4-FFF2-40B4-BE49-F238E27FC236}">
                <a16:creationId xmlns:a16="http://schemas.microsoft.com/office/drawing/2014/main" id="{84098215-DEB0-486C-9FD2-2EFAD84E0F16}"/>
              </a:ext>
            </a:extLst>
          </p:cNvPr>
          <p:cNvSpPr>
            <a:spLocks xmlns:a="http://schemas.openxmlformats.org/drawingml/2006/main" noGrp="1"/>
          </p:cNvSpPr>
          <p:nvPr/>
        </p:nvSpPr>
        <p:spPr>
          <a:xfrm xmlns:a="http://schemas.openxmlformats.org/drawingml/2006/main">
            <a:off x="10029825" y="6170295"/>
            <a:ext cx="35337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후반영: K1 내부 접수 확인</a:t>
            </a:r>
          </a:p>
        </p:txBody>
      </p:sp>
      <p:sp>
        <p:nvSpPr>
          <p:cNvPr id="347" name="dp42-comparison / n271">
            <a:extLst xmlns:a="http://schemas.openxmlformats.org/drawingml/2006/main">
              <a:ext uri="{FF2B5EF4-FFF2-40B4-BE49-F238E27FC236}">
                <a16:creationId xmlns:a16="http://schemas.microsoft.com/office/drawing/2014/main" id="{D86C1012-1640-47A0-AAE4-70D4C5535FBB}"/>
              </a:ext>
            </a:extLst>
          </p:cNvPr>
          <p:cNvSpPr>
            <a:spLocks xmlns:a="http://schemas.openxmlformats.org/drawingml/2006/main" noGrp="1"/>
          </p:cNvSpPr>
          <p:nvPr/>
        </p:nvSpPr>
        <p:spPr>
          <a:xfrm xmlns:a="http://schemas.openxmlformats.org/drawingml/2006/main">
            <a:off x="14506575" y="6000750"/>
            <a:ext cx="2148459" cy="33909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48" name="dp42-comparison / n272 / text 1">
            <a:extLst xmlns:a="http://schemas.openxmlformats.org/drawingml/2006/main">
              <a:ext uri="{FF2B5EF4-FFF2-40B4-BE49-F238E27FC236}">
                <a16:creationId xmlns:a16="http://schemas.microsoft.com/office/drawing/2014/main" id="{A071E68D-388D-41B7-A0DF-A5BC0E5D8FD4}"/>
              </a:ext>
            </a:extLst>
          </p:cNvPr>
          <p:cNvSpPr>
            <a:spLocks xmlns:a="http://schemas.openxmlformats.org/drawingml/2006/main" noGrp="1"/>
          </p:cNvSpPr>
          <p:nvPr/>
        </p:nvSpPr>
        <p:spPr>
          <a:xfrm xmlns:a="http://schemas.openxmlformats.org/drawingml/2006/main">
            <a:off x="14525625" y="6010275"/>
            <a:ext cx="29718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Q1 변경 + K1 + 내부 접수 결과</a:t>
            </a:r>
          </a:p>
        </p:txBody>
      </p:sp>
      <p:sp>
        <p:nvSpPr>
          <p:cNvPr id="349" name="dp42-comparison / n272 / text 2">
            <a:extLst xmlns:a="http://schemas.openxmlformats.org/drawingml/2006/main">
              <a:ext uri="{FF2B5EF4-FFF2-40B4-BE49-F238E27FC236}">
                <a16:creationId xmlns:a16="http://schemas.microsoft.com/office/drawing/2014/main" id="{9B706FB3-06D5-4397-99B4-6A7E88149681}"/>
              </a:ext>
            </a:extLst>
          </p:cNvPr>
          <p:cNvSpPr>
            <a:spLocks xmlns:a="http://schemas.openxmlformats.org/drawingml/2006/main" noGrp="1"/>
          </p:cNvSpPr>
          <p:nvPr/>
        </p:nvSpPr>
        <p:spPr>
          <a:xfrm xmlns:a="http://schemas.openxmlformats.org/drawingml/2006/main">
            <a:off x="14525625" y="6170295"/>
            <a:ext cx="29718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업무의 로컬 transaction</a:t>
            </a:r>
          </a:p>
        </p:txBody>
      </p:sp>
      <p:sp>
        <p:nvSpPr>
          <p:cNvPr id="350" name="dp42-comparison / n273">
            <a:extLst xmlns:a="http://schemas.openxmlformats.org/drawingml/2006/main">
              <a:ext uri="{FF2B5EF4-FFF2-40B4-BE49-F238E27FC236}">
                <a16:creationId xmlns:a16="http://schemas.microsoft.com/office/drawing/2014/main" id="{69DA83C3-DE33-48D6-9D90-AA63CBC880E3}"/>
              </a:ext>
            </a:extLst>
          </p:cNvPr>
          <p:cNvSpPr>
            <a:spLocks xmlns:a="http://schemas.openxmlformats.org/drawingml/2006/main" noGrp="1"/>
          </p:cNvSpPr>
          <p:nvPr/>
        </p:nvSpPr>
        <p:spPr>
          <a:xfrm xmlns:a="http://schemas.openxmlformats.org/drawingml/2006/main">
            <a:off x="12668250" y="4619625"/>
            <a:ext cx="1497711"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51" name="dp42-comparison / n274 / text 1">
            <a:extLst xmlns:a="http://schemas.openxmlformats.org/drawingml/2006/main">
              <a:ext uri="{FF2B5EF4-FFF2-40B4-BE49-F238E27FC236}">
                <a16:creationId xmlns:a16="http://schemas.microsoft.com/office/drawing/2014/main" id="{243BA4FF-CC29-4FB9-A027-CA7937A1A064}"/>
              </a:ext>
            </a:extLst>
          </p:cNvPr>
          <p:cNvSpPr>
            <a:spLocks xmlns:a="http://schemas.openxmlformats.org/drawingml/2006/main" noGrp="1"/>
          </p:cNvSpPr>
          <p:nvPr/>
        </p:nvSpPr>
        <p:spPr>
          <a:xfrm xmlns:a="http://schemas.openxmlformats.org/drawingml/2006/main">
            <a:off x="12687300" y="4629150"/>
            <a:ext cx="20478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K1 내부 접수 결과 반환</a:t>
            </a:r>
          </a:p>
        </p:txBody>
      </p:sp>
      <p:sp>
        <p:nvSpPr>
          <p:cNvPr id="352" name="dp42-comparison / n285">
            <a:extLst xmlns:a="http://schemas.openxmlformats.org/drawingml/2006/main">
              <a:ext uri="{FF2B5EF4-FFF2-40B4-BE49-F238E27FC236}">
                <a16:creationId xmlns:a16="http://schemas.microsoft.com/office/drawing/2014/main" id="{76306547-B986-472B-89FD-93088CED2DA3}"/>
              </a:ext>
            </a:extLst>
          </p:cNvPr>
          <p:cNvSpPr>
            <a:spLocks xmlns:a="http://schemas.openxmlformats.org/drawingml/2006/main" noGrp="1"/>
          </p:cNvSpPr>
          <p:nvPr/>
        </p:nvSpPr>
        <p:spPr>
          <a:xfrm xmlns:a="http://schemas.openxmlformats.org/drawingml/2006/main">
            <a:off x="12477750" y="6705600"/>
            <a:ext cx="3260979"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53" name="dp42-comparison / n286 / text 1">
            <a:extLst xmlns:a="http://schemas.openxmlformats.org/drawingml/2006/main">
              <a:ext uri="{FF2B5EF4-FFF2-40B4-BE49-F238E27FC236}">
                <a16:creationId xmlns:a16="http://schemas.microsoft.com/office/drawing/2014/main" id="{D71B68CD-15A2-451E-ABEA-B5B5941872EC}"/>
              </a:ext>
            </a:extLst>
          </p:cNvPr>
          <p:cNvSpPr>
            <a:spLocks xmlns:a="http://schemas.openxmlformats.org/drawingml/2006/main" noGrp="1"/>
          </p:cNvSpPr>
          <p:nvPr/>
        </p:nvSpPr>
        <p:spPr>
          <a:xfrm xmlns:a="http://schemas.openxmlformats.org/drawingml/2006/main">
            <a:off x="12496800" y="6715125"/>
            <a:ext cx="50863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release(P2,epoch) / receipt(P2,실제 전달 범위)</a:t>
            </a:r>
          </a:p>
        </p:txBody>
      </p:sp>
      <p:sp>
        <p:nvSpPr>
          <p:cNvPr id="354" name="dp42-comparison / n293">
            <a:extLst xmlns:a="http://schemas.openxmlformats.org/drawingml/2006/main">
              <a:ext uri="{FF2B5EF4-FFF2-40B4-BE49-F238E27FC236}">
                <a16:creationId xmlns:a16="http://schemas.microsoft.com/office/drawing/2014/main" id="{18857D36-D71B-477E-9C09-0D819E603DA1}"/>
              </a:ext>
            </a:extLst>
          </p:cNvPr>
          <p:cNvSpPr>
            <a:spLocks xmlns:a="http://schemas.openxmlformats.org/drawingml/2006/main" noGrp="1"/>
          </p:cNvSpPr>
          <p:nvPr/>
        </p:nvSpPr>
        <p:spPr>
          <a:xfrm xmlns:a="http://schemas.openxmlformats.org/drawingml/2006/main">
            <a:off x="10010775" y="6810375"/>
            <a:ext cx="2238375"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55" name="dp42-comparison / n294 / text 1">
            <a:extLst xmlns:a="http://schemas.openxmlformats.org/drawingml/2006/main">
              <a:ext uri="{FF2B5EF4-FFF2-40B4-BE49-F238E27FC236}">
                <a16:creationId xmlns:a16="http://schemas.microsoft.com/office/drawing/2014/main" id="{77C87000-E925-41A2-B026-ED495CEC4BAB}"/>
              </a:ext>
            </a:extLst>
          </p:cNvPr>
          <p:cNvSpPr>
            <a:spLocks xmlns:a="http://schemas.openxmlformats.org/drawingml/2006/main" noGrp="1"/>
          </p:cNvSpPr>
          <p:nvPr/>
        </p:nvSpPr>
        <p:spPr>
          <a:xfrm xmlns:a="http://schemas.openxmlformats.org/drawingml/2006/main">
            <a:off x="10029825" y="6819900"/>
            <a:ext cx="22002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u2 입력 / Text / Voice 실제 전달</a:t>
            </a:r>
          </a:p>
        </p:txBody>
      </p:sp>
      <p:sp>
        <p:nvSpPr>
          <p:cNvPr id="356" name="dp42-comparison / n295">
            <a:extLst xmlns:a="http://schemas.openxmlformats.org/drawingml/2006/main">
              <a:ext uri="{FF2B5EF4-FFF2-40B4-BE49-F238E27FC236}">
                <a16:creationId xmlns:a16="http://schemas.microsoft.com/office/drawing/2014/main" id="{6EE4738F-E614-4FFE-8105-EE1AFF0CC793}"/>
              </a:ext>
            </a:extLst>
          </p:cNvPr>
          <p:cNvSpPr>
            <a:spLocks xmlns:a="http://schemas.openxmlformats.org/drawingml/2006/main" noGrp="1"/>
          </p:cNvSpPr>
          <p:nvPr/>
        </p:nvSpPr>
        <p:spPr>
          <a:xfrm xmlns:a="http://schemas.openxmlformats.org/drawingml/2006/main">
            <a:off x="12906375" y="7343775"/>
            <a:ext cx="1732979"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57" name="dp42-comparison / n296 / text 1">
            <a:extLst xmlns:a="http://schemas.openxmlformats.org/drawingml/2006/main">
              <a:ext uri="{FF2B5EF4-FFF2-40B4-BE49-F238E27FC236}">
                <a16:creationId xmlns:a16="http://schemas.microsoft.com/office/drawing/2014/main" id="{1DEC06BE-CF01-44B1-95C2-F13EBAAD1D94}"/>
              </a:ext>
            </a:extLst>
          </p:cNvPr>
          <p:cNvSpPr>
            <a:spLocks xmlns:a="http://schemas.openxmlformats.org/drawingml/2006/main" noGrp="1"/>
          </p:cNvSpPr>
          <p:nvPr/>
        </p:nvSpPr>
        <p:spPr>
          <a:xfrm xmlns:a="http://schemas.openxmlformats.org/drawingml/2006/main">
            <a:off x="12925425" y="7353300"/>
            <a:ext cx="21907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공유 Omni 1벌 / 같은 해석</a:t>
            </a:r>
          </a:p>
        </p:txBody>
      </p:sp>
      <p:sp>
        <p:nvSpPr>
          <p:cNvPr id="358" name="dp42-comparison / n297">
            <a:extLst xmlns:a="http://schemas.openxmlformats.org/drawingml/2006/main">
              <a:ext uri="{FF2B5EF4-FFF2-40B4-BE49-F238E27FC236}">
                <a16:creationId xmlns:a16="http://schemas.microsoft.com/office/drawing/2014/main" id="{C6CA61F5-C879-43D8-8C27-953C29B16C3A}"/>
              </a:ext>
            </a:extLst>
          </p:cNvPr>
          <p:cNvSpPr>
            <a:spLocks xmlns:a="http://schemas.openxmlformats.org/drawingml/2006/main" noGrp="1"/>
          </p:cNvSpPr>
          <p:nvPr/>
        </p:nvSpPr>
        <p:spPr>
          <a:xfrm xmlns:a="http://schemas.openxmlformats.org/drawingml/2006/main">
            <a:off x="15344775" y="7343775"/>
            <a:ext cx="1641348"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59" name="dp42-comparison / n298 / text 1">
            <a:extLst xmlns:a="http://schemas.openxmlformats.org/drawingml/2006/main">
              <a:ext uri="{FF2B5EF4-FFF2-40B4-BE49-F238E27FC236}">
                <a16:creationId xmlns:a16="http://schemas.microsoft.com/office/drawing/2014/main" id="{8114E392-2C29-42A3-A8C1-C0ED182EEB04}"/>
              </a:ext>
            </a:extLst>
          </p:cNvPr>
          <p:cNvSpPr>
            <a:spLocks xmlns:a="http://schemas.openxmlformats.org/drawingml/2006/main" noGrp="1"/>
          </p:cNvSpPr>
          <p:nvPr/>
        </p:nvSpPr>
        <p:spPr>
          <a:xfrm xmlns:a="http://schemas.openxmlformats.org/drawingml/2006/main">
            <a:off x="15363825" y="7353300"/>
            <a:ext cx="233362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K1 전송 / 외부 접수 확인</a:t>
            </a:r>
          </a:p>
        </p:txBody>
      </p:sp>
      <p:sp>
        <p:nvSpPr>
          <p:cNvPr id="360" name="dp42-comparison / n299">
            <a:extLst xmlns:a="http://schemas.openxmlformats.org/drawingml/2006/main">
              <a:ext uri="{FF2B5EF4-FFF2-40B4-BE49-F238E27FC236}">
                <a16:creationId xmlns:a16="http://schemas.microsoft.com/office/drawing/2014/main" id="{59BBF83D-8A7E-488F-9F24-BFAC8360AFA7}"/>
              </a:ext>
            </a:extLst>
          </p:cNvPr>
          <p:cNvSpPr>
            <a:spLocks xmlns:a="http://schemas.openxmlformats.org/drawingml/2006/main" noGrp="1"/>
          </p:cNvSpPr>
          <p:nvPr/>
        </p:nvSpPr>
        <p:spPr>
          <a:xfrm xmlns:a="http://schemas.openxmlformats.org/drawingml/2006/main">
            <a:off x="10010775" y="7343775"/>
            <a:ext cx="1859280"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61" name="dp42-comparison / n300 / text 1">
            <a:extLst xmlns:a="http://schemas.openxmlformats.org/drawingml/2006/main">
              <a:ext uri="{FF2B5EF4-FFF2-40B4-BE49-F238E27FC236}">
                <a16:creationId xmlns:a16="http://schemas.microsoft.com/office/drawing/2014/main" id="{12A6CCDD-9E8B-4DC8-9A7E-A412CB4E439C}"/>
              </a:ext>
            </a:extLst>
          </p:cNvPr>
          <p:cNvSpPr>
            <a:spLocks xmlns:a="http://schemas.openxmlformats.org/drawingml/2006/main" noGrp="1"/>
          </p:cNvSpPr>
          <p:nvPr/>
        </p:nvSpPr>
        <p:spPr>
          <a:xfrm xmlns:a="http://schemas.openxmlformats.org/drawingml/2006/main">
            <a:off x="10029825" y="7353300"/>
            <a:ext cx="22383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Voice Runtime: 음성 I/O 구현</a:t>
            </a:r>
          </a:p>
        </p:txBody>
      </p:sp>
    </p:spTree>
    <p:extLst>
      <p:ext uri="{BB962C8B-B14F-4D97-AF65-F5344CB8AC3E}">
        <p14:creationId xmlns:p14="http://schemas.microsoft.com/office/powerpoint/2010/main" val="70487657"/>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7" name="dp43-background / n1">
            <a:extLst xmlns:a="http://schemas.openxmlformats.org/drawingml/2006/main">
              <a:ext uri="{FF2B5EF4-FFF2-40B4-BE49-F238E27FC236}">
                <a16:creationId xmlns:a16="http://schemas.microsoft.com/office/drawing/2014/main" id="{51732F8F-9DE4-4E3E-85B0-E9E954A7C795}"/>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3-background / n2 / text 1">
            <a:extLst xmlns:a="http://schemas.openxmlformats.org/drawingml/2006/main">
              <a:ext uri="{FF2B5EF4-FFF2-40B4-BE49-F238E27FC236}">
                <a16:creationId xmlns:a16="http://schemas.microsoft.com/office/drawing/2014/main" id="{43B7752C-BA32-40A0-8038-25CC91A8C2B3}"/>
              </a:ext>
            </a:extLst>
          </p:cNvPr>
          <p:cNvSpPr>
            <a:spLocks xmlns:a="http://schemas.openxmlformats.org/drawingml/2006/main" noGrp="1"/>
          </p:cNvSpPr>
          <p:nvPr/>
        </p:nvSpPr>
        <p:spPr>
          <a:xfrm xmlns:a="http://schemas.openxmlformats.org/drawingml/2006/main">
            <a:off x="609600" y="238125"/>
            <a:ext cx="119062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1">
                <a:solidFill>
                  <a:srgbClr val="087E8B"/>
                </a:solidFill>
                <a:latin typeface="Apple SD Gothic Neo"/>
                <a:ea typeface="Apple SD Gothic Neo"/>
                <a:cs typeface="Apple SD Gothic Neo"/>
              </a:defRPr>
            </a:pPr>
            <a:r>
              <a:rPr sz="1500" b="1">
                <a:solidFill>
                  <a:srgbClr val="087E8B"/>
                </a:solidFill>
                <a:latin typeface="Apple SD Gothic Neo"/>
                <a:ea typeface="Apple SD Gothic Neo"/>
                <a:cs typeface="Apple SD Gothic Neo"/>
              </a:rPr>
              <a:t>VIA SOFTWARE ARCHITECTURE / DP 배경</a:t>
            </a:r>
          </a:p>
        </p:txBody>
      </p:sp>
      <p:sp>
        <p:nvSpPr>
          <p:cNvPr id="3" name="dp43-background / n3 / text 1">
            <a:extLst xmlns:a="http://schemas.openxmlformats.org/drawingml/2006/main">
              <a:ext uri="{FF2B5EF4-FFF2-40B4-BE49-F238E27FC236}">
                <a16:creationId xmlns:a16="http://schemas.microsoft.com/office/drawing/2014/main" id="{52E6EB53-4ACA-4C0C-AB8D-6366B80C9DD2}"/>
              </a:ext>
            </a:extLst>
          </p:cNvPr>
          <p:cNvSpPr>
            <a:spLocks xmlns:a="http://schemas.openxmlformats.org/drawingml/2006/main" noGrp="1"/>
          </p:cNvSpPr>
          <p:nvPr/>
        </p:nvSpPr>
        <p:spPr>
          <a:xfrm xmlns:a="http://schemas.openxmlformats.org/drawingml/2006/main">
            <a:off x="15011400" y="238125"/>
            <a:ext cx="2667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04-43</a:t>
            </a:r>
          </a:p>
        </p:txBody>
      </p:sp>
      <p:sp>
        <p:nvSpPr>
          <p:cNvPr id="4" name="dp43-background / n4 / text 1">
            <a:extLst xmlns:a="http://schemas.openxmlformats.org/drawingml/2006/main">
              <a:ext uri="{FF2B5EF4-FFF2-40B4-BE49-F238E27FC236}">
                <a16:creationId xmlns:a16="http://schemas.microsoft.com/office/drawing/2014/main" id="{59C55532-D64C-4183-8C0D-3ACC06F8247F}"/>
              </a:ext>
            </a:extLst>
          </p:cNvPr>
          <p:cNvSpPr>
            <a:spLocks xmlns:a="http://schemas.openxmlformats.org/drawingml/2006/main" noGrp="1"/>
          </p:cNvSpPr>
          <p:nvPr/>
        </p:nvSpPr>
        <p:spPr>
          <a:xfrm xmlns:a="http://schemas.openxmlformats.org/drawingml/2006/main">
            <a:off x="609600" y="619125"/>
            <a:ext cx="1695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3000" b="1">
                <a:solidFill>
                  <a:srgbClr val="18232E"/>
                </a:solidFill>
                <a:latin typeface="Apple SD Gothic Neo"/>
                <a:ea typeface="Apple SD Gothic Neo"/>
                <a:cs typeface="Apple SD Gothic Neo"/>
              </a:defRPr>
            </a:pPr>
            <a:r>
              <a:rPr sz="3000" b="1">
                <a:solidFill>
                  <a:srgbClr val="18232E"/>
                </a:solidFill>
                <a:latin typeface="Apple SD Gothic Neo"/>
                <a:ea typeface="Apple SD Gothic Neo"/>
                <a:cs typeface="Apple SD Gothic Neo"/>
              </a:rPr>
              <a:t>04-43. 기능 정확성을 위한 VIA Request 의미 판단 설계</a:t>
            </a:r>
          </a:p>
        </p:txBody>
      </p:sp>
      <p:sp>
        <p:nvSpPr>
          <p:cNvPr id="5" name="dp43-background / n5 / path">
            <a:extLst xmlns:a="http://schemas.openxmlformats.org/drawingml/2006/main">
              <a:ext uri="{FF2B5EF4-FFF2-40B4-BE49-F238E27FC236}">
                <a16:creationId xmlns:a16="http://schemas.microsoft.com/office/drawing/2014/main" id="{55E14FC1-6ABE-40E4-A16F-624BDD95296A}"/>
              </a:ext>
            </a:extLst>
          </p:cNvPr>
          <p:cNvSpPr>
            <a:spLocks xmlns:a="http://schemas.openxmlformats.org/drawingml/2006/main" noGrp="1"/>
          </p:cNvSpPr>
          <p:nvPr/>
        </p:nvSpPr>
        <p:spPr>
          <a:xfrm xmlns:a="http://schemas.openxmlformats.org/drawingml/2006/main">
            <a:off x="609600" y="1209675"/>
            <a:ext cx="17068800" cy="953"/>
          </a:xfrm>
          <a:custGeom xmlns:a="http://schemas.openxmlformats.org/drawingml/2006/main">
            <a:pathLst>
              <a:path w="17068800" h="953">
                <a:moveTo>
                  <a:pt x="0" y="0"/>
                </a:moveTo>
                <a:lnTo>
                  <a:pt x="17068800" y="0"/>
                </a:lnTo>
              </a:path>
            </a:pathLst>
          </a:custGeom>
          <a:noFill xmlns:a="http://schemas.openxmlformats.org/drawingml/2006/main"/>
          <a:ln xmlns:a="http://schemas.openxmlformats.org/drawingml/2006/main" w="19050">
            <a:solidFill>
              <a:srgbClr val="CDD6DE"/>
            </a:solidFill>
            <a:prstDash val="solid"/>
          </a:ln>
        </p:spPr>
      </p:sp>
      <p:sp>
        <p:nvSpPr>
          <p:cNvPr id="6" name="dp43-background / n6">
            <a:extLst xmlns:a="http://schemas.openxmlformats.org/drawingml/2006/main">
              <a:ext uri="{FF2B5EF4-FFF2-40B4-BE49-F238E27FC236}">
                <a16:creationId xmlns:a16="http://schemas.microsoft.com/office/drawing/2014/main" id="{1416CE0B-5ED0-43D0-9899-AAAFF8E2746D}"/>
              </a:ext>
            </a:extLst>
          </p:cNvPr>
          <p:cNvSpPr>
            <a:spLocks xmlns:a="http://schemas.openxmlformats.org/drawingml/2006/main" noGrp="1"/>
          </p:cNvSpPr>
          <p:nvPr/>
        </p:nvSpPr>
        <p:spPr>
          <a:xfrm xmlns:a="http://schemas.openxmlformats.org/drawingml/2006/main">
            <a:off x="609600" y="1438275"/>
            <a:ext cx="17068800" cy="609600"/>
          </a:xfrm>
          <a:prstGeom xmlns:a="http://schemas.openxmlformats.org/drawingml/2006/main" prst="rect">
            <a:avLst/>
          </a:prstGeom>
          <a:solidFill xmlns:a="http://schemas.openxmlformats.org/drawingml/2006/main">
            <a:srgbClr val="FFF4A8"/>
          </a:solidFill>
          <a:ln xmlns:a="http://schemas.openxmlformats.org/drawingml/2006/main" w="0">
            <a:noFill/>
            <a:prstDash val="solid"/>
          </a:ln>
        </p:spPr>
      </p:sp>
      <p:sp>
        <p:nvSpPr>
          <p:cNvPr id="7" name="dp43-background / n7 / text 1">
            <a:extLst xmlns:a="http://schemas.openxmlformats.org/drawingml/2006/main">
              <a:ext uri="{FF2B5EF4-FFF2-40B4-BE49-F238E27FC236}">
                <a16:creationId xmlns:a16="http://schemas.microsoft.com/office/drawing/2014/main" id="{8288F0E6-DD71-4F01-B4C0-A178EF421CBA}"/>
              </a:ext>
            </a:extLst>
          </p:cNvPr>
          <p:cNvSpPr>
            <a:spLocks xmlns:a="http://schemas.openxmlformats.org/drawingml/2006/main" noGrp="1"/>
          </p:cNvSpPr>
          <p:nvPr/>
        </p:nvSpPr>
        <p:spPr>
          <a:xfrm xmlns:a="http://schemas.openxmlformats.org/drawingml/2006/main">
            <a:off x="781050" y="1571625"/>
            <a:ext cx="16725900" cy="49720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700" b="1">
                <a:solidFill>
                  <a:srgbClr val="18232E"/>
                </a:solidFill>
                <a:latin typeface="Apple SD Gothic Neo"/>
                <a:ea typeface="Apple SD Gothic Neo"/>
                <a:cs typeface="Apple SD Gothic Neo"/>
              </a:defRPr>
            </a:pPr>
            <a:r>
              <a:rPr sz="2700" b="1">
                <a:solidFill>
                  <a:srgbClr val="18232E"/>
                </a:solidFill>
                <a:latin typeface="Apple SD Gothic Neo"/>
                <a:ea typeface="Apple SD Gothic Neo"/>
                <a:cs typeface="Apple SD Gothic Neo"/>
              </a:rPr>
              <a:t>메일 정정에 따른 관련 참조 오류와 기존 조건 누락 위험</a:t>
            </a:r>
          </a:p>
        </p:txBody>
      </p:sp>
      <p:sp>
        <p:nvSpPr>
          <p:cNvPr id="8" name="dp43-background / n8 / path">
            <a:extLst xmlns:a="http://schemas.openxmlformats.org/drawingml/2006/main">
              <a:ext uri="{FF2B5EF4-FFF2-40B4-BE49-F238E27FC236}">
                <a16:creationId xmlns:a16="http://schemas.microsoft.com/office/drawing/2014/main" id="{FD4BF337-781E-4C48-8226-7DF2D28B44F3}"/>
              </a:ext>
            </a:extLst>
          </p:cNvPr>
          <p:cNvSpPr>
            <a:spLocks xmlns:a="http://schemas.openxmlformats.org/drawingml/2006/main" noGrp="1"/>
          </p:cNvSpPr>
          <p:nvPr/>
        </p:nvSpPr>
        <p:spPr>
          <a:xfrm xmlns:a="http://schemas.openxmlformats.org/drawingml/2006/main">
            <a:off x="11553825" y="2686050"/>
            <a:ext cx="953" cy="5495925"/>
          </a:xfrm>
          <a:custGeom xmlns:a="http://schemas.openxmlformats.org/drawingml/2006/main">
            <a:pathLst>
              <a:path w="953" h="5495925">
                <a:moveTo>
                  <a:pt x="0" y="0"/>
                </a:moveTo>
                <a:lnTo>
                  <a:pt x="0" y="5495925"/>
                </a:lnTo>
              </a:path>
            </a:pathLst>
          </a:custGeom>
          <a:noFill xmlns:a="http://schemas.openxmlformats.org/drawingml/2006/main"/>
          <a:ln xmlns:a="http://schemas.openxmlformats.org/drawingml/2006/main" w="19050">
            <a:solidFill>
              <a:srgbClr val="CDD6DE"/>
            </a:solidFill>
            <a:prstDash val="solid"/>
          </a:ln>
        </p:spPr>
      </p:sp>
      <p:sp>
        <p:nvSpPr>
          <p:cNvPr id="9" name="dp43-background / n9 / text 1">
            <a:extLst xmlns:a="http://schemas.openxmlformats.org/drawingml/2006/main">
              <a:ext uri="{FF2B5EF4-FFF2-40B4-BE49-F238E27FC236}">
                <a16:creationId xmlns:a16="http://schemas.microsoft.com/office/drawing/2014/main" id="{E76C0721-7B8B-4A3B-A00D-6AB2BF12F7AC}"/>
              </a:ext>
            </a:extLst>
          </p:cNvPr>
          <p:cNvSpPr>
            <a:spLocks xmlns:a="http://schemas.openxmlformats.org/drawingml/2006/main" noGrp="1"/>
          </p:cNvSpPr>
          <p:nvPr/>
        </p:nvSpPr>
        <p:spPr>
          <a:xfrm xmlns:a="http://schemas.openxmlformats.org/drawingml/2006/main">
            <a:off x="12001500" y="2695575"/>
            <a:ext cx="567690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5F6B77"/>
                </a:solidFill>
                <a:latin typeface="Apple SD Gothic Neo"/>
                <a:ea typeface="Apple SD Gothic Neo"/>
                <a:cs typeface="Apple SD Gothic Neo"/>
              </a:defRPr>
            </a:pPr>
            <a:r>
              <a:rPr sz="1950" b="1">
                <a:solidFill>
                  <a:srgbClr val="5F6B77"/>
                </a:solidFill>
                <a:latin typeface="Apple SD Gothic Neo"/>
                <a:ea typeface="Apple SD Gothic Neo"/>
                <a:cs typeface="Apple SD Gothic Neo"/>
              </a:rPr>
              <a:t>설계 고려 사항</a:t>
            </a:r>
          </a:p>
        </p:txBody>
      </p:sp>
      <p:sp>
        <p:nvSpPr>
          <p:cNvPr id="10" name="dp43-background / n10 / path">
            <a:extLst xmlns:a="http://schemas.openxmlformats.org/drawingml/2006/main">
              <a:ext uri="{FF2B5EF4-FFF2-40B4-BE49-F238E27FC236}">
                <a16:creationId xmlns:a16="http://schemas.microsoft.com/office/drawing/2014/main" id="{648A9FB7-D942-4664-A5EB-89886A4BCC6D}"/>
              </a:ext>
            </a:extLst>
          </p:cNvPr>
          <p:cNvSpPr>
            <a:spLocks xmlns:a="http://schemas.openxmlformats.org/drawingml/2006/main" noGrp="1"/>
          </p:cNvSpPr>
          <p:nvPr/>
        </p:nvSpPr>
        <p:spPr>
          <a:xfrm xmlns:a="http://schemas.openxmlformats.org/drawingml/2006/main">
            <a:off x="609600" y="8458200"/>
            <a:ext cx="17068800" cy="953"/>
          </a:xfrm>
          <a:custGeom xmlns:a="http://schemas.openxmlformats.org/drawingml/2006/main">
            <a:pathLst>
              <a:path w="17068800" h="953">
                <a:moveTo>
                  <a:pt x="0" y="0"/>
                </a:moveTo>
                <a:lnTo>
                  <a:pt x="17068800" y="0"/>
                </a:lnTo>
              </a:path>
            </a:pathLst>
          </a:custGeom>
          <a:noFill xmlns:a="http://schemas.openxmlformats.org/drawingml/2006/main"/>
          <a:ln xmlns:a="http://schemas.openxmlformats.org/drawingml/2006/main" w="19050">
            <a:solidFill>
              <a:srgbClr val="CDD6DE"/>
            </a:solidFill>
            <a:prstDash val="solid"/>
          </a:ln>
        </p:spPr>
      </p:sp>
      <p:sp>
        <p:nvSpPr>
          <p:cNvPr id="11" name="dp43-background / n11 / text 1">
            <a:extLst xmlns:a="http://schemas.openxmlformats.org/drawingml/2006/main">
              <a:ext uri="{FF2B5EF4-FFF2-40B4-BE49-F238E27FC236}">
                <a16:creationId xmlns:a16="http://schemas.microsoft.com/office/drawing/2014/main" id="{C51688B1-4822-4F79-8BE3-AE247AEFC09E}"/>
              </a:ext>
            </a:extLst>
          </p:cNvPr>
          <p:cNvSpPr>
            <a:spLocks xmlns:a="http://schemas.openxmlformats.org/drawingml/2006/main" noGrp="1"/>
          </p:cNvSpPr>
          <p:nvPr/>
        </p:nvSpPr>
        <p:spPr>
          <a:xfrm xmlns:a="http://schemas.openxmlformats.org/drawingml/2006/main">
            <a:off x="609600" y="8810625"/>
            <a:ext cx="1571625"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B63732"/>
                </a:solidFill>
                <a:latin typeface="Apple SD Gothic Neo"/>
                <a:ea typeface="Apple SD Gothic Neo"/>
                <a:cs typeface="Apple SD Gothic Neo"/>
              </a:defRPr>
            </a:pPr>
            <a:r>
              <a:rPr sz="1950" b="1">
                <a:solidFill>
                  <a:srgbClr val="B63732"/>
                </a:solidFill>
                <a:latin typeface="Apple SD Gothic Neo"/>
                <a:ea typeface="Apple SD Gothic Neo"/>
                <a:cs typeface="Apple SD Gothic Neo"/>
              </a:rPr>
              <a:t>설계 과제</a:t>
            </a:r>
          </a:p>
        </p:txBody>
      </p:sp>
      <p:sp>
        <p:nvSpPr>
          <p:cNvPr id="12" name="dp43-background / n12 / text 1">
            <a:extLst xmlns:a="http://schemas.openxmlformats.org/drawingml/2006/main">
              <a:ext uri="{FF2B5EF4-FFF2-40B4-BE49-F238E27FC236}">
                <a16:creationId xmlns:a16="http://schemas.microsoft.com/office/drawing/2014/main" id="{73625086-68E7-46B9-8940-D613A41F6DFD}"/>
              </a:ext>
            </a:extLst>
          </p:cNvPr>
          <p:cNvSpPr>
            <a:spLocks xmlns:a="http://schemas.openxmlformats.org/drawingml/2006/main" noGrp="1"/>
          </p:cNvSpPr>
          <p:nvPr/>
        </p:nvSpPr>
        <p:spPr>
          <a:xfrm xmlns:a="http://schemas.openxmlformats.org/drawingml/2006/main">
            <a:off x="2286000" y="8763000"/>
            <a:ext cx="15392400" cy="42814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325" b="1">
                <a:solidFill>
                  <a:srgbClr val="18232E"/>
                </a:solidFill>
                <a:latin typeface="Apple SD Gothic Neo"/>
                <a:ea typeface="Apple SD Gothic Neo"/>
                <a:cs typeface="Apple SD Gothic Neo"/>
              </a:defRPr>
            </a:pPr>
            <a:r>
              <a:rPr sz="2325" b="1">
                <a:solidFill>
                  <a:srgbClr val="18232E"/>
                </a:solidFill>
                <a:latin typeface="Apple SD Gothic Neo"/>
                <a:ea typeface="Apple SD Gothic Neo"/>
                <a:cs typeface="Apple SD Gothic Neo"/>
              </a:rPr>
              <a:t>연관된 의미 판단의 생산 책임과 조정 방식 설계</a:t>
            </a:r>
          </a:p>
        </p:txBody>
      </p:sp>
      <p:sp>
        <p:nvSpPr>
          <p:cNvPr id="13" name="dp43-background / n13 / text 1">
            <a:extLst xmlns:a="http://schemas.openxmlformats.org/drawingml/2006/main">
              <a:ext uri="{FF2B5EF4-FFF2-40B4-BE49-F238E27FC236}">
                <a16:creationId xmlns:a16="http://schemas.microsoft.com/office/drawing/2014/main" id="{FF501319-EB63-4E6C-A727-EF5CE9C32F0D}"/>
              </a:ext>
            </a:extLst>
          </p:cNvPr>
          <p:cNvSpPr>
            <a:spLocks xmlns:a="http://schemas.openxmlformats.org/drawingml/2006/main" noGrp="1"/>
          </p:cNvSpPr>
          <p:nvPr/>
        </p:nvSpPr>
        <p:spPr>
          <a:xfrm xmlns:a="http://schemas.openxmlformats.org/drawingml/2006/main">
            <a:off x="609600" y="9858375"/>
            <a:ext cx="12001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5F6B77"/>
                </a:solidFill>
                <a:latin typeface="Apple SD Gothic Neo"/>
                <a:ea typeface="Apple SD Gothic Neo"/>
                <a:cs typeface="Apple SD Gothic Neo"/>
              </a:defRPr>
            </a:pPr>
            <a:r>
              <a:rPr sz="1350" b="0">
                <a:solidFill>
                  <a:srgbClr val="5F6B77"/>
                </a:solidFill>
                <a:latin typeface="Apple SD Gothic Neo"/>
                <a:ea typeface="Apple SD Gothic Neo"/>
                <a:cs typeface="Apple SD Gothic Neo"/>
              </a:rPr>
              <a:t>품질 관점: 기능 정확성 / 기능 지원 범위 / 변경 용이성</a:t>
            </a:r>
          </a:p>
        </p:txBody>
      </p:sp>
      <p:sp>
        <p:nvSpPr>
          <p:cNvPr id="14" name="dp43-background / n14 / text 1">
            <a:extLst xmlns:a="http://schemas.openxmlformats.org/drawingml/2006/main">
              <a:ext uri="{FF2B5EF4-FFF2-40B4-BE49-F238E27FC236}">
                <a16:creationId xmlns:a16="http://schemas.microsoft.com/office/drawing/2014/main" id="{B8A63EAB-2992-4E71-AC49-505F5C69E9F3}"/>
              </a:ext>
            </a:extLst>
          </p:cNvPr>
          <p:cNvSpPr>
            <a:spLocks xmlns:a="http://schemas.openxmlformats.org/drawingml/2006/main" noGrp="1"/>
          </p:cNvSpPr>
          <p:nvPr/>
        </p:nvSpPr>
        <p:spPr>
          <a:xfrm xmlns:a="http://schemas.openxmlformats.org/drawingml/2006/main">
            <a:off x="13106400" y="9858375"/>
            <a:ext cx="4572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350" b="0">
                <a:solidFill>
                  <a:srgbClr val="5F6B77"/>
                </a:solidFill>
                <a:latin typeface="Apple SD Gothic Neo"/>
                <a:ea typeface="Apple SD Gothic Neo"/>
                <a:cs typeface="Apple SD Gothic Neo"/>
              </a:defRPr>
            </a:pPr>
            <a:r>
              <a:rPr sz="1350" b="0">
                <a:solidFill>
                  <a:srgbClr val="5F6B77"/>
                </a:solidFill>
                <a:latin typeface="Apple SD Gothic Neo"/>
                <a:ea typeface="Apple SD Gothic Neo"/>
                <a:cs typeface="Apple SD Gothic Neo"/>
              </a:rPr>
              <a:t>구조 후보 / 미선정 / 미측정</a:t>
            </a:r>
          </a:p>
        </p:txBody>
      </p:sp>
      <p:sp>
        <p:nvSpPr>
          <p:cNvPr id="15" name="dp43-background / n15">
            <a:extLst xmlns:a="http://schemas.openxmlformats.org/drawingml/2006/main">
              <a:ext uri="{FF2B5EF4-FFF2-40B4-BE49-F238E27FC236}">
                <a16:creationId xmlns:a16="http://schemas.microsoft.com/office/drawing/2014/main" id="{ACC1A435-EC33-4E1F-8858-1EE461347A6E}"/>
              </a:ext>
            </a:extLst>
          </p:cNvPr>
          <p:cNvSpPr>
            <a:spLocks xmlns:a="http://schemas.openxmlformats.org/drawingml/2006/main" noGrp="1"/>
          </p:cNvSpPr>
          <p:nvPr/>
        </p:nvSpPr>
        <p:spPr>
          <a:xfrm xmlns:a="http://schemas.openxmlformats.org/drawingml/2006/main">
            <a:off x="609600" y="2619375"/>
            <a:ext cx="5143500" cy="1400175"/>
          </a:xfrm>
          <a:prstGeom xmlns:a="http://schemas.openxmlformats.org/drawingml/2006/main" prst="rect">
            <a:avLst/>
          </a:prstGeom>
          <a:solidFill xmlns:a="http://schemas.openxmlformats.org/drawingml/2006/main">
            <a:srgbClr val="EFF3F8"/>
          </a:solidFill>
          <a:ln xmlns:a="http://schemas.openxmlformats.org/drawingml/2006/main" w="0">
            <a:noFill/>
            <a:prstDash val="solid"/>
          </a:ln>
        </p:spPr>
      </p:sp>
      <p:sp>
        <p:nvSpPr>
          <p:cNvPr id="16" name="dp43-background / n16">
            <a:extLst xmlns:a="http://schemas.openxmlformats.org/drawingml/2006/main">
              <a:ext uri="{FF2B5EF4-FFF2-40B4-BE49-F238E27FC236}">
                <a16:creationId xmlns:a16="http://schemas.microsoft.com/office/drawing/2014/main" id="{1773C2CA-6593-48FB-BD9C-B5BB437BF9CF}"/>
              </a:ext>
            </a:extLst>
          </p:cNvPr>
          <p:cNvSpPr>
            <a:spLocks xmlns:a="http://schemas.openxmlformats.org/drawingml/2006/main" noGrp="1"/>
          </p:cNvSpPr>
          <p:nvPr/>
        </p:nvSpPr>
        <p:spPr>
          <a:xfrm xmlns:a="http://schemas.openxmlformats.org/drawingml/2006/main">
            <a:off x="6210300" y="2619375"/>
            <a:ext cx="4972050" cy="1400175"/>
          </a:xfrm>
          <a:prstGeom xmlns:a="http://schemas.openxmlformats.org/drawingml/2006/main" prst="rect">
            <a:avLst/>
          </a:prstGeom>
          <a:solidFill xmlns:a="http://schemas.openxmlformats.org/drawingml/2006/main">
            <a:srgbClr val="FFF0EC"/>
          </a:solidFill>
          <a:ln xmlns:a="http://schemas.openxmlformats.org/drawingml/2006/main" w="0">
            <a:noFill/>
            <a:prstDash val="solid"/>
          </a:ln>
        </p:spPr>
      </p:sp>
      <p:sp>
        <p:nvSpPr>
          <p:cNvPr id="17" name="dp43-background / n17 / text 1">
            <a:extLst xmlns:a="http://schemas.openxmlformats.org/drawingml/2006/main">
              <a:ext uri="{FF2B5EF4-FFF2-40B4-BE49-F238E27FC236}">
                <a16:creationId xmlns:a16="http://schemas.microsoft.com/office/drawing/2014/main" id="{6D760CF0-AB9E-4E2D-89F0-AEEE2D900685}"/>
              </a:ext>
            </a:extLst>
          </p:cNvPr>
          <p:cNvSpPr>
            <a:spLocks xmlns:a="http://schemas.openxmlformats.org/drawingml/2006/main" noGrp="1"/>
          </p:cNvSpPr>
          <p:nvPr/>
        </p:nvSpPr>
        <p:spPr>
          <a:xfrm xmlns:a="http://schemas.openxmlformats.org/drawingml/2006/main">
            <a:off x="800100" y="2733675"/>
            <a:ext cx="47625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진행 중인 두 Task의 조건 지정</a:t>
            </a:r>
          </a:p>
        </p:txBody>
      </p:sp>
      <p:sp>
        <p:nvSpPr>
          <p:cNvPr id="18" name="dp43-background / n18 / text 1">
            <a:extLst xmlns:a="http://schemas.openxmlformats.org/drawingml/2006/main">
              <a:ext uri="{FF2B5EF4-FFF2-40B4-BE49-F238E27FC236}">
                <a16:creationId xmlns:a16="http://schemas.microsoft.com/office/drawing/2014/main" id="{81C7B011-1166-428A-A00F-17570DD08C65}"/>
              </a:ext>
            </a:extLst>
          </p:cNvPr>
          <p:cNvSpPr>
            <a:spLocks xmlns:a="http://schemas.openxmlformats.org/drawingml/2006/main" noGrp="1"/>
          </p:cNvSpPr>
          <p:nvPr/>
        </p:nvSpPr>
        <p:spPr>
          <a:xfrm xmlns:a="http://schemas.openxmlformats.org/drawingml/2006/main">
            <a:off x="800100" y="3086100"/>
            <a:ext cx="4762500" cy="37290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025" b="1">
                <a:solidFill>
                  <a:srgbClr val="18232E"/>
                </a:solidFill>
                <a:latin typeface="Apple SD Gothic Neo"/>
                <a:ea typeface="Apple SD Gothic Neo"/>
                <a:cs typeface="Apple SD Gothic Neo"/>
              </a:defRPr>
            </a:pPr>
            <a:r>
              <a:rPr sz="2025" b="1">
                <a:solidFill>
                  <a:srgbClr val="18232E"/>
                </a:solidFill>
                <a:latin typeface="Apple SD Gothic Neo"/>
                <a:ea typeface="Apple SD Gothic Neo"/>
                <a:cs typeface="Apple SD Gothic Neo"/>
              </a:rPr>
              <a:t>“보고서는 PDF로, 메일에는</a:t>
            </a:r>
          </a:p>
        </p:txBody>
      </p:sp>
      <p:sp>
        <p:nvSpPr>
          <p:cNvPr id="19" name="dp43-background / n18 / text 2">
            <a:extLst xmlns:a="http://schemas.openxmlformats.org/drawingml/2006/main">
              <a:ext uri="{FF2B5EF4-FFF2-40B4-BE49-F238E27FC236}">
                <a16:creationId xmlns:a16="http://schemas.microsoft.com/office/drawing/2014/main" id="{53A370C0-992C-4DFD-ABC5-D780565AC2A0}"/>
              </a:ext>
            </a:extLst>
          </p:cNvPr>
          <p:cNvSpPr>
            <a:spLocks xmlns:a="http://schemas.openxmlformats.org/drawingml/2006/main" noGrp="1"/>
          </p:cNvSpPr>
          <p:nvPr/>
        </p:nvSpPr>
        <p:spPr>
          <a:xfrm xmlns:a="http://schemas.openxmlformats.org/drawingml/2006/main">
            <a:off x="800100" y="3390900"/>
            <a:ext cx="4762500" cy="37290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025" b="1">
                <a:solidFill>
                  <a:srgbClr val="18232E"/>
                </a:solidFill>
                <a:latin typeface="Apple SD Gothic Neo"/>
                <a:ea typeface="Apple SD Gothic Neo"/>
                <a:cs typeface="Apple SD Gothic Neo"/>
              </a:defRPr>
            </a:pPr>
            <a:r>
              <a:rPr sz="2025" b="1">
                <a:solidFill>
                  <a:srgbClr val="18232E"/>
                </a:solidFill>
                <a:latin typeface="Apple SD Gothic Neo"/>
                <a:ea typeface="Apple SD Gothic Neo"/>
                <a:cs typeface="Apple SD Gothic Neo"/>
              </a:rPr>
              <a:t>그 보고서의 결론을 넣어줘.”</a:t>
            </a:r>
          </a:p>
        </p:txBody>
      </p:sp>
      <p:sp>
        <p:nvSpPr>
          <p:cNvPr id="20" name="dp43-background / n19 / text 1">
            <a:extLst xmlns:a="http://schemas.openxmlformats.org/drawingml/2006/main">
              <a:ext uri="{FF2B5EF4-FFF2-40B4-BE49-F238E27FC236}">
                <a16:creationId xmlns:a16="http://schemas.microsoft.com/office/drawing/2014/main" id="{C683A2C6-C095-438D-8211-B54DBC6FF246}"/>
              </a:ext>
            </a:extLst>
          </p:cNvPr>
          <p:cNvSpPr>
            <a:spLocks xmlns:a="http://schemas.openxmlformats.org/drawingml/2006/main" noGrp="1"/>
          </p:cNvSpPr>
          <p:nvPr/>
        </p:nvSpPr>
        <p:spPr>
          <a:xfrm xmlns:a="http://schemas.openxmlformats.org/drawingml/2006/main">
            <a:off x="800100" y="3724275"/>
            <a:ext cx="47625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Request / PDF 조건과 메일 내용</a:t>
            </a:r>
          </a:p>
        </p:txBody>
      </p:sp>
      <p:sp>
        <p:nvSpPr>
          <p:cNvPr id="21" name="dp43-background / n20 / text 1">
            <a:extLst xmlns:a="http://schemas.openxmlformats.org/drawingml/2006/main">
              <a:ext uri="{FF2B5EF4-FFF2-40B4-BE49-F238E27FC236}">
                <a16:creationId xmlns:a16="http://schemas.microsoft.com/office/drawing/2014/main" id="{3F3FA63A-B132-4AAA-8E02-8E04D3081BA4}"/>
              </a:ext>
            </a:extLst>
          </p:cNvPr>
          <p:cNvSpPr>
            <a:spLocks xmlns:a="http://schemas.openxmlformats.org/drawingml/2006/main" noGrp="1"/>
          </p:cNvSpPr>
          <p:nvPr/>
        </p:nvSpPr>
        <p:spPr>
          <a:xfrm xmlns:a="http://schemas.openxmlformats.org/drawingml/2006/main">
            <a:off x="6400800" y="2733675"/>
            <a:ext cx="45910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B63732"/>
                </a:solidFill>
                <a:latin typeface="Apple SD Gothic Neo"/>
                <a:ea typeface="Apple SD Gothic Neo"/>
                <a:cs typeface="Apple SD Gothic Neo"/>
              </a:defRPr>
            </a:pPr>
            <a:r>
              <a:rPr sz="1500" b="0">
                <a:solidFill>
                  <a:srgbClr val="B63732"/>
                </a:solidFill>
                <a:latin typeface="Apple SD Gothic Neo"/>
                <a:ea typeface="Apple SD Gothic Neo"/>
                <a:cs typeface="Apple SD Gothic Neo"/>
              </a:rPr>
              <a:t>잠시 뒤 / 메일 내용 정정</a:t>
            </a:r>
          </a:p>
        </p:txBody>
      </p:sp>
      <p:sp>
        <p:nvSpPr>
          <p:cNvPr id="22" name="dp43-background / n21 / text 1">
            <a:extLst xmlns:a="http://schemas.openxmlformats.org/drawingml/2006/main">
              <a:ext uri="{FF2B5EF4-FFF2-40B4-BE49-F238E27FC236}">
                <a16:creationId xmlns:a16="http://schemas.microsoft.com/office/drawing/2014/main" id="{B5DA42F3-CE0C-43C2-9B81-BE5841922DBD}"/>
              </a:ext>
            </a:extLst>
          </p:cNvPr>
          <p:cNvSpPr>
            <a:spLocks xmlns:a="http://schemas.openxmlformats.org/drawingml/2006/main" noGrp="1"/>
          </p:cNvSpPr>
          <p:nvPr/>
        </p:nvSpPr>
        <p:spPr>
          <a:xfrm xmlns:a="http://schemas.openxmlformats.org/drawingml/2006/main">
            <a:off x="6400800" y="3086100"/>
            <a:ext cx="4591050" cy="37290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025" b="1">
                <a:solidFill>
                  <a:srgbClr val="18232E"/>
                </a:solidFill>
                <a:latin typeface="Apple SD Gothic Neo"/>
                <a:ea typeface="Apple SD Gothic Neo"/>
                <a:cs typeface="Apple SD Gothic Neo"/>
              </a:defRPr>
            </a:pPr>
            <a:r>
              <a:rPr sz="2025" b="1">
                <a:solidFill>
                  <a:srgbClr val="18232E"/>
                </a:solidFill>
                <a:latin typeface="Apple SD Gothic Neo"/>
                <a:ea typeface="Apple SD Gothic Neo"/>
                <a:cs typeface="Apple SD Gothic Neo"/>
              </a:rPr>
              <a:t>“메일에는 결론 대신</a:t>
            </a:r>
          </a:p>
        </p:txBody>
      </p:sp>
      <p:sp>
        <p:nvSpPr>
          <p:cNvPr id="23" name="dp43-background / n21 / text 2">
            <a:extLst xmlns:a="http://schemas.openxmlformats.org/drawingml/2006/main">
              <a:ext uri="{FF2B5EF4-FFF2-40B4-BE49-F238E27FC236}">
                <a16:creationId xmlns:a16="http://schemas.microsoft.com/office/drawing/2014/main" id="{C338F965-EDB7-483C-BD68-06118B92BDAA}"/>
              </a:ext>
            </a:extLst>
          </p:cNvPr>
          <p:cNvSpPr>
            <a:spLocks xmlns:a="http://schemas.openxmlformats.org/drawingml/2006/main" noGrp="1"/>
          </p:cNvSpPr>
          <p:nvPr/>
        </p:nvSpPr>
        <p:spPr>
          <a:xfrm xmlns:a="http://schemas.openxmlformats.org/drawingml/2006/main">
            <a:off x="6400800" y="3390900"/>
            <a:ext cx="4591050" cy="37290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025" b="1">
                <a:solidFill>
                  <a:srgbClr val="18232E"/>
                </a:solidFill>
                <a:latin typeface="Apple SD Gothic Neo"/>
                <a:ea typeface="Apple SD Gothic Neo"/>
                <a:cs typeface="Apple SD Gothic Neo"/>
              </a:defRPr>
            </a:pPr>
            <a:r>
              <a:rPr sz="2025" b="1">
                <a:solidFill>
                  <a:srgbClr val="18232E"/>
                </a:solidFill>
                <a:latin typeface="Apple SD Gothic Neo"/>
                <a:ea typeface="Apple SD Gothic Neo"/>
                <a:cs typeface="Apple SD Gothic Neo"/>
              </a:rPr>
              <a:t>표만 넣어줘.”</a:t>
            </a:r>
          </a:p>
        </p:txBody>
      </p:sp>
      <p:sp>
        <p:nvSpPr>
          <p:cNvPr id="24" name="dp43-background / n22 / text 1">
            <a:extLst xmlns:a="http://schemas.openxmlformats.org/drawingml/2006/main">
              <a:ext uri="{FF2B5EF4-FFF2-40B4-BE49-F238E27FC236}">
                <a16:creationId xmlns:a16="http://schemas.microsoft.com/office/drawing/2014/main" id="{014C26B2-F6FB-4278-9678-D2ABE052248C}"/>
              </a:ext>
            </a:extLst>
          </p:cNvPr>
          <p:cNvSpPr>
            <a:spLocks xmlns:a="http://schemas.openxmlformats.org/drawingml/2006/main" noGrp="1"/>
          </p:cNvSpPr>
          <p:nvPr/>
        </p:nvSpPr>
        <p:spPr>
          <a:xfrm xmlns:a="http://schemas.openxmlformats.org/drawingml/2006/main">
            <a:off x="6400800" y="3724275"/>
            <a:ext cx="45910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Request / 메일 내용 교체</a:t>
            </a:r>
          </a:p>
        </p:txBody>
      </p:sp>
      <p:sp>
        <p:nvSpPr>
          <p:cNvPr id="25" name="dp43-background / n23 / path">
            <a:extLst xmlns:a="http://schemas.openxmlformats.org/drawingml/2006/main">
              <a:ext uri="{FF2B5EF4-FFF2-40B4-BE49-F238E27FC236}">
                <a16:creationId xmlns:a16="http://schemas.microsoft.com/office/drawing/2014/main" id="{289221A3-61D4-4AB9-9605-0912746B1B50}"/>
              </a:ext>
            </a:extLst>
          </p:cNvPr>
          <p:cNvSpPr>
            <a:spLocks xmlns:a="http://schemas.openxmlformats.org/drawingml/2006/main" noGrp="1"/>
          </p:cNvSpPr>
          <p:nvPr/>
        </p:nvSpPr>
        <p:spPr>
          <a:xfrm xmlns:a="http://schemas.openxmlformats.org/drawingml/2006/main">
            <a:off x="5867400" y="3295650"/>
            <a:ext cx="228600" cy="953"/>
          </a:xfrm>
          <a:custGeom xmlns:a="http://schemas.openxmlformats.org/drawingml/2006/main">
            <a:pathLst>
              <a:path w="228600" h="953">
                <a:moveTo>
                  <a:pt x="0" y="0"/>
                </a:moveTo>
                <a:lnTo>
                  <a:pt x="228600" y="0"/>
                </a:lnTo>
              </a:path>
            </a:pathLst>
          </a:custGeom>
          <a:noFill xmlns:a="http://schemas.openxmlformats.org/drawingml/2006/main"/>
          <a:ln xmlns:a="http://schemas.openxmlformats.org/drawingml/2006/main" w="19050">
            <a:solidFill>
              <a:srgbClr val="5F6B77"/>
            </a:solidFill>
            <a:prstDash val="solid"/>
          </a:ln>
        </p:spPr>
      </p:sp>
      <p:sp>
        <p:nvSpPr>
          <p:cNvPr id="26" name="dp43-background / n23 / arrow">
            <a:extLst xmlns:a="http://schemas.openxmlformats.org/drawingml/2006/main">
              <a:ext uri="{FF2B5EF4-FFF2-40B4-BE49-F238E27FC236}">
                <a16:creationId xmlns:a16="http://schemas.microsoft.com/office/drawing/2014/main" id="{539B802B-D53E-4EA2-8AA2-7D73DB8E7884}"/>
              </a:ext>
            </a:extLst>
          </p:cNvPr>
          <p:cNvSpPr>
            <a:spLocks xmlns:a="http://schemas.openxmlformats.org/drawingml/2006/main" noGrp="1"/>
          </p:cNvSpPr>
          <p:nvPr/>
        </p:nvSpPr>
        <p:spPr>
          <a:xfrm xmlns:a="http://schemas.openxmlformats.org/drawingml/2006/main">
            <a:off x="5974080" y="3234690"/>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5F6B77"/>
            </a:solidFill>
            <a:prstDash val="solid"/>
          </a:ln>
        </p:spPr>
      </p:sp>
      <p:sp>
        <p:nvSpPr>
          <p:cNvPr id="27" name="dp43-background / n24">
            <a:extLst xmlns:a="http://schemas.openxmlformats.org/drawingml/2006/main">
              <a:ext uri="{FF2B5EF4-FFF2-40B4-BE49-F238E27FC236}">
                <a16:creationId xmlns:a16="http://schemas.microsoft.com/office/drawing/2014/main" id="{FFB6FA70-F806-488A-98C9-1E2C3638DA4C}"/>
              </a:ext>
            </a:extLst>
          </p:cNvPr>
          <p:cNvSpPr>
            <a:spLocks xmlns:a="http://schemas.openxmlformats.org/drawingml/2006/main" noGrp="1"/>
          </p:cNvSpPr>
          <p:nvPr/>
        </p:nvSpPr>
        <p:spPr>
          <a:xfrm xmlns:a="http://schemas.openxmlformats.org/drawingml/2006/main">
            <a:off x="609600" y="4533900"/>
            <a:ext cx="2857500" cy="1943100"/>
          </a:xfrm>
          <a:custGeom xmlns:a="http://schemas.openxmlformats.org/drawingml/2006/main">
            <a:pathLst>
              <a:path w="2857500" h="1943100">
                <a:moveTo>
                  <a:pt x="0" y="0"/>
                </a:moveTo>
                <a:lnTo>
                  <a:pt x="2686050" y="0"/>
                </a:lnTo>
                <a:lnTo>
                  <a:pt x="2857500" y="171450"/>
                </a:lnTo>
                <a:lnTo>
                  <a:pt x="2857500" y="1943100"/>
                </a:lnTo>
                <a:lnTo>
                  <a:pt x="0" y="1943100"/>
                </a:lnTo>
                <a:close/>
              </a:path>
            </a:pathLst>
          </a:custGeom>
          <a:solidFill xmlns:a="http://schemas.openxmlformats.org/drawingml/2006/main">
            <a:srgbClr val="F3F7F7"/>
          </a:solidFill>
          <a:ln xmlns:a="http://schemas.openxmlformats.org/drawingml/2006/main" w="16193">
            <a:solidFill>
              <a:srgbClr val="CDD6DE"/>
            </a:solidFill>
            <a:prstDash val="solid"/>
          </a:ln>
        </p:spPr>
      </p:sp>
      <p:sp>
        <p:nvSpPr>
          <p:cNvPr id="28" name="dp43-background / n24 / fold">
            <a:extLst xmlns:a="http://schemas.openxmlformats.org/drawingml/2006/main">
              <a:ext uri="{FF2B5EF4-FFF2-40B4-BE49-F238E27FC236}">
                <a16:creationId xmlns:a16="http://schemas.microsoft.com/office/drawing/2014/main" id="{CB957DAD-9E8F-4592-99A4-EEC1805314EA}"/>
              </a:ext>
            </a:extLst>
          </p:cNvPr>
          <p:cNvSpPr>
            <a:spLocks xmlns:a="http://schemas.openxmlformats.org/drawingml/2006/main" noGrp="1"/>
          </p:cNvSpPr>
          <p:nvPr/>
        </p:nvSpPr>
        <p:spPr>
          <a:xfrm xmlns:a="http://schemas.openxmlformats.org/drawingml/2006/main">
            <a:off x="3295650" y="4533900"/>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16193">
            <a:solidFill>
              <a:srgbClr val="CDD6DE"/>
            </a:solidFill>
            <a:prstDash val="solid"/>
          </a:ln>
        </p:spPr>
      </p:sp>
      <p:sp>
        <p:nvSpPr>
          <p:cNvPr id="29" name="dp43-background / n25 / text 1">
            <a:extLst xmlns:a="http://schemas.openxmlformats.org/drawingml/2006/main">
              <a:ext uri="{FF2B5EF4-FFF2-40B4-BE49-F238E27FC236}">
                <a16:creationId xmlns:a16="http://schemas.microsoft.com/office/drawing/2014/main" id="{932638EA-2722-47B5-B7B5-CAA65A4A72DF}"/>
              </a:ext>
            </a:extLst>
          </p:cNvPr>
          <p:cNvSpPr>
            <a:spLocks xmlns:a="http://schemas.openxmlformats.org/drawingml/2006/main" noGrp="1"/>
          </p:cNvSpPr>
          <p:nvPr/>
        </p:nvSpPr>
        <p:spPr>
          <a:xfrm xmlns:a="http://schemas.openxmlformats.org/drawingml/2006/main">
            <a:off x="762000" y="4657725"/>
            <a:ext cx="247650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보고서 Task</a:t>
            </a:r>
          </a:p>
        </p:txBody>
      </p:sp>
      <p:sp>
        <p:nvSpPr>
          <p:cNvPr id="30" name="dp43-background / n26 / text 1">
            <a:extLst xmlns:a="http://schemas.openxmlformats.org/drawingml/2006/main">
              <a:ext uri="{FF2B5EF4-FFF2-40B4-BE49-F238E27FC236}">
                <a16:creationId xmlns:a16="http://schemas.microsoft.com/office/drawing/2014/main" id="{5327D118-9809-4A63-9A09-698F6D086F49}"/>
              </a:ext>
            </a:extLst>
          </p:cNvPr>
          <p:cNvSpPr>
            <a:spLocks xmlns:a="http://schemas.openxmlformats.org/drawingml/2006/main" noGrp="1"/>
          </p:cNvSpPr>
          <p:nvPr/>
        </p:nvSpPr>
        <p:spPr>
          <a:xfrm xmlns:a="http://schemas.openxmlformats.org/drawingml/2006/main">
            <a:off x="800100" y="5114925"/>
            <a:ext cx="2476500" cy="40052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175" b="1">
                <a:solidFill>
                  <a:srgbClr val="087E8B"/>
                </a:solidFill>
                <a:latin typeface="Apple SD Gothic Neo"/>
                <a:ea typeface="Apple SD Gothic Neo"/>
                <a:cs typeface="Apple SD Gothic Neo"/>
              </a:defRPr>
            </a:pPr>
            <a:r>
              <a:rPr sz="2175" b="1">
                <a:solidFill>
                  <a:srgbClr val="087E8B"/>
                </a:solidFill>
                <a:latin typeface="Apple SD Gothic Neo"/>
                <a:ea typeface="Apple SD Gothic Neo"/>
                <a:cs typeface="Apple SD Gothic Neo"/>
              </a:rPr>
              <a:t>PDF 조건 유지</a:t>
            </a:r>
          </a:p>
        </p:txBody>
      </p:sp>
      <p:sp>
        <p:nvSpPr>
          <p:cNvPr id="31" name="dp43-background / n27 / text 1">
            <a:extLst xmlns:a="http://schemas.openxmlformats.org/drawingml/2006/main">
              <a:ext uri="{FF2B5EF4-FFF2-40B4-BE49-F238E27FC236}">
                <a16:creationId xmlns:a16="http://schemas.microsoft.com/office/drawing/2014/main" id="{B4EAED37-18E2-47F7-8A11-42BAD024C9A1}"/>
              </a:ext>
            </a:extLst>
          </p:cNvPr>
          <p:cNvSpPr>
            <a:spLocks xmlns:a="http://schemas.openxmlformats.org/drawingml/2006/main" noGrp="1"/>
          </p:cNvSpPr>
          <p:nvPr/>
        </p:nvSpPr>
        <p:spPr>
          <a:xfrm xmlns:a="http://schemas.openxmlformats.org/drawingml/2006/main">
            <a:off x="800100" y="5753100"/>
            <a:ext cx="247650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5F6B77"/>
                </a:solidFill>
                <a:latin typeface="Apple SD Gothic Neo"/>
                <a:ea typeface="Apple SD Gothic Neo"/>
                <a:cs typeface="Apple SD Gothic Neo"/>
              </a:defRPr>
            </a:pPr>
            <a:r>
              <a:rPr sz="1650" b="0">
                <a:solidFill>
                  <a:srgbClr val="5F6B77"/>
                </a:solidFill>
                <a:latin typeface="Apple SD Gothic Neo"/>
                <a:ea typeface="Apple SD Gothic Neo"/>
                <a:cs typeface="Apple SD Gothic Neo"/>
              </a:rPr>
              <a:t>결과 / 결론과 표</a:t>
            </a:r>
          </a:p>
        </p:txBody>
      </p:sp>
      <p:sp>
        <p:nvSpPr>
          <p:cNvPr id="32" name="dp43-background / n28">
            <a:extLst xmlns:a="http://schemas.openxmlformats.org/drawingml/2006/main">
              <a:ext uri="{FF2B5EF4-FFF2-40B4-BE49-F238E27FC236}">
                <a16:creationId xmlns:a16="http://schemas.microsoft.com/office/drawing/2014/main" id="{D3F59ECD-E251-4934-BFA3-764A10B74C56}"/>
              </a:ext>
            </a:extLst>
          </p:cNvPr>
          <p:cNvSpPr>
            <a:spLocks xmlns:a="http://schemas.openxmlformats.org/drawingml/2006/main" noGrp="1"/>
          </p:cNvSpPr>
          <p:nvPr/>
        </p:nvSpPr>
        <p:spPr>
          <a:xfrm xmlns:a="http://schemas.openxmlformats.org/drawingml/2006/main">
            <a:off x="7162800" y="4533900"/>
            <a:ext cx="4019550" cy="1943100"/>
          </a:xfrm>
          <a:custGeom xmlns:a="http://schemas.openxmlformats.org/drawingml/2006/main">
            <a:pathLst>
              <a:path w="4019550" h="1943100">
                <a:moveTo>
                  <a:pt x="0" y="0"/>
                </a:moveTo>
                <a:lnTo>
                  <a:pt x="3848100" y="0"/>
                </a:lnTo>
                <a:lnTo>
                  <a:pt x="4019550" y="171450"/>
                </a:lnTo>
                <a:lnTo>
                  <a:pt x="4019550" y="1943100"/>
                </a:lnTo>
                <a:lnTo>
                  <a:pt x="0" y="1943100"/>
                </a:lnTo>
                <a:close/>
              </a:path>
            </a:pathLst>
          </a:custGeom>
          <a:solidFill xmlns:a="http://schemas.openxmlformats.org/drawingml/2006/main">
            <a:srgbClr val="F3F6FA"/>
          </a:solidFill>
          <a:ln xmlns:a="http://schemas.openxmlformats.org/drawingml/2006/main" w="16193">
            <a:solidFill>
              <a:srgbClr val="CDD6DE"/>
            </a:solidFill>
            <a:prstDash val="solid"/>
          </a:ln>
        </p:spPr>
      </p:sp>
      <p:sp>
        <p:nvSpPr>
          <p:cNvPr id="33" name="dp43-background / n28 / fold">
            <a:extLst xmlns:a="http://schemas.openxmlformats.org/drawingml/2006/main">
              <a:ext uri="{FF2B5EF4-FFF2-40B4-BE49-F238E27FC236}">
                <a16:creationId xmlns:a16="http://schemas.microsoft.com/office/drawing/2014/main" id="{1D625921-1A78-49A2-BAAC-317F21216D9E}"/>
              </a:ext>
            </a:extLst>
          </p:cNvPr>
          <p:cNvSpPr>
            <a:spLocks xmlns:a="http://schemas.openxmlformats.org/drawingml/2006/main" noGrp="1"/>
          </p:cNvSpPr>
          <p:nvPr/>
        </p:nvSpPr>
        <p:spPr>
          <a:xfrm xmlns:a="http://schemas.openxmlformats.org/drawingml/2006/main">
            <a:off x="11010900" y="4533900"/>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16193">
            <a:solidFill>
              <a:srgbClr val="CDD6DE"/>
            </a:solidFill>
            <a:prstDash val="solid"/>
          </a:ln>
        </p:spPr>
      </p:sp>
      <p:sp>
        <p:nvSpPr>
          <p:cNvPr id="34" name="dp43-background / n29 / text 1">
            <a:extLst xmlns:a="http://schemas.openxmlformats.org/drawingml/2006/main">
              <a:ext uri="{FF2B5EF4-FFF2-40B4-BE49-F238E27FC236}">
                <a16:creationId xmlns:a16="http://schemas.microsoft.com/office/drawing/2014/main" id="{54115012-186D-425B-A2DD-E1CE6EF3840E}"/>
              </a:ext>
            </a:extLst>
          </p:cNvPr>
          <p:cNvSpPr>
            <a:spLocks xmlns:a="http://schemas.openxmlformats.org/drawingml/2006/main" noGrp="1"/>
          </p:cNvSpPr>
          <p:nvPr/>
        </p:nvSpPr>
        <p:spPr>
          <a:xfrm xmlns:a="http://schemas.openxmlformats.org/drawingml/2006/main">
            <a:off x="7315200" y="4657725"/>
            <a:ext cx="36385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메일 초안 Task</a:t>
            </a:r>
          </a:p>
        </p:txBody>
      </p:sp>
      <p:sp>
        <p:nvSpPr>
          <p:cNvPr id="35" name="dp43-background / n30 / text 1">
            <a:extLst xmlns:a="http://schemas.openxmlformats.org/drawingml/2006/main">
              <a:ext uri="{FF2B5EF4-FFF2-40B4-BE49-F238E27FC236}">
                <a16:creationId xmlns:a16="http://schemas.microsoft.com/office/drawing/2014/main" id="{524ECCFD-09D6-4FBE-9D42-55F68647921D}"/>
              </a:ext>
            </a:extLst>
          </p:cNvPr>
          <p:cNvSpPr>
            <a:spLocks xmlns:a="http://schemas.openxmlformats.org/drawingml/2006/main" noGrp="1"/>
          </p:cNvSpPr>
          <p:nvPr/>
        </p:nvSpPr>
        <p:spPr>
          <a:xfrm xmlns:a="http://schemas.openxmlformats.org/drawingml/2006/main">
            <a:off x="7353300" y="5114925"/>
            <a:ext cx="36385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0">
                <a:solidFill>
                  <a:srgbClr val="5F6B77"/>
                </a:solidFill>
                <a:latin typeface="Apple SD Gothic Neo"/>
                <a:ea typeface="Apple SD Gothic Neo"/>
                <a:cs typeface="Apple SD Gothic Neo"/>
              </a:defRPr>
            </a:pPr>
            <a:r>
              <a:rPr sz="1800" b="0">
                <a:solidFill>
                  <a:srgbClr val="5F6B77"/>
                </a:solidFill>
                <a:latin typeface="Apple SD Gothic Neo"/>
                <a:ea typeface="Apple SD Gothic Neo"/>
                <a:cs typeface="Apple SD Gothic Neo"/>
              </a:rPr>
              <a:t>기존 / 보고서 결론</a:t>
            </a:r>
          </a:p>
        </p:txBody>
      </p:sp>
      <p:sp>
        <p:nvSpPr>
          <p:cNvPr id="36" name="dp43-background / n31 / path">
            <a:extLst xmlns:a="http://schemas.openxmlformats.org/drawingml/2006/main">
              <a:ext uri="{FF2B5EF4-FFF2-40B4-BE49-F238E27FC236}">
                <a16:creationId xmlns:a16="http://schemas.microsoft.com/office/drawing/2014/main" id="{67969977-D7C2-424C-AB73-B0C7475296EC}"/>
              </a:ext>
            </a:extLst>
          </p:cNvPr>
          <p:cNvSpPr>
            <a:spLocks xmlns:a="http://schemas.openxmlformats.org/drawingml/2006/main" noGrp="1"/>
          </p:cNvSpPr>
          <p:nvPr/>
        </p:nvSpPr>
        <p:spPr>
          <a:xfrm xmlns:a="http://schemas.openxmlformats.org/drawingml/2006/main">
            <a:off x="8124825" y="5267325"/>
            <a:ext cx="1666875" cy="953"/>
          </a:xfrm>
          <a:custGeom xmlns:a="http://schemas.openxmlformats.org/drawingml/2006/main">
            <a:pathLst>
              <a:path w="1666875" h="953">
                <a:moveTo>
                  <a:pt x="0" y="0"/>
                </a:moveTo>
                <a:lnTo>
                  <a:pt x="1666875" y="0"/>
                </a:lnTo>
              </a:path>
            </a:pathLst>
          </a:custGeom>
          <a:noFill xmlns:a="http://schemas.openxmlformats.org/drawingml/2006/main"/>
          <a:ln xmlns:a="http://schemas.openxmlformats.org/drawingml/2006/main" w="19050">
            <a:solidFill>
              <a:srgbClr val="B63732"/>
            </a:solidFill>
            <a:prstDash val="solid"/>
          </a:ln>
        </p:spPr>
      </p:sp>
      <p:sp>
        <p:nvSpPr>
          <p:cNvPr id="37" name="dp43-background / n32 / text 1">
            <a:extLst xmlns:a="http://schemas.openxmlformats.org/drawingml/2006/main">
              <a:ext uri="{FF2B5EF4-FFF2-40B4-BE49-F238E27FC236}">
                <a16:creationId xmlns:a16="http://schemas.microsoft.com/office/drawing/2014/main" id="{16731498-9CE8-4E6A-8ED3-4B949137F83A}"/>
              </a:ext>
            </a:extLst>
          </p:cNvPr>
          <p:cNvSpPr>
            <a:spLocks xmlns:a="http://schemas.openxmlformats.org/drawingml/2006/main" noGrp="1"/>
          </p:cNvSpPr>
          <p:nvPr/>
        </p:nvSpPr>
        <p:spPr>
          <a:xfrm xmlns:a="http://schemas.openxmlformats.org/drawingml/2006/main">
            <a:off x="7353300" y="5762625"/>
            <a:ext cx="36385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100" b="1">
                <a:solidFill>
                  <a:srgbClr val="087E8B"/>
                </a:solidFill>
                <a:latin typeface="Apple SD Gothic Neo"/>
                <a:ea typeface="Apple SD Gothic Neo"/>
                <a:cs typeface="Apple SD Gothic Neo"/>
              </a:defRPr>
            </a:pPr>
            <a:r>
              <a:rPr sz="2100" b="1">
                <a:solidFill>
                  <a:srgbClr val="087E8B"/>
                </a:solidFill>
                <a:latin typeface="Apple SD Gothic Neo"/>
                <a:ea typeface="Apple SD Gothic Neo"/>
                <a:cs typeface="Apple SD Gothic Neo"/>
              </a:rPr>
              <a:t>같은 보고서의 표만 사용</a:t>
            </a:r>
          </a:p>
        </p:txBody>
      </p:sp>
      <p:sp>
        <p:nvSpPr>
          <p:cNvPr id="38" name="dp43-background / n33 / path">
            <a:extLst xmlns:a="http://schemas.openxmlformats.org/drawingml/2006/main">
              <a:ext uri="{FF2B5EF4-FFF2-40B4-BE49-F238E27FC236}">
                <a16:creationId xmlns:a16="http://schemas.microsoft.com/office/drawing/2014/main" id="{49614C8F-3B3F-43E0-8F23-4B7F419837DC}"/>
              </a:ext>
            </a:extLst>
          </p:cNvPr>
          <p:cNvSpPr>
            <a:spLocks xmlns:a="http://schemas.openxmlformats.org/drawingml/2006/main" noGrp="1"/>
          </p:cNvSpPr>
          <p:nvPr/>
        </p:nvSpPr>
        <p:spPr>
          <a:xfrm xmlns:a="http://schemas.openxmlformats.org/drawingml/2006/main">
            <a:off x="3619500" y="5505450"/>
            <a:ext cx="3333750" cy="953"/>
          </a:xfrm>
          <a:custGeom xmlns:a="http://schemas.openxmlformats.org/drawingml/2006/main">
            <a:pathLst>
              <a:path w="3333750" h="953">
                <a:moveTo>
                  <a:pt x="0" y="0"/>
                </a:moveTo>
                <a:lnTo>
                  <a:pt x="3333750" y="0"/>
                </a:lnTo>
              </a:path>
            </a:pathLst>
          </a:custGeom>
          <a:noFill xmlns:a="http://schemas.openxmlformats.org/drawingml/2006/main"/>
          <a:ln xmlns:a="http://schemas.openxmlformats.org/drawingml/2006/main" w="28575">
            <a:solidFill>
              <a:srgbClr val="087E8B"/>
            </a:solidFill>
            <a:prstDash val="solid"/>
          </a:ln>
        </p:spPr>
      </p:sp>
      <p:sp>
        <p:nvSpPr>
          <p:cNvPr id="39" name="dp43-background / n33 / arrow">
            <a:extLst xmlns:a="http://schemas.openxmlformats.org/drawingml/2006/main">
              <a:ext uri="{FF2B5EF4-FFF2-40B4-BE49-F238E27FC236}">
                <a16:creationId xmlns:a16="http://schemas.microsoft.com/office/drawing/2014/main" id="{F7C8D706-7038-464B-9232-6E422F84C054}"/>
              </a:ext>
            </a:extLst>
          </p:cNvPr>
          <p:cNvSpPr>
            <a:spLocks xmlns:a="http://schemas.openxmlformats.org/drawingml/2006/main" noGrp="1"/>
          </p:cNvSpPr>
          <p:nvPr/>
        </p:nvSpPr>
        <p:spPr>
          <a:xfrm xmlns:a="http://schemas.openxmlformats.org/drawingml/2006/main">
            <a:off x="6770370" y="5414010"/>
            <a:ext cx="182880" cy="182880"/>
          </a:xfrm>
          <a:custGeom xmlns:a="http://schemas.openxmlformats.org/drawingml/2006/main">
            <a:pathLst>
              <a:path w="182880" h="182880">
                <a:moveTo>
                  <a:pt x="0" y="182880"/>
                </a:moveTo>
                <a:lnTo>
                  <a:pt x="182880" y="91440"/>
                </a:lnTo>
                <a:lnTo>
                  <a:pt x="0" y="0"/>
                </a:lnTo>
              </a:path>
            </a:pathLst>
          </a:custGeom>
          <a:noFill xmlns:a="http://schemas.openxmlformats.org/drawingml/2006/main"/>
          <a:ln xmlns:a="http://schemas.openxmlformats.org/drawingml/2006/main" w="36576">
            <a:solidFill>
              <a:srgbClr val="087E8B"/>
            </a:solidFill>
            <a:prstDash val="solid"/>
          </a:ln>
        </p:spPr>
      </p:sp>
      <p:sp>
        <p:nvSpPr>
          <p:cNvPr id="40" name="dp43-background / n34 / text 1">
            <a:extLst xmlns:a="http://schemas.openxmlformats.org/drawingml/2006/main">
              <a:ext uri="{FF2B5EF4-FFF2-40B4-BE49-F238E27FC236}">
                <a16:creationId xmlns:a16="http://schemas.microsoft.com/office/drawing/2014/main" id="{16074B11-AD86-4E4E-913D-96CF42FA0AB6}"/>
              </a:ext>
            </a:extLst>
          </p:cNvPr>
          <p:cNvSpPr>
            <a:spLocks xmlns:a="http://schemas.openxmlformats.org/drawingml/2006/main" noGrp="1"/>
          </p:cNvSpPr>
          <p:nvPr/>
        </p:nvSpPr>
        <p:spPr>
          <a:xfrm xmlns:a="http://schemas.openxmlformats.org/drawingml/2006/main">
            <a:off x="3800475" y="4714875"/>
            <a:ext cx="30670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B63732"/>
                </a:solidFill>
                <a:latin typeface="Apple SD Gothic Neo"/>
                <a:ea typeface="Apple SD Gothic Neo"/>
                <a:cs typeface="Apple SD Gothic Neo"/>
              </a:defRPr>
            </a:pPr>
            <a:r>
              <a:rPr sz="1800" b="1">
                <a:solidFill>
                  <a:srgbClr val="B63732"/>
                </a:solidFill>
                <a:latin typeface="Apple SD Gothic Neo"/>
                <a:ea typeface="Apple SD Gothic Neo"/>
                <a:cs typeface="Apple SD Gothic Neo"/>
              </a:rPr>
              <a:t>메일의 보고서 참조 변경</a:t>
            </a:r>
          </a:p>
        </p:txBody>
      </p:sp>
      <p:sp>
        <p:nvSpPr>
          <p:cNvPr id="41" name="dp43-background / n35 / text 1">
            <a:extLst xmlns:a="http://schemas.openxmlformats.org/drawingml/2006/main">
              <a:ext uri="{FF2B5EF4-FFF2-40B4-BE49-F238E27FC236}">
                <a16:creationId xmlns:a16="http://schemas.microsoft.com/office/drawing/2014/main" id="{13DB03C1-1EEB-42BE-AF15-CAB9D6C066DA}"/>
              </a:ext>
            </a:extLst>
          </p:cNvPr>
          <p:cNvSpPr>
            <a:spLocks xmlns:a="http://schemas.openxmlformats.org/drawingml/2006/main" noGrp="1"/>
          </p:cNvSpPr>
          <p:nvPr/>
        </p:nvSpPr>
        <p:spPr>
          <a:xfrm xmlns:a="http://schemas.openxmlformats.org/drawingml/2006/main">
            <a:off x="3800475" y="5962650"/>
            <a:ext cx="30670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5F6B77"/>
                </a:solidFill>
                <a:latin typeface="Apple SD Gothic Neo"/>
                <a:ea typeface="Apple SD Gothic Neo"/>
                <a:cs typeface="Apple SD Gothic Neo"/>
              </a:defRPr>
            </a:pPr>
            <a:r>
              <a:rPr sz="1575" b="0">
                <a:solidFill>
                  <a:srgbClr val="5F6B77"/>
                </a:solidFill>
                <a:latin typeface="Apple SD Gothic Neo"/>
                <a:ea typeface="Apple SD Gothic Neo"/>
                <a:cs typeface="Apple SD Gothic Neo"/>
              </a:rPr>
              <a:t>보고서 결과 준비 후 사용</a:t>
            </a:r>
          </a:p>
        </p:txBody>
      </p:sp>
      <p:sp>
        <p:nvSpPr>
          <p:cNvPr id="42" name="dp43-background / n36 / text 1">
            <a:extLst xmlns:a="http://schemas.openxmlformats.org/drawingml/2006/main">
              <a:ext uri="{FF2B5EF4-FFF2-40B4-BE49-F238E27FC236}">
                <a16:creationId xmlns:a16="http://schemas.microsoft.com/office/drawing/2014/main" id="{11C34C11-98B0-4F8E-BCFB-CDBE5EFC115E}"/>
              </a:ext>
            </a:extLst>
          </p:cNvPr>
          <p:cNvSpPr>
            <a:spLocks xmlns:a="http://schemas.openxmlformats.org/drawingml/2006/main" noGrp="1"/>
          </p:cNvSpPr>
          <p:nvPr/>
        </p:nvSpPr>
        <p:spPr>
          <a:xfrm xmlns:a="http://schemas.openxmlformats.org/drawingml/2006/main">
            <a:off x="609600" y="6858000"/>
            <a:ext cx="1057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정정 시 함께 맞춰야 할 판단</a:t>
            </a:r>
          </a:p>
        </p:txBody>
      </p:sp>
      <p:sp>
        <p:nvSpPr>
          <p:cNvPr id="43" name="dp43-background / n37 / text 1">
            <a:extLst xmlns:a="http://schemas.openxmlformats.org/drawingml/2006/main">
              <a:ext uri="{FF2B5EF4-FFF2-40B4-BE49-F238E27FC236}">
                <a16:creationId xmlns:a16="http://schemas.microsoft.com/office/drawing/2014/main" id="{723C7412-9D92-45CD-9839-0CF685AEF7EC}"/>
              </a:ext>
            </a:extLst>
          </p:cNvPr>
          <p:cNvSpPr>
            <a:spLocks xmlns:a="http://schemas.openxmlformats.org/drawingml/2006/main" noGrp="1"/>
          </p:cNvSpPr>
          <p:nvPr/>
        </p:nvSpPr>
        <p:spPr>
          <a:xfrm xmlns:a="http://schemas.openxmlformats.org/drawingml/2006/main">
            <a:off x="762000" y="7267575"/>
            <a:ext cx="29527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5F6B77"/>
                </a:solidFill>
                <a:latin typeface="Apple SD Gothic Neo"/>
                <a:ea typeface="Apple SD Gothic Neo"/>
                <a:cs typeface="Apple SD Gothic Neo"/>
              </a:defRPr>
            </a:pPr>
            <a:r>
              <a:rPr sz="1575" b="0">
                <a:solidFill>
                  <a:srgbClr val="5F6B77"/>
                </a:solidFill>
                <a:latin typeface="Apple SD Gothic Neo"/>
                <a:ea typeface="Apple SD Gothic Neo"/>
                <a:cs typeface="Apple SD Gothic Neo"/>
              </a:rPr>
              <a:t>Referent</a:t>
            </a:r>
          </a:p>
        </p:txBody>
      </p:sp>
      <p:sp>
        <p:nvSpPr>
          <p:cNvPr id="44" name="dp43-background / n38 / text 1">
            <a:extLst xmlns:a="http://schemas.openxmlformats.org/drawingml/2006/main">
              <a:ext uri="{FF2B5EF4-FFF2-40B4-BE49-F238E27FC236}">
                <a16:creationId xmlns:a16="http://schemas.microsoft.com/office/drawing/2014/main" id="{4E3F62EB-6C51-4CFC-8281-748ACB3D28DD}"/>
              </a:ext>
            </a:extLst>
          </p:cNvPr>
          <p:cNvSpPr>
            <a:spLocks xmlns:a="http://schemas.openxmlformats.org/drawingml/2006/main" noGrp="1"/>
          </p:cNvSpPr>
          <p:nvPr/>
        </p:nvSpPr>
        <p:spPr>
          <a:xfrm xmlns:a="http://schemas.openxmlformats.org/drawingml/2006/main">
            <a:off x="762000" y="7658100"/>
            <a:ext cx="29527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같은 보고서의 표</a:t>
            </a:r>
          </a:p>
        </p:txBody>
      </p:sp>
      <p:sp>
        <p:nvSpPr>
          <p:cNvPr id="45" name="dp43-background / n39 / text 1">
            <a:extLst xmlns:a="http://schemas.openxmlformats.org/drawingml/2006/main">
              <a:ext uri="{FF2B5EF4-FFF2-40B4-BE49-F238E27FC236}">
                <a16:creationId xmlns:a16="http://schemas.microsoft.com/office/drawing/2014/main" id="{3F445319-03DD-4638-A65A-D9A6D9DA1EB1}"/>
              </a:ext>
            </a:extLst>
          </p:cNvPr>
          <p:cNvSpPr>
            <a:spLocks xmlns:a="http://schemas.openxmlformats.org/drawingml/2006/main" noGrp="1"/>
          </p:cNvSpPr>
          <p:nvPr/>
        </p:nvSpPr>
        <p:spPr>
          <a:xfrm xmlns:a="http://schemas.openxmlformats.org/drawingml/2006/main">
            <a:off x="4419600" y="7267575"/>
            <a:ext cx="29527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5F6B77"/>
                </a:solidFill>
                <a:latin typeface="Apple SD Gothic Neo"/>
                <a:ea typeface="Apple SD Gothic Neo"/>
                <a:cs typeface="Apple SD Gothic Neo"/>
              </a:defRPr>
            </a:pPr>
            <a:r>
              <a:rPr sz="1575" b="0">
                <a:solidFill>
                  <a:srgbClr val="5F6B77"/>
                </a:solidFill>
                <a:latin typeface="Apple SD Gothic Neo"/>
                <a:ea typeface="Apple SD Gothic Neo"/>
                <a:cs typeface="Apple SD Gothic Neo"/>
              </a:rPr>
              <a:t>Task Association</a:t>
            </a:r>
          </a:p>
        </p:txBody>
      </p:sp>
      <p:sp>
        <p:nvSpPr>
          <p:cNvPr id="46" name="dp43-background / n40 / text 1">
            <a:extLst xmlns:a="http://schemas.openxmlformats.org/drawingml/2006/main">
              <a:ext uri="{FF2B5EF4-FFF2-40B4-BE49-F238E27FC236}">
                <a16:creationId xmlns:a16="http://schemas.microsoft.com/office/drawing/2014/main" id="{E292942B-9150-49BD-AE66-C73845266A32}"/>
              </a:ext>
            </a:extLst>
          </p:cNvPr>
          <p:cNvSpPr>
            <a:spLocks xmlns:a="http://schemas.openxmlformats.org/drawingml/2006/main" noGrp="1"/>
          </p:cNvSpPr>
          <p:nvPr/>
        </p:nvSpPr>
        <p:spPr>
          <a:xfrm xmlns:a="http://schemas.openxmlformats.org/drawingml/2006/main">
            <a:off x="4419600" y="7658100"/>
            <a:ext cx="29527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메일 초안 Task</a:t>
            </a:r>
          </a:p>
        </p:txBody>
      </p:sp>
      <p:sp>
        <p:nvSpPr>
          <p:cNvPr id="47" name="dp43-background / n41 / text 1">
            <a:extLst xmlns:a="http://schemas.openxmlformats.org/drawingml/2006/main">
              <a:ext uri="{FF2B5EF4-FFF2-40B4-BE49-F238E27FC236}">
                <a16:creationId xmlns:a16="http://schemas.microsoft.com/office/drawing/2014/main" id="{8E951E91-4B68-4570-B0D2-8DC2A4CE1F90}"/>
              </a:ext>
            </a:extLst>
          </p:cNvPr>
          <p:cNvSpPr>
            <a:spLocks xmlns:a="http://schemas.openxmlformats.org/drawingml/2006/main" noGrp="1"/>
          </p:cNvSpPr>
          <p:nvPr/>
        </p:nvSpPr>
        <p:spPr>
          <a:xfrm xmlns:a="http://schemas.openxmlformats.org/drawingml/2006/main">
            <a:off x="8077200" y="7267575"/>
            <a:ext cx="29527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5F6B77"/>
                </a:solidFill>
                <a:latin typeface="Apple SD Gothic Neo"/>
                <a:ea typeface="Apple SD Gothic Neo"/>
                <a:cs typeface="Apple SD Gothic Neo"/>
              </a:defRPr>
            </a:pPr>
            <a:r>
              <a:rPr sz="1575" b="0">
                <a:solidFill>
                  <a:srgbClr val="5F6B77"/>
                </a:solidFill>
                <a:latin typeface="Apple SD Gothic Neo"/>
                <a:ea typeface="Apple SD Gothic Neo"/>
                <a:cs typeface="Apple SD Gothic Neo"/>
              </a:rPr>
              <a:t>정정 범위</a:t>
            </a:r>
          </a:p>
        </p:txBody>
      </p:sp>
      <p:sp>
        <p:nvSpPr>
          <p:cNvPr id="48" name="dp43-background / n42 / text 1">
            <a:extLst xmlns:a="http://schemas.openxmlformats.org/drawingml/2006/main">
              <a:ext uri="{FF2B5EF4-FFF2-40B4-BE49-F238E27FC236}">
                <a16:creationId xmlns:a16="http://schemas.microsoft.com/office/drawing/2014/main" id="{74CEB6B7-FA85-4E97-AD67-EE59E3666B02}"/>
              </a:ext>
            </a:extLst>
          </p:cNvPr>
          <p:cNvSpPr>
            <a:spLocks xmlns:a="http://schemas.openxmlformats.org/drawingml/2006/main" noGrp="1"/>
          </p:cNvSpPr>
          <p:nvPr/>
        </p:nvSpPr>
        <p:spPr>
          <a:xfrm xmlns:a="http://schemas.openxmlformats.org/drawingml/2006/main">
            <a:off x="8077200" y="7658100"/>
            <a:ext cx="29527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메일 내용만 교체</a:t>
            </a:r>
          </a:p>
        </p:txBody>
      </p:sp>
      <p:sp>
        <p:nvSpPr>
          <p:cNvPr id="49" name="dp43-background / n43 / path">
            <a:extLst xmlns:a="http://schemas.openxmlformats.org/drawingml/2006/main">
              <a:ext uri="{FF2B5EF4-FFF2-40B4-BE49-F238E27FC236}">
                <a16:creationId xmlns:a16="http://schemas.microsoft.com/office/drawing/2014/main" id="{3D2DC769-2EDA-4633-92E5-D3B5BA66C816}"/>
              </a:ext>
            </a:extLst>
          </p:cNvPr>
          <p:cNvSpPr>
            <a:spLocks xmlns:a="http://schemas.openxmlformats.org/drawingml/2006/main" noGrp="1"/>
          </p:cNvSpPr>
          <p:nvPr/>
        </p:nvSpPr>
        <p:spPr>
          <a:xfrm xmlns:a="http://schemas.openxmlformats.org/drawingml/2006/main">
            <a:off x="3714750" y="7800975"/>
            <a:ext cx="419100" cy="953"/>
          </a:xfrm>
          <a:custGeom xmlns:a="http://schemas.openxmlformats.org/drawingml/2006/main">
            <a:pathLst>
              <a:path w="419100" h="953">
                <a:moveTo>
                  <a:pt x="0" y="0"/>
                </a:moveTo>
                <a:lnTo>
                  <a:pt x="419100" y="0"/>
                </a:lnTo>
              </a:path>
            </a:pathLst>
          </a:custGeom>
          <a:noFill xmlns:a="http://schemas.openxmlformats.org/drawingml/2006/main"/>
          <a:ln xmlns:a="http://schemas.openxmlformats.org/drawingml/2006/main" w="19050">
            <a:solidFill>
              <a:srgbClr val="CDD6DE"/>
            </a:solidFill>
            <a:prstDash val="solid"/>
          </a:ln>
        </p:spPr>
      </p:sp>
      <p:sp>
        <p:nvSpPr>
          <p:cNvPr id="50" name="dp43-background / n44 / path">
            <a:extLst xmlns:a="http://schemas.openxmlformats.org/drawingml/2006/main">
              <a:ext uri="{FF2B5EF4-FFF2-40B4-BE49-F238E27FC236}">
                <a16:creationId xmlns:a16="http://schemas.microsoft.com/office/drawing/2014/main" id="{7A23F118-AF3F-42D2-BEB6-3F87C984C422}"/>
              </a:ext>
            </a:extLst>
          </p:cNvPr>
          <p:cNvSpPr>
            <a:spLocks xmlns:a="http://schemas.openxmlformats.org/drawingml/2006/main" noGrp="1"/>
          </p:cNvSpPr>
          <p:nvPr/>
        </p:nvSpPr>
        <p:spPr>
          <a:xfrm xmlns:a="http://schemas.openxmlformats.org/drawingml/2006/main">
            <a:off x="7353300" y="7800975"/>
            <a:ext cx="438150" cy="953"/>
          </a:xfrm>
          <a:custGeom xmlns:a="http://schemas.openxmlformats.org/drawingml/2006/main">
            <a:pathLst>
              <a:path w="438150" h="953">
                <a:moveTo>
                  <a:pt x="0" y="0"/>
                </a:moveTo>
                <a:lnTo>
                  <a:pt x="438150" y="0"/>
                </a:lnTo>
              </a:path>
            </a:pathLst>
          </a:custGeom>
          <a:noFill xmlns:a="http://schemas.openxmlformats.org/drawingml/2006/main"/>
          <a:ln xmlns:a="http://schemas.openxmlformats.org/drawingml/2006/main" w="19050">
            <a:solidFill>
              <a:srgbClr val="CDD6DE"/>
            </a:solidFill>
            <a:prstDash val="solid"/>
          </a:ln>
        </p:spPr>
      </p:sp>
      <p:sp>
        <p:nvSpPr>
          <p:cNvPr id="51" name="dp43-background / n45 / text 1">
            <a:extLst xmlns:a="http://schemas.openxmlformats.org/drawingml/2006/main">
              <a:ext uri="{FF2B5EF4-FFF2-40B4-BE49-F238E27FC236}">
                <a16:creationId xmlns:a16="http://schemas.microsoft.com/office/drawing/2014/main" id="{837753B5-08B2-4E26-9229-BA35E30C36C2}"/>
              </a:ext>
            </a:extLst>
          </p:cNvPr>
          <p:cNvSpPr>
            <a:spLocks xmlns:a="http://schemas.openxmlformats.org/drawingml/2006/main" noGrp="1"/>
          </p:cNvSpPr>
          <p:nvPr/>
        </p:nvSpPr>
        <p:spPr>
          <a:xfrm xmlns:a="http://schemas.openxmlformats.org/drawingml/2006/main">
            <a:off x="12001500" y="3381375"/>
            <a:ext cx="56769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의도와 처리 방향</a:t>
            </a:r>
          </a:p>
        </p:txBody>
      </p:sp>
      <p:sp>
        <p:nvSpPr>
          <p:cNvPr id="52" name="dp43-background / n46 / text 1">
            <a:extLst xmlns:a="http://schemas.openxmlformats.org/drawingml/2006/main">
              <a:ext uri="{FF2B5EF4-FFF2-40B4-BE49-F238E27FC236}">
                <a16:creationId xmlns:a16="http://schemas.microsoft.com/office/drawing/2014/main" id="{ED5AF4B3-29B0-4CB5-9498-7B78530848E7}"/>
              </a:ext>
            </a:extLst>
          </p:cNvPr>
          <p:cNvSpPr>
            <a:spLocks xmlns:a="http://schemas.openxmlformats.org/drawingml/2006/main" noGrp="1"/>
          </p:cNvSpPr>
          <p:nvPr/>
        </p:nvSpPr>
        <p:spPr>
          <a:xfrm xmlns:a="http://schemas.openxmlformats.org/drawingml/2006/main">
            <a:off x="12001500" y="3781425"/>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요청 목표와 Delegation 및 자료 대기의 판단</a:t>
            </a:r>
          </a:p>
        </p:txBody>
      </p:sp>
      <p:sp>
        <p:nvSpPr>
          <p:cNvPr id="53" name="dp43-background / n47 / text 1">
            <a:extLst xmlns:a="http://schemas.openxmlformats.org/drawingml/2006/main">
              <a:ext uri="{FF2B5EF4-FFF2-40B4-BE49-F238E27FC236}">
                <a16:creationId xmlns:a16="http://schemas.microsoft.com/office/drawing/2014/main" id="{E9BB46D0-8869-4CA5-8D50-DCB833CD42A9}"/>
              </a:ext>
            </a:extLst>
          </p:cNvPr>
          <p:cNvSpPr>
            <a:spLocks xmlns:a="http://schemas.openxmlformats.org/drawingml/2006/main" noGrp="1"/>
          </p:cNvSpPr>
          <p:nvPr/>
        </p:nvSpPr>
        <p:spPr>
          <a:xfrm xmlns:a="http://schemas.openxmlformats.org/drawingml/2006/main">
            <a:off x="12001500" y="4905375"/>
            <a:ext cx="56769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Referent와 Task Association</a:t>
            </a:r>
          </a:p>
        </p:txBody>
      </p:sp>
      <p:sp>
        <p:nvSpPr>
          <p:cNvPr id="54" name="dp43-background / n48 / text 1">
            <a:extLst xmlns:a="http://schemas.openxmlformats.org/drawingml/2006/main">
              <a:ext uri="{FF2B5EF4-FFF2-40B4-BE49-F238E27FC236}">
                <a16:creationId xmlns:a16="http://schemas.microsoft.com/office/drawing/2014/main" id="{53AECD46-1C02-46BC-8821-DB796A558F65}"/>
              </a:ext>
            </a:extLst>
          </p:cNvPr>
          <p:cNvSpPr>
            <a:spLocks xmlns:a="http://schemas.openxmlformats.org/drawingml/2006/main" noGrp="1"/>
          </p:cNvSpPr>
          <p:nvPr/>
        </p:nvSpPr>
        <p:spPr>
          <a:xfrm xmlns:a="http://schemas.openxmlformats.org/drawingml/2006/main">
            <a:off x="12001500" y="5305425"/>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자료와 관련 Task 및 결과 사용 관계의 일치</a:t>
            </a:r>
          </a:p>
        </p:txBody>
      </p:sp>
      <p:sp>
        <p:nvSpPr>
          <p:cNvPr id="55" name="dp43-background / n49 / text 1">
            <a:extLst xmlns:a="http://schemas.openxmlformats.org/drawingml/2006/main">
              <a:ext uri="{FF2B5EF4-FFF2-40B4-BE49-F238E27FC236}">
                <a16:creationId xmlns:a16="http://schemas.microsoft.com/office/drawing/2014/main" id="{EA9B4516-4CA8-458F-BE0C-F55A6DDCD071}"/>
              </a:ext>
            </a:extLst>
          </p:cNvPr>
          <p:cNvSpPr>
            <a:spLocks xmlns:a="http://schemas.openxmlformats.org/drawingml/2006/main" noGrp="1"/>
          </p:cNvSpPr>
          <p:nvPr/>
        </p:nvSpPr>
        <p:spPr>
          <a:xfrm xmlns:a="http://schemas.openxmlformats.org/drawingml/2006/main">
            <a:off x="12001500" y="6429375"/>
            <a:ext cx="56769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정정 범위와 기존 조건</a:t>
            </a:r>
          </a:p>
        </p:txBody>
      </p:sp>
      <p:sp>
        <p:nvSpPr>
          <p:cNvPr id="56" name="dp43-background / n50 / text 1">
            <a:extLst xmlns:a="http://schemas.openxmlformats.org/drawingml/2006/main">
              <a:ext uri="{FF2B5EF4-FFF2-40B4-BE49-F238E27FC236}">
                <a16:creationId xmlns:a16="http://schemas.microsoft.com/office/drawing/2014/main" id="{3262DD9C-3443-4040-9B93-F7FBA5CF4A2A}"/>
              </a:ext>
            </a:extLst>
          </p:cNvPr>
          <p:cNvSpPr>
            <a:spLocks xmlns:a="http://schemas.openxmlformats.org/drawingml/2006/main" noGrp="1"/>
          </p:cNvSpPr>
          <p:nvPr/>
        </p:nvSpPr>
        <p:spPr>
          <a:xfrm xmlns:a="http://schemas.openxmlformats.org/drawingml/2006/main">
            <a:off x="12001500" y="6829425"/>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메일 내용만 교체하고 PDF 조건 유지</a:t>
            </a:r>
          </a:p>
        </p:txBody>
      </p:sp>
    </p:spTree>
    <p:extLst>
      <p:ext uri="{BB962C8B-B14F-4D97-AF65-F5344CB8AC3E}">
        <p14:creationId xmlns:p14="http://schemas.microsoft.com/office/powerpoint/2010/main" val="588550873"/>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7" name="dp43-comparison / n1">
            <a:extLst xmlns:a="http://schemas.openxmlformats.org/drawingml/2006/main">
              <a:ext uri="{FF2B5EF4-FFF2-40B4-BE49-F238E27FC236}">
                <a16:creationId xmlns:a16="http://schemas.microsoft.com/office/drawing/2014/main" id="{539C452D-04D3-44D7-A9E4-1FC19FA7033F}"/>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3-comparison / n2 / text 1">
            <a:extLst xmlns:a="http://schemas.openxmlformats.org/drawingml/2006/main">
              <a:ext uri="{FF2B5EF4-FFF2-40B4-BE49-F238E27FC236}">
                <a16:creationId xmlns:a16="http://schemas.microsoft.com/office/drawing/2014/main" id="{1AF511D2-734C-4FF3-95FF-37DE60BCDE82}"/>
              </a:ext>
            </a:extLst>
          </p:cNvPr>
          <p:cNvSpPr>
            <a:spLocks xmlns:a="http://schemas.openxmlformats.org/drawingml/2006/main" noGrp="1"/>
          </p:cNvSpPr>
          <p:nvPr/>
        </p:nvSpPr>
        <p:spPr>
          <a:xfrm xmlns:a="http://schemas.openxmlformats.org/drawingml/2006/main">
            <a:off x="381000" y="209550"/>
            <a:ext cx="123825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1">
                <a:solidFill>
                  <a:srgbClr val="087E8B"/>
                </a:solidFill>
                <a:latin typeface="Apple SD Gothic Neo"/>
                <a:ea typeface="Apple SD Gothic Neo"/>
                <a:cs typeface="Apple SD Gothic Neo"/>
              </a:defRPr>
            </a:pPr>
            <a:r>
              <a:rPr sz="1425" b="1">
                <a:solidFill>
                  <a:srgbClr val="087E8B"/>
                </a:solidFill>
                <a:latin typeface="Apple SD Gothic Neo"/>
                <a:ea typeface="Apple SD Gothic Neo"/>
                <a:cs typeface="Apple SD Gothic Neo"/>
              </a:rPr>
              <a:t>VIA SOFTWARE ARCHITECTURE / DP 설계 비교</a:t>
            </a:r>
          </a:p>
        </p:txBody>
      </p:sp>
      <p:sp>
        <p:nvSpPr>
          <p:cNvPr id="3" name="dp43-comparison / n3 / text 1">
            <a:extLst xmlns:a="http://schemas.openxmlformats.org/drawingml/2006/main">
              <a:ext uri="{FF2B5EF4-FFF2-40B4-BE49-F238E27FC236}">
                <a16:creationId xmlns:a16="http://schemas.microsoft.com/office/drawing/2014/main" id="{18041859-E2D9-438C-95BF-A4AE043DFBD5}"/>
              </a:ext>
            </a:extLst>
          </p:cNvPr>
          <p:cNvSpPr>
            <a:spLocks xmlns:a="http://schemas.openxmlformats.org/drawingml/2006/main" noGrp="1"/>
          </p:cNvSpPr>
          <p:nvPr/>
        </p:nvSpPr>
        <p:spPr>
          <a:xfrm xmlns:a="http://schemas.openxmlformats.org/drawingml/2006/main">
            <a:off x="13620750" y="209550"/>
            <a:ext cx="42862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구조 비교 / 장단점 / QA Trade-off</a:t>
            </a:r>
          </a:p>
        </p:txBody>
      </p:sp>
      <p:sp>
        <p:nvSpPr>
          <p:cNvPr id="4" name="dp43-comparison / n4 / text 1">
            <a:extLst xmlns:a="http://schemas.openxmlformats.org/drawingml/2006/main">
              <a:ext uri="{FF2B5EF4-FFF2-40B4-BE49-F238E27FC236}">
                <a16:creationId xmlns:a16="http://schemas.microsoft.com/office/drawing/2014/main" id="{8541CF34-7C33-45EA-BE8B-E2C8E3E82B48}"/>
              </a:ext>
            </a:extLst>
          </p:cNvPr>
          <p:cNvSpPr>
            <a:spLocks xmlns:a="http://schemas.openxmlformats.org/drawingml/2006/main" noGrp="1"/>
          </p:cNvSpPr>
          <p:nvPr/>
        </p:nvSpPr>
        <p:spPr>
          <a:xfrm xmlns:a="http://schemas.openxmlformats.org/drawingml/2006/main">
            <a:off x="381000" y="619125"/>
            <a:ext cx="17526000" cy="53863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925" b="1">
                <a:solidFill>
                  <a:srgbClr val="18232E"/>
                </a:solidFill>
                <a:latin typeface="Apple SD Gothic Neo"/>
                <a:ea typeface="Apple SD Gothic Neo"/>
                <a:cs typeface="Apple SD Gothic Neo"/>
              </a:defRPr>
            </a:pPr>
            <a:r>
              <a:rPr sz="2925" b="1">
                <a:solidFill>
                  <a:srgbClr val="18232E"/>
                </a:solidFill>
                <a:latin typeface="Apple SD Gothic Neo"/>
                <a:ea typeface="Apple SD Gothic Neo"/>
                <a:cs typeface="Apple SD Gothic Neo"/>
              </a:rPr>
              <a:t>04-43. 기능 정확성을 위한 VIA Request 의미 판단 설계</a:t>
            </a:r>
          </a:p>
        </p:txBody>
      </p:sp>
      <p:sp>
        <p:nvSpPr>
          <p:cNvPr id="5" name="dp43-comparison / n5 / path">
            <a:extLst xmlns:a="http://schemas.openxmlformats.org/drawingml/2006/main">
              <a:ext uri="{FF2B5EF4-FFF2-40B4-BE49-F238E27FC236}">
                <a16:creationId xmlns:a16="http://schemas.microsoft.com/office/drawing/2014/main" id="{BA783C28-D448-44F6-9777-7D4817CA8251}"/>
              </a:ext>
            </a:extLst>
          </p:cNvPr>
          <p:cNvSpPr>
            <a:spLocks xmlns:a="http://schemas.openxmlformats.org/drawingml/2006/main" noGrp="1"/>
          </p:cNvSpPr>
          <p:nvPr/>
        </p:nvSpPr>
        <p:spPr>
          <a:xfrm xmlns:a="http://schemas.openxmlformats.org/drawingml/2006/main">
            <a:off x="381000" y="11525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6" name="dp43-comparison / n6 / text 1">
            <a:extLst xmlns:a="http://schemas.openxmlformats.org/drawingml/2006/main">
              <a:ext uri="{FF2B5EF4-FFF2-40B4-BE49-F238E27FC236}">
                <a16:creationId xmlns:a16="http://schemas.microsoft.com/office/drawing/2014/main" id="{EAB8D128-1AA1-470E-B640-7B6EBB1C71F8}"/>
              </a:ext>
            </a:extLst>
          </p:cNvPr>
          <p:cNvSpPr>
            <a:spLocks xmlns:a="http://schemas.openxmlformats.org/drawingml/2006/main" noGrp="1"/>
          </p:cNvSpPr>
          <p:nvPr/>
        </p:nvSpPr>
        <p:spPr>
          <a:xfrm xmlns:a="http://schemas.openxmlformats.org/drawingml/2006/main">
            <a:off x="381000" y="1352550"/>
            <a:ext cx="145732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“보고서는 PDF로, 메일에는 결론을 넣어줘.” → “메일에는 결론 대신 표만 넣어줘.”</a:t>
            </a:r>
          </a:p>
        </p:txBody>
      </p:sp>
      <p:sp>
        <p:nvSpPr>
          <p:cNvPr id="7" name="dp43-comparison / n7 / text 1">
            <a:extLst xmlns:a="http://schemas.openxmlformats.org/drawingml/2006/main">
              <a:ext uri="{FF2B5EF4-FFF2-40B4-BE49-F238E27FC236}">
                <a16:creationId xmlns:a16="http://schemas.microsoft.com/office/drawing/2014/main" id="{B3E36739-3DB8-4FD8-936F-5CA3990A02DA}"/>
              </a:ext>
            </a:extLst>
          </p:cNvPr>
          <p:cNvSpPr>
            <a:spLocks xmlns:a="http://schemas.openxmlformats.org/drawingml/2006/main" noGrp="1"/>
          </p:cNvSpPr>
          <p:nvPr/>
        </p:nvSpPr>
        <p:spPr>
          <a:xfrm xmlns:a="http://schemas.openxmlformats.org/drawingml/2006/main">
            <a:off x="15144750" y="1381125"/>
            <a:ext cx="27622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425" b="1">
                <a:solidFill>
                  <a:srgbClr val="B63732"/>
                </a:solidFill>
                <a:latin typeface="Apple SD Gothic Neo"/>
                <a:ea typeface="Apple SD Gothic Neo"/>
                <a:cs typeface="Apple SD Gothic Neo"/>
              </a:defRPr>
            </a:pPr>
            <a:r>
              <a:rPr sz="1425" b="1">
                <a:solidFill>
                  <a:srgbClr val="B63732"/>
                </a:solidFill>
                <a:latin typeface="Apple SD Gothic Neo"/>
                <a:ea typeface="Apple SD Gothic Neo"/>
                <a:cs typeface="Apple SD Gothic Neo"/>
              </a:rPr>
              <a:t>수치와 점수 / 예상 예시</a:t>
            </a:r>
          </a:p>
        </p:txBody>
      </p:sp>
      <p:sp>
        <p:nvSpPr>
          <p:cNvPr id="8" name="dp43-comparison / n8">
            <a:extLst xmlns:a="http://schemas.openxmlformats.org/drawingml/2006/main">
              <a:ext uri="{FF2B5EF4-FFF2-40B4-BE49-F238E27FC236}">
                <a16:creationId xmlns:a16="http://schemas.microsoft.com/office/drawing/2014/main" id="{D98578CF-C4D0-4F38-8A31-6CEC4136E306}"/>
              </a:ext>
            </a:extLst>
          </p:cNvPr>
          <p:cNvSpPr>
            <a:spLocks xmlns:a="http://schemas.openxmlformats.org/drawingml/2006/main" noGrp="1"/>
          </p:cNvSpPr>
          <p:nvPr/>
        </p:nvSpPr>
        <p:spPr>
          <a:xfrm xmlns:a="http://schemas.openxmlformats.org/drawingml/2006/main">
            <a:off x="381000" y="1790700"/>
            <a:ext cx="17526000" cy="523875"/>
          </a:xfrm>
          <a:prstGeom xmlns:a="http://schemas.openxmlformats.org/drawingml/2006/main" prst="rect">
            <a:avLst/>
          </a:prstGeom>
          <a:solidFill xmlns:a="http://schemas.openxmlformats.org/drawingml/2006/main">
            <a:srgbClr val="D5E7C7"/>
          </a:solidFill>
          <a:ln xmlns:a="http://schemas.openxmlformats.org/drawingml/2006/main" w="16193">
            <a:solidFill>
              <a:srgbClr val="CDD6DE"/>
            </a:solidFill>
            <a:prstDash val="solid"/>
          </a:ln>
        </p:spPr>
      </p:sp>
      <p:sp>
        <p:nvSpPr>
          <p:cNvPr id="9" name="dp43-comparison / n9 / text 1">
            <a:extLst xmlns:a="http://schemas.openxmlformats.org/drawingml/2006/main">
              <a:ext uri="{FF2B5EF4-FFF2-40B4-BE49-F238E27FC236}">
                <a16:creationId xmlns:a16="http://schemas.microsoft.com/office/drawing/2014/main" id="{9E6C049F-3B59-4A83-BD17-797CA59E91A2}"/>
              </a:ext>
            </a:extLst>
          </p:cNvPr>
          <p:cNvSpPr>
            <a:spLocks xmlns:a="http://schemas.openxmlformats.org/drawingml/2006/main" noGrp="1"/>
          </p:cNvSpPr>
          <p:nvPr/>
        </p:nvSpPr>
        <p:spPr>
          <a:xfrm xmlns:a="http://schemas.openxmlformats.org/drawingml/2006/main">
            <a:off x="390525" y="1952625"/>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설계안</a:t>
            </a:r>
          </a:p>
        </p:txBody>
      </p:sp>
      <p:sp>
        <p:nvSpPr>
          <p:cNvPr id="10" name="dp43-comparison / n10">
            <a:extLst xmlns:a="http://schemas.openxmlformats.org/drawingml/2006/main">
              <a:ext uri="{FF2B5EF4-FFF2-40B4-BE49-F238E27FC236}">
                <a16:creationId xmlns:a16="http://schemas.microsoft.com/office/drawing/2014/main" id="{1B074960-1C0C-434F-A19F-1C392B9C833D}"/>
              </a:ext>
            </a:extLst>
          </p:cNvPr>
          <p:cNvSpPr>
            <a:spLocks xmlns:a="http://schemas.openxmlformats.org/drawingml/2006/main" noGrp="1"/>
          </p:cNvSpPr>
          <p:nvPr/>
        </p:nvSpPr>
        <p:spPr>
          <a:xfrm xmlns:a="http://schemas.openxmlformats.org/drawingml/2006/main">
            <a:off x="381000" y="2314575"/>
            <a:ext cx="17526000" cy="5257800"/>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1" name="dp43-comparison / n11 / text 1">
            <a:extLst xmlns:a="http://schemas.openxmlformats.org/drawingml/2006/main">
              <a:ext uri="{FF2B5EF4-FFF2-40B4-BE49-F238E27FC236}">
                <a16:creationId xmlns:a16="http://schemas.microsoft.com/office/drawing/2014/main" id="{6AA04085-07F1-445B-B048-8D577D6A4E91}"/>
              </a:ext>
            </a:extLst>
          </p:cNvPr>
          <p:cNvSpPr>
            <a:spLocks xmlns:a="http://schemas.openxmlformats.org/drawingml/2006/main" noGrp="1"/>
          </p:cNvSpPr>
          <p:nvPr/>
        </p:nvSpPr>
        <p:spPr>
          <a:xfrm xmlns:a="http://schemas.openxmlformats.org/drawingml/2006/main">
            <a:off x="390525" y="24765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구조</a:t>
            </a:r>
          </a:p>
        </p:txBody>
      </p:sp>
      <p:sp>
        <p:nvSpPr>
          <p:cNvPr id="12" name="dp43-comparison / n12">
            <a:extLst xmlns:a="http://schemas.openxmlformats.org/drawingml/2006/main">
              <a:ext uri="{FF2B5EF4-FFF2-40B4-BE49-F238E27FC236}">
                <a16:creationId xmlns:a16="http://schemas.microsoft.com/office/drawing/2014/main" id="{24E71620-0EC8-415A-BD46-16A76DE26563}"/>
              </a:ext>
            </a:extLst>
          </p:cNvPr>
          <p:cNvSpPr>
            <a:spLocks xmlns:a="http://schemas.openxmlformats.org/drawingml/2006/main" noGrp="1"/>
          </p:cNvSpPr>
          <p:nvPr/>
        </p:nvSpPr>
        <p:spPr>
          <a:xfrm xmlns:a="http://schemas.openxmlformats.org/drawingml/2006/main">
            <a:off x="381000" y="7572375"/>
            <a:ext cx="17526000" cy="762000"/>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3" name="dp43-comparison / n13 / text 1">
            <a:extLst xmlns:a="http://schemas.openxmlformats.org/drawingml/2006/main">
              <a:ext uri="{FF2B5EF4-FFF2-40B4-BE49-F238E27FC236}">
                <a16:creationId xmlns:a16="http://schemas.microsoft.com/office/drawing/2014/main" id="{2A39EEC0-B53B-4097-8AD9-CF701A715FEA}"/>
              </a:ext>
            </a:extLst>
          </p:cNvPr>
          <p:cNvSpPr>
            <a:spLocks xmlns:a="http://schemas.openxmlformats.org/drawingml/2006/main" noGrp="1"/>
          </p:cNvSpPr>
          <p:nvPr/>
        </p:nvSpPr>
        <p:spPr>
          <a:xfrm xmlns:a="http://schemas.openxmlformats.org/drawingml/2006/main">
            <a:off x="390525" y="77343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장점</a:t>
            </a:r>
          </a:p>
        </p:txBody>
      </p:sp>
      <p:sp>
        <p:nvSpPr>
          <p:cNvPr id="14" name="dp43-comparison / n14">
            <a:extLst xmlns:a="http://schemas.openxmlformats.org/drawingml/2006/main">
              <a:ext uri="{FF2B5EF4-FFF2-40B4-BE49-F238E27FC236}">
                <a16:creationId xmlns:a16="http://schemas.microsoft.com/office/drawing/2014/main" id="{3B8BFC31-C9FE-4DDB-A521-367A69E94600}"/>
              </a:ext>
            </a:extLst>
          </p:cNvPr>
          <p:cNvSpPr>
            <a:spLocks xmlns:a="http://schemas.openxmlformats.org/drawingml/2006/main" noGrp="1"/>
          </p:cNvSpPr>
          <p:nvPr/>
        </p:nvSpPr>
        <p:spPr>
          <a:xfrm xmlns:a="http://schemas.openxmlformats.org/drawingml/2006/main">
            <a:off x="381000" y="8334375"/>
            <a:ext cx="17526000" cy="762000"/>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5" name="dp43-comparison / n15 / text 1">
            <a:extLst xmlns:a="http://schemas.openxmlformats.org/drawingml/2006/main">
              <a:ext uri="{FF2B5EF4-FFF2-40B4-BE49-F238E27FC236}">
                <a16:creationId xmlns:a16="http://schemas.microsoft.com/office/drawing/2014/main" id="{CE16D8CD-E39A-4A9C-8269-1D62F9AF6668}"/>
              </a:ext>
            </a:extLst>
          </p:cNvPr>
          <p:cNvSpPr>
            <a:spLocks xmlns:a="http://schemas.openxmlformats.org/drawingml/2006/main" noGrp="1"/>
          </p:cNvSpPr>
          <p:nvPr/>
        </p:nvSpPr>
        <p:spPr>
          <a:xfrm xmlns:a="http://schemas.openxmlformats.org/drawingml/2006/main">
            <a:off x="390525" y="84963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단점</a:t>
            </a:r>
          </a:p>
        </p:txBody>
      </p:sp>
      <p:sp>
        <p:nvSpPr>
          <p:cNvPr id="16" name="dp43-comparison / n16">
            <a:extLst xmlns:a="http://schemas.openxmlformats.org/drawingml/2006/main">
              <a:ext uri="{FF2B5EF4-FFF2-40B4-BE49-F238E27FC236}">
                <a16:creationId xmlns:a16="http://schemas.microsoft.com/office/drawing/2014/main" id="{0A555600-8B57-45E0-9216-06A5B5E8F4E2}"/>
              </a:ext>
            </a:extLst>
          </p:cNvPr>
          <p:cNvSpPr>
            <a:spLocks xmlns:a="http://schemas.openxmlformats.org/drawingml/2006/main" noGrp="1"/>
          </p:cNvSpPr>
          <p:nvPr/>
        </p:nvSpPr>
        <p:spPr>
          <a:xfrm xmlns:a="http://schemas.openxmlformats.org/drawingml/2006/main">
            <a:off x="381000" y="9096375"/>
            <a:ext cx="17526000" cy="904875"/>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7" name="dp43-comparison / n17 / text 1">
            <a:extLst xmlns:a="http://schemas.openxmlformats.org/drawingml/2006/main">
              <a:ext uri="{FF2B5EF4-FFF2-40B4-BE49-F238E27FC236}">
                <a16:creationId xmlns:a16="http://schemas.microsoft.com/office/drawing/2014/main" id="{437A61E9-F475-42E4-9BAC-787AA36DE84D}"/>
              </a:ext>
            </a:extLst>
          </p:cNvPr>
          <p:cNvSpPr>
            <a:spLocks xmlns:a="http://schemas.openxmlformats.org/drawingml/2006/main" noGrp="1"/>
          </p:cNvSpPr>
          <p:nvPr/>
        </p:nvSpPr>
        <p:spPr>
          <a:xfrm xmlns:a="http://schemas.openxmlformats.org/drawingml/2006/main">
            <a:off x="390525" y="92583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QA</a:t>
            </a:r>
          </a:p>
        </p:txBody>
      </p:sp>
      <p:sp>
        <p:nvSpPr>
          <p:cNvPr id="18" name="dp43-comparison / n17 / text 2">
            <a:extLst xmlns:a="http://schemas.openxmlformats.org/drawingml/2006/main">
              <a:ext uri="{FF2B5EF4-FFF2-40B4-BE49-F238E27FC236}">
                <a16:creationId xmlns:a16="http://schemas.microsoft.com/office/drawing/2014/main" id="{3569D43A-9857-4AA2-96B6-8AB0F7A607F4}"/>
              </a:ext>
            </a:extLst>
          </p:cNvPr>
          <p:cNvSpPr>
            <a:spLocks xmlns:a="http://schemas.openxmlformats.org/drawingml/2006/main" noGrp="1"/>
          </p:cNvSpPr>
          <p:nvPr/>
        </p:nvSpPr>
        <p:spPr>
          <a:xfrm xmlns:a="http://schemas.openxmlformats.org/drawingml/2006/main">
            <a:off x="390525" y="950595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Trade-off</a:t>
            </a:r>
          </a:p>
        </p:txBody>
      </p:sp>
      <p:sp>
        <p:nvSpPr>
          <p:cNvPr id="19" name="dp43-comparison / n18 / path">
            <a:extLst xmlns:a="http://schemas.openxmlformats.org/drawingml/2006/main">
              <a:ext uri="{FF2B5EF4-FFF2-40B4-BE49-F238E27FC236}">
                <a16:creationId xmlns:a16="http://schemas.microsoft.com/office/drawing/2014/main" id="{618D0942-1015-4946-98FF-E1C6B1686C2A}"/>
              </a:ext>
            </a:extLst>
          </p:cNvPr>
          <p:cNvSpPr>
            <a:spLocks xmlns:a="http://schemas.openxmlformats.org/drawingml/2006/main" noGrp="1"/>
          </p:cNvSpPr>
          <p:nvPr/>
        </p:nvSpPr>
        <p:spPr>
          <a:xfrm xmlns:a="http://schemas.openxmlformats.org/drawingml/2006/main">
            <a:off x="1333500" y="1790700"/>
            <a:ext cx="953" cy="8210550"/>
          </a:xfrm>
          <a:custGeom xmlns:a="http://schemas.openxmlformats.org/drawingml/2006/main">
            <a:pathLst>
              <a:path w="953" h="8210550">
                <a:moveTo>
                  <a:pt x="0" y="0"/>
                </a:moveTo>
                <a:lnTo>
                  <a:pt x="0" y="8210550"/>
                </a:lnTo>
              </a:path>
            </a:pathLst>
          </a:custGeom>
          <a:noFill xmlns:a="http://schemas.openxmlformats.org/drawingml/2006/main"/>
          <a:ln xmlns:a="http://schemas.openxmlformats.org/drawingml/2006/main" w="19050">
            <a:solidFill>
              <a:srgbClr val="CDD6DE"/>
            </a:solidFill>
            <a:prstDash val="solid"/>
          </a:ln>
        </p:spPr>
      </p:sp>
      <p:sp>
        <p:nvSpPr>
          <p:cNvPr id="20" name="dp43-comparison / n19 / path">
            <a:extLst xmlns:a="http://schemas.openxmlformats.org/drawingml/2006/main">
              <a:ext uri="{FF2B5EF4-FFF2-40B4-BE49-F238E27FC236}">
                <a16:creationId xmlns:a16="http://schemas.microsoft.com/office/drawing/2014/main" id="{0DE7B190-2392-49C7-9027-4C2E0FDB1C8C}"/>
              </a:ext>
            </a:extLst>
          </p:cNvPr>
          <p:cNvSpPr>
            <a:spLocks xmlns:a="http://schemas.openxmlformats.org/drawingml/2006/main" noGrp="1"/>
          </p:cNvSpPr>
          <p:nvPr/>
        </p:nvSpPr>
        <p:spPr>
          <a:xfrm xmlns:a="http://schemas.openxmlformats.org/drawingml/2006/main">
            <a:off x="9620250" y="1790700"/>
            <a:ext cx="953" cy="8210550"/>
          </a:xfrm>
          <a:custGeom xmlns:a="http://schemas.openxmlformats.org/drawingml/2006/main">
            <a:pathLst>
              <a:path w="953" h="8210550">
                <a:moveTo>
                  <a:pt x="0" y="0"/>
                </a:moveTo>
                <a:lnTo>
                  <a:pt x="0" y="8210550"/>
                </a:lnTo>
              </a:path>
            </a:pathLst>
          </a:custGeom>
          <a:noFill xmlns:a="http://schemas.openxmlformats.org/drawingml/2006/main"/>
          <a:ln xmlns:a="http://schemas.openxmlformats.org/drawingml/2006/main" w="19050">
            <a:solidFill>
              <a:srgbClr val="CDD6DE"/>
            </a:solidFill>
            <a:prstDash val="solid"/>
          </a:ln>
        </p:spPr>
      </p:sp>
      <p:sp>
        <p:nvSpPr>
          <p:cNvPr id="21" name="dp43-comparison / n20 / text 1">
            <a:extLst xmlns:a="http://schemas.openxmlformats.org/drawingml/2006/main">
              <a:ext uri="{FF2B5EF4-FFF2-40B4-BE49-F238E27FC236}">
                <a16:creationId xmlns:a16="http://schemas.microsoft.com/office/drawing/2014/main" id="{72E10A3A-800A-4114-B406-24C3533A1DB3}"/>
              </a:ext>
            </a:extLst>
          </p:cNvPr>
          <p:cNvSpPr>
            <a:spLocks xmlns:a="http://schemas.openxmlformats.org/drawingml/2006/main" noGrp="1"/>
          </p:cNvSpPr>
          <p:nvPr/>
        </p:nvSpPr>
        <p:spPr>
          <a:xfrm xmlns:a="http://schemas.openxmlformats.org/drawingml/2006/main">
            <a:off x="1485900" y="1933575"/>
            <a:ext cx="79819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00" b="1">
                <a:solidFill>
                  <a:srgbClr val="18232E"/>
                </a:solidFill>
                <a:latin typeface="Apple SD Gothic Neo"/>
                <a:ea typeface="Apple SD Gothic Neo"/>
                <a:cs typeface="Apple SD Gothic Neo"/>
              </a:defRPr>
            </a:pPr>
            <a:r>
              <a:rPr sz="2100" b="1">
                <a:solidFill>
                  <a:srgbClr val="18232E"/>
                </a:solidFill>
                <a:latin typeface="Apple SD Gothic Neo"/>
                <a:ea typeface="Apple SD Gothic Neo"/>
                <a:cs typeface="Apple SD Gothic Neo"/>
              </a:rPr>
              <a:t>A 통합 의미 생산</a:t>
            </a:r>
          </a:p>
        </p:txBody>
      </p:sp>
      <p:sp>
        <p:nvSpPr>
          <p:cNvPr id="22" name="dp43-comparison / n21 / text 1">
            <a:extLst xmlns:a="http://schemas.openxmlformats.org/drawingml/2006/main">
              <a:ext uri="{FF2B5EF4-FFF2-40B4-BE49-F238E27FC236}">
                <a16:creationId xmlns:a16="http://schemas.microsoft.com/office/drawing/2014/main" id="{3C7CB60D-8659-4930-B4E4-91B4257AEF2C}"/>
              </a:ext>
            </a:extLst>
          </p:cNvPr>
          <p:cNvSpPr>
            <a:spLocks xmlns:a="http://schemas.openxmlformats.org/drawingml/2006/main" noGrp="1"/>
          </p:cNvSpPr>
          <p:nvPr/>
        </p:nvSpPr>
        <p:spPr>
          <a:xfrm xmlns:a="http://schemas.openxmlformats.org/drawingml/2006/main">
            <a:off x="1504950" y="7696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관련 의미의 공동 판단으로 정확 처리율 94% (기능 정확성 ↑)</a:t>
            </a:r>
          </a:p>
        </p:txBody>
      </p:sp>
      <p:sp>
        <p:nvSpPr>
          <p:cNvPr id="23" name="dp43-comparison / n22 / text 1">
            <a:extLst xmlns:a="http://schemas.openxmlformats.org/drawingml/2006/main">
              <a:ext uri="{FF2B5EF4-FFF2-40B4-BE49-F238E27FC236}">
                <a16:creationId xmlns:a16="http://schemas.microsoft.com/office/drawing/2014/main" id="{C4924AE7-F39F-485F-AF73-4CCC0208EDE5}"/>
              </a:ext>
            </a:extLst>
          </p:cNvPr>
          <p:cNvSpPr>
            <a:spLocks xmlns:a="http://schemas.openxmlformats.org/drawingml/2006/main" noGrp="1"/>
          </p:cNvSpPr>
          <p:nvPr/>
        </p:nvSpPr>
        <p:spPr>
          <a:xfrm xmlns:a="http://schemas.openxmlformats.org/drawingml/2006/main">
            <a:off x="1504950" y="7972425"/>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부분 제안 간 교환 축소로 평균 VIA 처리시간 5.5 s (요청 완료 신속성 ↑)</a:t>
            </a:r>
          </a:p>
        </p:txBody>
      </p:sp>
      <p:sp>
        <p:nvSpPr>
          <p:cNvPr id="24" name="dp43-comparison / n23 / text 1">
            <a:extLst xmlns:a="http://schemas.openxmlformats.org/drawingml/2006/main">
              <a:ext uri="{FF2B5EF4-FFF2-40B4-BE49-F238E27FC236}">
                <a16:creationId xmlns:a16="http://schemas.microsoft.com/office/drawing/2014/main" id="{8C87F833-8327-4A09-9B32-04CB385E68A7}"/>
              </a:ext>
            </a:extLst>
          </p:cNvPr>
          <p:cNvSpPr>
            <a:spLocks xmlns:a="http://schemas.openxmlformats.org/drawingml/2006/main" noGrp="1"/>
          </p:cNvSpPr>
          <p:nvPr/>
        </p:nvSpPr>
        <p:spPr>
          <a:xfrm xmlns:a="http://schemas.openxmlformats.org/drawingml/2006/main">
            <a:off x="1504950" y="8458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통합 의미 생산 계약의 변경 전파, 평균 4.0개 (변경 용이성 ↓)</a:t>
            </a:r>
          </a:p>
        </p:txBody>
      </p:sp>
      <p:sp>
        <p:nvSpPr>
          <p:cNvPr id="25" name="dp43-comparison / n24 / text 1">
            <a:extLst xmlns:a="http://schemas.openxmlformats.org/drawingml/2006/main">
              <a:ext uri="{FF2B5EF4-FFF2-40B4-BE49-F238E27FC236}">
                <a16:creationId xmlns:a16="http://schemas.microsoft.com/office/drawing/2014/main" id="{ABCCB5C1-C3C3-4EF5-971A-FE21EEF7AE14}"/>
              </a:ext>
            </a:extLst>
          </p:cNvPr>
          <p:cNvSpPr>
            <a:spLocks xmlns:a="http://schemas.openxmlformats.org/drawingml/2006/main" noGrp="1"/>
          </p:cNvSpPr>
          <p:nvPr/>
        </p:nvSpPr>
        <p:spPr>
          <a:xfrm xmlns:a="http://schemas.openxmlformats.org/drawingml/2006/main">
            <a:off x="1504950" y="918210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V-01 기능 정확성</a:t>
            </a:r>
          </a:p>
        </p:txBody>
      </p:sp>
      <p:sp>
        <p:nvSpPr>
          <p:cNvPr id="26" name="dp43-comparison / n25 / text 1">
            <a:extLst xmlns:a="http://schemas.openxmlformats.org/drawingml/2006/main">
              <a:ext uri="{FF2B5EF4-FFF2-40B4-BE49-F238E27FC236}">
                <a16:creationId xmlns:a16="http://schemas.microsoft.com/office/drawing/2014/main" id="{4482D985-A034-41E9-AAC0-C94F236F5BEF}"/>
              </a:ext>
            </a:extLst>
          </p:cNvPr>
          <p:cNvSpPr>
            <a:spLocks xmlns:a="http://schemas.openxmlformats.org/drawingml/2006/main" noGrp="1"/>
          </p:cNvSpPr>
          <p:nvPr/>
        </p:nvSpPr>
        <p:spPr>
          <a:xfrm xmlns:a="http://schemas.openxmlformats.org/drawingml/2006/main">
            <a:off x="4905375" y="917257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27" name="dp43-comparison / n26 / text 1">
            <a:extLst xmlns:a="http://schemas.openxmlformats.org/drawingml/2006/main">
              <a:ext uri="{FF2B5EF4-FFF2-40B4-BE49-F238E27FC236}">
                <a16:creationId xmlns:a16="http://schemas.microsoft.com/office/drawing/2014/main" id="{4B0D876F-6220-43B9-9B1B-70758487E0F9}"/>
              </a:ext>
            </a:extLst>
          </p:cNvPr>
          <p:cNvSpPr>
            <a:spLocks xmlns:a="http://schemas.openxmlformats.org/drawingml/2006/main" noGrp="1"/>
          </p:cNvSpPr>
          <p:nvPr/>
        </p:nvSpPr>
        <p:spPr>
          <a:xfrm xmlns:a="http://schemas.openxmlformats.org/drawingml/2006/main">
            <a:off x="6124575" y="918210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94%</a:t>
            </a:r>
          </a:p>
        </p:txBody>
      </p:sp>
      <p:sp>
        <p:nvSpPr>
          <p:cNvPr id="28" name="dp43-comparison / n27 / text 1">
            <a:extLst xmlns:a="http://schemas.openxmlformats.org/drawingml/2006/main">
              <a:ext uri="{FF2B5EF4-FFF2-40B4-BE49-F238E27FC236}">
                <a16:creationId xmlns:a16="http://schemas.microsoft.com/office/drawing/2014/main" id="{F627ACF7-FCB7-45F0-BB7F-F1923D5C40CF}"/>
              </a:ext>
            </a:extLst>
          </p:cNvPr>
          <p:cNvSpPr>
            <a:spLocks xmlns:a="http://schemas.openxmlformats.org/drawingml/2006/main" noGrp="1"/>
          </p:cNvSpPr>
          <p:nvPr/>
        </p:nvSpPr>
        <p:spPr>
          <a:xfrm xmlns:a="http://schemas.openxmlformats.org/drawingml/2006/main">
            <a:off x="7543800" y="920115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정확 처리율 ↑</a:t>
            </a:r>
          </a:p>
        </p:txBody>
      </p:sp>
      <p:sp>
        <p:nvSpPr>
          <p:cNvPr id="29" name="dp43-comparison / n28 / text 1">
            <a:extLst xmlns:a="http://schemas.openxmlformats.org/drawingml/2006/main">
              <a:ext uri="{FF2B5EF4-FFF2-40B4-BE49-F238E27FC236}">
                <a16:creationId xmlns:a16="http://schemas.microsoft.com/office/drawing/2014/main" id="{3E7ABA87-B396-4182-930A-9EC07AD15345}"/>
              </a:ext>
            </a:extLst>
          </p:cNvPr>
          <p:cNvSpPr>
            <a:spLocks xmlns:a="http://schemas.openxmlformats.org/drawingml/2006/main" noGrp="1"/>
          </p:cNvSpPr>
          <p:nvPr/>
        </p:nvSpPr>
        <p:spPr>
          <a:xfrm xmlns:a="http://schemas.openxmlformats.org/drawingml/2006/main">
            <a:off x="1504950" y="9439275"/>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V-05 요청 완료 신속성</a:t>
            </a:r>
          </a:p>
        </p:txBody>
      </p:sp>
      <p:sp>
        <p:nvSpPr>
          <p:cNvPr id="30" name="dp43-comparison / n29 / text 1">
            <a:extLst xmlns:a="http://schemas.openxmlformats.org/drawingml/2006/main">
              <a:ext uri="{FF2B5EF4-FFF2-40B4-BE49-F238E27FC236}">
                <a16:creationId xmlns:a16="http://schemas.microsoft.com/office/drawing/2014/main" id="{8DBE83C3-68E7-456B-B58F-AFF33E2C7257}"/>
              </a:ext>
            </a:extLst>
          </p:cNvPr>
          <p:cNvSpPr>
            <a:spLocks xmlns:a="http://schemas.openxmlformats.org/drawingml/2006/main" noGrp="1"/>
          </p:cNvSpPr>
          <p:nvPr/>
        </p:nvSpPr>
        <p:spPr>
          <a:xfrm xmlns:a="http://schemas.openxmlformats.org/drawingml/2006/main">
            <a:off x="4905375" y="9429750"/>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31" name="dp43-comparison / n30 / text 1">
            <a:extLst xmlns:a="http://schemas.openxmlformats.org/drawingml/2006/main">
              <a:ext uri="{FF2B5EF4-FFF2-40B4-BE49-F238E27FC236}">
                <a16:creationId xmlns:a16="http://schemas.microsoft.com/office/drawing/2014/main" id="{D90E4027-DBC7-4E92-9B48-FFA1E7D292EE}"/>
              </a:ext>
            </a:extLst>
          </p:cNvPr>
          <p:cNvSpPr>
            <a:spLocks xmlns:a="http://schemas.openxmlformats.org/drawingml/2006/main" noGrp="1"/>
          </p:cNvSpPr>
          <p:nvPr/>
        </p:nvSpPr>
        <p:spPr>
          <a:xfrm xmlns:a="http://schemas.openxmlformats.org/drawingml/2006/main">
            <a:off x="6124575" y="9439275"/>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5.5 s</a:t>
            </a:r>
          </a:p>
        </p:txBody>
      </p:sp>
      <p:sp>
        <p:nvSpPr>
          <p:cNvPr id="32" name="dp43-comparison / n31 / text 1">
            <a:extLst xmlns:a="http://schemas.openxmlformats.org/drawingml/2006/main">
              <a:ext uri="{FF2B5EF4-FFF2-40B4-BE49-F238E27FC236}">
                <a16:creationId xmlns:a16="http://schemas.microsoft.com/office/drawing/2014/main" id="{73B4F518-4BD4-48BC-89AB-F429F9E68D53}"/>
              </a:ext>
            </a:extLst>
          </p:cNvPr>
          <p:cNvSpPr>
            <a:spLocks xmlns:a="http://schemas.openxmlformats.org/drawingml/2006/main" noGrp="1"/>
          </p:cNvSpPr>
          <p:nvPr/>
        </p:nvSpPr>
        <p:spPr>
          <a:xfrm xmlns:a="http://schemas.openxmlformats.org/drawingml/2006/main">
            <a:off x="7543800" y="9458325"/>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VIA 처리시간 ↓</a:t>
            </a:r>
          </a:p>
        </p:txBody>
      </p:sp>
      <p:sp>
        <p:nvSpPr>
          <p:cNvPr id="33" name="dp43-comparison / n32 / text 1">
            <a:extLst xmlns:a="http://schemas.openxmlformats.org/drawingml/2006/main">
              <a:ext uri="{FF2B5EF4-FFF2-40B4-BE49-F238E27FC236}">
                <a16:creationId xmlns:a16="http://schemas.microsoft.com/office/drawing/2014/main" id="{F335998E-1FFA-4BBE-9763-C0B307D57408}"/>
              </a:ext>
            </a:extLst>
          </p:cNvPr>
          <p:cNvSpPr>
            <a:spLocks xmlns:a="http://schemas.openxmlformats.org/drawingml/2006/main" noGrp="1"/>
          </p:cNvSpPr>
          <p:nvPr/>
        </p:nvSpPr>
        <p:spPr>
          <a:xfrm xmlns:a="http://schemas.openxmlformats.org/drawingml/2006/main">
            <a:off x="1504950" y="969645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V-08 변경 용이성</a:t>
            </a:r>
          </a:p>
        </p:txBody>
      </p:sp>
      <p:sp>
        <p:nvSpPr>
          <p:cNvPr id="34" name="dp43-comparison / n33 / text 1">
            <a:extLst xmlns:a="http://schemas.openxmlformats.org/drawingml/2006/main">
              <a:ext uri="{FF2B5EF4-FFF2-40B4-BE49-F238E27FC236}">
                <a16:creationId xmlns:a16="http://schemas.microsoft.com/office/drawing/2014/main" id="{5643F7D8-9B5B-4D45-8E65-0CAE1A8C4B14}"/>
              </a:ext>
            </a:extLst>
          </p:cNvPr>
          <p:cNvSpPr>
            <a:spLocks xmlns:a="http://schemas.openxmlformats.org/drawingml/2006/main" noGrp="1"/>
          </p:cNvSpPr>
          <p:nvPr/>
        </p:nvSpPr>
        <p:spPr>
          <a:xfrm xmlns:a="http://schemas.openxmlformats.org/drawingml/2006/main">
            <a:off x="4905375" y="968692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35" name="dp43-comparison / n34 / text 1">
            <a:extLst xmlns:a="http://schemas.openxmlformats.org/drawingml/2006/main">
              <a:ext uri="{FF2B5EF4-FFF2-40B4-BE49-F238E27FC236}">
                <a16:creationId xmlns:a16="http://schemas.microsoft.com/office/drawing/2014/main" id="{4BE5EBE4-E3A5-47AE-A573-89096B8F996C}"/>
              </a:ext>
            </a:extLst>
          </p:cNvPr>
          <p:cNvSpPr>
            <a:spLocks xmlns:a="http://schemas.openxmlformats.org/drawingml/2006/main" noGrp="1"/>
          </p:cNvSpPr>
          <p:nvPr/>
        </p:nvSpPr>
        <p:spPr>
          <a:xfrm xmlns:a="http://schemas.openxmlformats.org/drawingml/2006/main">
            <a:off x="6124575" y="969645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4.0개</a:t>
            </a:r>
          </a:p>
        </p:txBody>
      </p:sp>
      <p:sp>
        <p:nvSpPr>
          <p:cNvPr id="36" name="dp43-comparison / n35 / text 1">
            <a:extLst xmlns:a="http://schemas.openxmlformats.org/drawingml/2006/main">
              <a:ext uri="{FF2B5EF4-FFF2-40B4-BE49-F238E27FC236}">
                <a16:creationId xmlns:a16="http://schemas.microsoft.com/office/drawing/2014/main" id="{4CC890DA-792F-40FC-A40C-5F0FC4C5BC60}"/>
              </a:ext>
            </a:extLst>
          </p:cNvPr>
          <p:cNvSpPr>
            <a:spLocks xmlns:a="http://schemas.openxmlformats.org/drawingml/2006/main" noGrp="1"/>
          </p:cNvSpPr>
          <p:nvPr/>
        </p:nvSpPr>
        <p:spPr>
          <a:xfrm xmlns:a="http://schemas.openxmlformats.org/drawingml/2006/main">
            <a:off x="7543800" y="971550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변경 요소 수 ↓</a:t>
            </a:r>
          </a:p>
        </p:txBody>
      </p:sp>
      <p:sp>
        <p:nvSpPr>
          <p:cNvPr id="37" name="dp43-comparison / n36 / text 1">
            <a:extLst xmlns:a="http://schemas.openxmlformats.org/drawingml/2006/main">
              <a:ext uri="{FF2B5EF4-FFF2-40B4-BE49-F238E27FC236}">
                <a16:creationId xmlns:a16="http://schemas.microsoft.com/office/drawing/2014/main" id="{F626A3EC-17AB-430F-A688-A0152E4A4C3A}"/>
              </a:ext>
            </a:extLst>
          </p:cNvPr>
          <p:cNvSpPr>
            <a:spLocks xmlns:a="http://schemas.openxmlformats.org/drawingml/2006/main" noGrp="1"/>
          </p:cNvSpPr>
          <p:nvPr/>
        </p:nvSpPr>
        <p:spPr>
          <a:xfrm xmlns:a="http://schemas.openxmlformats.org/drawingml/2006/main">
            <a:off x="9772650" y="1933575"/>
            <a:ext cx="79819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00" b="1">
                <a:solidFill>
                  <a:srgbClr val="18232E"/>
                </a:solidFill>
                <a:latin typeface="Apple SD Gothic Neo"/>
                <a:ea typeface="Apple SD Gothic Neo"/>
                <a:cs typeface="Apple SD Gothic Neo"/>
              </a:defRPr>
            </a:pPr>
            <a:r>
              <a:rPr sz="2100" b="1">
                <a:solidFill>
                  <a:srgbClr val="18232E"/>
                </a:solidFill>
                <a:latin typeface="Apple SD Gothic Neo"/>
                <a:ea typeface="Apple SD Gothic Neo"/>
                <a:cs typeface="Apple SD Gothic Neo"/>
              </a:rPr>
              <a:t>C 기능별 의미 생산과 코드 조정</a:t>
            </a:r>
          </a:p>
        </p:txBody>
      </p:sp>
      <p:sp>
        <p:nvSpPr>
          <p:cNvPr id="38" name="dp43-comparison / n37 / text 1">
            <a:extLst xmlns:a="http://schemas.openxmlformats.org/drawingml/2006/main">
              <a:ext uri="{FF2B5EF4-FFF2-40B4-BE49-F238E27FC236}">
                <a16:creationId xmlns:a16="http://schemas.microsoft.com/office/drawing/2014/main" id="{BEAE2B34-1652-49A6-9AC1-01E2C7125B79}"/>
              </a:ext>
            </a:extLst>
          </p:cNvPr>
          <p:cNvSpPr>
            <a:spLocks xmlns:a="http://schemas.openxmlformats.org/drawingml/2006/main" noGrp="1"/>
          </p:cNvSpPr>
          <p:nvPr/>
        </p:nvSpPr>
        <p:spPr>
          <a:xfrm xmlns:a="http://schemas.openxmlformats.org/drawingml/2006/main">
            <a:off x="9791700" y="7696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특정 기능의 생산 책임 분리로 변경 평균 2.0개 (변경 용이성 ↑)</a:t>
            </a:r>
          </a:p>
        </p:txBody>
      </p:sp>
      <p:sp>
        <p:nvSpPr>
          <p:cNvPr id="39" name="dp43-comparison / n38 / text 1">
            <a:extLst xmlns:a="http://schemas.openxmlformats.org/drawingml/2006/main">
              <a:ext uri="{FF2B5EF4-FFF2-40B4-BE49-F238E27FC236}">
                <a16:creationId xmlns:a16="http://schemas.microsoft.com/office/drawing/2014/main" id="{43E9D56D-11AB-4D63-9BDB-85159A2E394C}"/>
              </a:ext>
            </a:extLst>
          </p:cNvPr>
          <p:cNvSpPr>
            <a:spLocks xmlns:a="http://schemas.openxmlformats.org/drawingml/2006/main" noGrp="1"/>
          </p:cNvSpPr>
          <p:nvPr/>
        </p:nvSpPr>
        <p:spPr>
          <a:xfrm xmlns:a="http://schemas.openxmlformats.org/drawingml/2006/main">
            <a:off x="9791700" y="8458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부분 의미 불일치와 오류 전파로 정확 처리율 91% (기능 정확성 ↓)</a:t>
            </a:r>
          </a:p>
        </p:txBody>
      </p:sp>
      <p:sp>
        <p:nvSpPr>
          <p:cNvPr id="40" name="dp43-comparison / n39 / text 1">
            <a:extLst xmlns:a="http://schemas.openxmlformats.org/drawingml/2006/main">
              <a:ext uri="{FF2B5EF4-FFF2-40B4-BE49-F238E27FC236}">
                <a16:creationId xmlns:a16="http://schemas.microsoft.com/office/drawing/2014/main" id="{8FA81610-BF6D-40E3-9333-D39D1E88BB51}"/>
              </a:ext>
            </a:extLst>
          </p:cNvPr>
          <p:cNvSpPr>
            <a:spLocks xmlns:a="http://schemas.openxmlformats.org/drawingml/2006/main" noGrp="1"/>
          </p:cNvSpPr>
          <p:nvPr/>
        </p:nvSpPr>
        <p:spPr>
          <a:xfrm xmlns:a="http://schemas.openxmlformats.org/drawingml/2006/main">
            <a:off x="9791700" y="8734425"/>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제안 교환과 재판단으로 평균 VIA 처리시간 7.2 s (요청 완료 신속성 ↓)</a:t>
            </a:r>
          </a:p>
        </p:txBody>
      </p:sp>
      <p:sp>
        <p:nvSpPr>
          <p:cNvPr id="41" name="dp43-comparison / n40 / text 1">
            <a:extLst xmlns:a="http://schemas.openxmlformats.org/drawingml/2006/main">
              <a:ext uri="{FF2B5EF4-FFF2-40B4-BE49-F238E27FC236}">
                <a16:creationId xmlns:a16="http://schemas.microsoft.com/office/drawing/2014/main" id="{5D291DC6-94F8-4DE6-BD3E-90302E836848}"/>
              </a:ext>
            </a:extLst>
          </p:cNvPr>
          <p:cNvSpPr>
            <a:spLocks xmlns:a="http://schemas.openxmlformats.org/drawingml/2006/main" noGrp="1"/>
          </p:cNvSpPr>
          <p:nvPr/>
        </p:nvSpPr>
        <p:spPr>
          <a:xfrm xmlns:a="http://schemas.openxmlformats.org/drawingml/2006/main">
            <a:off x="9791700" y="918210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V-01 기능 정확성</a:t>
            </a:r>
          </a:p>
        </p:txBody>
      </p:sp>
      <p:sp>
        <p:nvSpPr>
          <p:cNvPr id="42" name="dp43-comparison / n41 / text 1">
            <a:extLst xmlns:a="http://schemas.openxmlformats.org/drawingml/2006/main">
              <a:ext uri="{FF2B5EF4-FFF2-40B4-BE49-F238E27FC236}">
                <a16:creationId xmlns:a16="http://schemas.microsoft.com/office/drawing/2014/main" id="{1DF387DD-4DF1-42DD-B5CA-AC5F27AF3714}"/>
              </a:ext>
            </a:extLst>
          </p:cNvPr>
          <p:cNvSpPr>
            <a:spLocks xmlns:a="http://schemas.openxmlformats.org/drawingml/2006/main" noGrp="1"/>
          </p:cNvSpPr>
          <p:nvPr/>
        </p:nvSpPr>
        <p:spPr>
          <a:xfrm xmlns:a="http://schemas.openxmlformats.org/drawingml/2006/main">
            <a:off x="13192125" y="917257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43" name="dp43-comparison / n42 / text 1">
            <a:extLst xmlns:a="http://schemas.openxmlformats.org/drawingml/2006/main">
              <a:ext uri="{FF2B5EF4-FFF2-40B4-BE49-F238E27FC236}">
                <a16:creationId xmlns:a16="http://schemas.microsoft.com/office/drawing/2014/main" id="{A966638B-4EA2-40DB-9B19-27B995B9D069}"/>
              </a:ext>
            </a:extLst>
          </p:cNvPr>
          <p:cNvSpPr>
            <a:spLocks xmlns:a="http://schemas.openxmlformats.org/drawingml/2006/main" noGrp="1"/>
          </p:cNvSpPr>
          <p:nvPr/>
        </p:nvSpPr>
        <p:spPr>
          <a:xfrm xmlns:a="http://schemas.openxmlformats.org/drawingml/2006/main">
            <a:off x="14411325" y="918210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91%</a:t>
            </a:r>
          </a:p>
        </p:txBody>
      </p:sp>
      <p:sp>
        <p:nvSpPr>
          <p:cNvPr id="44" name="dp43-comparison / n43 / text 1">
            <a:extLst xmlns:a="http://schemas.openxmlformats.org/drawingml/2006/main">
              <a:ext uri="{FF2B5EF4-FFF2-40B4-BE49-F238E27FC236}">
                <a16:creationId xmlns:a16="http://schemas.microsoft.com/office/drawing/2014/main" id="{9FFE1D00-2F6A-4FE8-A2BB-0E2FCC6E365D}"/>
              </a:ext>
            </a:extLst>
          </p:cNvPr>
          <p:cNvSpPr>
            <a:spLocks xmlns:a="http://schemas.openxmlformats.org/drawingml/2006/main" noGrp="1"/>
          </p:cNvSpPr>
          <p:nvPr/>
        </p:nvSpPr>
        <p:spPr>
          <a:xfrm xmlns:a="http://schemas.openxmlformats.org/drawingml/2006/main">
            <a:off x="15830550" y="920115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정확 처리율 ↑</a:t>
            </a:r>
          </a:p>
        </p:txBody>
      </p:sp>
      <p:sp>
        <p:nvSpPr>
          <p:cNvPr id="45" name="dp43-comparison / n44 / text 1">
            <a:extLst xmlns:a="http://schemas.openxmlformats.org/drawingml/2006/main">
              <a:ext uri="{FF2B5EF4-FFF2-40B4-BE49-F238E27FC236}">
                <a16:creationId xmlns:a16="http://schemas.microsoft.com/office/drawing/2014/main" id="{5E1959AE-BE3A-4BBA-81F4-BD55185B71F9}"/>
              </a:ext>
            </a:extLst>
          </p:cNvPr>
          <p:cNvSpPr>
            <a:spLocks xmlns:a="http://schemas.openxmlformats.org/drawingml/2006/main" noGrp="1"/>
          </p:cNvSpPr>
          <p:nvPr/>
        </p:nvSpPr>
        <p:spPr>
          <a:xfrm xmlns:a="http://schemas.openxmlformats.org/drawingml/2006/main">
            <a:off x="9791700" y="9439275"/>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V-05 요청 완료 신속성</a:t>
            </a:r>
          </a:p>
        </p:txBody>
      </p:sp>
      <p:sp>
        <p:nvSpPr>
          <p:cNvPr id="46" name="dp43-comparison / n45 / text 1">
            <a:extLst xmlns:a="http://schemas.openxmlformats.org/drawingml/2006/main">
              <a:ext uri="{FF2B5EF4-FFF2-40B4-BE49-F238E27FC236}">
                <a16:creationId xmlns:a16="http://schemas.microsoft.com/office/drawing/2014/main" id="{BFFB8B84-F29A-434C-BB33-6C5BA65DDF61}"/>
              </a:ext>
            </a:extLst>
          </p:cNvPr>
          <p:cNvSpPr>
            <a:spLocks xmlns:a="http://schemas.openxmlformats.org/drawingml/2006/main" noGrp="1"/>
          </p:cNvSpPr>
          <p:nvPr/>
        </p:nvSpPr>
        <p:spPr>
          <a:xfrm xmlns:a="http://schemas.openxmlformats.org/drawingml/2006/main">
            <a:off x="13192125" y="9429750"/>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47" name="dp43-comparison / n46 / text 1">
            <a:extLst xmlns:a="http://schemas.openxmlformats.org/drawingml/2006/main">
              <a:ext uri="{FF2B5EF4-FFF2-40B4-BE49-F238E27FC236}">
                <a16:creationId xmlns:a16="http://schemas.microsoft.com/office/drawing/2014/main" id="{FC2AA897-7E0F-4F9B-8A15-950A9A2D3603}"/>
              </a:ext>
            </a:extLst>
          </p:cNvPr>
          <p:cNvSpPr>
            <a:spLocks xmlns:a="http://schemas.openxmlformats.org/drawingml/2006/main" noGrp="1"/>
          </p:cNvSpPr>
          <p:nvPr/>
        </p:nvSpPr>
        <p:spPr>
          <a:xfrm xmlns:a="http://schemas.openxmlformats.org/drawingml/2006/main">
            <a:off x="14411325" y="9439275"/>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7.2 s</a:t>
            </a:r>
          </a:p>
        </p:txBody>
      </p:sp>
      <p:sp>
        <p:nvSpPr>
          <p:cNvPr id="48" name="dp43-comparison / n47 / text 1">
            <a:extLst xmlns:a="http://schemas.openxmlformats.org/drawingml/2006/main">
              <a:ext uri="{FF2B5EF4-FFF2-40B4-BE49-F238E27FC236}">
                <a16:creationId xmlns:a16="http://schemas.microsoft.com/office/drawing/2014/main" id="{2128D152-A142-439B-9A07-721C1CB55829}"/>
              </a:ext>
            </a:extLst>
          </p:cNvPr>
          <p:cNvSpPr>
            <a:spLocks xmlns:a="http://schemas.openxmlformats.org/drawingml/2006/main" noGrp="1"/>
          </p:cNvSpPr>
          <p:nvPr/>
        </p:nvSpPr>
        <p:spPr>
          <a:xfrm xmlns:a="http://schemas.openxmlformats.org/drawingml/2006/main">
            <a:off x="15830550" y="9458325"/>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VIA 처리시간 ↓</a:t>
            </a:r>
          </a:p>
        </p:txBody>
      </p:sp>
      <p:sp>
        <p:nvSpPr>
          <p:cNvPr id="49" name="dp43-comparison / n48 / text 1">
            <a:extLst xmlns:a="http://schemas.openxmlformats.org/drawingml/2006/main">
              <a:ext uri="{FF2B5EF4-FFF2-40B4-BE49-F238E27FC236}">
                <a16:creationId xmlns:a16="http://schemas.microsoft.com/office/drawing/2014/main" id="{465C21C3-3CC0-48B0-981A-02EE588441FF}"/>
              </a:ext>
            </a:extLst>
          </p:cNvPr>
          <p:cNvSpPr>
            <a:spLocks xmlns:a="http://schemas.openxmlformats.org/drawingml/2006/main" noGrp="1"/>
          </p:cNvSpPr>
          <p:nvPr/>
        </p:nvSpPr>
        <p:spPr>
          <a:xfrm xmlns:a="http://schemas.openxmlformats.org/drawingml/2006/main">
            <a:off x="9791700" y="969645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V-08 변경 용이성</a:t>
            </a:r>
          </a:p>
        </p:txBody>
      </p:sp>
      <p:sp>
        <p:nvSpPr>
          <p:cNvPr id="50" name="dp43-comparison / n49 / text 1">
            <a:extLst xmlns:a="http://schemas.openxmlformats.org/drawingml/2006/main">
              <a:ext uri="{FF2B5EF4-FFF2-40B4-BE49-F238E27FC236}">
                <a16:creationId xmlns:a16="http://schemas.microsoft.com/office/drawing/2014/main" id="{AC73B9C0-1C29-4138-AC5F-3F05941BF0BC}"/>
              </a:ext>
            </a:extLst>
          </p:cNvPr>
          <p:cNvSpPr>
            <a:spLocks xmlns:a="http://schemas.openxmlformats.org/drawingml/2006/main" noGrp="1"/>
          </p:cNvSpPr>
          <p:nvPr/>
        </p:nvSpPr>
        <p:spPr>
          <a:xfrm xmlns:a="http://schemas.openxmlformats.org/drawingml/2006/main">
            <a:off x="13192125" y="968692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51" name="dp43-comparison / n50 / text 1">
            <a:extLst xmlns:a="http://schemas.openxmlformats.org/drawingml/2006/main">
              <a:ext uri="{FF2B5EF4-FFF2-40B4-BE49-F238E27FC236}">
                <a16:creationId xmlns:a16="http://schemas.microsoft.com/office/drawing/2014/main" id="{55AD4F62-19E0-4047-A358-AD578781746A}"/>
              </a:ext>
            </a:extLst>
          </p:cNvPr>
          <p:cNvSpPr>
            <a:spLocks xmlns:a="http://schemas.openxmlformats.org/drawingml/2006/main" noGrp="1"/>
          </p:cNvSpPr>
          <p:nvPr/>
        </p:nvSpPr>
        <p:spPr>
          <a:xfrm xmlns:a="http://schemas.openxmlformats.org/drawingml/2006/main">
            <a:off x="14411325" y="969645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2.0개</a:t>
            </a:r>
          </a:p>
        </p:txBody>
      </p:sp>
      <p:sp>
        <p:nvSpPr>
          <p:cNvPr id="52" name="dp43-comparison / n51 / text 1">
            <a:extLst xmlns:a="http://schemas.openxmlformats.org/drawingml/2006/main">
              <a:ext uri="{FF2B5EF4-FFF2-40B4-BE49-F238E27FC236}">
                <a16:creationId xmlns:a16="http://schemas.microsoft.com/office/drawing/2014/main" id="{DAD9C242-C87A-4DE6-8EDC-956B40C2EDE8}"/>
              </a:ext>
            </a:extLst>
          </p:cNvPr>
          <p:cNvSpPr>
            <a:spLocks xmlns:a="http://schemas.openxmlformats.org/drawingml/2006/main" noGrp="1"/>
          </p:cNvSpPr>
          <p:nvPr/>
        </p:nvSpPr>
        <p:spPr>
          <a:xfrm xmlns:a="http://schemas.openxmlformats.org/drawingml/2006/main">
            <a:off x="15830550" y="971550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변경 요소 수 ↓</a:t>
            </a:r>
          </a:p>
        </p:txBody>
      </p:sp>
      <p:sp>
        <p:nvSpPr>
          <p:cNvPr id="53" name="dp43-comparison / n52 / text 1">
            <a:extLst xmlns:a="http://schemas.openxmlformats.org/drawingml/2006/main">
              <a:ext uri="{FF2B5EF4-FFF2-40B4-BE49-F238E27FC236}">
                <a16:creationId xmlns:a16="http://schemas.microsoft.com/office/drawing/2014/main" id="{C1E1B04D-5EAF-455C-B326-D9F4D76AF1FA}"/>
              </a:ext>
            </a:extLst>
          </p:cNvPr>
          <p:cNvSpPr>
            <a:spLocks xmlns:a="http://schemas.openxmlformats.org/drawingml/2006/main" noGrp="1"/>
          </p:cNvSpPr>
          <p:nvPr/>
        </p:nvSpPr>
        <p:spPr>
          <a:xfrm xmlns:a="http://schemas.openxmlformats.org/drawingml/2006/main">
            <a:off x="381000" y="10067925"/>
            <a:ext cx="14478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비교 예시 조건: 교차 의미 정정 / 특정 지칭 기능의 독립 변경 / 동일한 공유 Omni</a:t>
            </a:r>
          </a:p>
        </p:txBody>
      </p:sp>
      <p:sp>
        <p:nvSpPr>
          <p:cNvPr id="54" name="dp43-comparison / n53 / text 1">
            <a:extLst xmlns:a="http://schemas.openxmlformats.org/drawingml/2006/main">
              <a:ext uri="{FF2B5EF4-FFF2-40B4-BE49-F238E27FC236}">
                <a16:creationId xmlns:a16="http://schemas.microsoft.com/office/drawing/2014/main" id="{94FFAE1F-5A13-43C6-8D8C-9ABF78E16D93}"/>
              </a:ext>
            </a:extLst>
          </p:cNvPr>
          <p:cNvSpPr>
            <a:spLocks xmlns:a="http://schemas.openxmlformats.org/drawingml/2006/main" noGrp="1"/>
          </p:cNvSpPr>
          <p:nvPr/>
        </p:nvSpPr>
        <p:spPr>
          <a:xfrm xmlns:a="http://schemas.openxmlformats.org/drawingml/2006/main">
            <a:off x="14906625" y="10067925"/>
            <a:ext cx="30003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 많을수록 우수 / 미측정</a:t>
            </a:r>
          </a:p>
        </p:txBody>
      </p:sp>
      <p:sp>
        <p:nvSpPr>
          <p:cNvPr id="55" name="dp43-comparison / n54">
            <a:extLst xmlns:a="http://schemas.openxmlformats.org/drawingml/2006/main">
              <a:ext uri="{FF2B5EF4-FFF2-40B4-BE49-F238E27FC236}">
                <a16:creationId xmlns:a16="http://schemas.microsoft.com/office/drawing/2014/main" id="{5688087B-97B8-425C-BBC8-035FC392044A}"/>
              </a:ext>
            </a:extLst>
          </p:cNvPr>
          <p:cNvSpPr>
            <a:spLocks xmlns:a="http://schemas.openxmlformats.org/drawingml/2006/main" noGrp="1"/>
          </p:cNvSpPr>
          <p:nvPr/>
        </p:nvSpPr>
        <p:spPr>
          <a:xfrm xmlns:a="http://schemas.openxmlformats.org/drawingml/2006/main">
            <a:off x="1571625" y="2676525"/>
            <a:ext cx="2333625" cy="361950"/>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56" name="dp43-comparison / n55 / text 1">
            <a:extLst xmlns:a="http://schemas.openxmlformats.org/drawingml/2006/main">
              <a:ext uri="{FF2B5EF4-FFF2-40B4-BE49-F238E27FC236}">
                <a16:creationId xmlns:a16="http://schemas.microsoft.com/office/drawing/2014/main" id="{51F407B3-4F26-4C1A-A329-7AA2EC07B9C0}"/>
              </a:ext>
            </a:extLst>
          </p:cNvPr>
          <p:cNvSpPr>
            <a:spLocks xmlns:a="http://schemas.openxmlformats.org/drawingml/2006/main" noGrp="1"/>
          </p:cNvSpPr>
          <p:nvPr/>
        </p:nvSpPr>
        <p:spPr>
          <a:xfrm xmlns:a="http://schemas.openxmlformats.org/drawingml/2006/main">
            <a:off x="1657350" y="2746058"/>
            <a:ext cx="216217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Interaction Manager</a:t>
            </a:r>
          </a:p>
        </p:txBody>
      </p:sp>
      <p:sp>
        <p:nvSpPr>
          <p:cNvPr id="57" name="dp43-comparison / n56">
            <a:extLst xmlns:a="http://schemas.openxmlformats.org/drawingml/2006/main">
              <a:ext uri="{FF2B5EF4-FFF2-40B4-BE49-F238E27FC236}">
                <a16:creationId xmlns:a16="http://schemas.microsoft.com/office/drawing/2014/main" id="{32549CE1-57EC-4256-91D1-985861AE7570}"/>
              </a:ext>
            </a:extLst>
          </p:cNvPr>
          <p:cNvSpPr>
            <a:spLocks xmlns:a="http://schemas.openxmlformats.org/drawingml/2006/main" noGrp="1"/>
          </p:cNvSpPr>
          <p:nvPr/>
        </p:nvSpPr>
        <p:spPr>
          <a:xfrm xmlns:a="http://schemas.openxmlformats.org/drawingml/2006/main">
            <a:off x="4543425" y="2676525"/>
            <a:ext cx="2190750" cy="361950"/>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58" name="dp43-comparison / n57 / text 1">
            <a:extLst xmlns:a="http://schemas.openxmlformats.org/drawingml/2006/main">
              <a:ext uri="{FF2B5EF4-FFF2-40B4-BE49-F238E27FC236}">
                <a16:creationId xmlns:a16="http://schemas.microsoft.com/office/drawing/2014/main" id="{42F4BFFF-47AD-4BB3-A53F-4534E0B310A6}"/>
              </a:ext>
            </a:extLst>
          </p:cNvPr>
          <p:cNvSpPr>
            <a:spLocks xmlns:a="http://schemas.openxmlformats.org/drawingml/2006/main" noGrp="1"/>
          </p:cNvSpPr>
          <p:nvPr/>
        </p:nvSpPr>
        <p:spPr>
          <a:xfrm xmlns:a="http://schemas.openxmlformats.org/drawingml/2006/main">
            <a:off x="4629150" y="2746058"/>
            <a:ext cx="2019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Request Controller</a:t>
            </a:r>
          </a:p>
        </p:txBody>
      </p:sp>
      <p:sp>
        <p:nvSpPr>
          <p:cNvPr id="59" name="dp43-comparison / n58">
            <a:extLst xmlns:a="http://schemas.openxmlformats.org/drawingml/2006/main">
              <a:ext uri="{FF2B5EF4-FFF2-40B4-BE49-F238E27FC236}">
                <a16:creationId xmlns:a16="http://schemas.microsoft.com/office/drawing/2014/main" id="{F143FCE3-B8B2-438A-809C-0725171DDEED}"/>
              </a:ext>
            </a:extLst>
          </p:cNvPr>
          <p:cNvSpPr>
            <a:spLocks xmlns:a="http://schemas.openxmlformats.org/drawingml/2006/main" noGrp="1"/>
          </p:cNvSpPr>
          <p:nvPr/>
        </p:nvSpPr>
        <p:spPr>
          <a:xfrm xmlns:a="http://schemas.openxmlformats.org/drawingml/2006/main">
            <a:off x="7419975" y="2676525"/>
            <a:ext cx="1962150" cy="361950"/>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60" name="dp43-comparison / n59 / text 1">
            <a:extLst xmlns:a="http://schemas.openxmlformats.org/drawingml/2006/main">
              <a:ext uri="{FF2B5EF4-FFF2-40B4-BE49-F238E27FC236}">
                <a16:creationId xmlns:a16="http://schemas.microsoft.com/office/drawing/2014/main" id="{967CA26D-16EA-4499-88D5-556AD057BEB1}"/>
              </a:ext>
            </a:extLst>
          </p:cNvPr>
          <p:cNvSpPr>
            <a:spLocks xmlns:a="http://schemas.openxmlformats.org/drawingml/2006/main" noGrp="1"/>
          </p:cNvSpPr>
          <p:nvPr/>
        </p:nvSpPr>
        <p:spPr>
          <a:xfrm xmlns:a="http://schemas.openxmlformats.org/drawingml/2006/main">
            <a:off x="7505700" y="2746058"/>
            <a:ext cx="17907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Model Access</a:t>
            </a:r>
          </a:p>
        </p:txBody>
      </p:sp>
      <p:sp>
        <p:nvSpPr>
          <p:cNvPr id="61" name="dp43-comparison / n64 / path">
            <a:extLst xmlns:a="http://schemas.openxmlformats.org/drawingml/2006/main">
              <a:ext uri="{FF2B5EF4-FFF2-40B4-BE49-F238E27FC236}">
                <a16:creationId xmlns:a16="http://schemas.microsoft.com/office/drawing/2014/main" id="{84C52DA1-2B62-44D7-9A6F-8999A06F84B5}"/>
              </a:ext>
            </a:extLst>
          </p:cNvPr>
          <p:cNvSpPr>
            <a:spLocks xmlns:a="http://schemas.openxmlformats.org/drawingml/2006/main" noGrp="1"/>
          </p:cNvSpPr>
          <p:nvPr/>
        </p:nvSpPr>
        <p:spPr>
          <a:xfrm xmlns:a="http://schemas.openxmlformats.org/drawingml/2006/main">
            <a:off x="3905250" y="2857500"/>
            <a:ext cx="638175" cy="953"/>
          </a:xfrm>
          <a:custGeom xmlns:a="http://schemas.openxmlformats.org/drawingml/2006/main">
            <a:pathLst>
              <a:path w="638175" h="953">
                <a:moveTo>
                  <a:pt x="0" y="0"/>
                </a:moveTo>
                <a:lnTo>
                  <a:pt x="638175" y="0"/>
                </a:lnTo>
              </a:path>
            </a:pathLst>
          </a:custGeom>
          <a:noFill xmlns:a="http://schemas.openxmlformats.org/drawingml/2006/main"/>
          <a:ln xmlns:a="http://schemas.openxmlformats.org/drawingml/2006/main" w="19050">
            <a:solidFill>
              <a:srgbClr val="2858A5"/>
            </a:solidFill>
            <a:prstDash val="solid"/>
          </a:ln>
        </p:spPr>
      </p:sp>
      <p:sp>
        <p:nvSpPr>
          <p:cNvPr id="62" name="dp43-comparison / n64 / arrow">
            <a:extLst xmlns:a="http://schemas.openxmlformats.org/drawingml/2006/main">
              <a:ext uri="{FF2B5EF4-FFF2-40B4-BE49-F238E27FC236}">
                <a16:creationId xmlns:a16="http://schemas.microsoft.com/office/drawing/2014/main" id="{1F7FBB5F-9348-49E4-AE38-3FDDD87F5321}"/>
              </a:ext>
            </a:extLst>
          </p:cNvPr>
          <p:cNvSpPr>
            <a:spLocks xmlns:a="http://schemas.openxmlformats.org/drawingml/2006/main" noGrp="1"/>
          </p:cNvSpPr>
          <p:nvPr/>
        </p:nvSpPr>
        <p:spPr>
          <a:xfrm xmlns:a="http://schemas.openxmlformats.org/drawingml/2006/main">
            <a:off x="4421505" y="2796540"/>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2858A5"/>
            </a:solidFill>
            <a:prstDash val="solid"/>
          </a:ln>
        </p:spPr>
      </p:sp>
      <p:sp>
        <p:nvSpPr>
          <p:cNvPr id="63" name="dp43-comparison / n69">
            <a:extLst xmlns:a="http://schemas.openxmlformats.org/drawingml/2006/main">
              <a:ext uri="{FF2B5EF4-FFF2-40B4-BE49-F238E27FC236}">
                <a16:creationId xmlns:a16="http://schemas.microsoft.com/office/drawing/2014/main" id="{7B58EFA8-DAD1-49FF-ACDE-37CCB183ECBC}"/>
              </a:ext>
            </a:extLst>
          </p:cNvPr>
          <p:cNvSpPr>
            <a:spLocks xmlns:a="http://schemas.openxmlformats.org/drawingml/2006/main" noGrp="1"/>
          </p:cNvSpPr>
          <p:nvPr/>
        </p:nvSpPr>
        <p:spPr>
          <a:xfrm xmlns:a="http://schemas.openxmlformats.org/drawingml/2006/main">
            <a:off x="1562100" y="3409950"/>
            <a:ext cx="7820025" cy="2533650"/>
          </a:xfrm>
          <a:prstGeom xmlns:a="http://schemas.openxmlformats.org/drawingml/2006/main" prst="rect">
            <a:avLst/>
          </a:prstGeom>
          <a:solidFill xmlns:a="http://schemas.openxmlformats.org/drawingml/2006/main">
            <a:srgbClr val="FAFBFC"/>
          </a:solidFill>
          <a:ln xmlns:a="http://schemas.openxmlformats.org/drawingml/2006/main" w="16193">
            <a:solidFill>
              <a:srgbClr val="2858A5"/>
            </a:solidFill>
            <a:prstDash val="solid"/>
          </a:ln>
        </p:spPr>
      </p:sp>
      <p:sp>
        <p:nvSpPr>
          <p:cNvPr id="64" name="dp43-comparison / n70 / text 1">
            <a:extLst xmlns:a="http://schemas.openxmlformats.org/drawingml/2006/main">
              <a:ext uri="{FF2B5EF4-FFF2-40B4-BE49-F238E27FC236}">
                <a16:creationId xmlns:a16="http://schemas.microsoft.com/office/drawing/2014/main" id="{A588F682-0AB5-42AF-9020-8EA359062700}"/>
              </a:ext>
            </a:extLst>
          </p:cNvPr>
          <p:cNvSpPr>
            <a:spLocks xmlns:a="http://schemas.openxmlformats.org/drawingml/2006/main" noGrp="1"/>
          </p:cNvSpPr>
          <p:nvPr/>
        </p:nvSpPr>
        <p:spPr>
          <a:xfrm xmlns:a="http://schemas.openxmlformats.org/drawingml/2006/main">
            <a:off x="1685925" y="3505200"/>
            <a:ext cx="757237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2858A5"/>
                </a:solidFill>
                <a:latin typeface="Apple SD Gothic Neo"/>
                <a:ea typeface="Apple SD Gothic Neo"/>
                <a:cs typeface="Apple SD Gothic Neo"/>
              </a:defRPr>
            </a:pPr>
            <a:r>
              <a:rPr sz="1575" b="1">
                <a:solidFill>
                  <a:srgbClr val="2858A5"/>
                </a:solidFill>
                <a:latin typeface="Apple SD Gothic Neo"/>
                <a:ea typeface="Apple SD Gothic Neo"/>
                <a:cs typeface="Apple SD Gothic Neo"/>
              </a:rPr>
              <a:t>Request Interpreter</a:t>
            </a:r>
          </a:p>
        </p:txBody>
      </p:sp>
      <p:sp>
        <p:nvSpPr>
          <p:cNvPr id="65" name="dp43-comparison / n71">
            <a:extLst xmlns:a="http://schemas.openxmlformats.org/drawingml/2006/main">
              <a:ext uri="{FF2B5EF4-FFF2-40B4-BE49-F238E27FC236}">
                <a16:creationId xmlns:a16="http://schemas.microsoft.com/office/drawing/2014/main" id="{DC9F725E-6BA5-463B-AB3F-36A9138B17CB}"/>
              </a:ext>
            </a:extLst>
          </p:cNvPr>
          <p:cNvSpPr>
            <a:spLocks xmlns:a="http://schemas.openxmlformats.org/drawingml/2006/main" noGrp="1"/>
          </p:cNvSpPr>
          <p:nvPr/>
        </p:nvSpPr>
        <p:spPr>
          <a:xfrm xmlns:a="http://schemas.openxmlformats.org/drawingml/2006/main">
            <a:off x="2819400" y="3914775"/>
            <a:ext cx="5276850" cy="457200"/>
          </a:xfrm>
          <a:prstGeom xmlns:a="http://schemas.openxmlformats.org/drawingml/2006/main" prst="rect">
            <a:avLst/>
          </a:prstGeom>
          <a:solidFill xmlns:a="http://schemas.openxmlformats.org/drawingml/2006/main">
            <a:srgbClr val="FFFFFF"/>
          </a:solidFill>
          <a:ln xmlns:a="http://schemas.openxmlformats.org/drawingml/2006/main" w="16193">
            <a:solidFill>
              <a:srgbClr val="2858A5"/>
            </a:solidFill>
            <a:prstDash val="solid"/>
          </a:ln>
        </p:spPr>
      </p:sp>
      <p:sp>
        <p:nvSpPr>
          <p:cNvPr id="66" name="dp43-comparison / n72 / text 1">
            <a:extLst xmlns:a="http://schemas.openxmlformats.org/drawingml/2006/main">
              <a:ext uri="{FF2B5EF4-FFF2-40B4-BE49-F238E27FC236}">
                <a16:creationId xmlns:a16="http://schemas.microsoft.com/office/drawing/2014/main" id="{0DAF9F56-0CC6-4F49-B7BD-7EDBF53C99AF}"/>
              </a:ext>
            </a:extLst>
          </p:cNvPr>
          <p:cNvSpPr>
            <a:spLocks xmlns:a="http://schemas.openxmlformats.org/drawingml/2006/main" noGrp="1"/>
          </p:cNvSpPr>
          <p:nvPr/>
        </p:nvSpPr>
        <p:spPr>
          <a:xfrm xmlns:a="http://schemas.openxmlformats.org/drawingml/2006/main">
            <a:off x="2905125" y="4013359"/>
            <a:ext cx="51054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2858A5"/>
                </a:solidFill>
                <a:latin typeface="Apple SD Gothic Neo"/>
                <a:ea typeface="Apple SD Gothic Neo"/>
                <a:cs typeface="Apple SD Gothic Neo"/>
              </a:defRPr>
            </a:pPr>
            <a:r>
              <a:rPr sz="1575" b="1">
                <a:solidFill>
                  <a:srgbClr val="2858A5"/>
                </a:solidFill>
                <a:latin typeface="Apple SD Gothic Neo"/>
                <a:ea typeface="Apple SD Gothic Neo"/>
                <a:cs typeface="Apple SD Gothic Neo"/>
              </a:rPr>
              <a:t>Integrated Semantic Interpreter</a:t>
            </a:r>
          </a:p>
        </p:txBody>
      </p:sp>
      <p:sp>
        <p:nvSpPr>
          <p:cNvPr id="67" name="dp43-comparison / n73">
            <a:extLst xmlns:a="http://schemas.openxmlformats.org/drawingml/2006/main">
              <a:ext uri="{FF2B5EF4-FFF2-40B4-BE49-F238E27FC236}">
                <a16:creationId xmlns:a16="http://schemas.microsoft.com/office/drawing/2014/main" id="{B94D9ECF-FA1E-4C33-9F52-A09FA6243068}"/>
              </a:ext>
            </a:extLst>
          </p:cNvPr>
          <p:cNvSpPr>
            <a:spLocks xmlns:a="http://schemas.openxmlformats.org/drawingml/2006/main" noGrp="1"/>
          </p:cNvSpPr>
          <p:nvPr/>
        </p:nvSpPr>
        <p:spPr>
          <a:xfrm xmlns:a="http://schemas.openxmlformats.org/drawingml/2006/main">
            <a:off x="3886200" y="5095875"/>
            <a:ext cx="3124200" cy="504825"/>
          </a:xfrm>
          <a:prstGeom xmlns:a="http://schemas.openxmlformats.org/drawingml/2006/main" prst="can">
            <a:avLst>
              <a:gd name="adj" fmla="val 20000"/>
            </a:avLst>
          </a:prstGeom>
          <a:solidFill xmlns:a="http://schemas.openxmlformats.org/drawingml/2006/main">
            <a:srgbClr val="FFF7DE"/>
          </a:solidFill>
          <a:ln xmlns:a="http://schemas.openxmlformats.org/drawingml/2006/main" w="16193">
            <a:solidFill>
              <a:srgbClr val="5F6B77"/>
            </a:solidFill>
            <a:prstDash val="solid"/>
          </a:ln>
        </p:spPr>
      </p:sp>
      <p:sp>
        <p:nvSpPr>
          <p:cNvPr id="68" name="dp43-comparison / n74 / text 1">
            <a:extLst xmlns:a="http://schemas.openxmlformats.org/drawingml/2006/main">
              <a:ext uri="{FF2B5EF4-FFF2-40B4-BE49-F238E27FC236}">
                <a16:creationId xmlns:a16="http://schemas.microsoft.com/office/drawing/2014/main" id="{7C181668-739E-4EED-A68D-9B9A12C6541A}"/>
              </a:ext>
            </a:extLst>
          </p:cNvPr>
          <p:cNvSpPr>
            <a:spLocks xmlns:a="http://schemas.openxmlformats.org/drawingml/2006/main" noGrp="1"/>
          </p:cNvSpPr>
          <p:nvPr/>
        </p:nvSpPr>
        <p:spPr>
          <a:xfrm xmlns:a="http://schemas.openxmlformats.org/drawingml/2006/main">
            <a:off x="3971925" y="5257800"/>
            <a:ext cx="29527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Interpretation Attempt State</a:t>
            </a:r>
          </a:p>
        </p:txBody>
      </p:sp>
      <p:sp>
        <p:nvSpPr>
          <p:cNvPr id="69" name="dp43-comparison / n75 / path">
            <a:extLst xmlns:a="http://schemas.openxmlformats.org/drawingml/2006/main">
              <a:ext uri="{FF2B5EF4-FFF2-40B4-BE49-F238E27FC236}">
                <a16:creationId xmlns:a16="http://schemas.microsoft.com/office/drawing/2014/main" id="{5EF9B40D-C619-4D7B-A3FB-B630B4431367}"/>
              </a:ext>
            </a:extLst>
          </p:cNvPr>
          <p:cNvSpPr>
            <a:spLocks xmlns:a="http://schemas.openxmlformats.org/drawingml/2006/main" noGrp="1"/>
          </p:cNvSpPr>
          <p:nvPr/>
        </p:nvSpPr>
        <p:spPr>
          <a:xfrm xmlns:a="http://schemas.openxmlformats.org/drawingml/2006/main">
            <a:off x="5457825" y="3038475"/>
            <a:ext cx="1133475" cy="876300"/>
          </a:xfrm>
          <a:custGeom xmlns:a="http://schemas.openxmlformats.org/drawingml/2006/main">
            <a:pathLst>
              <a:path w="1133475" h="876300">
                <a:moveTo>
                  <a:pt x="1133475" y="0"/>
                </a:moveTo>
                <a:lnTo>
                  <a:pt x="1133475" y="266700"/>
                </a:lnTo>
                <a:lnTo>
                  <a:pt x="0" y="266700"/>
                </a:lnTo>
                <a:lnTo>
                  <a:pt x="0" y="876300"/>
                </a:lnTo>
              </a:path>
            </a:pathLst>
          </a:custGeom>
          <a:noFill xmlns:a="http://schemas.openxmlformats.org/drawingml/2006/main"/>
          <a:ln xmlns:a="http://schemas.openxmlformats.org/drawingml/2006/main" w="19050">
            <a:solidFill>
              <a:srgbClr val="2858A5"/>
            </a:solidFill>
            <a:prstDash val="solid"/>
          </a:ln>
        </p:spPr>
      </p:sp>
      <p:sp>
        <p:nvSpPr>
          <p:cNvPr id="70" name="dp43-comparison / n75 / arrow">
            <a:extLst xmlns:a="http://schemas.openxmlformats.org/drawingml/2006/main">
              <a:ext uri="{FF2B5EF4-FFF2-40B4-BE49-F238E27FC236}">
                <a16:creationId xmlns:a16="http://schemas.microsoft.com/office/drawing/2014/main" id="{0D7203BD-175F-4499-A897-2E925EF3D532}"/>
              </a:ext>
            </a:extLst>
          </p:cNvPr>
          <p:cNvSpPr>
            <a:spLocks xmlns:a="http://schemas.openxmlformats.org/drawingml/2006/main" noGrp="1"/>
          </p:cNvSpPr>
          <p:nvPr/>
        </p:nvSpPr>
        <p:spPr>
          <a:xfrm xmlns:a="http://schemas.openxmlformats.org/drawingml/2006/main">
            <a:off x="5396865" y="3792855"/>
            <a:ext cx="121920" cy="121920"/>
          </a:xfrm>
          <a:custGeom xmlns:a="http://schemas.openxmlformats.org/drawingml/2006/main">
            <a:pathLst>
              <a:path w="121920" h="121920">
                <a:moveTo>
                  <a:pt x="0" y="0"/>
                </a:moveTo>
                <a:lnTo>
                  <a:pt x="60960" y="121920"/>
                </a:lnTo>
                <a:lnTo>
                  <a:pt x="121920" y="0"/>
                </a:lnTo>
              </a:path>
            </a:pathLst>
          </a:custGeom>
          <a:noFill xmlns:a="http://schemas.openxmlformats.org/drawingml/2006/main"/>
          <a:ln xmlns:a="http://schemas.openxmlformats.org/drawingml/2006/main" w="24384">
            <a:solidFill>
              <a:srgbClr val="2858A5"/>
            </a:solidFill>
            <a:prstDash val="solid"/>
          </a:ln>
        </p:spPr>
      </p:sp>
      <p:sp>
        <p:nvSpPr>
          <p:cNvPr id="71" name="dp43-comparison / n80 / path">
            <a:extLst xmlns:a="http://schemas.openxmlformats.org/drawingml/2006/main">
              <a:ext uri="{FF2B5EF4-FFF2-40B4-BE49-F238E27FC236}">
                <a16:creationId xmlns:a16="http://schemas.microsoft.com/office/drawing/2014/main" id="{C1A749B3-C100-472B-AB08-51B841D0C420}"/>
              </a:ext>
            </a:extLst>
          </p:cNvPr>
          <p:cNvSpPr>
            <a:spLocks xmlns:a="http://schemas.openxmlformats.org/drawingml/2006/main" noGrp="1"/>
          </p:cNvSpPr>
          <p:nvPr/>
        </p:nvSpPr>
        <p:spPr>
          <a:xfrm xmlns:a="http://schemas.openxmlformats.org/drawingml/2006/main">
            <a:off x="5448300" y="4371975"/>
            <a:ext cx="9525" cy="723900"/>
          </a:xfrm>
          <a:custGeom xmlns:a="http://schemas.openxmlformats.org/drawingml/2006/main">
            <a:pathLst>
              <a:path w="9525" h="723900">
                <a:moveTo>
                  <a:pt x="9525" y="0"/>
                </a:moveTo>
                <a:lnTo>
                  <a:pt x="0" y="723900"/>
                </a:lnTo>
              </a:path>
            </a:pathLst>
          </a:custGeom>
          <a:noFill xmlns:a="http://schemas.openxmlformats.org/drawingml/2006/main"/>
          <a:ln xmlns:a="http://schemas.openxmlformats.org/drawingml/2006/main" w="19050">
            <a:solidFill>
              <a:srgbClr val="2858A5"/>
            </a:solidFill>
            <a:prstDash val="solid"/>
          </a:ln>
        </p:spPr>
      </p:sp>
      <p:sp>
        <p:nvSpPr>
          <p:cNvPr id="72" name="dp43-comparison / n80 / arrow">
            <a:extLst xmlns:a="http://schemas.openxmlformats.org/drawingml/2006/main">
              <a:ext uri="{FF2B5EF4-FFF2-40B4-BE49-F238E27FC236}">
                <a16:creationId xmlns:a16="http://schemas.microsoft.com/office/drawing/2014/main" id="{622F17F0-C5E2-474C-9B47-85DB6BE151F1}"/>
              </a:ext>
            </a:extLst>
          </p:cNvPr>
          <p:cNvSpPr>
            <a:spLocks xmlns:a="http://schemas.openxmlformats.org/drawingml/2006/main" noGrp="1"/>
          </p:cNvSpPr>
          <p:nvPr/>
        </p:nvSpPr>
        <p:spPr>
          <a:xfrm xmlns:a="http://schemas.openxmlformats.org/drawingml/2006/main">
            <a:off x="5388949" y="4973164"/>
            <a:ext cx="121909" cy="122711"/>
          </a:xfrm>
          <a:custGeom xmlns:a="http://schemas.openxmlformats.org/drawingml/2006/main">
            <a:pathLst>
              <a:path w="121909" h="122711">
                <a:moveTo>
                  <a:pt x="0" y="0"/>
                </a:moveTo>
                <a:lnTo>
                  <a:pt x="59351" y="122711"/>
                </a:lnTo>
                <a:lnTo>
                  <a:pt x="121909" y="1604"/>
                </a:lnTo>
              </a:path>
            </a:pathLst>
          </a:custGeom>
          <a:noFill xmlns:a="http://schemas.openxmlformats.org/drawingml/2006/main"/>
          <a:ln xmlns:a="http://schemas.openxmlformats.org/drawingml/2006/main" w="24384">
            <a:solidFill>
              <a:srgbClr val="2858A5"/>
            </a:solidFill>
            <a:prstDash val="solid"/>
          </a:ln>
        </p:spPr>
      </p:sp>
      <p:sp>
        <p:nvSpPr>
          <p:cNvPr id="73" name="dp43-comparison / n81 / path">
            <a:extLst xmlns:a="http://schemas.openxmlformats.org/drawingml/2006/main">
              <a:ext uri="{FF2B5EF4-FFF2-40B4-BE49-F238E27FC236}">
                <a16:creationId xmlns:a16="http://schemas.microsoft.com/office/drawing/2014/main" id="{BF64A209-217F-4631-8613-FBB4F4B3419E}"/>
              </a:ext>
            </a:extLst>
          </p:cNvPr>
          <p:cNvSpPr>
            <a:spLocks xmlns:a="http://schemas.openxmlformats.org/drawingml/2006/main" noGrp="1"/>
          </p:cNvSpPr>
          <p:nvPr/>
        </p:nvSpPr>
        <p:spPr>
          <a:xfrm xmlns:a="http://schemas.openxmlformats.org/drawingml/2006/main">
            <a:off x="2619375" y="4143375"/>
            <a:ext cx="1266825" cy="1209675"/>
          </a:xfrm>
          <a:custGeom xmlns:a="http://schemas.openxmlformats.org/drawingml/2006/main">
            <a:pathLst>
              <a:path w="1266825" h="1209675">
                <a:moveTo>
                  <a:pt x="1266825" y="1204913"/>
                </a:moveTo>
                <a:lnTo>
                  <a:pt x="0" y="1209675"/>
                </a:lnTo>
                <a:lnTo>
                  <a:pt x="0" y="0"/>
                </a:lnTo>
                <a:lnTo>
                  <a:pt x="200025" y="0"/>
                </a:lnTo>
              </a:path>
            </a:pathLst>
          </a:custGeom>
          <a:noFill xmlns:a="http://schemas.openxmlformats.org/drawingml/2006/main"/>
          <a:ln xmlns:a="http://schemas.openxmlformats.org/drawingml/2006/main" w="19050">
            <a:solidFill>
              <a:srgbClr val="2858A5"/>
            </a:solidFill>
            <a:prstDash val="dash"/>
          </a:ln>
        </p:spPr>
      </p:sp>
      <p:sp>
        <p:nvSpPr>
          <p:cNvPr id="74" name="dp43-comparison / n81 / arrow">
            <a:extLst xmlns:a="http://schemas.openxmlformats.org/drawingml/2006/main">
              <a:ext uri="{FF2B5EF4-FFF2-40B4-BE49-F238E27FC236}">
                <a16:creationId xmlns:a16="http://schemas.microsoft.com/office/drawing/2014/main" id="{6DD28D1D-0224-4411-946F-5F1B647B8345}"/>
              </a:ext>
            </a:extLst>
          </p:cNvPr>
          <p:cNvSpPr>
            <a:spLocks xmlns:a="http://schemas.openxmlformats.org/drawingml/2006/main" noGrp="1"/>
          </p:cNvSpPr>
          <p:nvPr/>
        </p:nvSpPr>
        <p:spPr>
          <a:xfrm xmlns:a="http://schemas.openxmlformats.org/drawingml/2006/main">
            <a:off x="2697480" y="4082415"/>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2858A5"/>
            </a:solidFill>
            <a:prstDash val="solid"/>
          </a:ln>
        </p:spPr>
      </p:sp>
      <p:sp>
        <p:nvSpPr>
          <p:cNvPr id="75" name="dp43-comparison / n84 / path">
            <a:extLst xmlns:a="http://schemas.openxmlformats.org/drawingml/2006/main">
              <a:ext uri="{FF2B5EF4-FFF2-40B4-BE49-F238E27FC236}">
                <a16:creationId xmlns:a16="http://schemas.microsoft.com/office/drawing/2014/main" id="{747D1825-368E-4818-8C8C-48C9C702CD05}"/>
              </a:ext>
            </a:extLst>
          </p:cNvPr>
          <p:cNvSpPr>
            <a:spLocks xmlns:a="http://schemas.openxmlformats.org/drawingml/2006/main" noGrp="1"/>
          </p:cNvSpPr>
          <p:nvPr/>
        </p:nvSpPr>
        <p:spPr>
          <a:xfrm xmlns:a="http://schemas.openxmlformats.org/drawingml/2006/main">
            <a:off x="8096250" y="3038475"/>
            <a:ext cx="1114425" cy="1104900"/>
          </a:xfrm>
          <a:custGeom xmlns:a="http://schemas.openxmlformats.org/drawingml/2006/main">
            <a:pathLst>
              <a:path w="1114425" h="1104900">
                <a:moveTo>
                  <a:pt x="0" y="1104900"/>
                </a:moveTo>
                <a:lnTo>
                  <a:pt x="1114425" y="1104900"/>
                </a:lnTo>
                <a:lnTo>
                  <a:pt x="1114425" y="266700"/>
                </a:lnTo>
                <a:lnTo>
                  <a:pt x="304800" y="266700"/>
                </a:lnTo>
                <a:lnTo>
                  <a:pt x="304800" y="0"/>
                </a:lnTo>
              </a:path>
            </a:pathLst>
          </a:custGeom>
          <a:noFill xmlns:a="http://schemas.openxmlformats.org/drawingml/2006/main"/>
          <a:ln xmlns:a="http://schemas.openxmlformats.org/drawingml/2006/main" w="19050">
            <a:solidFill>
              <a:srgbClr val="5F6B77"/>
            </a:solidFill>
            <a:prstDash val="dash"/>
          </a:ln>
        </p:spPr>
      </p:sp>
      <p:sp>
        <p:nvSpPr>
          <p:cNvPr id="76" name="dp43-comparison / n84 / arrow">
            <a:extLst xmlns:a="http://schemas.openxmlformats.org/drawingml/2006/main">
              <a:ext uri="{FF2B5EF4-FFF2-40B4-BE49-F238E27FC236}">
                <a16:creationId xmlns:a16="http://schemas.microsoft.com/office/drawing/2014/main" id="{906F6B28-ED4D-4879-84B7-BA72B6F78C38}"/>
              </a:ext>
            </a:extLst>
          </p:cNvPr>
          <p:cNvSpPr>
            <a:spLocks xmlns:a="http://schemas.openxmlformats.org/drawingml/2006/main" noGrp="1"/>
          </p:cNvSpPr>
          <p:nvPr/>
        </p:nvSpPr>
        <p:spPr>
          <a:xfrm xmlns:a="http://schemas.openxmlformats.org/drawingml/2006/main">
            <a:off x="8340090" y="3038475"/>
            <a:ext cx="121920" cy="121920"/>
          </a:xfrm>
          <a:custGeom xmlns:a="http://schemas.openxmlformats.org/drawingml/2006/main">
            <a:pathLst>
              <a:path w="121920" h="121920">
                <a:moveTo>
                  <a:pt x="121920" y="121920"/>
                </a:moveTo>
                <a:lnTo>
                  <a:pt x="60960" y="0"/>
                </a:lnTo>
                <a:lnTo>
                  <a:pt x="0" y="121920"/>
                </a:lnTo>
              </a:path>
            </a:pathLst>
          </a:custGeom>
          <a:noFill xmlns:a="http://schemas.openxmlformats.org/drawingml/2006/main"/>
          <a:ln xmlns:a="http://schemas.openxmlformats.org/drawingml/2006/main" w="24384">
            <a:solidFill>
              <a:srgbClr val="5F6B77"/>
            </a:solidFill>
            <a:prstDash val="solid"/>
          </a:ln>
        </p:spPr>
      </p:sp>
      <p:sp>
        <p:nvSpPr>
          <p:cNvPr id="77" name="dp43-comparison / n87">
            <a:extLst xmlns:a="http://schemas.openxmlformats.org/drawingml/2006/main">
              <a:ext uri="{FF2B5EF4-FFF2-40B4-BE49-F238E27FC236}">
                <a16:creationId xmlns:a16="http://schemas.microsoft.com/office/drawing/2014/main" id="{BA295497-A19C-4E37-A676-E8CD44D3D222}"/>
              </a:ext>
            </a:extLst>
          </p:cNvPr>
          <p:cNvSpPr>
            <a:spLocks xmlns:a="http://schemas.openxmlformats.org/drawingml/2006/main" noGrp="1"/>
          </p:cNvSpPr>
          <p:nvPr/>
        </p:nvSpPr>
        <p:spPr>
          <a:xfrm xmlns:a="http://schemas.openxmlformats.org/drawingml/2006/main">
            <a:off x="1619250" y="6524625"/>
            <a:ext cx="2381250" cy="371475"/>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78" name="dp43-comparison / n88 / text 1">
            <a:extLst xmlns:a="http://schemas.openxmlformats.org/drawingml/2006/main">
              <a:ext uri="{FF2B5EF4-FFF2-40B4-BE49-F238E27FC236}">
                <a16:creationId xmlns:a16="http://schemas.microsoft.com/office/drawing/2014/main" id="{0361C634-3C2A-40F9-8E68-8288E6D277DB}"/>
              </a:ext>
            </a:extLst>
          </p:cNvPr>
          <p:cNvSpPr>
            <a:spLocks xmlns:a="http://schemas.openxmlformats.org/drawingml/2006/main" noGrp="1"/>
          </p:cNvSpPr>
          <p:nvPr/>
        </p:nvSpPr>
        <p:spPr>
          <a:xfrm xmlns:a="http://schemas.openxmlformats.org/drawingml/2006/main">
            <a:off x="1704975" y="6598920"/>
            <a:ext cx="22098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Request Controller</a:t>
            </a:r>
          </a:p>
        </p:txBody>
      </p:sp>
      <p:sp>
        <p:nvSpPr>
          <p:cNvPr id="79" name="dp43-comparison / n89">
            <a:extLst xmlns:a="http://schemas.openxmlformats.org/drawingml/2006/main">
              <a:ext uri="{FF2B5EF4-FFF2-40B4-BE49-F238E27FC236}">
                <a16:creationId xmlns:a16="http://schemas.microsoft.com/office/drawing/2014/main" id="{BA7E949E-1BF8-4CC5-BD4C-A4DE5BD2BEA0}"/>
              </a:ext>
            </a:extLst>
          </p:cNvPr>
          <p:cNvSpPr>
            <a:spLocks xmlns:a="http://schemas.openxmlformats.org/drawingml/2006/main" noGrp="1"/>
          </p:cNvSpPr>
          <p:nvPr/>
        </p:nvSpPr>
        <p:spPr>
          <a:xfrm xmlns:a="http://schemas.openxmlformats.org/drawingml/2006/main">
            <a:off x="4619625" y="6505575"/>
            <a:ext cx="2190750" cy="409575"/>
          </a:xfrm>
          <a:prstGeom xmlns:a="http://schemas.openxmlformats.org/drawingml/2006/main" prst="can">
            <a:avLst>
              <a:gd name="adj" fmla="val 20000"/>
            </a:avLst>
          </a:prstGeom>
          <a:solidFill xmlns:a="http://schemas.openxmlformats.org/drawingml/2006/main">
            <a:srgbClr val="FFF7DE"/>
          </a:solidFill>
          <a:ln xmlns:a="http://schemas.openxmlformats.org/drawingml/2006/main" w="16193">
            <a:solidFill>
              <a:srgbClr val="5F6B77"/>
            </a:solidFill>
            <a:prstDash val="solid"/>
          </a:ln>
        </p:spPr>
      </p:sp>
      <p:sp>
        <p:nvSpPr>
          <p:cNvPr id="80" name="dp43-comparison / n90 / text 1">
            <a:extLst xmlns:a="http://schemas.openxmlformats.org/drawingml/2006/main">
              <a:ext uri="{FF2B5EF4-FFF2-40B4-BE49-F238E27FC236}">
                <a16:creationId xmlns:a16="http://schemas.microsoft.com/office/drawing/2014/main" id="{FC66E178-C469-438D-8AFC-2F26EDE2029B}"/>
              </a:ext>
            </a:extLst>
          </p:cNvPr>
          <p:cNvSpPr>
            <a:spLocks xmlns:a="http://schemas.openxmlformats.org/drawingml/2006/main" noGrp="1"/>
          </p:cNvSpPr>
          <p:nvPr/>
        </p:nvSpPr>
        <p:spPr>
          <a:xfrm xmlns:a="http://schemas.openxmlformats.org/drawingml/2006/main">
            <a:off x="4705350" y="6667500"/>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State Store</a:t>
            </a:r>
          </a:p>
        </p:txBody>
      </p:sp>
      <p:sp>
        <p:nvSpPr>
          <p:cNvPr id="81" name="dp43-comparison / n91">
            <a:extLst xmlns:a="http://schemas.openxmlformats.org/drawingml/2006/main">
              <a:ext uri="{FF2B5EF4-FFF2-40B4-BE49-F238E27FC236}">
                <a16:creationId xmlns:a16="http://schemas.microsoft.com/office/drawing/2014/main" id="{53E8D436-1DEB-4C7D-B575-45CD0FBE5EAE}"/>
              </a:ext>
            </a:extLst>
          </p:cNvPr>
          <p:cNvSpPr>
            <a:spLocks xmlns:a="http://schemas.openxmlformats.org/drawingml/2006/main" noGrp="1"/>
          </p:cNvSpPr>
          <p:nvPr/>
        </p:nvSpPr>
        <p:spPr>
          <a:xfrm xmlns:a="http://schemas.openxmlformats.org/drawingml/2006/main">
            <a:off x="7381875" y="6524625"/>
            <a:ext cx="1981200" cy="371475"/>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82" name="dp43-comparison / n92 / text 1">
            <a:extLst xmlns:a="http://schemas.openxmlformats.org/drawingml/2006/main">
              <a:ext uri="{FF2B5EF4-FFF2-40B4-BE49-F238E27FC236}">
                <a16:creationId xmlns:a16="http://schemas.microsoft.com/office/drawing/2014/main" id="{6D28A8D6-69D8-4C55-8018-BD3E67EFBACE}"/>
              </a:ext>
            </a:extLst>
          </p:cNvPr>
          <p:cNvSpPr>
            <a:spLocks xmlns:a="http://schemas.openxmlformats.org/drawingml/2006/main" noGrp="1"/>
          </p:cNvSpPr>
          <p:nvPr/>
        </p:nvSpPr>
        <p:spPr>
          <a:xfrm xmlns:a="http://schemas.openxmlformats.org/drawingml/2006/main">
            <a:off x="7467600" y="6598920"/>
            <a:ext cx="18097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Policy Manager</a:t>
            </a:r>
          </a:p>
        </p:txBody>
      </p:sp>
      <p:sp>
        <p:nvSpPr>
          <p:cNvPr id="83" name="dp43-comparison / n93 / path">
            <a:extLst xmlns:a="http://schemas.openxmlformats.org/drawingml/2006/main">
              <a:ext uri="{FF2B5EF4-FFF2-40B4-BE49-F238E27FC236}">
                <a16:creationId xmlns:a16="http://schemas.microsoft.com/office/drawing/2014/main" id="{AA713E6C-1E8E-419E-9F0A-305448B0965E}"/>
              </a:ext>
            </a:extLst>
          </p:cNvPr>
          <p:cNvSpPr>
            <a:spLocks xmlns:a="http://schemas.openxmlformats.org/drawingml/2006/main" noGrp="1"/>
          </p:cNvSpPr>
          <p:nvPr/>
        </p:nvSpPr>
        <p:spPr>
          <a:xfrm xmlns:a="http://schemas.openxmlformats.org/drawingml/2006/main">
            <a:off x="2809875" y="5600700"/>
            <a:ext cx="2638425" cy="923925"/>
          </a:xfrm>
          <a:custGeom xmlns:a="http://schemas.openxmlformats.org/drawingml/2006/main">
            <a:pathLst>
              <a:path w="2638425" h="923925">
                <a:moveTo>
                  <a:pt x="2638425" y="0"/>
                </a:moveTo>
                <a:lnTo>
                  <a:pt x="2638425" y="857250"/>
                </a:lnTo>
                <a:lnTo>
                  <a:pt x="0" y="857250"/>
                </a:lnTo>
                <a:lnTo>
                  <a:pt x="0" y="923925"/>
                </a:lnTo>
              </a:path>
            </a:pathLst>
          </a:custGeom>
          <a:noFill xmlns:a="http://schemas.openxmlformats.org/drawingml/2006/main"/>
          <a:ln xmlns:a="http://schemas.openxmlformats.org/drawingml/2006/main" w="19050">
            <a:solidFill>
              <a:srgbClr val="2858A5"/>
            </a:solidFill>
            <a:prstDash val="solid"/>
          </a:ln>
        </p:spPr>
      </p:sp>
      <p:sp>
        <p:nvSpPr>
          <p:cNvPr id="84" name="dp43-comparison / n93 / arrow">
            <a:extLst xmlns:a="http://schemas.openxmlformats.org/drawingml/2006/main">
              <a:ext uri="{FF2B5EF4-FFF2-40B4-BE49-F238E27FC236}">
                <a16:creationId xmlns:a16="http://schemas.microsoft.com/office/drawing/2014/main" id="{0E2123E8-2C07-4E22-9815-8E01340FCC8A}"/>
              </a:ext>
            </a:extLst>
          </p:cNvPr>
          <p:cNvSpPr>
            <a:spLocks xmlns:a="http://schemas.openxmlformats.org/drawingml/2006/main" noGrp="1"/>
          </p:cNvSpPr>
          <p:nvPr/>
        </p:nvSpPr>
        <p:spPr>
          <a:xfrm xmlns:a="http://schemas.openxmlformats.org/drawingml/2006/main">
            <a:off x="2748915" y="6402705"/>
            <a:ext cx="121920" cy="121920"/>
          </a:xfrm>
          <a:custGeom xmlns:a="http://schemas.openxmlformats.org/drawingml/2006/main">
            <a:pathLst>
              <a:path w="121920" h="121920">
                <a:moveTo>
                  <a:pt x="0" y="0"/>
                </a:moveTo>
                <a:lnTo>
                  <a:pt x="60960" y="121920"/>
                </a:lnTo>
                <a:lnTo>
                  <a:pt x="121920" y="0"/>
                </a:lnTo>
              </a:path>
            </a:pathLst>
          </a:custGeom>
          <a:noFill xmlns:a="http://schemas.openxmlformats.org/drawingml/2006/main"/>
          <a:ln xmlns:a="http://schemas.openxmlformats.org/drawingml/2006/main" w="24384">
            <a:solidFill>
              <a:srgbClr val="2858A5"/>
            </a:solidFill>
            <a:prstDash val="solid"/>
          </a:ln>
        </p:spPr>
      </p:sp>
      <p:sp>
        <p:nvSpPr>
          <p:cNvPr id="85" name="dp43-comparison / n94 / path">
            <a:extLst xmlns:a="http://schemas.openxmlformats.org/drawingml/2006/main">
              <a:ext uri="{FF2B5EF4-FFF2-40B4-BE49-F238E27FC236}">
                <a16:creationId xmlns:a16="http://schemas.microsoft.com/office/drawing/2014/main" id="{16D009AB-D524-4CF9-AE23-C2F9F44FF0AF}"/>
              </a:ext>
            </a:extLst>
          </p:cNvPr>
          <p:cNvSpPr>
            <a:spLocks xmlns:a="http://schemas.openxmlformats.org/drawingml/2006/main" noGrp="1"/>
          </p:cNvSpPr>
          <p:nvPr/>
        </p:nvSpPr>
        <p:spPr>
          <a:xfrm xmlns:a="http://schemas.openxmlformats.org/drawingml/2006/main">
            <a:off x="4000500" y="6448425"/>
            <a:ext cx="3381375" cy="261938"/>
          </a:xfrm>
          <a:custGeom xmlns:a="http://schemas.openxmlformats.org/drawingml/2006/main">
            <a:pathLst>
              <a:path w="3381375" h="261938">
                <a:moveTo>
                  <a:pt x="3381375" y="261938"/>
                </a:moveTo>
                <a:lnTo>
                  <a:pt x="3181350" y="257175"/>
                </a:lnTo>
                <a:lnTo>
                  <a:pt x="3181350" y="0"/>
                </a:lnTo>
                <a:lnTo>
                  <a:pt x="180975" y="0"/>
                </a:lnTo>
                <a:lnTo>
                  <a:pt x="180975" y="257175"/>
                </a:lnTo>
                <a:lnTo>
                  <a:pt x="0" y="261938"/>
                </a:lnTo>
              </a:path>
            </a:pathLst>
          </a:custGeom>
          <a:noFill xmlns:a="http://schemas.openxmlformats.org/drawingml/2006/main"/>
          <a:ln xmlns:a="http://schemas.openxmlformats.org/drawingml/2006/main" w="19050">
            <a:solidFill>
              <a:srgbClr val="5F6B77"/>
            </a:solidFill>
            <a:prstDash val="dash"/>
          </a:ln>
        </p:spPr>
      </p:sp>
      <p:sp>
        <p:nvSpPr>
          <p:cNvPr id="86" name="dp43-comparison / n94 / arrow">
            <a:extLst xmlns:a="http://schemas.openxmlformats.org/drawingml/2006/main">
              <a:ext uri="{FF2B5EF4-FFF2-40B4-BE49-F238E27FC236}">
                <a16:creationId xmlns:a16="http://schemas.microsoft.com/office/drawing/2014/main" id="{F56BA3FA-863D-4E4F-8EA9-4712405A85B6}"/>
              </a:ext>
            </a:extLst>
          </p:cNvPr>
          <p:cNvSpPr>
            <a:spLocks xmlns:a="http://schemas.openxmlformats.org/drawingml/2006/main" noGrp="1"/>
          </p:cNvSpPr>
          <p:nvPr/>
        </p:nvSpPr>
        <p:spPr>
          <a:xfrm xmlns:a="http://schemas.openxmlformats.org/drawingml/2006/main">
            <a:off x="4000500" y="6646216"/>
            <a:ext cx="123481" cy="121878"/>
          </a:xfrm>
          <a:custGeom xmlns:a="http://schemas.openxmlformats.org/drawingml/2006/main">
            <a:pathLst>
              <a:path w="123481" h="121878">
                <a:moveTo>
                  <a:pt x="120274" y="0"/>
                </a:moveTo>
                <a:lnTo>
                  <a:pt x="0" y="64146"/>
                </a:lnTo>
                <a:lnTo>
                  <a:pt x="123481" y="121878"/>
                </a:lnTo>
              </a:path>
            </a:pathLst>
          </a:custGeom>
          <a:noFill xmlns:a="http://schemas.openxmlformats.org/drawingml/2006/main"/>
          <a:ln xmlns:a="http://schemas.openxmlformats.org/drawingml/2006/main" w="24384">
            <a:solidFill>
              <a:srgbClr val="5F6B77"/>
            </a:solidFill>
            <a:prstDash val="solid"/>
          </a:ln>
        </p:spPr>
      </p:sp>
      <p:sp>
        <p:nvSpPr>
          <p:cNvPr id="87" name="dp43-comparison / n95 / path">
            <a:extLst xmlns:a="http://schemas.openxmlformats.org/drawingml/2006/main">
              <a:ext uri="{FF2B5EF4-FFF2-40B4-BE49-F238E27FC236}">
                <a16:creationId xmlns:a16="http://schemas.microsoft.com/office/drawing/2014/main" id="{6D4D73E9-3EE2-4C5F-9E27-4B0D41F2BFC1}"/>
              </a:ext>
            </a:extLst>
          </p:cNvPr>
          <p:cNvSpPr>
            <a:spLocks xmlns:a="http://schemas.openxmlformats.org/drawingml/2006/main" noGrp="1"/>
          </p:cNvSpPr>
          <p:nvPr/>
        </p:nvSpPr>
        <p:spPr>
          <a:xfrm xmlns:a="http://schemas.openxmlformats.org/drawingml/2006/main">
            <a:off x="4000500" y="6710363"/>
            <a:ext cx="619125" cy="953"/>
          </a:xfrm>
          <a:custGeom xmlns:a="http://schemas.openxmlformats.org/drawingml/2006/main">
            <a:pathLst>
              <a:path w="619125" h="953">
                <a:moveTo>
                  <a:pt x="0" y="0"/>
                </a:moveTo>
                <a:lnTo>
                  <a:pt x="619125" y="0"/>
                </a:lnTo>
              </a:path>
            </a:pathLst>
          </a:custGeom>
          <a:noFill xmlns:a="http://schemas.openxmlformats.org/drawingml/2006/main"/>
          <a:ln xmlns:a="http://schemas.openxmlformats.org/drawingml/2006/main" w="19050">
            <a:solidFill>
              <a:srgbClr val="2858A5"/>
            </a:solidFill>
            <a:prstDash val="solid"/>
          </a:ln>
        </p:spPr>
      </p:sp>
      <p:sp>
        <p:nvSpPr>
          <p:cNvPr id="88" name="dp43-comparison / n95 / arrow">
            <a:extLst xmlns:a="http://schemas.openxmlformats.org/drawingml/2006/main">
              <a:ext uri="{FF2B5EF4-FFF2-40B4-BE49-F238E27FC236}">
                <a16:creationId xmlns:a16="http://schemas.microsoft.com/office/drawing/2014/main" id="{5B032A44-F1E2-4ECF-89A1-913D99241F6E}"/>
              </a:ext>
            </a:extLst>
          </p:cNvPr>
          <p:cNvSpPr>
            <a:spLocks xmlns:a="http://schemas.openxmlformats.org/drawingml/2006/main" noGrp="1"/>
          </p:cNvSpPr>
          <p:nvPr/>
        </p:nvSpPr>
        <p:spPr>
          <a:xfrm xmlns:a="http://schemas.openxmlformats.org/drawingml/2006/main">
            <a:off x="4497705" y="6649403"/>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2858A5"/>
            </a:solidFill>
            <a:prstDash val="solid"/>
          </a:ln>
        </p:spPr>
      </p:sp>
      <p:sp>
        <p:nvSpPr>
          <p:cNvPr id="89" name="dp43-comparison / n60">
            <a:extLst xmlns:a="http://schemas.openxmlformats.org/drawingml/2006/main">
              <a:ext uri="{FF2B5EF4-FFF2-40B4-BE49-F238E27FC236}">
                <a16:creationId xmlns:a16="http://schemas.microsoft.com/office/drawing/2014/main" id="{6E10ED2B-713C-4A1B-8440-D07F7C6FE6D0}"/>
              </a:ext>
            </a:extLst>
          </p:cNvPr>
          <p:cNvSpPr>
            <a:spLocks xmlns:a="http://schemas.openxmlformats.org/drawingml/2006/main" noGrp="1"/>
          </p:cNvSpPr>
          <p:nvPr/>
        </p:nvSpPr>
        <p:spPr>
          <a:xfrm xmlns:a="http://schemas.openxmlformats.org/drawingml/2006/main">
            <a:off x="1581150" y="2400300"/>
            <a:ext cx="2534222"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90" name="dp43-comparison / n61 / text 1">
            <a:extLst xmlns:a="http://schemas.openxmlformats.org/drawingml/2006/main">
              <a:ext uri="{FF2B5EF4-FFF2-40B4-BE49-F238E27FC236}">
                <a16:creationId xmlns:a16="http://schemas.microsoft.com/office/drawing/2014/main" id="{E59AB8CF-6311-4FC5-BE18-DD7292EB427D}"/>
              </a:ext>
            </a:extLst>
          </p:cNvPr>
          <p:cNvSpPr>
            <a:spLocks xmlns:a="http://schemas.openxmlformats.org/drawingml/2006/main" noGrp="1"/>
          </p:cNvSpPr>
          <p:nvPr/>
        </p:nvSpPr>
        <p:spPr>
          <a:xfrm xmlns:a="http://schemas.openxmlformats.org/drawingml/2006/main">
            <a:off x="1600200" y="2409825"/>
            <a:ext cx="2667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확정 User Turn / 새 Request</a:t>
            </a:r>
          </a:p>
        </p:txBody>
      </p:sp>
      <p:sp>
        <p:nvSpPr>
          <p:cNvPr id="91" name="dp43-comparison / n62">
            <a:extLst xmlns:a="http://schemas.openxmlformats.org/drawingml/2006/main">
              <a:ext uri="{FF2B5EF4-FFF2-40B4-BE49-F238E27FC236}">
                <a16:creationId xmlns:a16="http://schemas.microsoft.com/office/drawing/2014/main" id="{12747DD7-69C9-4DD6-8A6A-7B01A1ABDB52}"/>
              </a:ext>
            </a:extLst>
          </p:cNvPr>
          <p:cNvSpPr>
            <a:spLocks xmlns:a="http://schemas.openxmlformats.org/drawingml/2006/main" noGrp="1"/>
          </p:cNvSpPr>
          <p:nvPr/>
        </p:nvSpPr>
        <p:spPr>
          <a:xfrm xmlns:a="http://schemas.openxmlformats.org/drawingml/2006/main">
            <a:off x="7391400" y="3076575"/>
            <a:ext cx="2038350"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92" name="dp43-comparison / n63 / text 1">
            <a:extLst xmlns:a="http://schemas.openxmlformats.org/drawingml/2006/main">
              <a:ext uri="{FF2B5EF4-FFF2-40B4-BE49-F238E27FC236}">
                <a16:creationId xmlns:a16="http://schemas.microsoft.com/office/drawing/2014/main" id="{E66E1991-1B9B-402E-9DE6-053C5BEE412C}"/>
              </a:ext>
            </a:extLst>
          </p:cNvPr>
          <p:cNvSpPr>
            <a:spLocks xmlns:a="http://schemas.openxmlformats.org/drawingml/2006/main" noGrp="1"/>
          </p:cNvSpPr>
          <p:nvPr/>
        </p:nvSpPr>
        <p:spPr>
          <a:xfrm xmlns:a="http://schemas.openxmlformats.org/drawingml/2006/main">
            <a:off x="7410450" y="3086100"/>
            <a:ext cx="20002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공유 Omni 1벌 / 역할별 KV</a:t>
            </a:r>
          </a:p>
        </p:txBody>
      </p:sp>
      <p:sp>
        <p:nvSpPr>
          <p:cNvPr id="93" name="dp43-comparison / n65">
            <a:extLst xmlns:a="http://schemas.openxmlformats.org/drawingml/2006/main">
              <a:ext uri="{FF2B5EF4-FFF2-40B4-BE49-F238E27FC236}">
                <a16:creationId xmlns:a16="http://schemas.microsoft.com/office/drawing/2014/main" id="{375A72A0-F4B7-4A8A-AA8E-5D82EE5362BF}"/>
              </a:ext>
            </a:extLst>
          </p:cNvPr>
          <p:cNvSpPr>
            <a:spLocks xmlns:a="http://schemas.openxmlformats.org/drawingml/2006/main" noGrp="1"/>
          </p:cNvSpPr>
          <p:nvPr/>
        </p:nvSpPr>
        <p:spPr>
          <a:xfrm xmlns:a="http://schemas.openxmlformats.org/drawingml/2006/main">
            <a:off x="3952875" y="2438400"/>
            <a:ext cx="381000"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94" name="dp43-comparison / n66 / text 1">
            <a:extLst xmlns:a="http://schemas.openxmlformats.org/drawingml/2006/main">
              <a:ext uri="{FF2B5EF4-FFF2-40B4-BE49-F238E27FC236}">
                <a16:creationId xmlns:a16="http://schemas.microsoft.com/office/drawing/2014/main" id="{62C492AD-90E4-4630-87BF-D131E0C7DF0B}"/>
              </a:ext>
            </a:extLst>
          </p:cNvPr>
          <p:cNvSpPr>
            <a:spLocks xmlns:a="http://schemas.openxmlformats.org/drawingml/2006/main" noGrp="1"/>
          </p:cNvSpPr>
          <p:nvPr/>
        </p:nvSpPr>
        <p:spPr>
          <a:xfrm xmlns:a="http://schemas.openxmlformats.org/drawingml/2006/main">
            <a:off x="3971925" y="2447925"/>
            <a:ext cx="12382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원문</a:t>
            </a:r>
          </a:p>
        </p:txBody>
      </p:sp>
      <p:sp>
        <p:nvSpPr>
          <p:cNvPr id="95" name="dp43-comparison / n67">
            <a:extLst xmlns:a="http://schemas.openxmlformats.org/drawingml/2006/main">
              <a:ext uri="{FF2B5EF4-FFF2-40B4-BE49-F238E27FC236}">
                <a16:creationId xmlns:a16="http://schemas.microsoft.com/office/drawing/2014/main" id="{7CCB18E2-C0B2-44E2-900D-28C46D9D1F85}"/>
              </a:ext>
            </a:extLst>
          </p:cNvPr>
          <p:cNvSpPr>
            <a:spLocks xmlns:a="http://schemas.openxmlformats.org/drawingml/2006/main" noGrp="1"/>
          </p:cNvSpPr>
          <p:nvPr/>
        </p:nvSpPr>
        <p:spPr>
          <a:xfrm xmlns:a="http://schemas.openxmlformats.org/drawingml/2006/main">
            <a:off x="1552575" y="3095625"/>
            <a:ext cx="4983480"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96" name="dp43-comparison / n68 / text 1">
            <a:extLst xmlns:a="http://schemas.openxmlformats.org/drawingml/2006/main">
              <a:ext uri="{FF2B5EF4-FFF2-40B4-BE49-F238E27FC236}">
                <a16:creationId xmlns:a16="http://schemas.microsoft.com/office/drawing/2014/main" id="{D4347CD6-A305-4752-A65F-3137AE4FBF29}"/>
              </a:ext>
            </a:extLst>
          </p:cNvPr>
          <p:cNvSpPr>
            <a:spLocks xmlns:a="http://schemas.openxmlformats.org/drawingml/2006/main" noGrp="1"/>
          </p:cNvSpPr>
          <p:nvPr/>
        </p:nvSpPr>
        <p:spPr>
          <a:xfrm xmlns:a="http://schemas.openxmlformats.org/drawingml/2006/main">
            <a:off x="1571625" y="3105150"/>
            <a:ext cx="5334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공통 읽기: Context Manager 정보 / Task Manager의 Task 후보</a:t>
            </a:r>
          </a:p>
        </p:txBody>
      </p:sp>
      <p:sp>
        <p:nvSpPr>
          <p:cNvPr id="97" name="dp43-comparison / n76">
            <a:extLst xmlns:a="http://schemas.openxmlformats.org/drawingml/2006/main">
              <a:ext uri="{FF2B5EF4-FFF2-40B4-BE49-F238E27FC236}">
                <a16:creationId xmlns:a16="http://schemas.microsoft.com/office/drawing/2014/main" id="{C53D9399-6E45-4A38-B9FC-7675B1E75509}"/>
              </a:ext>
            </a:extLst>
          </p:cNvPr>
          <p:cNvSpPr>
            <a:spLocks xmlns:a="http://schemas.openxmlformats.org/drawingml/2006/main" noGrp="1"/>
          </p:cNvSpPr>
          <p:nvPr/>
        </p:nvSpPr>
        <p:spPr>
          <a:xfrm xmlns:a="http://schemas.openxmlformats.org/drawingml/2006/main">
            <a:off x="1781175" y="4467225"/>
            <a:ext cx="4531805" cy="2362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98" name="dp43-comparison / n77 / text 1">
            <a:extLst xmlns:a="http://schemas.openxmlformats.org/drawingml/2006/main">
              <a:ext uri="{FF2B5EF4-FFF2-40B4-BE49-F238E27FC236}">
                <a16:creationId xmlns:a16="http://schemas.microsoft.com/office/drawing/2014/main" id="{51448E2F-5DA0-43DA-8997-34973CB9CC75}"/>
              </a:ext>
            </a:extLst>
          </p:cNvPr>
          <p:cNvSpPr>
            <a:spLocks xmlns:a="http://schemas.openxmlformats.org/drawingml/2006/main" noGrp="1"/>
          </p:cNvSpPr>
          <p:nvPr/>
        </p:nvSpPr>
        <p:spPr>
          <a:xfrm xmlns:a="http://schemas.openxmlformats.org/drawingml/2006/main">
            <a:off x="1800225" y="4476750"/>
            <a:ext cx="7153275"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0">
                <a:solidFill>
                  <a:srgbClr val="2858A5"/>
                </a:solidFill>
                <a:latin typeface="Apple SD Gothic Neo"/>
                <a:ea typeface="Apple SD Gothic Neo"/>
                <a:cs typeface="Apple SD Gothic Neo"/>
              </a:defRPr>
            </a:pPr>
            <a:r>
              <a:rPr sz="1425" b="0">
                <a:solidFill>
                  <a:srgbClr val="2858A5"/>
                </a:solidFill>
                <a:latin typeface="Apple SD Gothic Neo"/>
                <a:ea typeface="Apple SD Gothic Neo"/>
                <a:cs typeface="Apple SD Gothic Neo"/>
              </a:rPr>
              <a:t>F1 의도 / F2 Referent / F3 Task Association</a:t>
            </a:r>
          </a:p>
        </p:txBody>
      </p:sp>
      <p:sp>
        <p:nvSpPr>
          <p:cNvPr id="99" name="dp43-comparison / n78">
            <a:extLst xmlns:a="http://schemas.openxmlformats.org/drawingml/2006/main">
              <a:ext uri="{FF2B5EF4-FFF2-40B4-BE49-F238E27FC236}">
                <a16:creationId xmlns:a16="http://schemas.microsoft.com/office/drawing/2014/main" id="{ADCA5E2E-C132-47C4-AC96-3251D61785D1}"/>
              </a:ext>
            </a:extLst>
          </p:cNvPr>
          <p:cNvSpPr>
            <a:spLocks xmlns:a="http://schemas.openxmlformats.org/drawingml/2006/main" noGrp="1"/>
          </p:cNvSpPr>
          <p:nvPr/>
        </p:nvSpPr>
        <p:spPr>
          <a:xfrm xmlns:a="http://schemas.openxmlformats.org/drawingml/2006/main">
            <a:off x="1781175" y="4724400"/>
            <a:ext cx="4510088" cy="2362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00" name="dp43-comparison / n79 / text 1">
            <a:extLst xmlns:a="http://schemas.openxmlformats.org/drawingml/2006/main">
              <a:ext uri="{FF2B5EF4-FFF2-40B4-BE49-F238E27FC236}">
                <a16:creationId xmlns:a16="http://schemas.microsoft.com/office/drawing/2014/main" id="{F96F4D17-E887-4B41-B7CF-4CC586CCF3EF}"/>
              </a:ext>
            </a:extLst>
          </p:cNvPr>
          <p:cNvSpPr>
            <a:spLocks xmlns:a="http://schemas.openxmlformats.org/drawingml/2006/main" noGrp="1"/>
          </p:cNvSpPr>
          <p:nvPr/>
        </p:nvSpPr>
        <p:spPr>
          <a:xfrm xmlns:a="http://schemas.openxmlformats.org/drawingml/2006/main">
            <a:off x="1800225" y="4733925"/>
            <a:ext cx="7153275"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0">
                <a:solidFill>
                  <a:srgbClr val="2858A5"/>
                </a:solidFill>
                <a:latin typeface="Apple SD Gothic Neo"/>
                <a:ea typeface="Apple SD Gothic Neo"/>
                <a:cs typeface="Apple SD Gothic Neo"/>
              </a:defRPr>
            </a:pPr>
            <a:r>
              <a:rPr sz="1425" b="0">
                <a:solidFill>
                  <a:srgbClr val="2858A5"/>
                </a:solidFill>
                <a:latin typeface="Apple SD Gothic Neo"/>
                <a:ea typeface="Apple SD Gothic Neo"/>
                <a:cs typeface="Apple SD Gothic Neo"/>
              </a:rPr>
              <a:t>F4 Request 관계 / F5 정정 범위 / F6 처리 방향</a:t>
            </a:r>
          </a:p>
        </p:txBody>
      </p:sp>
      <p:sp>
        <p:nvSpPr>
          <p:cNvPr id="101" name="dp43-comparison / n82">
            <a:extLst xmlns:a="http://schemas.openxmlformats.org/drawingml/2006/main">
              <a:ext uri="{FF2B5EF4-FFF2-40B4-BE49-F238E27FC236}">
                <a16:creationId xmlns:a16="http://schemas.microsoft.com/office/drawing/2014/main" id="{3C2CC1F4-7988-4CB1-B057-ABCF8D24E9EE}"/>
              </a:ext>
            </a:extLst>
          </p:cNvPr>
          <p:cNvSpPr>
            <a:spLocks xmlns:a="http://schemas.openxmlformats.org/drawingml/2006/main" noGrp="1"/>
          </p:cNvSpPr>
          <p:nvPr/>
        </p:nvSpPr>
        <p:spPr>
          <a:xfrm xmlns:a="http://schemas.openxmlformats.org/drawingml/2006/main">
            <a:off x="1743075" y="5676900"/>
            <a:ext cx="4253865"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02" name="dp43-comparison / n83 / text 1">
            <a:extLst xmlns:a="http://schemas.openxmlformats.org/drawingml/2006/main">
              <a:ext uri="{FF2B5EF4-FFF2-40B4-BE49-F238E27FC236}">
                <a16:creationId xmlns:a16="http://schemas.microsoft.com/office/drawing/2014/main" id="{F5D64343-752D-4F70-AD5B-76CEAE79DC70}"/>
              </a:ext>
            </a:extLst>
          </p:cNvPr>
          <p:cNvSpPr>
            <a:spLocks xmlns:a="http://schemas.openxmlformats.org/drawingml/2006/main" noGrp="1"/>
          </p:cNvSpPr>
          <p:nvPr/>
        </p:nvSpPr>
        <p:spPr>
          <a:xfrm xmlns:a="http://schemas.openxmlformats.org/drawingml/2006/main">
            <a:off x="1762125" y="5686425"/>
            <a:ext cx="7410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이전 조건 유지와 부분 갱신 / 검색과 전문 보조 허용</a:t>
            </a:r>
          </a:p>
        </p:txBody>
      </p:sp>
      <p:sp>
        <p:nvSpPr>
          <p:cNvPr id="103" name="dp43-comparison / n85">
            <a:extLst xmlns:a="http://schemas.openxmlformats.org/drawingml/2006/main">
              <a:ext uri="{FF2B5EF4-FFF2-40B4-BE49-F238E27FC236}">
                <a16:creationId xmlns:a16="http://schemas.microsoft.com/office/drawing/2014/main" id="{77C8035F-808F-476A-86D8-AA6EFF3D1246}"/>
              </a:ext>
            </a:extLst>
          </p:cNvPr>
          <p:cNvSpPr>
            <a:spLocks xmlns:a="http://schemas.openxmlformats.org/drawingml/2006/main" noGrp="1"/>
          </p:cNvSpPr>
          <p:nvPr/>
        </p:nvSpPr>
        <p:spPr>
          <a:xfrm xmlns:a="http://schemas.openxmlformats.org/drawingml/2006/main">
            <a:off x="1609725" y="6000750"/>
            <a:ext cx="6465760"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04" name="dp43-comparison / n86 / text 1">
            <a:extLst xmlns:a="http://schemas.openxmlformats.org/drawingml/2006/main">
              <a:ext uri="{FF2B5EF4-FFF2-40B4-BE49-F238E27FC236}">
                <a16:creationId xmlns:a16="http://schemas.microsoft.com/office/drawing/2014/main" id="{7A73ACAA-A1A8-4795-9560-866D2F84A4D6}"/>
              </a:ext>
            </a:extLst>
          </p:cNvPr>
          <p:cNvSpPr>
            <a:spLocks xmlns:a="http://schemas.openxmlformats.org/drawingml/2006/main" noGrp="1"/>
          </p:cNvSpPr>
          <p:nvPr/>
        </p:nvSpPr>
        <p:spPr>
          <a:xfrm xmlns:a="http://schemas.openxmlformats.org/drawingml/2006/main">
            <a:off x="1628775" y="6010275"/>
            <a:ext cx="77152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2858A5"/>
                </a:solidFill>
                <a:latin typeface="Apple SD Gothic Neo"/>
                <a:ea typeface="Apple SD Gothic Neo"/>
                <a:cs typeface="Apple SD Gothic Neo"/>
              </a:defRPr>
            </a:pPr>
            <a:r>
              <a:rPr sz="1275" b="0">
                <a:solidFill>
                  <a:srgbClr val="2858A5"/>
                </a:solidFill>
                <a:latin typeface="Apple SD Gothic Neo"/>
                <a:ea typeface="Apple SD Gothic Neo"/>
                <a:cs typeface="Apple SD Gothic Neo"/>
              </a:rPr>
              <a:t>정정: F2와 F5 재판단 → F4 갱신 / Task Association은 입력 전제가 아닌 결과</a:t>
            </a:r>
          </a:p>
        </p:txBody>
      </p:sp>
      <p:sp>
        <p:nvSpPr>
          <p:cNvPr id="105" name="dp43-comparison / n96">
            <a:extLst xmlns:a="http://schemas.openxmlformats.org/drawingml/2006/main">
              <a:ext uri="{FF2B5EF4-FFF2-40B4-BE49-F238E27FC236}">
                <a16:creationId xmlns:a16="http://schemas.microsoft.com/office/drawing/2014/main" id="{47716AE6-3CB2-448D-B99E-226B9C1D1E3B}"/>
              </a:ext>
            </a:extLst>
          </p:cNvPr>
          <p:cNvSpPr>
            <a:spLocks xmlns:a="http://schemas.openxmlformats.org/drawingml/2006/main" noGrp="1"/>
          </p:cNvSpPr>
          <p:nvPr/>
        </p:nvSpPr>
        <p:spPr>
          <a:xfrm xmlns:a="http://schemas.openxmlformats.org/drawingml/2006/main">
            <a:off x="4219575" y="6200775"/>
            <a:ext cx="3584448"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06" name="dp43-comparison / n97 / text 1">
            <a:extLst xmlns:a="http://schemas.openxmlformats.org/drawingml/2006/main">
              <a:ext uri="{FF2B5EF4-FFF2-40B4-BE49-F238E27FC236}">
                <a16:creationId xmlns:a16="http://schemas.microsoft.com/office/drawing/2014/main" id="{2F291518-7AA9-42AA-A1BE-F9CDAD46FB0F}"/>
              </a:ext>
            </a:extLst>
          </p:cNvPr>
          <p:cNvSpPr>
            <a:spLocks xmlns:a="http://schemas.openxmlformats.org/drawingml/2006/main" noGrp="1"/>
          </p:cNvSpPr>
          <p:nvPr/>
        </p:nvSpPr>
        <p:spPr>
          <a:xfrm xmlns:a="http://schemas.openxmlformats.org/drawingml/2006/main">
            <a:off x="4238625" y="6210300"/>
            <a:ext cx="50292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현재 검사: 입력 / 정보 / Task / 질문 / 권한</a:t>
            </a:r>
          </a:p>
        </p:txBody>
      </p:sp>
      <p:sp>
        <p:nvSpPr>
          <p:cNvPr id="107" name="dp43-comparison / n98">
            <a:extLst xmlns:a="http://schemas.openxmlformats.org/drawingml/2006/main">
              <a:ext uri="{FF2B5EF4-FFF2-40B4-BE49-F238E27FC236}">
                <a16:creationId xmlns:a16="http://schemas.microsoft.com/office/drawing/2014/main" id="{21B23380-A54F-412C-938C-2093BD70ECE5}"/>
              </a:ext>
            </a:extLst>
          </p:cNvPr>
          <p:cNvSpPr>
            <a:spLocks xmlns:a="http://schemas.openxmlformats.org/drawingml/2006/main" noGrp="1"/>
          </p:cNvSpPr>
          <p:nvPr/>
        </p:nvSpPr>
        <p:spPr>
          <a:xfrm xmlns:a="http://schemas.openxmlformats.org/drawingml/2006/main">
            <a:off x="4695825" y="6981825"/>
            <a:ext cx="3221736"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08" name="dp43-comparison / n99 / text 1">
            <a:extLst xmlns:a="http://schemas.openxmlformats.org/drawingml/2006/main">
              <a:ext uri="{FF2B5EF4-FFF2-40B4-BE49-F238E27FC236}">
                <a16:creationId xmlns:a16="http://schemas.microsoft.com/office/drawing/2014/main" id="{F7667E42-2585-40B7-8079-0238E50014F0}"/>
              </a:ext>
            </a:extLst>
          </p:cNvPr>
          <p:cNvSpPr>
            <a:spLocks xmlns:a="http://schemas.openxmlformats.org/drawingml/2006/main" noGrp="1"/>
          </p:cNvSpPr>
          <p:nvPr/>
        </p:nvSpPr>
        <p:spPr>
          <a:xfrm xmlns:a="http://schemas.openxmlformats.org/drawingml/2006/main">
            <a:off x="4714875" y="6991350"/>
            <a:ext cx="44005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채택 의미와 질문 / 임시 해석 상태와 별도</a:t>
            </a:r>
          </a:p>
        </p:txBody>
      </p:sp>
      <p:sp>
        <p:nvSpPr>
          <p:cNvPr id="109" name="dp43-comparison / n100">
            <a:extLst xmlns:a="http://schemas.openxmlformats.org/drawingml/2006/main">
              <a:ext uri="{FF2B5EF4-FFF2-40B4-BE49-F238E27FC236}">
                <a16:creationId xmlns:a16="http://schemas.microsoft.com/office/drawing/2014/main" id="{A70D7046-3003-4914-9839-FC32016F5771}"/>
              </a:ext>
            </a:extLst>
          </p:cNvPr>
          <p:cNvSpPr>
            <a:spLocks xmlns:a="http://schemas.openxmlformats.org/drawingml/2006/main" noGrp="1"/>
          </p:cNvSpPr>
          <p:nvPr/>
        </p:nvSpPr>
        <p:spPr>
          <a:xfrm xmlns:a="http://schemas.openxmlformats.org/drawingml/2006/main">
            <a:off x="1600200" y="7200900"/>
            <a:ext cx="7323963"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10" name="dp43-comparison / n101 / text 1">
            <a:extLst xmlns:a="http://schemas.openxmlformats.org/drawingml/2006/main">
              <a:ext uri="{FF2B5EF4-FFF2-40B4-BE49-F238E27FC236}">
                <a16:creationId xmlns:a16="http://schemas.microsoft.com/office/drawing/2014/main" id="{CC998A12-D534-4DAD-A7B7-EDA8DFDFC7CE}"/>
              </a:ext>
            </a:extLst>
          </p:cNvPr>
          <p:cNvSpPr>
            <a:spLocks xmlns:a="http://schemas.openxmlformats.org/drawingml/2006/main" noGrp="1"/>
          </p:cNvSpPr>
          <p:nvPr/>
        </p:nvSpPr>
        <p:spPr>
          <a:xfrm xmlns:a="http://schemas.openxmlformats.org/drawingml/2006/main">
            <a:off x="1619250" y="7210425"/>
            <a:ext cx="76962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채택 후: Response Manager → Interaction Manager / Task Manager → Agent Gateway</a:t>
            </a:r>
          </a:p>
        </p:txBody>
      </p:sp>
      <p:sp>
        <p:nvSpPr>
          <p:cNvPr id="111" name="dp43-comparison / n102">
            <a:extLst xmlns:a="http://schemas.openxmlformats.org/drawingml/2006/main">
              <a:ext uri="{FF2B5EF4-FFF2-40B4-BE49-F238E27FC236}">
                <a16:creationId xmlns:a16="http://schemas.microsoft.com/office/drawing/2014/main" id="{769CE3B4-EAEE-4B86-84B6-E71314A8E4D6}"/>
              </a:ext>
            </a:extLst>
          </p:cNvPr>
          <p:cNvSpPr>
            <a:spLocks xmlns:a="http://schemas.openxmlformats.org/drawingml/2006/main" noGrp="1"/>
          </p:cNvSpPr>
          <p:nvPr/>
        </p:nvSpPr>
        <p:spPr>
          <a:xfrm xmlns:a="http://schemas.openxmlformats.org/drawingml/2006/main">
            <a:off x="1600200" y="7391400"/>
            <a:ext cx="6056376" cy="1714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12" name="dp43-comparison / n103 / text 1">
            <a:extLst xmlns:a="http://schemas.openxmlformats.org/drawingml/2006/main">
              <a:ext uri="{FF2B5EF4-FFF2-40B4-BE49-F238E27FC236}">
                <a16:creationId xmlns:a16="http://schemas.microsoft.com/office/drawing/2014/main" id="{BFA1D431-3BD1-4762-BBC1-68EAFE98335E}"/>
              </a:ext>
            </a:extLst>
          </p:cNvPr>
          <p:cNvSpPr>
            <a:spLocks xmlns:a="http://schemas.openxmlformats.org/drawingml/2006/main" noGrp="1"/>
          </p:cNvSpPr>
          <p:nvPr/>
        </p:nvSpPr>
        <p:spPr>
          <a:xfrm xmlns:a="http://schemas.openxmlformats.org/drawingml/2006/main">
            <a:off x="1619250" y="7400925"/>
            <a:ext cx="76962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확인 질문의 실제 전달과 새 답변 / Downstream Agent 접수와 결과의 별도 확인</a:t>
            </a:r>
          </a:p>
        </p:txBody>
      </p:sp>
      <p:sp>
        <p:nvSpPr>
          <p:cNvPr id="113" name="dp43-comparison / n104">
            <a:extLst xmlns:a="http://schemas.openxmlformats.org/drawingml/2006/main">
              <a:ext uri="{FF2B5EF4-FFF2-40B4-BE49-F238E27FC236}">
                <a16:creationId xmlns:a16="http://schemas.microsoft.com/office/drawing/2014/main" id="{9C9D2335-9DCF-46C6-80EA-23B2405BFAD8}"/>
              </a:ext>
            </a:extLst>
          </p:cNvPr>
          <p:cNvSpPr>
            <a:spLocks xmlns:a="http://schemas.openxmlformats.org/drawingml/2006/main" noGrp="1"/>
          </p:cNvSpPr>
          <p:nvPr/>
        </p:nvSpPr>
        <p:spPr>
          <a:xfrm xmlns:a="http://schemas.openxmlformats.org/drawingml/2006/main">
            <a:off x="9858375" y="2676525"/>
            <a:ext cx="2333625" cy="361950"/>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114" name="dp43-comparison / n105 / text 1">
            <a:extLst xmlns:a="http://schemas.openxmlformats.org/drawingml/2006/main">
              <a:ext uri="{FF2B5EF4-FFF2-40B4-BE49-F238E27FC236}">
                <a16:creationId xmlns:a16="http://schemas.microsoft.com/office/drawing/2014/main" id="{0A1D2E1E-35F0-4A9F-A413-A2EBB893B7DB}"/>
              </a:ext>
            </a:extLst>
          </p:cNvPr>
          <p:cNvSpPr>
            <a:spLocks xmlns:a="http://schemas.openxmlformats.org/drawingml/2006/main" noGrp="1"/>
          </p:cNvSpPr>
          <p:nvPr/>
        </p:nvSpPr>
        <p:spPr>
          <a:xfrm xmlns:a="http://schemas.openxmlformats.org/drawingml/2006/main">
            <a:off x="9944100" y="2746058"/>
            <a:ext cx="216217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Interaction Manager</a:t>
            </a:r>
          </a:p>
        </p:txBody>
      </p:sp>
      <p:sp>
        <p:nvSpPr>
          <p:cNvPr id="115" name="dp43-comparison / n106">
            <a:extLst xmlns:a="http://schemas.openxmlformats.org/drawingml/2006/main">
              <a:ext uri="{FF2B5EF4-FFF2-40B4-BE49-F238E27FC236}">
                <a16:creationId xmlns:a16="http://schemas.microsoft.com/office/drawing/2014/main" id="{600F5067-FD89-498D-825B-31FBA86064AB}"/>
              </a:ext>
            </a:extLst>
          </p:cNvPr>
          <p:cNvSpPr>
            <a:spLocks xmlns:a="http://schemas.openxmlformats.org/drawingml/2006/main" noGrp="1"/>
          </p:cNvSpPr>
          <p:nvPr/>
        </p:nvSpPr>
        <p:spPr>
          <a:xfrm xmlns:a="http://schemas.openxmlformats.org/drawingml/2006/main">
            <a:off x="12830175" y="2676525"/>
            <a:ext cx="2190750" cy="361950"/>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116" name="dp43-comparison / n107 / text 1">
            <a:extLst xmlns:a="http://schemas.openxmlformats.org/drawingml/2006/main">
              <a:ext uri="{FF2B5EF4-FFF2-40B4-BE49-F238E27FC236}">
                <a16:creationId xmlns:a16="http://schemas.microsoft.com/office/drawing/2014/main" id="{7DFDAC06-D9CC-4613-8037-C969721ADECE}"/>
              </a:ext>
            </a:extLst>
          </p:cNvPr>
          <p:cNvSpPr>
            <a:spLocks xmlns:a="http://schemas.openxmlformats.org/drawingml/2006/main" noGrp="1"/>
          </p:cNvSpPr>
          <p:nvPr/>
        </p:nvSpPr>
        <p:spPr>
          <a:xfrm xmlns:a="http://schemas.openxmlformats.org/drawingml/2006/main">
            <a:off x="12915900" y="2746058"/>
            <a:ext cx="2019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Request Controller</a:t>
            </a:r>
          </a:p>
        </p:txBody>
      </p:sp>
      <p:sp>
        <p:nvSpPr>
          <p:cNvPr id="117" name="dp43-comparison / n108">
            <a:extLst xmlns:a="http://schemas.openxmlformats.org/drawingml/2006/main">
              <a:ext uri="{FF2B5EF4-FFF2-40B4-BE49-F238E27FC236}">
                <a16:creationId xmlns:a16="http://schemas.microsoft.com/office/drawing/2014/main" id="{1FF22B66-F179-4C13-8360-81ED116E5D8D}"/>
              </a:ext>
            </a:extLst>
          </p:cNvPr>
          <p:cNvSpPr>
            <a:spLocks xmlns:a="http://schemas.openxmlformats.org/drawingml/2006/main" noGrp="1"/>
          </p:cNvSpPr>
          <p:nvPr/>
        </p:nvSpPr>
        <p:spPr>
          <a:xfrm xmlns:a="http://schemas.openxmlformats.org/drawingml/2006/main">
            <a:off x="15706725" y="2676525"/>
            <a:ext cx="1962150" cy="361950"/>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118" name="dp43-comparison / n109 / text 1">
            <a:extLst xmlns:a="http://schemas.openxmlformats.org/drawingml/2006/main">
              <a:ext uri="{FF2B5EF4-FFF2-40B4-BE49-F238E27FC236}">
                <a16:creationId xmlns:a16="http://schemas.microsoft.com/office/drawing/2014/main" id="{94613178-2B12-48D1-AA92-A6E9C6577503}"/>
              </a:ext>
            </a:extLst>
          </p:cNvPr>
          <p:cNvSpPr>
            <a:spLocks xmlns:a="http://schemas.openxmlformats.org/drawingml/2006/main" noGrp="1"/>
          </p:cNvSpPr>
          <p:nvPr/>
        </p:nvSpPr>
        <p:spPr>
          <a:xfrm xmlns:a="http://schemas.openxmlformats.org/drawingml/2006/main">
            <a:off x="15792450" y="2746058"/>
            <a:ext cx="17907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Model Access</a:t>
            </a:r>
          </a:p>
        </p:txBody>
      </p:sp>
      <p:sp>
        <p:nvSpPr>
          <p:cNvPr id="119" name="dp43-comparison / n114 / path">
            <a:extLst xmlns:a="http://schemas.openxmlformats.org/drawingml/2006/main">
              <a:ext uri="{FF2B5EF4-FFF2-40B4-BE49-F238E27FC236}">
                <a16:creationId xmlns:a16="http://schemas.microsoft.com/office/drawing/2014/main" id="{83934ECB-7D77-440A-848C-40F6A66EC161}"/>
              </a:ext>
            </a:extLst>
          </p:cNvPr>
          <p:cNvSpPr>
            <a:spLocks xmlns:a="http://schemas.openxmlformats.org/drawingml/2006/main" noGrp="1"/>
          </p:cNvSpPr>
          <p:nvPr/>
        </p:nvSpPr>
        <p:spPr>
          <a:xfrm xmlns:a="http://schemas.openxmlformats.org/drawingml/2006/main">
            <a:off x="12192000" y="2857500"/>
            <a:ext cx="638175" cy="953"/>
          </a:xfrm>
          <a:custGeom xmlns:a="http://schemas.openxmlformats.org/drawingml/2006/main">
            <a:pathLst>
              <a:path w="638175" h="953">
                <a:moveTo>
                  <a:pt x="0" y="0"/>
                </a:moveTo>
                <a:lnTo>
                  <a:pt x="638175" y="0"/>
                </a:lnTo>
              </a:path>
            </a:pathLst>
          </a:custGeom>
          <a:noFill xmlns:a="http://schemas.openxmlformats.org/drawingml/2006/main"/>
          <a:ln xmlns:a="http://schemas.openxmlformats.org/drawingml/2006/main" w="19050">
            <a:solidFill>
              <a:srgbClr val="7155A4"/>
            </a:solidFill>
            <a:prstDash val="solid"/>
          </a:ln>
        </p:spPr>
      </p:sp>
      <p:sp>
        <p:nvSpPr>
          <p:cNvPr id="120" name="dp43-comparison / n114 / arrow">
            <a:extLst xmlns:a="http://schemas.openxmlformats.org/drawingml/2006/main">
              <a:ext uri="{FF2B5EF4-FFF2-40B4-BE49-F238E27FC236}">
                <a16:creationId xmlns:a16="http://schemas.microsoft.com/office/drawing/2014/main" id="{60B8A4A2-6091-4EEE-A1E3-DD5ABACB9172}"/>
              </a:ext>
            </a:extLst>
          </p:cNvPr>
          <p:cNvSpPr>
            <a:spLocks xmlns:a="http://schemas.openxmlformats.org/drawingml/2006/main" noGrp="1"/>
          </p:cNvSpPr>
          <p:nvPr/>
        </p:nvSpPr>
        <p:spPr>
          <a:xfrm xmlns:a="http://schemas.openxmlformats.org/drawingml/2006/main">
            <a:off x="12708255" y="2796540"/>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7155A4"/>
            </a:solidFill>
            <a:prstDash val="solid"/>
          </a:ln>
        </p:spPr>
      </p:sp>
      <p:sp>
        <p:nvSpPr>
          <p:cNvPr id="121" name="dp43-comparison / n119">
            <a:extLst xmlns:a="http://schemas.openxmlformats.org/drawingml/2006/main">
              <a:ext uri="{FF2B5EF4-FFF2-40B4-BE49-F238E27FC236}">
                <a16:creationId xmlns:a16="http://schemas.microsoft.com/office/drawing/2014/main" id="{B0E8E0EE-5A4F-4FDF-BA14-8D124AEC6361}"/>
              </a:ext>
            </a:extLst>
          </p:cNvPr>
          <p:cNvSpPr>
            <a:spLocks xmlns:a="http://schemas.openxmlformats.org/drawingml/2006/main" noGrp="1"/>
          </p:cNvSpPr>
          <p:nvPr/>
        </p:nvSpPr>
        <p:spPr>
          <a:xfrm xmlns:a="http://schemas.openxmlformats.org/drawingml/2006/main">
            <a:off x="9848850" y="3409950"/>
            <a:ext cx="7820025" cy="2533650"/>
          </a:xfrm>
          <a:prstGeom xmlns:a="http://schemas.openxmlformats.org/drawingml/2006/main" prst="rect">
            <a:avLst/>
          </a:prstGeom>
          <a:solidFill xmlns:a="http://schemas.openxmlformats.org/drawingml/2006/main">
            <a:srgbClr val="FAFBFC"/>
          </a:solidFill>
          <a:ln xmlns:a="http://schemas.openxmlformats.org/drawingml/2006/main" w="16193">
            <a:solidFill>
              <a:srgbClr val="7155A4"/>
            </a:solidFill>
            <a:prstDash val="solid"/>
          </a:ln>
        </p:spPr>
      </p:sp>
      <p:sp>
        <p:nvSpPr>
          <p:cNvPr id="122" name="dp43-comparison / n120 / text 1">
            <a:extLst xmlns:a="http://schemas.openxmlformats.org/drawingml/2006/main">
              <a:ext uri="{FF2B5EF4-FFF2-40B4-BE49-F238E27FC236}">
                <a16:creationId xmlns:a16="http://schemas.microsoft.com/office/drawing/2014/main" id="{B138BBE4-B747-44E3-AD19-79265BAB13FD}"/>
              </a:ext>
            </a:extLst>
          </p:cNvPr>
          <p:cNvSpPr>
            <a:spLocks xmlns:a="http://schemas.openxmlformats.org/drawingml/2006/main" noGrp="1"/>
          </p:cNvSpPr>
          <p:nvPr/>
        </p:nvSpPr>
        <p:spPr>
          <a:xfrm xmlns:a="http://schemas.openxmlformats.org/drawingml/2006/main">
            <a:off x="9972675" y="3505200"/>
            <a:ext cx="757237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7155A4"/>
                </a:solidFill>
                <a:latin typeface="Apple SD Gothic Neo"/>
                <a:ea typeface="Apple SD Gothic Neo"/>
                <a:cs typeface="Apple SD Gothic Neo"/>
              </a:defRPr>
            </a:pPr>
            <a:r>
              <a:rPr sz="1575" b="1">
                <a:solidFill>
                  <a:srgbClr val="7155A4"/>
                </a:solidFill>
                <a:latin typeface="Apple SD Gothic Neo"/>
                <a:ea typeface="Apple SD Gothic Neo"/>
                <a:cs typeface="Apple SD Gothic Neo"/>
              </a:rPr>
              <a:t>Request Interpreter</a:t>
            </a:r>
          </a:p>
        </p:txBody>
      </p:sp>
      <p:sp>
        <p:nvSpPr>
          <p:cNvPr id="123" name="dp43-comparison / n121">
            <a:extLst xmlns:a="http://schemas.openxmlformats.org/drawingml/2006/main">
              <a:ext uri="{FF2B5EF4-FFF2-40B4-BE49-F238E27FC236}">
                <a16:creationId xmlns:a16="http://schemas.microsoft.com/office/drawing/2014/main" id="{FF075346-A894-4BC3-833B-8FC70A1975A4}"/>
              </a:ext>
            </a:extLst>
          </p:cNvPr>
          <p:cNvSpPr>
            <a:spLocks xmlns:a="http://schemas.openxmlformats.org/drawingml/2006/main" noGrp="1"/>
          </p:cNvSpPr>
          <p:nvPr/>
        </p:nvSpPr>
        <p:spPr>
          <a:xfrm xmlns:a="http://schemas.openxmlformats.org/drawingml/2006/main">
            <a:off x="12630150" y="3867150"/>
            <a:ext cx="2286000" cy="1419225"/>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124" name="dp43-comparison / n122 / text 1">
            <a:extLst xmlns:a="http://schemas.openxmlformats.org/drawingml/2006/main">
              <a:ext uri="{FF2B5EF4-FFF2-40B4-BE49-F238E27FC236}">
                <a16:creationId xmlns:a16="http://schemas.microsoft.com/office/drawing/2014/main" id="{11C730C5-3EFB-4B89-9933-1D023335E44B}"/>
              </a:ext>
            </a:extLst>
          </p:cNvPr>
          <p:cNvSpPr>
            <a:spLocks xmlns:a="http://schemas.openxmlformats.org/drawingml/2006/main" noGrp="1"/>
          </p:cNvSpPr>
          <p:nvPr/>
        </p:nvSpPr>
        <p:spPr>
          <a:xfrm xmlns:a="http://schemas.openxmlformats.org/drawingml/2006/main">
            <a:off x="12715875" y="4329113"/>
            <a:ext cx="21145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1">
                <a:solidFill>
                  <a:srgbClr val="18232E"/>
                </a:solidFill>
                <a:latin typeface="Apple SD Gothic Neo"/>
                <a:ea typeface="Apple SD Gothic Neo"/>
                <a:cs typeface="Apple SD Gothic Neo"/>
              </a:defRPr>
            </a:pPr>
            <a:r>
              <a:rPr sz="1500" b="1">
                <a:solidFill>
                  <a:srgbClr val="18232E"/>
                </a:solidFill>
                <a:latin typeface="Apple SD Gothic Neo"/>
                <a:ea typeface="Apple SD Gothic Neo"/>
                <a:cs typeface="Apple SD Gothic Neo"/>
              </a:rPr>
              <a:t>Interpretation</a:t>
            </a:r>
          </a:p>
        </p:txBody>
      </p:sp>
      <p:sp>
        <p:nvSpPr>
          <p:cNvPr id="125" name="dp43-comparison / n122 / text 2">
            <a:extLst xmlns:a="http://schemas.openxmlformats.org/drawingml/2006/main">
              <a:ext uri="{FF2B5EF4-FFF2-40B4-BE49-F238E27FC236}">
                <a16:creationId xmlns:a16="http://schemas.microsoft.com/office/drawing/2014/main" id="{CA0A428B-4326-4E98-A6A5-394561EECA21}"/>
              </a:ext>
            </a:extLst>
          </p:cNvPr>
          <p:cNvSpPr>
            <a:spLocks xmlns:a="http://schemas.openxmlformats.org/drawingml/2006/main" noGrp="1"/>
          </p:cNvSpPr>
          <p:nvPr/>
        </p:nvSpPr>
        <p:spPr>
          <a:xfrm xmlns:a="http://schemas.openxmlformats.org/drawingml/2006/main">
            <a:off x="12715875" y="4576763"/>
            <a:ext cx="21145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1">
                <a:solidFill>
                  <a:srgbClr val="18232E"/>
                </a:solidFill>
                <a:latin typeface="Apple SD Gothic Neo"/>
                <a:ea typeface="Apple SD Gothic Neo"/>
                <a:cs typeface="Apple SD Gothic Neo"/>
              </a:defRPr>
            </a:pPr>
            <a:r>
              <a:rPr sz="1500" b="1">
                <a:solidFill>
                  <a:srgbClr val="18232E"/>
                </a:solidFill>
                <a:latin typeface="Apple SD Gothic Neo"/>
                <a:ea typeface="Apple SD Gothic Neo"/>
                <a:cs typeface="Apple SD Gothic Neo"/>
              </a:rPr>
              <a:t>Coordinator</a:t>
            </a:r>
          </a:p>
        </p:txBody>
      </p:sp>
      <p:sp>
        <p:nvSpPr>
          <p:cNvPr id="126" name="dp43-comparison / n123">
            <a:extLst xmlns:a="http://schemas.openxmlformats.org/drawingml/2006/main">
              <a:ext uri="{FF2B5EF4-FFF2-40B4-BE49-F238E27FC236}">
                <a16:creationId xmlns:a16="http://schemas.microsoft.com/office/drawing/2014/main" id="{B96EE867-99B9-4DF0-AA7E-8E58AEAC787B}"/>
              </a:ext>
            </a:extLst>
          </p:cNvPr>
          <p:cNvSpPr>
            <a:spLocks xmlns:a="http://schemas.openxmlformats.org/drawingml/2006/main" noGrp="1"/>
          </p:cNvSpPr>
          <p:nvPr/>
        </p:nvSpPr>
        <p:spPr>
          <a:xfrm xmlns:a="http://schemas.openxmlformats.org/drawingml/2006/main">
            <a:off x="12630150" y="5400675"/>
            <a:ext cx="2286000" cy="409575"/>
          </a:xfrm>
          <a:prstGeom xmlns:a="http://schemas.openxmlformats.org/drawingml/2006/main" prst="can">
            <a:avLst>
              <a:gd name="adj" fmla="val 20000"/>
            </a:avLst>
          </a:prstGeom>
          <a:solidFill xmlns:a="http://schemas.openxmlformats.org/drawingml/2006/main">
            <a:srgbClr val="FFF7DE"/>
          </a:solidFill>
          <a:ln xmlns:a="http://schemas.openxmlformats.org/drawingml/2006/main" w="16193">
            <a:solidFill>
              <a:srgbClr val="5F6B77"/>
            </a:solidFill>
            <a:prstDash val="solid"/>
          </a:ln>
        </p:spPr>
      </p:sp>
      <p:sp>
        <p:nvSpPr>
          <p:cNvPr id="127" name="dp43-comparison / n124 / text 1">
            <a:extLst xmlns:a="http://schemas.openxmlformats.org/drawingml/2006/main">
              <a:ext uri="{FF2B5EF4-FFF2-40B4-BE49-F238E27FC236}">
                <a16:creationId xmlns:a16="http://schemas.microsoft.com/office/drawing/2014/main" id="{136E5748-A19A-4A40-BF51-7D8832CE3F0B}"/>
              </a:ext>
            </a:extLst>
          </p:cNvPr>
          <p:cNvSpPr>
            <a:spLocks xmlns:a="http://schemas.openxmlformats.org/drawingml/2006/main" noGrp="1"/>
          </p:cNvSpPr>
          <p:nvPr/>
        </p:nvSpPr>
        <p:spPr>
          <a:xfrm xmlns:a="http://schemas.openxmlformats.org/drawingml/2006/main">
            <a:off x="12715875" y="5562600"/>
            <a:ext cx="21145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0">
                <a:solidFill>
                  <a:srgbClr val="18232E"/>
                </a:solidFill>
                <a:latin typeface="Apple SD Gothic Neo"/>
                <a:ea typeface="Apple SD Gothic Neo"/>
                <a:cs typeface="Apple SD Gothic Neo"/>
              </a:defRPr>
            </a:pPr>
            <a:r>
              <a:rPr sz="1125" b="0">
                <a:solidFill>
                  <a:srgbClr val="18232E"/>
                </a:solidFill>
                <a:latin typeface="Apple SD Gothic Neo"/>
                <a:ea typeface="Apple SD Gothic Neo"/>
                <a:cs typeface="Apple SD Gothic Neo"/>
              </a:rPr>
              <a:t>Partial Interpretation Ledger</a:t>
            </a:r>
          </a:p>
        </p:txBody>
      </p:sp>
      <p:sp>
        <p:nvSpPr>
          <p:cNvPr id="128" name="dp43-comparison / n125">
            <a:extLst xmlns:a="http://schemas.openxmlformats.org/drawingml/2006/main">
              <a:ext uri="{FF2B5EF4-FFF2-40B4-BE49-F238E27FC236}">
                <a16:creationId xmlns:a16="http://schemas.microsoft.com/office/drawing/2014/main" id="{1883D8C2-9A30-41A1-B391-69A3E7C5D68C}"/>
              </a:ext>
            </a:extLst>
          </p:cNvPr>
          <p:cNvSpPr>
            <a:spLocks xmlns:a="http://schemas.openxmlformats.org/drawingml/2006/main" noGrp="1"/>
          </p:cNvSpPr>
          <p:nvPr/>
        </p:nvSpPr>
        <p:spPr>
          <a:xfrm xmlns:a="http://schemas.openxmlformats.org/drawingml/2006/main">
            <a:off x="10039350" y="3867150"/>
            <a:ext cx="2247900" cy="409575"/>
          </a:xfrm>
          <a:prstGeom xmlns:a="http://schemas.openxmlformats.org/drawingml/2006/main" prst="rect">
            <a:avLst/>
          </a:prstGeom>
          <a:solidFill xmlns:a="http://schemas.openxmlformats.org/drawingml/2006/main">
            <a:srgbClr val="FFFFFF"/>
          </a:solidFill>
          <a:ln xmlns:a="http://schemas.openxmlformats.org/drawingml/2006/main" w="16193">
            <a:solidFill>
              <a:srgbClr val="7155A4"/>
            </a:solidFill>
            <a:prstDash val="solid"/>
          </a:ln>
        </p:spPr>
      </p:sp>
      <p:sp>
        <p:nvSpPr>
          <p:cNvPr id="129" name="dp43-comparison / n126 / text 1">
            <a:extLst xmlns:a="http://schemas.openxmlformats.org/drawingml/2006/main">
              <a:ext uri="{FF2B5EF4-FFF2-40B4-BE49-F238E27FC236}">
                <a16:creationId xmlns:a16="http://schemas.microsoft.com/office/drawing/2014/main" id="{627AE03D-261B-45D3-813E-D5F2DBBFBA73}"/>
              </a:ext>
            </a:extLst>
          </p:cNvPr>
          <p:cNvSpPr>
            <a:spLocks xmlns:a="http://schemas.openxmlformats.org/drawingml/2006/main" noGrp="1"/>
          </p:cNvSpPr>
          <p:nvPr/>
        </p:nvSpPr>
        <p:spPr>
          <a:xfrm xmlns:a="http://schemas.openxmlformats.org/drawingml/2006/main">
            <a:off x="10125075" y="3861435"/>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Request Intent</a:t>
            </a:r>
          </a:p>
        </p:txBody>
      </p:sp>
      <p:sp>
        <p:nvSpPr>
          <p:cNvPr id="130" name="dp43-comparison / n126 / text 2">
            <a:extLst xmlns:a="http://schemas.openxmlformats.org/drawingml/2006/main">
              <a:ext uri="{FF2B5EF4-FFF2-40B4-BE49-F238E27FC236}">
                <a16:creationId xmlns:a16="http://schemas.microsoft.com/office/drawing/2014/main" id="{EABE7F2A-D08D-4BF0-AF77-B7ABB498A377}"/>
              </a:ext>
            </a:extLst>
          </p:cNvPr>
          <p:cNvSpPr>
            <a:spLocks xmlns:a="http://schemas.openxmlformats.org/drawingml/2006/main" noGrp="1"/>
          </p:cNvSpPr>
          <p:nvPr/>
        </p:nvSpPr>
        <p:spPr>
          <a:xfrm xmlns:a="http://schemas.openxmlformats.org/drawingml/2006/main">
            <a:off x="10125075" y="4071938"/>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Interpreter</a:t>
            </a:r>
          </a:p>
        </p:txBody>
      </p:sp>
      <p:sp>
        <p:nvSpPr>
          <p:cNvPr id="131" name="dp43-comparison / n129 / path">
            <a:extLst xmlns:a="http://schemas.openxmlformats.org/drawingml/2006/main">
              <a:ext uri="{FF2B5EF4-FFF2-40B4-BE49-F238E27FC236}">
                <a16:creationId xmlns:a16="http://schemas.microsoft.com/office/drawing/2014/main" id="{B34A68BD-B2EE-4ECC-9D3F-C06BFCBD3FFA}"/>
              </a:ext>
            </a:extLst>
          </p:cNvPr>
          <p:cNvSpPr>
            <a:spLocks xmlns:a="http://schemas.openxmlformats.org/drawingml/2006/main" noGrp="1"/>
          </p:cNvSpPr>
          <p:nvPr/>
        </p:nvSpPr>
        <p:spPr>
          <a:xfrm xmlns:a="http://schemas.openxmlformats.org/drawingml/2006/main">
            <a:off x="12287250" y="3986213"/>
            <a:ext cx="342900" cy="19050"/>
          </a:xfrm>
          <a:custGeom xmlns:a="http://schemas.openxmlformats.org/drawingml/2006/main">
            <a:pathLst>
              <a:path w="342900" h="19050">
                <a:moveTo>
                  <a:pt x="0" y="0"/>
                </a:moveTo>
                <a:lnTo>
                  <a:pt x="342900" y="19050"/>
                </a:lnTo>
              </a:path>
            </a:pathLst>
          </a:custGeom>
          <a:noFill xmlns:a="http://schemas.openxmlformats.org/drawingml/2006/main"/>
          <a:ln xmlns:a="http://schemas.openxmlformats.org/drawingml/2006/main" w="19050">
            <a:solidFill>
              <a:srgbClr val="7155A4"/>
            </a:solidFill>
            <a:prstDash val="solid"/>
          </a:ln>
        </p:spPr>
      </p:sp>
      <p:sp>
        <p:nvSpPr>
          <p:cNvPr id="132" name="dp43-comparison / n129 / arrow">
            <a:extLst xmlns:a="http://schemas.openxmlformats.org/drawingml/2006/main">
              <a:ext uri="{FF2B5EF4-FFF2-40B4-BE49-F238E27FC236}">
                <a16:creationId xmlns:a16="http://schemas.microsoft.com/office/drawing/2014/main" id="{69884A12-213A-4011-8689-8D4C48BEB049}"/>
              </a:ext>
            </a:extLst>
          </p:cNvPr>
          <p:cNvSpPr>
            <a:spLocks xmlns:a="http://schemas.openxmlformats.org/drawingml/2006/main" noGrp="1"/>
          </p:cNvSpPr>
          <p:nvPr/>
        </p:nvSpPr>
        <p:spPr>
          <a:xfrm xmlns:a="http://schemas.openxmlformats.org/drawingml/2006/main">
            <a:off x="12505036" y="3937633"/>
            <a:ext cx="125114" cy="121732"/>
          </a:xfrm>
          <a:custGeom xmlns:a="http://schemas.openxmlformats.org/drawingml/2006/main">
            <a:pathLst>
              <a:path w="125114" h="121732">
                <a:moveTo>
                  <a:pt x="0" y="121732"/>
                </a:moveTo>
                <a:lnTo>
                  <a:pt x="125114" y="67629"/>
                </a:lnTo>
                <a:lnTo>
                  <a:pt x="6763" y="0"/>
                </a:lnTo>
              </a:path>
            </a:pathLst>
          </a:custGeom>
          <a:noFill xmlns:a="http://schemas.openxmlformats.org/drawingml/2006/main"/>
          <a:ln xmlns:a="http://schemas.openxmlformats.org/drawingml/2006/main" w="24384">
            <a:solidFill>
              <a:srgbClr val="7155A4"/>
            </a:solidFill>
            <a:prstDash val="solid"/>
          </a:ln>
        </p:spPr>
      </p:sp>
      <p:sp>
        <p:nvSpPr>
          <p:cNvPr id="133" name="dp43-comparison / n130 / path">
            <a:extLst xmlns:a="http://schemas.openxmlformats.org/drawingml/2006/main">
              <a:ext uri="{FF2B5EF4-FFF2-40B4-BE49-F238E27FC236}">
                <a16:creationId xmlns:a16="http://schemas.microsoft.com/office/drawing/2014/main" id="{813D8099-8D57-4E54-B523-0A8277075F62}"/>
              </a:ext>
            </a:extLst>
          </p:cNvPr>
          <p:cNvSpPr>
            <a:spLocks xmlns:a="http://schemas.openxmlformats.org/drawingml/2006/main" noGrp="1"/>
          </p:cNvSpPr>
          <p:nvPr/>
        </p:nvSpPr>
        <p:spPr>
          <a:xfrm xmlns:a="http://schemas.openxmlformats.org/drawingml/2006/main">
            <a:off x="12287250" y="4157663"/>
            <a:ext cx="342900" cy="19050"/>
          </a:xfrm>
          <a:custGeom xmlns:a="http://schemas.openxmlformats.org/drawingml/2006/main">
            <a:pathLst>
              <a:path w="342900" h="19050">
                <a:moveTo>
                  <a:pt x="342900" y="19050"/>
                </a:moveTo>
                <a:lnTo>
                  <a:pt x="0" y="0"/>
                </a:lnTo>
              </a:path>
            </a:pathLst>
          </a:custGeom>
          <a:noFill xmlns:a="http://schemas.openxmlformats.org/drawingml/2006/main"/>
          <a:ln xmlns:a="http://schemas.openxmlformats.org/drawingml/2006/main" w="19050">
            <a:solidFill>
              <a:srgbClr val="7155A4"/>
            </a:solidFill>
            <a:prstDash val="dash"/>
          </a:ln>
        </p:spPr>
      </p:sp>
      <p:sp>
        <p:nvSpPr>
          <p:cNvPr id="134" name="dp43-comparison / n130 / arrow">
            <a:extLst xmlns:a="http://schemas.openxmlformats.org/drawingml/2006/main">
              <a:ext uri="{FF2B5EF4-FFF2-40B4-BE49-F238E27FC236}">
                <a16:creationId xmlns:a16="http://schemas.microsoft.com/office/drawing/2014/main" id="{0E41E04C-D987-4A7C-A09C-9156A76A26D1}"/>
              </a:ext>
            </a:extLst>
          </p:cNvPr>
          <p:cNvSpPr>
            <a:spLocks xmlns:a="http://schemas.openxmlformats.org/drawingml/2006/main" noGrp="1"/>
          </p:cNvSpPr>
          <p:nvPr/>
        </p:nvSpPr>
        <p:spPr>
          <a:xfrm xmlns:a="http://schemas.openxmlformats.org/drawingml/2006/main">
            <a:off x="12287250" y="4103559"/>
            <a:ext cx="125114" cy="121732"/>
          </a:xfrm>
          <a:custGeom xmlns:a="http://schemas.openxmlformats.org/drawingml/2006/main">
            <a:pathLst>
              <a:path w="125114" h="121732">
                <a:moveTo>
                  <a:pt x="125114" y="0"/>
                </a:moveTo>
                <a:lnTo>
                  <a:pt x="0" y="54103"/>
                </a:lnTo>
                <a:lnTo>
                  <a:pt x="118351" y="121732"/>
                </a:lnTo>
              </a:path>
            </a:pathLst>
          </a:custGeom>
          <a:noFill xmlns:a="http://schemas.openxmlformats.org/drawingml/2006/main"/>
          <a:ln xmlns:a="http://schemas.openxmlformats.org/drawingml/2006/main" w="24384">
            <a:solidFill>
              <a:srgbClr val="7155A4"/>
            </a:solidFill>
            <a:prstDash val="solid"/>
          </a:ln>
        </p:spPr>
      </p:sp>
      <p:sp>
        <p:nvSpPr>
          <p:cNvPr id="135" name="dp43-comparison / n131">
            <a:extLst xmlns:a="http://schemas.openxmlformats.org/drawingml/2006/main">
              <a:ext uri="{FF2B5EF4-FFF2-40B4-BE49-F238E27FC236}">
                <a16:creationId xmlns:a16="http://schemas.microsoft.com/office/drawing/2014/main" id="{3CF00CB7-ED8E-4FC5-955C-CDA134B60312}"/>
              </a:ext>
            </a:extLst>
          </p:cNvPr>
          <p:cNvSpPr>
            <a:spLocks xmlns:a="http://schemas.openxmlformats.org/drawingml/2006/main" noGrp="1"/>
          </p:cNvSpPr>
          <p:nvPr/>
        </p:nvSpPr>
        <p:spPr>
          <a:xfrm xmlns:a="http://schemas.openxmlformats.org/drawingml/2006/main">
            <a:off x="10039350" y="4524375"/>
            <a:ext cx="2247900" cy="409575"/>
          </a:xfrm>
          <a:prstGeom xmlns:a="http://schemas.openxmlformats.org/drawingml/2006/main" prst="rect">
            <a:avLst/>
          </a:prstGeom>
          <a:solidFill xmlns:a="http://schemas.openxmlformats.org/drawingml/2006/main">
            <a:srgbClr val="FFFFFF"/>
          </a:solidFill>
          <a:ln xmlns:a="http://schemas.openxmlformats.org/drawingml/2006/main" w="16193">
            <a:solidFill>
              <a:srgbClr val="7155A4"/>
            </a:solidFill>
            <a:prstDash val="solid"/>
          </a:ln>
        </p:spPr>
      </p:sp>
      <p:sp>
        <p:nvSpPr>
          <p:cNvPr id="136" name="dp43-comparison / n132 / text 1">
            <a:extLst xmlns:a="http://schemas.openxmlformats.org/drawingml/2006/main">
              <a:ext uri="{FF2B5EF4-FFF2-40B4-BE49-F238E27FC236}">
                <a16:creationId xmlns:a16="http://schemas.microsoft.com/office/drawing/2014/main" id="{1AA6F1D5-4611-403E-8B47-BF4255577E97}"/>
              </a:ext>
            </a:extLst>
          </p:cNvPr>
          <p:cNvSpPr>
            <a:spLocks xmlns:a="http://schemas.openxmlformats.org/drawingml/2006/main" noGrp="1"/>
          </p:cNvSpPr>
          <p:nvPr/>
        </p:nvSpPr>
        <p:spPr>
          <a:xfrm xmlns:a="http://schemas.openxmlformats.org/drawingml/2006/main">
            <a:off x="10125075" y="4623911"/>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Referent Resolver</a:t>
            </a:r>
          </a:p>
        </p:txBody>
      </p:sp>
      <p:sp>
        <p:nvSpPr>
          <p:cNvPr id="137" name="dp43-comparison / n135 / path">
            <a:extLst xmlns:a="http://schemas.openxmlformats.org/drawingml/2006/main">
              <a:ext uri="{FF2B5EF4-FFF2-40B4-BE49-F238E27FC236}">
                <a16:creationId xmlns:a16="http://schemas.microsoft.com/office/drawing/2014/main" id="{7727D3AE-16FA-4889-A1CA-31772CECEB13}"/>
              </a:ext>
            </a:extLst>
          </p:cNvPr>
          <p:cNvSpPr>
            <a:spLocks xmlns:a="http://schemas.openxmlformats.org/drawingml/2006/main" noGrp="1"/>
          </p:cNvSpPr>
          <p:nvPr/>
        </p:nvSpPr>
        <p:spPr>
          <a:xfrm xmlns:a="http://schemas.openxmlformats.org/drawingml/2006/main">
            <a:off x="12287250" y="4491038"/>
            <a:ext cx="342900" cy="152400"/>
          </a:xfrm>
          <a:custGeom xmlns:a="http://schemas.openxmlformats.org/drawingml/2006/main">
            <a:pathLst>
              <a:path w="342900" h="152400">
                <a:moveTo>
                  <a:pt x="0" y="152400"/>
                </a:moveTo>
                <a:lnTo>
                  <a:pt x="342900" y="0"/>
                </a:lnTo>
              </a:path>
            </a:pathLst>
          </a:custGeom>
          <a:noFill xmlns:a="http://schemas.openxmlformats.org/drawingml/2006/main"/>
          <a:ln xmlns:a="http://schemas.openxmlformats.org/drawingml/2006/main" w="19050">
            <a:solidFill>
              <a:srgbClr val="7155A4"/>
            </a:solidFill>
            <a:prstDash val="solid"/>
          </a:ln>
        </p:spPr>
      </p:sp>
      <p:sp>
        <p:nvSpPr>
          <p:cNvPr id="138" name="dp43-comparison / n135 / arrow">
            <a:extLst xmlns:a="http://schemas.openxmlformats.org/drawingml/2006/main">
              <a:ext uri="{FF2B5EF4-FFF2-40B4-BE49-F238E27FC236}">
                <a16:creationId xmlns:a16="http://schemas.microsoft.com/office/drawing/2014/main" id="{66BAFDDA-806C-4E51-BFF5-C77660FF528C}"/>
              </a:ext>
            </a:extLst>
          </p:cNvPr>
          <p:cNvSpPr>
            <a:spLocks xmlns:a="http://schemas.openxmlformats.org/drawingml/2006/main" noGrp="1"/>
          </p:cNvSpPr>
          <p:nvPr/>
        </p:nvSpPr>
        <p:spPr>
          <a:xfrm xmlns:a="http://schemas.openxmlformats.org/drawingml/2006/main">
            <a:off x="12493980" y="4484848"/>
            <a:ext cx="136170" cy="111412"/>
          </a:xfrm>
          <a:custGeom xmlns:a="http://schemas.openxmlformats.org/drawingml/2006/main">
            <a:pathLst>
              <a:path w="136170" h="111412">
                <a:moveTo>
                  <a:pt x="49516" y="111412"/>
                </a:moveTo>
                <a:lnTo>
                  <a:pt x="136170" y="6190"/>
                </a:lnTo>
                <a:lnTo>
                  <a:pt x="0" y="0"/>
                </a:lnTo>
              </a:path>
            </a:pathLst>
          </a:custGeom>
          <a:noFill xmlns:a="http://schemas.openxmlformats.org/drawingml/2006/main"/>
          <a:ln xmlns:a="http://schemas.openxmlformats.org/drawingml/2006/main" w="24384">
            <a:solidFill>
              <a:srgbClr val="7155A4"/>
            </a:solidFill>
            <a:prstDash val="solid"/>
          </a:ln>
        </p:spPr>
      </p:sp>
      <p:sp>
        <p:nvSpPr>
          <p:cNvPr id="139" name="dp43-comparison / n136 / path">
            <a:extLst xmlns:a="http://schemas.openxmlformats.org/drawingml/2006/main">
              <a:ext uri="{FF2B5EF4-FFF2-40B4-BE49-F238E27FC236}">
                <a16:creationId xmlns:a16="http://schemas.microsoft.com/office/drawing/2014/main" id="{91F7C9B4-3385-4209-AC72-90CE83E64B53}"/>
              </a:ext>
            </a:extLst>
          </p:cNvPr>
          <p:cNvSpPr>
            <a:spLocks xmlns:a="http://schemas.openxmlformats.org/drawingml/2006/main" noGrp="1"/>
          </p:cNvSpPr>
          <p:nvPr/>
        </p:nvSpPr>
        <p:spPr>
          <a:xfrm xmlns:a="http://schemas.openxmlformats.org/drawingml/2006/main">
            <a:off x="12287250" y="4662488"/>
            <a:ext cx="342900" cy="152400"/>
          </a:xfrm>
          <a:custGeom xmlns:a="http://schemas.openxmlformats.org/drawingml/2006/main">
            <a:pathLst>
              <a:path w="342900" h="152400">
                <a:moveTo>
                  <a:pt x="342900" y="0"/>
                </a:moveTo>
                <a:lnTo>
                  <a:pt x="0" y="152400"/>
                </a:lnTo>
              </a:path>
            </a:pathLst>
          </a:custGeom>
          <a:noFill xmlns:a="http://schemas.openxmlformats.org/drawingml/2006/main"/>
          <a:ln xmlns:a="http://schemas.openxmlformats.org/drawingml/2006/main" w="19050">
            <a:solidFill>
              <a:srgbClr val="7155A4"/>
            </a:solidFill>
            <a:prstDash val="dash"/>
          </a:ln>
        </p:spPr>
      </p:sp>
      <p:sp>
        <p:nvSpPr>
          <p:cNvPr id="140" name="dp43-comparison / n136 / arrow">
            <a:extLst xmlns:a="http://schemas.openxmlformats.org/drawingml/2006/main">
              <a:ext uri="{FF2B5EF4-FFF2-40B4-BE49-F238E27FC236}">
                <a16:creationId xmlns:a16="http://schemas.microsoft.com/office/drawing/2014/main" id="{88B7E6C5-93FC-450C-8CAD-7371EFD5BC3D}"/>
              </a:ext>
            </a:extLst>
          </p:cNvPr>
          <p:cNvSpPr>
            <a:spLocks xmlns:a="http://schemas.openxmlformats.org/drawingml/2006/main" noGrp="1"/>
          </p:cNvSpPr>
          <p:nvPr/>
        </p:nvSpPr>
        <p:spPr>
          <a:xfrm xmlns:a="http://schemas.openxmlformats.org/drawingml/2006/main">
            <a:off x="12287250" y="4709665"/>
            <a:ext cx="136170" cy="111412"/>
          </a:xfrm>
          <a:custGeom xmlns:a="http://schemas.openxmlformats.org/drawingml/2006/main">
            <a:pathLst>
              <a:path w="136170" h="111412">
                <a:moveTo>
                  <a:pt x="86654" y="0"/>
                </a:moveTo>
                <a:lnTo>
                  <a:pt x="0" y="105222"/>
                </a:lnTo>
                <a:lnTo>
                  <a:pt x="136170" y="111412"/>
                </a:lnTo>
              </a:path>
            </a:pathLst>
          </a:custGeom>
          <a:noFill xmlns:a="http://schemas.openxmlformats.org/drawingml/2006/main"/>
          <a:ln xmlns:a="http://schemas.openxmlformats.org/drawingml/2006/main" w="24384">
            <a:solidFill>
              <a:srgbClr val="7155A4"/>
            </a:solidFill>
            <a:prstDash val="solid"/>
          </a:ln>
        </p:spPr>
      </p:sp>
      <p:sp>
        <p:nvSpPr>
          <p:cNvPr id="141" name="dp43-comparison / n137">
            <a:extLst xmlns:a="http://schemas.openxmlformats.org/drawingml/2006/main">
              <a:ext uri="{FF2B5EF4-FFF2-40B4-BE49-F238E27FC236}">
                <a16:creationId xmlns:a16="http://schemas.microsoft.com/office/drawing/2014/main" id="{952EDE3E-0FF6-421F-ABE2-CE22C6DD5F5E}"/>
              </a:ext>
            </a:extLst>
          </p:cNvPr>
          <p:cNvSpPr>
            <a:spLocks xmlns:a="http://schemas.openxmlformats.org/drawingml/2006/main" noGrp="1"/>
          </p:cNvSpPr>
          <p:nvPr/>
        </p:nvSpPr>
        <p:spPr>
          <a:xfrm xmlns:a="http://schemas.openxmlformats.org/drawingml/2006/main">
            <a:off x="10039350" y="5181600"/>
            <a:ext cx="2247900" cy="409575"/>
          </a:xfrm>
          <a:prstGeom xmlns:a="http://schemas.openxmlformats.org/drawingml/2006/main" prst="rect">
            <a:avLst/>
          </a:prstGeom>
          <a:solidFill xmlns:a="http://schemas.openxmlformats.org/drawingml/2006/main">
            <a:srgbClr val="FFFFFF"/>
          </a:solidFill>
          <a:ln xmlns:a="http://schemas.openxmlformats.org/drawingml/2006/main" w="16193">
            <a:solidFill>
              <a:srgbClr val="7155A4"/>
            </a:solidFill>
            <a:prstDash val="solid"/>
          </a:ln>
        </p:spPr>
      </p:sp>
      <p:sp>
        <p:nvSpPr>
          <p:cNvPr id="142" name="dp43-comparison / n138 / text 1">
            <a:extLst xmlns:a="http://schemas.openxmlformats.org/drawingml/2006/main">
              <a:ext uri="{FF2B5EF4-FFF2-40B4-BE49-F238E27FC236}">
                <a16:creationId xmlns:a16="http://schemas.microsoft.com/office/drawing/2014/main" id="{B268FB6C-3FCB-45CF-AC8D-94A94A0EA6FE}"/>
              </a:ext>
            </a:extLst>
          </p:cNvPr>
          <p:cNvSpPr>
            <a:spLocks xmlns:a="http://schemas.openxmlformats.org/drawingml/2006/main" noGrp="1"/>
          </p:cNvSpPr>
          <p:nvPr/>
        </p:nvSpPr>
        <p:spPr>
          <a:xfrm xmlns:a="http://schemas.openxmlformats.org/drawingml/2006/main">
            <a:off x="10125075" y="5175885"/>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Request Association</a:t>
            </a:r>
          </a:p>
        </p:txBody>
      </p:sp>
      <p:sp>
        <p:nvSpPr>
          <p:cNvPr id="143" name="dp43-comparison / n138 / text 2">
            <a:extLst xmlns:a="http://schemas.openxmlformats.org/drawingml/2006/main">
              <a:ext uri="{FF2B5EF4-FFF2-40B4-BE49-F238E27FC236}">
                <a16:creationId xmlns:a16="http://schemas.microsoft.com/office/drawing/2014/main" id="{3C68582E-705B-4D62-A049-F263AAAE82F2}"/>
              </a:ext>
            </a:extLst>
          </p:cNvPr>
          <p:cNvSpPr>
            <a:spLocks xmlns:a="http://schemas.openxmlformats.org/drawingml/2006/main" noGrp="1"/>
          </p:cNvSpPr>
          <p:nvPr/>
        </p:nvSpPr>
        <p:spPr>
          <a:xfrm xmlns:a="http://schemas.openxmlformats.org/drawingml/2006/main">
            <a:off x="10125075" y="5386388"/>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Resolver</a:t>
            </a:r>
          </a:p>
        </p:txBody>
      </p:sp>
      <p:sp>
        <p:nvSpPr>
          <p:cNvPr id="144" name="dp43-comparison / n141 / path">
            <a:extLst xmlns:a="http://schemas.openxmlformats.org/drawingml/2006/main">
              <a:ext uri="{FF2B5EF4-FFF2-40B4-BE49-F238E27FC236}">
                <a16:creationId xmlns:a16="http://schemas.microsoft.com/office/drawing/2014/main" id="{9AC98265-F968-4D04-BDEE-8818809E577A}"/>
              </a:ext>
            </a:extLst>
          </p:cNvPr>
          <p:cNvSpPr>
            <a:spLocks xmlns:a="http://schemas.openxmlformats.org/drawingml/2006/main" noGrp="1"/>
          </p:cNvSpPr>
          <p:nvPr/>
        </p:nvSpPr>
        <p:spPr>
          <a:xfrm xmlns:a="http://schemas.openxmlformats.org/drawingml/2006/main">
            <a:off x="12287250" y="4976813"/>
            <a:ext cx="342900" cy="323850"/>
          </a:xfrm>
          <a:custGeom xmlns:a="http://schemas.openxmlformats.org/drawingml/2006/main">
            <a:pathLst>
              <a:path w="342900" h="323850">
                <a:moveTo>
                  <a:pt x="0" y="323850"/>
                </a:moveTo>
                <a:lnTo>
                  <a:pt x="342900" y="0"/>
                </a:lnTo>
              </a:path>
            </a:pathLst>
          </a:custGeom>
          <a:noFill xmlns:a="http://schemas.openxmlformats.org/drawingml/2006/main"/>
          <a:ln xmlns:a="http://schemas.openxmlformats.org/drawingml/2006/main" w="19050">
            <a:solidFill>
              <a:srgbClr val="7155A4"/>
            </a:solidFill>
            <a:prstDash val="solid"/>
          </a:ln>
        </p:spPr>
      </p:sp>
      <p:sp>
        <p:nvSpPr>
          <p:cNvPr id="145" name="dp43-comparison / n141 / arrow">
            <a:extLst xmlns:a="http://schemas.openxmlformats.org/drawingml/2006/main">
              <a:ext uri="{FF2B5EF4-FFF2-40B4-BE49-F238E27FC236}">
                <a16:creationId xmlns:a16="http://schemas.microsoft.com/office/drawing/2014/main" id="{D7BB7FB8-473D-45D7-9413-23057173EB0A}"/>
              </a:ext>
            </a:extLst>
          </p:cNvPr>
          <p:cNvSpPr>
            <a:spLocks xmlns:a="http://schemas.openxmlformats.org/drawingml/2006/main" noGrp="1"/>
          </p:cNvSpPr>
          <p:nvPr/>
        </p:nvSpPr>
        <p:spPr>
          <a:xfrm xmlns:a="http://schemas.openxmlformats.org/drawingml/2006/main">
            <a:off x="12499656" y="4976813"/>
            <a:ext cx="130494" cy="128032"/>
          </a:xfrm>
          <a:custGeom xmlns:a="http://schemas.openxmlformats.org/drawingml/2006/main">
            <a:pathLst>
              <a:path w="130494" h="128032">
                <a:moveTo>
                  <a:pt x="83713" y="128032"/>
                </a:moveTo>
                <a:lnTo>
                  <a:pt x="130494" y="0"/>
                </a:lnTo>
                <a:lnTo>
                  <a:pt x="0" y="39394"/>
                </a:lnTo>
              </a:path>
            </a:pathLst>
          </a:custGeom>
          <a:noFill xmlns:a="http://schemas.openxmlformats.org/drawingml/2006/main"/>
          <a:ln xmlns:a="http://schemas.openxmlformats.org/drawingml/2006/main" w="24384">
            <a:solidFill>
              <a:srgbClr val="7155A4"/>
            </a:solidFill>
            <a:prstDash val="solid"/>
          </a:ln>
        </p:spPr>
      </p:sp>
      <p:sp>
        <p:nvSpPr>
          <p:cNvPr id="146" name="dp43-comparison / n142 / path">
            <a:extLst xmlns:a="http://schemas.openxmlformats.org/drawingml/2006/main">
              <a:ext uri="{FF2B5EF4-FFF2-40B4-BE49-F238E27FC236}">
                <a16:creationId xmlns:a16="http://schemas.microsoft.com/office/drawing/2014/main" id="{9C9283B9-6190-4971-8D67-F73364B4139C}"/>
              </a:ext>
            </a:extLst>
          </p:cNvPr>
          <p:cNvSpPr>
            <a:spLocks xmlns:a="http://schemas.openxmlformats.org/drawingml/2006/main" noGrp="1"/>
          </p:cNvSpPr>
          <p:nvPr/>
        </p:nvSpPr>
        <p:spPr>
          <a:xfrm xmlns:a="http://schemas.openxmlformats.org/drawingml/2006/main">
            <a:off x="12287250" y="5148263"/>
            <a:ext cx="342900" cy="323850"/>
          </a:xfrm>
          <a:custGeom xmlns:a="http://schemas.openxmlformats.org/drawingml/2006/main">
            <a:pathLst>
              <a:path w="342900" h="323850">
                <a:moveTo>
                  <a:pt x="342900" y="0"/>
                </a:moveTo>
                <a:lnTo>
                  <a:pt x="0" y="323850"/>
                </a:lnTo>
              </a:path>
            </a:pathLst>
          </a:custGeom>
          <a:noFill xmlns:a="http://schemas.openxmlformats.org/drawingml/2006/main"/>
          <a:ln xmlns:a="http://schemas.openxmlformats.org/drawingml/2006/main" w="19050">
            <a:solidFill>
              <a:srgbClr val="7155A4"/>
            </a:solidFill>
            <a:prstDash val="dash"/>
          </a:ln>
        </p:spPr>
      </p:sp>
      <p:sp>
        <p:nvSpPr>
          <p:cNvPr id="147" name="dp43-comparison / n142 / arrow">
            <a:extLst xmlns:a="http://schemas.openxmlformats.org/drawingml/2006/main">
              <a:ext uri="{FF2B5EF4-FFF2-40B4-BE49-F238E27FC236}">
                <a16:creationId xmlns:a16="http://schemas.microsoft.com/office/drawing/2014/main" id="{3C254935-1660-40EA-870F-7E4ACFEC3F23}"/>
              </a:ext>
            </a:extLst>
          </p:cNvPr>
          <p:cNvSpPr>
            <a:spLocks xmlns:a="http://schemas.openxmlformats.org/drawingml/2006/main" noGrp="1"/>
          </p:cNvSpPr>
          <p:nvPr/>
        </p:nvSpPr>
        <p:spPr>
          <a:xfrm xmlns:a="http://schemas.openxmlformats.org/drawingml/2006/main">
            <a:off x="12287250" y="5344081"/>
            <a:ext cx="130494" cy="128032"/>
          </a:xfrm>
          <a:custGeom xmlns:a="http://schemas.openxmlformats.org/drawingml/2006/main">
            <a:pathLst>
              <a:path w="130494" h="128032">
                <a:moveTo>
                  <a:pt x="46781" y="0"/>
                </a:moveTo>
                <a:lnTo>
                  <a:pt x="0" y="128032"/>
                </a:lnTo>
                <a:lnTo>
                  <a:pt x="130494" y="88637"/>
                </a:lnTo>
              </a:path>
            </a:pathLst>
          </a:custGeom>
          <a:noFill xmlns:a="http://schemas.openxmlformats.org/drawingml/2006/main"/>
          <a:ln xmlns:a="http://schemas.openxmlformats.org/drawingml/2006/main" w="24384">
            <a:solidFill>
              <a:srgbClr val="7155A4"/>
            </a:solidFill>
            <a:prstDash val="solid"/>
          </a:ln>
        </p:spPr>
      </p:sp>
      <p:sp>
        <p:nvSpPr>
          <p:cNvPr id="148" name="dp43-comparison / n143">
            <a:extLst xmlns:a="http://schemas.openxmlformats.org/drawingml/2006/main">
              <a:ext uri="{FF2B5EF4-FFF2-40B4-BE49-F238E27FC236}">
                <a16:creationId xmlns:a16="http://schemas.microsoft.com/office/drawing/2014/main" id="{33CEF426-A550-490A-B49A-C16717A9F273}"/>
              </a:ext>
            </a:extLst>
          </p:cNvPr>
          <p:cNvSpPr>
            <a:spLocks xmlns:a="http://schemas.openxmlformats.org/drawingml/2006/main" noGrp="1"/>
          </p:cNvSpPr>
          <p:nvPr/>
        </p:nvSpPr>
        <p:spPr>
          <a:xfrm xmlns:a="http://schemas.openxmlformats.org/drawingml/2006/main">
            <a:off x="15240000" y="3867150"/>
            <a:ext cx="2247900" cy="409575"/>
          </a:xfrm>
          <a:prstGeom xmlns:a="http://schemas.openxmlformats.org/drawingml/2006/main" prst="rect">
            <a:avLst/>
          </a:prstGeom>
          <a:solidFill xmlns:a="http://schemas.openxmlformats.org/drawingml/2006/main">
            <a:srgbClr val="FFFFFF"/>
          </a:solidFill>
          <a:ln xmlns:a="http://schemas.openxmlformats.org/drawingml/2006/main" w="16193">
            <a:solidFill>
              <a:srgbClr val="7155A4"/>
            </a:solidFill>
            <a:prstDash val="solid"/>
          </a:ln>
        </p:spPr>
      </p:sp>
      <p:sp>
        <p:nvSpPr>
          <p:cNvPr id="149" name="dp43-comparison / n144 / text 1">
            <a:extLst xmlns:a="http://schemas.openxmlformats.org/drawingml/2006/main">
              <a:ext uri="{FF2B5EF4-FFF2-40B4-BE49-F238E27FC236}">
                <a16:creationId xmlns:a16="http://schemas.microsoft.com/office/drawing/2014/main" id="{AE05C7F9-AC66-46B0-A683-0EFE56A39F8B}"/>
              </a:ext>
            </a:extLst>
          </p:cNvPr>
          <p:cNvSpPr>
            <a:spLocks xmlns:a="http://schemas.openxmlformats.org/drawingml/2006/main" noGrp="1"/>
          </p:cNvSpPr>
          <p:nvPr/>
        </p:nvSpPr>
        <p:spPr>
          <a:xfrm xmlns:a="http://schemas.openxmlformats.org/drawingml/2006/main">
            <a:off x="15325725" y="3861435"/>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Request Relation</a:t>
            </a:r>
          </a:p>
        </p:txBody>
      </p:sp>
      <p:sp>
        <p:nvSpPr>
          <p:cNvPr id="150" name="dp43-comparison / n144 / text 2">
            <a:extLst xmlns:a="http://schemas.openxmlformats.org/drawingml/2006/main">
              <a:ext uri="{FF2B5EF4-FFF2-40B4-BE49-F238E27FC236}">
                <a16:creationId xmlns:a16="http://schemas.microsoft.com/office/drawing/2014/main" id="{BD515B41-83E1-4733-BFB7-B165C55FCF19}"/>
              </a:ext>
            </a:extLst>
          </p:cNvPr>
          <p:cNvSpPr>
            <a:spLocks xmlns:a="http://schemas.openxmlformats.org/drawingml/2006/main" noGrp="1"/>
          </p:cNvSpPr>
          <p:nvPr/>
        </p:nvSpPr>
        <p:spPr>
          <a:xfrm xmlns:a="http://schemas.openxmlformats.org/drawingml/2006/main">
            <a:off x="15325725" y="4071938"/>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Interpreter</a:t>
            </a:r>
          </a:p>
        </p:txBody>
      </p:sp>
      <p:sp>
        <p:nvSpPr>
          <p:cNvPr id="151" name="dp43-comparison / n147 / path">
            <a:extLst xmlns:a="http://schemas.openxmlformats.org/drawingml/2006/main">
              <a:ext uri="{FF2B5EF4-FFF2-40B4-BE49-F238E27FC236}">
                <a16:creationId xmlns:a16="http://schemas.microsoft.com/office/drawing/2014/main" id="{E77887D6-A8B5-4BA0-BDE0-4CC2A5B99A13}"/>
              </a:ext>
            </a:extLst>
          </p:cNvPr>
          <p:cNvSpPr>
            <a:spLocks xmlns:a="http://schemas.openxmlformats.org/drawingml/2006/main" noGrp="1"/>
          </p:cNvSpPr>
          <p:nvPr/>
        </p:nvSpPr>
        <p:spPr>
          <a:xfrm xmlns:a="http://schemas.openxmlformats.org/drawingml/2006/main">
            <a:off x="14916150" y="3986213"/>
            <a:ext cx="323850" cy="19050"/>
          </a:xfrm>
          <a:custGeom xmlns:a="http://schemas.openxmlformats.org/drawingml/2006/main">
            <a:pathLst>
              <a:path w="323850" h="19050">
                <a:moveTo>
                  <a:pt x="323850" y="0"/>
                </a:moveTo>
                <a:lnTo>
                  <a:pt x="0" y="19050"/>
                </a:lnTo>
              </a:path>
            </a:pathLst>
          </a:custGeom>
          <a:noFill xmlns:a="http://schemas.openxmlformats.org/drawingml/2006/main"/>
          <a:ln xmlns:a="http://schemas.openxmlformats.org/drawingml/2006/main" w="19050">
            <a:solidFill>
              <a:srgbClr val="7155A4"/>
            </a:solidFill>
            <a:prstDash val="solid"/>
          </a:ln>
        </p:spPr>
      </p:sp>
      <p:sp>
        <p:nvSpPr>
          <p:cNvPr id="152" name="dp43-comparison / n147 / arrow">
            <a:extLst xmlns:a="http://schemas.openxmlformats.org/drawingml/2006/main">
              <a:ext uri="{FF2B5EF4-FFF2-40B4-BE49-F238E27FC236}">
                <a16:creationId xmlns:a16="http://schemas.microsoft.com/office/drawing/2014/main" id="{796EF363-7A86-4A61-852B-48FECB621376}"/>
              </a:ext>
            </a:extLst>
          </p:cNvPr>
          <p:cNvSpPr>
            <a:spLocks xmlns:a="http://schemas.openxmlformats.org/drawingml/2006/main" noGrp="1"/>
          </p:cNvSpPr>
          <p:nvPr/>
        </p:nvSpPr>
        <p:spPr>
          <a:xfrm xmlns:a="http://schemas.openxmlformats.org/drawingml/2006/main">
            <a:off x="14916150" y="3937248"/>
            <a:ext cx="125289" cy="121710"/>
          </a:xfrm>
          <a:custGeom xmlns:a="http://schemas.openxmlformats.org/drawingml/2006/main">
            <a:pathLst>
              <a:path w="125289" h="121710">
                <a:moveTo>
                  <a:pt x="118130" y="0"/>
                </a:moveTo>
                <a:lnTo>
                  <a:pt x="0" y="68014"/>
                </a:lnTo>
                <a:lnTo>
                  <a:pt x="125289" y="121710"/>
                </a:lnTo>
              </a:path>
            </a:pathLst>
          </a:custGeom>
          <a:noFill xmlns:a="http://schemas.openxmlformats.org/drawingml/2006/main"/>
          <a:ln xmlns:a="http://schemas.openxmlformats.org/drawingml/2006/main" w="24384">
            <a:solidFill>
              <a:srgbClr val="7155A4"/>
            </a:solidFill>
            <a:prstDash val="solid"/>
          </a:ln>
        </p:spPr>
      </p:sp>
      <p:sp>
        <p:nvSpPr>
          <p:cNvPr id="153" name="dp43-comparison / n148 / path">
            <a:extLst xmlns:a="http://schemas.openxmlformats.org/drawingml/2006/main">
              <a:ext uri="{FF2B5EF4-FFF2-40B4-BE49-F238E27FC236}">
                <a16:creationId xmlns:a16="http://schemas.microsoft.com/office/drawing/2014/main" id="{C2A54A6A-9D42-4FAE-9F10-D67FB8EE691B}"/>
              </a:ext>
            </a:extLst>
          </p:cNvPr>
          <p:cNvSpPr>
            <a:spLocks xmlns:a="http://schemas.openxmlformats.org/drawingml/2006/main" noGrp="1"/>
          </p:cNvSpPr>
          <p:nvPr/>
        </p:nvSpPr>
        <p:spPr>
          <a:xfrm xmlns:a="http://schemas.openxmlformats.org/drawingml/2006/main">
            <a:off x="14916150" y="4157663"/>
            <a:ext cx="323850" cy="19050"/>
          </a:xfrm>
          <a:custGeom xmlns:a="http://schemas.openxmlformats.org/drawingml/2006/main">
            <a:pathLst>
              <a:path w="323850" h="19050">
                <a:moveTo>
                  <a:pt x="0" y="19050"/>
                </a:moveTo>
                <a:lnTo>
                  <a:pt x="323850" y="0"/>
                </a:lnTo>
              </a:path>
            </a:pathLst>
          </a:custGeom>
          <a:noFill xmlns:a="http://schemas.openxmlformats.org/drawingml/2006/main"/>
          <a:ln xmlns:a="http://schemas.openxmlformats.org/drawingml/2006/main" w="19050">
            <a:solidFill>
              <a:srgbClr val="7155A4"/>
            </a:solidFill>
            <a:prstDash val="dash"/>
          </a:ln>
        </p:spPr>
      </p:sp>
      <p:sp>
        <p:nvSpPr>
          <p:cNvPr id="154" name="dp43-comparison / n148 / arrow">
            <a:extLst xmlns:a="http://schemas.openxmlformats.org/drawingml/2006/main">
              <a:ext uri="{FF2B5EF4-FFF2-40B4-BE49-F238E27FC236}">
                <a16:creationId xmlns:a16="http://schemas.microsoft.com/office/drawing/2014/main" id="{0247FA53-886B-49BE-B3CB-3DE2D1411E2C}"/>
              </a:ext>
            </a:extLst>
          </p:cNvPr>
          <p:cNvSpPr>
            <a:spLocks xmlns:a="http://schemas.openxmlformats.org/drawingml/2006/main" noGrp="1"/>
          </p:cNvSpPr>
          <p:nvPr/>
        </p:nvSpPr>
        <p:spPr>
          <a:xfrm xmlns:a="http://schemas.openxmlformats.org/drawingml/2006/main">
            <a:off x="15114711" y="4103967"/>
            <a:ext cx="125289" cy="121710"/>
          </a:xfrm>
          <a:custGeom xmlns:a="http://schemas.openxmlformats.org/drawingml/2006/main">
            <a:pathLst>
              <a:path w="125289" h="121710">
                <a:moveTo>
                  <a:pt x="7159" y="121710"/>
                </a:moveTo>
                <a:lnTo>
                  <a:pt x="125289" y="53695"/>
                </a:lnTo>
                <a:lnTo>
                  <a:pt x="0" y="0"/>
                </a:lnTo>
              </a:path>
            </a:pathLst>
          </a:custGeom>
          <a:noFill xmlns:a="http://schemas.openxmlformats.org/drawingml/2006/main"/>
          <a:ln xmlns:a="http://schemas.openxmlformats.org/drawingml/2006/main" w="24384">
            <a:solidFill>
              <a:srgbClr val="7155A4"/>
            </a:solidFill>
            <a:prstDash val="solid"/>
          </a:ln>
        </p:spPr>
      </p:sp>
      <p:sp>
        <p:nvSpPr>
          <p:cNvPr id="155" name="dp43-comparison / n149">
            <a:extLst xmlns:a="http://schemas.openxmlformats.org/drawingml/2006/main">
              <a:ext uri="{FF2B5EF4-FFF2-40B4-BE49-F238E27FC236}">
                <a16:creationId xmlns:a16="http://schemas.microsoft.com/office/drawing/2014/main" id="{15BB7B21-2A08-4542-AB5D-51654CA3407D}"/>
              </a:ext>
            </a:extLst>
          </p:cNvPr>
          <p:cNvSpPr>
            <a:spLocks xmlns:a="http://schemas.openxmlformats.org/drawingml/2006/main" noGrp="1"/>
          </p:cNvSpPr>
          <p:nvPr/>
        </p:nvSpPr>
        <p:spPr>
          <a:xfrm xmlns:a="http://schemas.openxmlformats.org/drawingml/2006/main">
            <a:off x="15240000" y="4524375"/>
            <a:ext cx="2247900" cy="409575"/>
          </a:xfrm>
          <a:prstGeom xmlns:a="http://schemas.openxmlformats.org/drawingml/2006/main" prst="rect">
            <a:avLst/>
          </a:prstGeom>
          <a:solidFill xmlns:a="http://schemas.openxmlformats.org/drawingml/2006/main">
            <a:srgbClr val="FFFFFF"/>
          </a:solidFill>
          <a:ln xmlns:a="http://schemas.openxmlformats.org/drawingml/2006/main" w="16193">
            <a:solidFill>
              <a:srgbClr val="7155A4"/>
            </a:solidFill>
            <a:prstDash val="solid"/>
          </a:ln>
        </p:spPr>
      </p:sp>
      <p:sp>
        <p:nvSpPr>
          <p:cNvPr id="156" name="dp43-comparison / n150 / text 1">
            <a:extLst xmlns:a="http://schemas.openxmlformats.org/drawingml/2006/main">
              <a:ext uri="{FF2B5EF4-FFF2-40B4-BE49-F238E27FC236}">
                <a16:creationId xmlns:a16="http://schemas.microsoft.com/office/drawing/2014/main" id="{4F88F384-C49A-4627-AFB5-029CBA50BE58}"/>
              </a:ext>
            </a:extLst>
          </p:cNvPr>
          <p:cNvSpPr>
            <a:spLocks xmlns:a="http://schemas.openxmlformats.org/drawingml/2006/main" noGrp="1"/>
          </p:cNvSpPr>
          <p:nvPr/>
        </p:nvSpPr>
        <p:spPr>
          <a:xfrm xmlns:a="http://schemas.openxmlformats.org/drawingml/2006/main">
            <a:off x="15325725" y="4518660"/>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Request Revision</a:t>
            </a:r>
          </a:p>
        </p:txBody>
      </p:sp>
      <p:sp>
        <p:nvSpPr>
          <p:cNvPr id="157" name="dp43-comparison / n150 / text 2">
            <a:extLst xmlns:a="http://schemas.openxmlformats.org/drawingml/2006/main">
              <a:ext uri="{FF2B5EF4-FFF2-40B4-BE49-F238E27FC236}">
                <a16:creationId xmlns:a16="http://schemas.microsoft.com/office/drawing/2014/main" id="{2196D395-C71B-424F-A3B6-B71FB9E99F45}"/>
              </a:ext>
            </a:extLst>
          </p:cNvPr>
          <p:cNvSpPr>
            <a:spLocks xmlns:a="http://schemas.openxmlformats.org/drawingml/2006/main" noGrp="1"/>
          </p:cNvSpPr>
          <p:nvPr/>
        </p:nvSpPr>
        <p:spPr>
          <a:xfrm xmlns:a="http://schemas.openxmlformats.org/drawingml/2006/main">
            <a:off x="15325725" y="4729163"/>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Interpreter</a:t>
            </a:r>
          </a:p>
        </p:txBody>
      </p:sp>
      <p:sp>
        <p:nvSpPr>
          <p:cNvPr id="158" name="dp43-comparison / n153 / path">
            <a:extLst xmlns:a="http://schemas.openxmlformats.org/drawingml/2006/main">
              <a:ext uri="{FF2B5EF4-FFF2-40B4-BE49-F238E27FC236}">
                <a16:creationId xmlns:a16="http://schemas.microsoft.com/office/drawing/2014/main" id="{93BF6DA8-E630-4501-A901-BCDC73A8A860}"/>
              </a:ext>
            </a:extLst>
          </p:cNvPr>
          <p:cNvSpPr>
            <a:spLocks xmlns:a="http://schemas.openxmlformats.org/drawingml/2006/main" noGrp="1"/>
          </p:cNvSpPr>
          <p:nvPr/>
        </p:nvSpPr>
        <p:spPr>
          <a:xfrm xmlns:a="http://schemas.openxmlformats.org/drawingml/2006/main">
            <a:off x="14916150" y="4491038"/>
            <a:ext cx="323850" cy="152400"/>
          </a:xfrm>
          <a:custGeom xmlns:a="http://schemas.openxmlformats.org/drawingml/2006/main">
            <a:pathLst>
              <a:path w="323850" h="152400">
                <a:moveTo>
                  <a:pt x="323850" y="152400"/>
                </a:moveTo>
                <a:lnTo>
                  <a:pt x="0" y="0"/>
                </a:lnTo>
              </a:path>
            </a:pathLst>
          </a:custGeom>
          <a:noFill xmlns:a="http://schemas.openxmlformats.org/drawingml/2006/main"/>
          <a:ln xmlns:a="http://schemas.openxmlformats.org/drawingml/2006/main" w="19050">
            <a:solidFill>
              <a:srgbClr val="7155A4"/>
            </a:solidFill>
            <a:prstDash val="solid"/>
          </a:ln>
        </p:spPr>
      </p:sp>
      <p:sp>
        <p:nvSpPr>
          <p:cNvPr id="159" name="dp43-comparison / n153 / arrow">
            <a:extLst xmlns:a="http://schemas.openxmlformats.org/drawingml/2006/main">
              <a:ext uri="{FF2B5EF4-FFF2-40B4-BE49-F238E27FC236}">
                <a16:creationId xmlns:a16="http://schemas.microsoft.com/office/drawing/2014/main" id="{2A4771B0-B29F-4AEF-9BD3-34FE1F94F9A5}"/>
              </a:ext>
            </a:extLst>
          </p:cNvPr>
          <p:cNvSpPr>
            <a:spLocks xmlns:a="http://schemas.openxmlformats.org/drawingml/2006/main" noGrp="1"/>
          </p:cNvSpPr>
          <p:nvPr/>
        </p:nvSpPr>
        <p:spPr>
          <a:xfrm xmlns:a="http://schemas.openxmlformats.org/drawingml/2006/main">
            <a:off x="14916150" y="4487793"/>
            <a:ext cx="136272" cy="110315"/>
          </a:xfrm>
          <a:custGeom xmlns:a="http://schemas.openxmlformats.org/drawingml/2006/main">
            <a:pathLst>
              <a:path w="136272" h="110315">
                <a:moveTo>
                  <a:pt x="136272" y="0"/>
                </a:moveTo>
                <a:lnTo>
                  <a:pt x="0" y="3245"/>
                </a:lnTo>
                <a:lnTo>
                  <a:pt x="84359" y="110315"/>
                </a:lnTo>
              </a:path>
            </a:pathLst>
          </a:custGeom>
          <a:noFill xmlns:a="http://schemas.openxmlformats.org/drawingml/2006/main"/>
          <a:ln xmlns:a="http://schemas.openxmlformats.org/drawingml/2006/main" w="24384">
            <a:solidFill>
              <a:srgbClr val="7155A4"/>
            </a:solidFill>
            <a:prstDash val="solid"/>
          </a:ln>
        </p:spPr>
      </p:sp>
      <p:sp>
        <p:nvSpPr>
          <p:cNvPr id="160" name="dp43-comparison / n154 / path">
            <a:extLst xmlns:a="http://schemas.openxmlformats.org/drawingml/2006/main">
              <a:ext uri="{FF2B5EF4-FFF2-40B4-BE49-F238E27FC236}">
                <a16:creationId xmlns:a16="http://schemas.microsoft.com/office/drawing/2014/main" id="{41BAF96C-986B-4816-87B5-50F74B94F1C6}"/>
              </a:ext>
            </a:extLst>
          </p:cNvPr>
          <p:cNvSpPr>
            <a:spLocks xmlns:a="http://schemas.openxmlformats.org/drawingml/2006/main" noGrp="1"/>
          </p:cNvSpPr>
          <p:nvPr/>
        </p:nvSpPr>
        <p:spPr>
          <a:xfrm xmlns:a="http://schemas.openxmlformats.org/drawingml/2006/main">
            <a:off x="14916150" y="4662488"/>
            <a:ext cx="323850" cy="152400"/>
          </a:xfrm>
          <a:custGeom xmlns:a="http://schemas.openxmlformats.org/drawingml/2006/main">
            <a:pathLst>
              <a:path w="323850" h="152400">
                <a:moveTo>
                  <a:pt x="0" y="0"/>
                </a:moveTo>
                <a:lnTo>
                  <a:pt x="323850" y="152400"/>
                </a:lnTo>
              </a:path>
            </a:pathLst>
          </a:custGeom>
          <a:noFill xmlns:a="http://schemas.openxmlformats.org/drawingml/2006/main"/>
          <a:ln xmlns:a="http://schemas.openxmlformats.org/drawingml/2006/main" w="19050">
            <a:solidFill>
              <a:srgbClr val="7155A4"/>
            </a:solidFill>
            <a:prstDash val="dash"/>
          </a:ln>
        </p:spPr>
      </p:sp>
      <p:sp>
        <p:nvSpPr>
          <p:cNvPr id="161" name="dp43-comparison / n154 / arrow">
            <a:extLst xmlns:a="http://schemas.openxmlformats.org/drawingml/2006/main">
              <a:ext uri="{FF2B5EF4-FFF2-40B4-BE49-F238E27FC236}">
                <a16:creationId xmlns:a16="http://schemas.microsoft.com/office/drawing/2014/main" id="{C95F8F80-CD0A-40F8-AAE9-BA340B24443B}"/>
              </a:ext>
            </a:extLst>
          </p:cNvPr>
          <p:cNvSpPr>
            <a:spLocks xmlns:a="http://schemas.openxmlformats.org/drawingml/2006/main" noGrp="1"/>
          </p:cNvSpPr>
          <p:nvPr/>
        </p:nvSpPr>
        <p:spPr>
          <a:xfrm xmlns:a="http://schemas.openxmlformats.org/drawingml/2006/main">
            <a:off x="15103728" y="4707817"/>
            <a:ext cx="136272" cy="110315"/>
          </a:xfrm>
          <a:custGeom xmlns:a="http://schemas.openxmlformats.org/drawingml/2006/main">
            <a:pathLst>
              <a:path w="136272" h="110315">
                <a:moveTo>
                  <a:pt x="0" y="110315"/>
                </a:moveTo>
                <a:lnTo>
                  <a:pt x="136272" y="107071"/>
                </a:lnTo>
                <a:lnTo>
                  <a:pt x="51913" y="0"/>
                </a:lnTo>
              </a:path>
            </a:pathLst>
          </a:custGeom>
          <a:noFill xmlns:a="http://schemas.openxmlformats.org/drawingml/2006/main"/>
          <a:ln xmlns:a="http://schemas.openxmlformats.org/drawingml/2006/main" w="24384">
            <a:solidFill>
              <a:srgbClr val="7155A4"/>
            </a:solidFill>
            <a:prstDash val="solid"/>
          </a:ln>
        </p:spPr>
      </p:sp>
      <p:sp>
        <p:nvSpPr>
          <p:cNvPr id="162" name="dp43-comparison / n155">
            <a:extLst xmlns:a="http://schemas.openxmlformats.org/drawingml/2006/main">
              <a:ext uri="{FF2B5EF4-FFF2-40B4-BE49-F238E27FC236}">
                <a16:creationId xmlns:a16="http://schemas.microsoft.com/office/drawing/2014/main" id="{0EC0449E-68D9-40A6-ACF9-8E9BCB19CCF6}"/>
              </a:ext>
            </a:extLst>
          </p:cNvPr>
          <p:cNvSpPr>
            <a:spLocks xmlns:a="http://schemas.openxmlformats.org/drawingml/2006/main" noGrp="1"/>
          </p:cNvSpPr>
          <p:nvPr/>
        </p:nvSpPr>
        <p:spPr>
          <a:xfrm xmlns:a="http://schemas.openxmlformats.org/drawingml/2006/main">
            <a:off x="15240000" y="5181600"/>
            <a:ext cx="2247900" cy="409575"/>
          </a:xfrm>
          <a:prstGeom xmlns:a="http://schemas.openxmlformats.org/drawingml/2006/main" prst="rect">
            <a:avLst/>
          </a:prstGeom>
          <a:solidFill xmlns:a="http://schemas.openxmlformats.org/drawingml/2006/main">
            <a:srgbClr val="FFFFFF"/>
          </a:solidFill>
          <a:ln xmlns:a="http://schemas.openxmlformats.org/drawingml/2006/main" w="16193">
            <a:solidFill>
              <a:srgbClr val="7155A4"/>
            </a:solidFill>
            <a:prstDash val="solid"/>
          </a:ln>
        </p:spPr>
      </p:sp>
      <p:sp>
        <p:nvSpPr>
          <p:cNvPr id="163" name="dp43-comparison / n156 / text 1">
            <a:extLst xmlns:a="http://schemas.openxmlformats.org/drawingml/2006/main">
              <a:ext uri="{FF2B5EF4-FFF2-40B4-BE49-F238E27FC236}">
                <a16:creationId xmlns:a16="http://schemas.microsoft.com/office/drawing/2014/main" id="{6502A7E6-8A8A-4ACF-A7C5-0D28433397E9}"/>
              </a:ext>
            </a:extLst>
          </p:cNvPr>
          <p:cNvSpPr>
            <a:spLocks xmlns:a="http://schemas.openxmlformats.org/drawingml/2006/main" noGrp="1"/>
          </p:cNvSpPr>
          <p:nvPr/>
        </p:nvSpPr>
        <p:spPr>
          <a:xfrm xmlns:a="http://schemas.openxmlformats.org/drawingml/2006/main">
            <a:off x="15325725" y="5175885"/>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Request Handling</a:t>
            </a:r>
          </a:p>
        </p:txBody>
      </p:sp>
      <p:sp>
        <p:nvSpPr>
          <p:cNvPr id="164" name="dp43-comparison / n156 / text 2">
            <a:extLst xmlns:a="http://schemas.openxmlformats.org/drawingml/2006/main">
              <a:ext uri="{FF2B5EF4-FFF2-40B4-BE49-F238E27FC236}">
                <a16:creationId xmlns:a16="http://schemas.microsoft.com/office/drawing/2014/main" id="{B2843BEA-5D02-4E3C-9889-AADE9B46B1DE}"/>
              </a:ext>
            </a:extLst>
          </p:cNvPr>
          <p:cNvSpPr>
            <a:spLocks xmlns:a="http://schemas.openxmlformats.org/drawingml/2006/main" noGrp="1"/>
          </p:cNvSpPr>
          <p:nvPr/>
        </p:nvSpPr>
        <p:spPr>
          <a:xfrm xmlns:a="http://schemas.openxmlformats.org/drawingml/2006/main">
            <a:off x="15325725" y="5386388"/>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Interpreter</a:t>
            </a:r>
          </a:p>
        </p:txBody>
      </p:sp>
      <p:sp>
        <p:nvSpPr>
          <p:cNvPr id="165" name="dp43-comparison / n159 / path">
            <a:extLst xmlns:a="http://schemas.openxmlformats.org/drawingml/2006/main">
              <a:ext uri="{FF2B5EF4-FFF2-40B4-BE49-F238E27FC236}">
                <a16:creationId xmlns:a16="http://schemas.microsoft.com/office/drawing/2014/main" id="{6C5DB757-6F10-41FD-B270-99BED1CA1A37}"/>
              </a:ext>
            </a:extLst>
          </p:cNvPr>
          <p:cNvSpPr>
            <a:spLocks xmlns:a="http://schemas.openxmlformats.org/drawingml/2006/main" noGrp="1"/>
          </p:cNvSpPr>
          <p:nvPr/>
        </p:nvSpPr>
        <p:spPr>
          <a:xfrm xmlns:a="http://schemas.openxmlformats.org/drawingml/2006/main">
            <a:off x="14916150" y="4976813"/>
            <a:ext cx="323850" cy="323850"/>
          </a:xfrm>
          <a:custGeom xmlns:a="http://schemas.openxmlformats.org/drawingml/2006/main">
            <a:pathLst>
              <a:path w="323850" h="323850">
                <a:moveTo>
                  <a:pt x="323850" y="323850"/>
                </a:moveTo>
                <a:lnTo>
                  <a:pt x="0" y="0"/>
                </a:lnTo>
              </a:path>
            </a:pathLst>
          </a:custGeom>
          <a:noFill xmlns:a="http://schemas.openxmlformats.org/drawingml/2006/main"/>
          <a:ln xmlns:a="http://schemas.openxmlformats.org/drawingml/2006/main" w="19050">
            <a:solidFill>
              <a:srgbClr val="7155A4"/>
            </a:solidFill>
            <a:prstDash val="solid"/>
          </a:ln>
        </p:spPr>
      </p:sp>
      <p:sp>
        <p:nvSpPr>
          <p:cNvPr id="166" name="dp43-comparison / n159 / arrow">
            <a:extLst xmlns:a="http://schemas.openxmlformats.org/drawingml/2006/main">
              <a:ext uri="{FF2B5EF4-FFF2-40B4-BE49-F238E27FC236}">
                <a16:creationId xmlns:a16="http://schemas.microsoft.com/office/drawing/2014/main" id="{952540C5-25DB-43C8-B72C-0A10036F4F80}"/>
              </a:ext>
            </a:extLst>
          </p:cNvPr>
          <p:cNvSpPr>
            <a:spLocks xmlns:a="http://schemas.openxmlformats.org/drawingml/2006/main" noGrp="1"/>
          </p:cNvSpPr>
          <p:nvPr/>
        </p:nvSpPr>
        <p:spPr>
          <a:xfrm xmlns:a="http://schemas.openxmlformats.org/drawingml/2006/main">
            <a:off x="14916150" y="4976813"/>
            <a:ext cx="129316" cy="129316"/>
          </a:xfrm>
          <a:custGeom xmlns:a="http://schemas.openxmlformats.org/drawingml/2006/main">
            <a:pathLst>
              <a:path w="129316" h="129316">
                <a:moveTo>
                  <a:pt x="129316" y="43105"/>
                </a:moveTo>
                <a:lnTo>
                  <a:pt x="0" y="0"/>
                </a:lnTo>
                <a:lnTo>
                  <a:pt x="43105" y="129316"/>
                </a:lnTo>
              </a:path>
            </a:pathLst>
          </a:custGeom>
          <a:noFill xmlns:a="http://schemas.openxmlformats.org/drawingml/2006/main"/>
          <a:ln xmlns:a="http://schemas.openxmlformats.org/drawingml/2006/main" w="24384">
            <a:solidFill>
              <a:srgbClr val="7155A4"/>
            </a:solidFill>
            <a:prstDash val="solid"/>
          </a:ln>
        </p:spPr>
      </p:sp>
      <p:sp>
        <p:nvSpPr>
          <p:cNvPr id="167" name="dp43-comparison / n160 / path">
            <a:extLst xmlns:a="http://schemas.openxmlformats.org/drawingml/2006/main">
              <a:ext uri="{FF2B5EF4-FFF2-40B4-BE49-F238E27FC236}">
                <a16:creationId xmlns:a16="http://schemas.microsoft.com/office/drawing/2014/main" id="{4BD65947-07E5-4750-A07D-3DE421A9EEC6}"/>
              </a:ext>
            </a:extLst>
          </p:cNvPr>
          <p:cNvSpPr>
            <a:spLocks xmlns:a="http://schemas.openxmlformats.org/drawingml/2006/main" noGrp="1"/>
          </p:cNvSpPr>
          <p:nvPr/>
        </p:nvSpPr>
        <p:spPr>
          <a:xfrm xmlns:a="http://schemas.openxmlformats.org/drawingml/2006/main">
            <a:off x="14916150" y="5148263"/>
            <a:ext cx="323850" cy="323850"/>
          </a:xfrm>
          <a:custGeom xmlns:a="http://schemas.openxmlformats.org/drawingml/2006/main">
            <a:pathLst>
              <a:path w="323850" h="323850">
                <a:moveTo>
                  <a:pt x="0" y="0"/>
                </a:moveTo>
                <a:lnTo>
                  <a:pt x="323850" y="323850"/>
                </a:lnTo>
              </a:path>
            </a:pathLst>
          </a:custGeom>
          <a:noFill xmlns:a="http://schemas.openxmlformats.org/drawingml/2006/main"/>
          <a:ln xmlns:a="http://schemas.openxmlformats.org/drawingml/2006/main" w="19050">
            <a:solidFill>
              <a:srgbClr val="7155A4"/>
            </a:solidFill>
            <a:prstDash val="dash"/>
          </a:ln>
        </p:spPr>
      </p:sp>
      <p:sp>
        <p:nvSpPr>
          <p:cNvPr id="168" name="dp43-comparison / n160 / arrow">
            <a:extLst xmlns:a="http://schemas.openxmlformats.org/drawingml/2006/main">
              <a:ext uri="{FF2B5EF4-FFF2-40B4-BE49-F238E27FC236}">
                <a16:creationId xmlns:a16="http://schemas.microsoft.com/office/drawing/2014/main" id="{FFD289AF-5B8B-4E69-A974-0B89C6F3654E}"/>
              </a:ext>
            </a:extLst>
          </p:cNvPr>
          <p:cNvSpPr>
            <a:spLocks xmlns:a="http://schemas.openxmlformats.org/drawingml/2006/main" noGrp="1"/>
          </p:cNvSpPr>
          <p:nvPr/>
        </p:nvSpPr>
        <p:spPr>
          <a:xfrm xmlns:a="http://schemas.openxmlformats.org/drawingml/2006/main">
            <a:off x="15110684" y="5342797"/>
            <a:ext cx="129316" cy="129316"/>
          </a:xfrm>
          <a:custGeom xmlns:a="http://schemas.openxmlformats.org/drawingml/2006/main">
            <a:pathLst>
              <a:path w="129316" h="129316">
                <a:moveTo>
                  <a:pt x="0" y="86210"/>
                </a:moveTo>
                <a:lnTo>
                  <a:pt x="129316" y="129316"/>
                </a:lnTo>
                <a:lnTo>
                  <a:pt x="86210" y="0"/>
                </a:lnTo>
              </a:path>
            </a:pathLst>
          </a:custGeom>
          <a:noFill xmlns:a="http://schemas.openxmlformats.org/drawingml/2006/main"/>
          <a:ln xmlns:a="http://schemas.openxmlformats.org/drawingml/2006/main" w="24384">
            <a:solidFill>
              <a:srgbClr val="7155A4"/>
            </a:solidFill>
            <a:prstDash val="solid"/>
          </a:ln>
        </p:spPr>
      </p:sp>
      <p:sp>
        <p:nvSpPr>
          <p:cNvPr id="169" name="dp43-comparison / n161 / path">
            <a:extLst xmlns:a="http://schemas.openxmlformats.org/drawingml/2006/main">
              <a:ext uri="{FF2B5EF4-FFF2-40B4-BE49-F238E27FC236}">
                <a16:creationId xmlns:a16="http://schemas.microsoft.com/office/drawing/2014/main" id="{A8047B0C-0235-48D0-BDC9-442F689E574A}"/>
              </a:ext>
            </a:extLst>
          </p:cNvPr>
          <p:cNvSpPr>
            <a:spLocks xmlns:a="http://schemas.openxmlformats.org/drawingml/2006/main" noGrp="1"/>
          </p:cNvSpPr>
          <p:nvPr/>
        </p:nvSpPr>
        <p:spPr>
          <a:xfrm xmlns:a="http://schemas.openxmlformats.org/drawingml/2006/main">
            <a:off x="13773150" y="3038475"/>
            <a:ext cx="1247775" cy="828675"/>
          </a:xfrm>
          <a:custGeom xmlns:a="http://schemas.openxmlformats.org/drawingml/2006/main">
            <a:pathLst>
              <a:path w="1247775" h="828675">
                <a:moveTo>
                  <a:pt x="1104900" y="0"/>
                </a:moveTo>
                <a:lnTo>
                  <a:pt x="1104900" y="266700"/>
                </a:lnTo>
                <a:lnTo>
                  <a:pt x="1247775" y="266700"/>
                </a:lnTo>
                <a:lnTo>
                  <a:pt x="1247775" y="781050"/>
                </a:lnTo>
                <a:lnTo>
                  <a:pt x="0" y="781050"/>
                </a:lnTo>
                <a:lnTo>
                  <a:pt x="0" y="828675"/>
                </a:lnTo>
              </a:path>
            </a:pathLst>
          </a:custGeom>
          <a:noFill xmlns:a="http://schemas.openxmlformats.org/drawingml/2006/main"/>
          <a:ln xmlns:a="http://schemas.openxmlformats.org/drawingml/2006/main" w="19050">
            <a:solidFill>
              <a:srgbClr val="7155A4"/>
            </a:solidFill>
            <a:prstDash val="solid"/>
          </a:ln>
        </p:spPr>
      </p:sp>
      <p:sp>
        <p:nvSpPr>
          <p:cNvPr id="170" name="dp43-comparison / n161 / arrow">
            <a:extLst xmlns:a="http://schemas.openxmlformats.org/drawingml/2006/main">
              <a:ext uri="{FF2B5EF4-FFF2-40B4-BE49-F238E27FC236}">
                <a16:creationId xmlns:a16="http://schemas.microsoft.com/office/drawing/2014/main" id="{8E3B377A-F05C-4E50-AD2A-B7634AA1E36D}"/>
              </a:ext>
            </a:extLst>
          </p:cNvPr>
          <p:cNvSpPr>
            <a:spLocks xmlns:a="http://schemas.openxmlformats.org/drawingml/2006/main" noGrp="1"/>
          </p:cNvSpPr>
          <p:nvPr/>
        </p:nvSpPr>
        <p:spPr>
          <a:xfrm xmlns:a="http://schemas.openxmlformats.org/drawingml/2006/main">
            <a:off x="13712190" y="3745230"/>
            <a:ext cx="121920" cy="121920"/>
          </a:xfrm>
          <a:custGeom xmlns:a="http://schemas.openxmlformats.org/drawingml/2006/main">
            <a:pathLst>
              <a:path w="121920" h="121920">
                <a:moveTo>
                  <a:pt x="0" y="0"/>
                </a:moveTo>
                <a:lnTo>
                  <a:pt x="60960" y="121920"/>
                </a:lnTo>
                <a:lnTo>
                  <a:pt x="121920" y="0"/>
                </a:lnTo>
              </a:path>
            </a:pathLst>
          </a:custGeom>
          <a:noFill xmlns:a="http://schemas.openxmlformats.org/drawingml/2006/main"/>
          <a:ln xmlns:a="http://schemas.openxmlformats.org/drawingml/2006/main" w="24384">
            <a:solidFill>
              <a:srgbClr val="7155A4"/>
            </a:solidFill>
            <a:prstDash val="solid"/>
          </a:ln>
        </p:spPr>
      </p:sp>
      <p:sp>
        <p:nvSpPr>
          <p:cNvPr id="171" name="dp43-comparison / n162 / path">
            <a:extLst xmlns:a="http://schemas.openxmlformats.org/drawingml/2006/main">
              <a:ext uri="{FF2B5EF4-FFF2-40B4-BE49-F238E27FC236}">
                <a16:creationId xmlns:a16="http://schemas.microsoft.com/office/drawing/2014/main" id="{CB60EB7E-84FA-4AB8-A3F0-B11BB9C72456}"/>
              </a:ext>
            </a:extLst>
          </p:cNvPr>
          <p:cNvSpPr>
            <a:spLocks xmlns:a="http://schemas.openxmlformats.org/drawingml/2006/main" noGrp="1"/>
          </p:cNvSpPr>
          <p:nvPr/>
        </p:nvSpPr>
        <p:spPr>
          <a:xfrm xmlns:a="http://schemas.openxmlformats.org/drawingml/2006/main">
            <a:off x="13773150" y="5286375"/>
            <a:ext cx="953" cy="114300"/>
          </a:xfrm>
          <a:custGeom xmlns:a="http://schemas.openxmlformats.org/drawingml/2006/main">
            <a:pathLst>
              <a:path w="953" h="114300">
                <a:moveTo>
                  <a:pt x="0" y="0"/>
                </a:moveTo>
                <a:lnTo>
                  <a:pt x="0" y="114300"/>
                </a:lnTo>
              </a:path>
            </a:pathLst>
          </a:custGeom>
          <a:noFill xmlns:a="http://schemas.openxmlformats.org/drawingml/2006/main"/>
          <a:ln xmlns:a="http://schemas.openxmlformats.org/drawingml/2006/main" w="19050">
            <a:solidFill>
              <a:srgbClr val="7155A4"/>
            </a:solidFill>
            <a:prstDash val="solid"/>
          </a:ln>
        </p:spPr>
      </p:sp>
      <p:sp>
        <p:nvSpPr>
          <p:cNvPr id="172" name="dp43-comparison / n162 / arrow">
            <a:extLst xmlns:a="http://schemas.openxmlformats.org/drawingml/2006/main">
              <a:ext uri="{FF2B5EF4-FFF2-40B4-BE49-F238E27FC236}">
                <a16:creationId xmlns:a16="http://schemas.microsoft.com/office/drawing/2014/main" id="{30AFB217-110A-443A-8ADB-281319B87699}"/>
              </a:ext>
            </a:extLst>
          </p:cNvPr>
          <p:cNvSpPr>
            <a:spLocks xmlns:a="http://schemas.openxmlformats.org/drawingml/2006/main" noGrp="1"/>
          </p:cNvSpPr>
          <p:nvPr/>
        </p:nvSpPr>
        <p:spPr>
          <a:xfrm xmlns:a="http://schemas.openxmlformats.org/drawingml/2006/main">
            <a:off x="13712190" y="5278755"/>
            <a:ext cx="121920" cy="121920"/>
          </a:xfrm>
          <a:custGeom xmlns:a="http://schemas.openxmlformats.org/drawingml/2006/main">
            <a:pathLst>
              <a:path w="121920" h="121920">
                <a:moveTo>
                  <a:pt x="0" y="0"/>
                </a:moveTo>
                <a:lnTo>
                  <a:pt x="60960" y="121920"/>
                </a:lnTo>
                <a:lnTo>
                  <a:pt x="121920" y="0"/>
                </a:lnTo>
              </a:path>
            </a:pathLst>
          </a:custGeom>
          <a:noFill xmlns:a="http://schemas.openxmlformats.org/drawingml/2006/main"/>
          <a:ln xmlns:a="http://schemas.openxmlformats.org/drawingml/2006/main" w="24384">
            <a:solidFill>
              <a:srgbClr val="7155A4"/>
            </a:solidFill>
            <a:prstDash val="solid"/>
          </a:ln>
        </p:spPr>
      </p:sp>
      <p:sp>
        <p:nvSpPr>
          <p:cNvPr id="173" name="dp43-comparison / n163 / path">
            <a:extLst xmlns:a="http://schemas.openxmlformats.org/drawingml/2006/main">
              <a:ext uri="{FF2B5EF4-FFF2-40B4-BE49-F238E27FC236}">
                <a16:creationId xmlns:a16="http://schemas.microsoft.com/office/drawing/2014/main" id="{4B709071-6841-47FA-93E5-0DB7DA4755D1}"/>
              </a:ext>
            </a:extLst>
          </p:cNvPr>
          <p:cNvSpPr>
            <a:spLocks xmlns:a="http://schemas.openxmlformats.org/drawingml/2006/main" noGrp="1"/>
          </p:cNvSpPr>
          <p:nvPr/>
        </p:nvSpPr>
        <p:spPr>
          <a:xfrm xmlns:a="http://schemas.openxmlformats.org/drawingml/2006/main">
            <a:off x="9944100" y="3038475"/>
            <a:ext cx="7791450" cy="742950"/>
          </a:xfrm>
          <a:custGeom xmlns:a="http://schemas.openxmlformats.org/drawingml/2006/main">
            <a:pathLst>
              <a:path w="7791450" h="742950">
                <a:moveTo>
                  <a:pt x="0" y="742950"/>
                </a:moveTo>
                <a:lnTo>
                  <a:pt x="7791450" y="742950"/>
                </a:lnTo>
                <a:lnTo>
                  <a:pt x="7791450" y="266700"/>
                </a:lnTo>
                <a:lnTo>
                  <a:pt x="6743700" y="266700"/>
                </a:lnTo>
                <a:lnTo>
                  <a:pt x="6743700" y="0"/>
                </a:lnTo>
              </a:path>
            </a:pathLst>
          </a:custGeom>
          <a:noFill xmlns:a="http://schemas.openxmlformats.org/drawingml/2006/main"/>
          <a:ln xmlns:a="http://schemas.openxmlformats.org/drawingml/2006/main" w="19050">
            <a:solidFill>
              <a:srgbClr val="5F6B77"/>
            </a:solidFill>
            <a:prstDash val="dash"/>
          </a:ln>
        </p:spPr>
      </p:sp>
      <p:sp>
        <p:nvSpPr>
          <p:cNvPr id="174" name="dp43-comparison / n163 / arrow">
            <a:extLst xmlns:a="http://schemas.openxmlformats.org/drawingml/2006/main">
              <a:ext uri="{FF2B5EF4-FFF2-40B4-BE49-F238E27FC236}">
                <a16:creationId xmlns:a16="http://schemas.microsoft.com/office/drawing/2014/main" id="{9885B000-F079-461F-8828-357AB5561067}"/>
              </a:ext>
            </a:extLst>
          </p:cNvPr>
          <p:cNvSpPr>
            <a:spLocks xmlns:a="http://schemas.openxmlformats.org/drawingml/2006/main" noGrp="1"/>
          </p:cNvSpPr>
          <p:nvPr/>
        </p:nvSpPr>
        <p:spPr>
          <a:xfrm xmlns:a="http://schemas.openxmlformats.org/drawingml/2006/main">
            <a:off x="16626840" y="3038475"/>
            <a:ext cx="121920" cy="121920"/>
          </a:xfrm>
          <a:custGeom xmlns:a="http://schemas.openxmlformats.org/drawingml/2006/main">
            <a:pathLst>
              <a:path w="121920" h="121920">
                <a:moveTo>
                  <a:pt x="121920" y="121920"/>
                </a:moveTo>
                <a:lnTo>
                  <a:pt x="60960" y="0"/>
                </a:lnTo>
                <a:lnTo>
                  <a:pt x="0" y="121920"/>
                </a:lnTo>
              </a:path>
            </a:pathLst>
          </a:custGeom>
          <a:noFill xmlns:a="http://schemas.openxmlformats.org/drawingml/2006/main"/>
          <a:ln xmlns:a="http://schemas.openxmlformats.org/drawingml/2006/main" w="24384">
            <a:solidFill>
              <a:srgbClr val="5F6B77"/>
            </a:solidFill>
            <a:prstDash val="solid"/>
          </a:ln>
        </p:spPr>
      </p:sp>
      <p:sp>
        <p:nvSpPr>
          <p:cNvPr id="175" name="dp43-comparison / n164 / path">
            <a:extLst xmlns:a="http://schemas.openxmlformats.org/drawingml/2006/main">
              <a:ext uri="{FF2B5EF4-FFF2-40B4-BE49-F238E27FC236}">
                <a16:creationId xmlns:a16="http://schemas.microsoft.com/office/drawing/2014/main" id="{99BED5CE-B02E-4D61-841D-3FCA1C3F0D69}"/>
              </a:ext>
            </a:extLst>
          </p:cNvPr>
          <p:cNvSpPr>
            <a:spLocks xmlns:a="http://schemas.openxmlformats.org/drawingml/2006/main" noGrp="1"/>
          </p:cNvSpPr>
          <p:nvPr/>
        </p:nvSpPr>
        <p:spPr>
          <a:xfrm xmlns:a="http://schemas.openxmlformats.org/drawingml/2006/main">
            <a:off x="9944100" y="3781425"/>
            <a:ext cx="95250" cy="290513"/>
          </a:xfrm>
          <a:custGeom xmlns:a="http://schemas.openxmlformats.org/drawingml/2006/main">
            <a:pathLst>
              <a:path w="95250" h="290513">
                <a:moveTo>
                  <a:pt x="95250" y="290513"/>
                </a:moveTo>
                <a:lnTo>
                  <a:pt x="0" y="290513"/>
                </a:lnTo>
                <a:lnTo>
                  <a:pt x="0" y="0"/>
                </a:lnTo>
              </a:path>
            </a:pathLst>
          </a:custGeom>
          <a:noFill xmlns:a="http://schemas.openxmlformats.org/drawingml/2006/main"/>
          <a:ln xmlns:a="http://schemas.openxmlformats.org/drawingml/2006/main" w="19050">
            <a:solidFill>
              <a:srgbClr val="5F6B77"/>
            </a:solidFill>
            <a:prstDash val="dash"/>
          </a:ln>
        </p:spPr>
      </p:sp>
      <p:sp>
        <p:nvSpPr>
          <p:cNvPr id="176" name="dp43-comparison / n165 / path">
            <a:extLst xmlns:a="http://schemas.openxmlformats.org/drawingml/2006/main">
              <a:ext uri="{FF2B5EF4-FFF2-40B4-BE49-F238E27FC236}">
                <a16:creationId xmlns:a16="http://schemas.microsoft.com/office/drawing/2014/main" id="{A46318C1-90A6-4DDB-A07C-2995691A665B}"/>
              </a:ext>
            </a:extLst>
          </p:cNvPr>
          <p:cNvSpPr>
            <a:spLocks xmlns:a="http://schemas.openxmlformats.org/drawingml/2006/main" noGrp="1"/>
          </p:cNvSpPr>
          <p:nvPr/>
        </p:nvSpPr>
        <p:spPr>
          <a:xfrm xmlns:a="http://schemas.openxmlformats.org/drawingml/2006/main">
            <a:off x="9944100" y="3781425"/>
            <a:ext cx="95250" cy="947738"/>
          </a:xfrm>
          <a:custGeom xmlns:a="http://schemas.openxmlformats.org/drawingml/2006/main">
            <a:pathLst>
              <a:path w="95250" h="947738">
                <a:moveTo>
                  <a:pt x="95250" y="947738"/>
                </a:moveTo>
                <a:lnTo>
                  <a:pt x="0" y="947738"/>
                </a:lnTo>
                <a:lnTo>
                  <a:pt x="0" y="0"/>
                </a:lnTo>
              </a:path>
            </a:pathLst>
          </a:custGeom>
          <a:noFill xmlns:a="http://schemas.openxmlformats.org/drawingml/2006/main"/>
          <a:ln xmlns:a="http://schemas.openxmlformats.org/drawingml/2006/main" w="19050">
            <a:solidFill>
              <a:srgbClr val="5F6B77"/>
            </a:solidFill>
            <a:prstDash val="dash"/>
          </a:ln>
        </p:spPr>
      </p:sp>
      <p:sp>
        <p:nvSpPr>
          <p:cNvPr id="177" name="dp43-comparison / n166 / path">
            <a:extLst xmlns:a="http://schemas.openxmlformats.org/drawingml/2006/main">
              <a:ext uri="{FF2B5EF4-FFF2-40B4-BE49-F238E27FC236}">
                <a16:creationId xmlns:a16="http://schemas.microsoft.com/office/drawing/2014/main" id="{B25EFED7-BC5C-4496-8AFC-474203337656}"/>
              </a:ext>
            </a:extLst>
          </p:cNvPr>
          <p:cNvSpPr>
            <a:spLocks xmlns:a="http://schemas.openxmlformats.org/drawingml/2006/main" noGrp="1"/>
          </p:cNvSpPr>
          <p:nvPr/>
        </p:nvSpPr>
        <p:spPr>
          <a:xfrm xmlns:a="http://schemas.openxmlformats.org/drawingml/2006/main">
            <a:off x="9944100" y="3781425"/>
            <a:ext cx="95250" cy="1604963"/>
          </a:xfrm>
          <a:custGeom xmlns:a="http://schemas.openxmlformats.org/drawingml/2006/main">
            <a:pathLst>
              <a:path w="95250" h="1604963">
                <a:moveTo>
                  <a:pt x="95250" y="1604963"/>
                </a:moveTo>
                <a:lnTo>
                  <a:pt x="0" y="1604963"/>
                </a:lnTo>
                <a:lnTo>
                  <a:pt x="0" y="0"/>
                </a:lnTo>
              </a:path>
            </a:pathLst>
          </a:custGeom>
          <a:noFill xmlns:a="http://schemas.openxmlformats.org/drawingml/2006/main"/>
          <a:ln xmlns:a="http://schemas.openxmlformats.org/drawingml/2006/main" w="19050">
            <a:solidFill>
              <a:srgbClr val="5F6B77"/>
            </a:solidFill>
            <a:prstDash val="dash"/>
          </a:ln>
        </p:spPr>
      </p:sp>
      <p:sp>
        <p:nvSpPr>
          <p:cNvPr id="178" name="dp43-comparison / n167 / path">
            <a:extLst xmlns:a="http://schemas.openxmlformats.org/drawingml/2006/main">
              <a:ext uri="{FF2B5EF4-FFF2-40B4-BE49-F238E27FC236}">
                <a16:creationId xmlns:a16="http://schemas.microsoft.com/office/drawing/2014/main" id="{F4A0C98D-DE60-4B4C-8304-8335C74FBFA1}"/>
              </a:ext>
            </a:extLst>
          </p:cNvPr>
          <p:cNvSpPr>
            <a:spLocks xmlns:a="http://schemas.openxmlformats.org/drawingml/2006/main" noGrp="1"/>
          </p:cNvSpPr>
          <p:nvPr/>
        </p:nvSpPr>
        <p:spPr>
          <a:xfrm xmlns:a="http://schemas.openxmlformats.org/drawingml/2006/main">
            <a:off x="17487900" y="3781425"/>
            <a:ext cx="247650" cy="290513"/>
          </a:xfrm>
          <a:custGeom xmlns:a="http://schemas.openxmlformats.org/drawingml/2006/main">
            <a:pathLst>
              <a:path w="247650" h="290513">
                <a:moveTo>
                  <a:pt x="0" y="290513"/>
                </a:moveTo>
                <a:lnTo>
                  <a:pt x="247650" y="290513"/>
                </a:lnTo>
                <a:lnTo>
                  <a:pt x="247650" y="0"/>
                </a:lnTo>
              </a:path>
            </a:pathLst>
          </a:custGeom>
          <a:noFill xmlns:a="http://schemas.openxmlformats.org/drawingml/2006/main"/>
          <a:ln xmlns:a="http://schemas.openxmlformats.org/drawingml/2006/main" w="19050">
            <a:solidFill>
              <a:srgbClr val="5F6B77"/>
            </a:solidFill>
            <a:prstDash val="dash"/>
          </a:ln>
        </p:spPr>
      </p:sp>
      <p:sp>
        <p:nvSpPr>
          <p:cNvPr id="179" name="dp43-comparison / n168 / path">
            <a:extLst xmlns:a="http://schemas.openxmlformats.org/drawingml/2006/main">
              <a:ext uri="{FF2B5EF4-FFF2-40B4-BE49-F238E27FC236}">
                <a16:creationId xmlns:a16="http://schemas.microsoft.com/office/drawing/2014/main" id="{F6939EA8-03A9-4FD2-8674-4E559F5C9B71}"/>
              </a:ext>
            </a:extLst>
          </p:cNvPr>
          <p:cNvSpPr>
            <a:spLocks xmlns:a="http://schemas.openxmlformats.org/drawingml/2006/main" noGrp="1"/>
          </p:cNvSpPr>
          <p:nvPr/>
        </p:nvSpPr>
        <p:spPr>
          <a:xfrm xmlns:a="http://schemas.openxmlformats.org/drawingml/2006/main">
            <a:off x="17487900" y="3781425"/>
            <a:ext cx="247650" cy="947738"/>
          </a:xfrm>
          <a:custGeom xmlns:a="http://schemas.openxmlformats.org/drawingml/2006/main">
            <a:pathLst>
              <a:path w="247650" h="947738">
                <a:moveTo>
                  <a:pt x="0" y="947738"/>
                </a:moveTo>
                <a:lnTo>
                  <a:pt x="247650" y="947738"/>
                </a:lnTo>
                <a:lnTo>
                  <a:pt x="247650" y="0"/>
                </a:lnTo>
              </a:path>
            </a:pathLst>
          </a:custGeom>
          <a:noFill xmlns:a="http://schemas.openxmlformats.org/drawingml/2006/main"/>
          <a:ln xmlns:a="http://schemas.openxmlformats.org/drawingml/2006/main" w="19050">
            <a:solidFill>
              <a:srgbClr val="5F6B77"/>
            </a:solidFill>
            <a:prstDash val="dash"/>
          </a:ln>
        </p:spPr>
      </p:sp>
      <p:sp>
        <p:nvSpPr>
          <p:cNvPr id="180" name="dp43-comparison / n169 / path">
            <a:extLst xmlns:a="http://schemas.openxmlformats.org/drawingml/2006/main">
              <a:ext uri="{FF2B5EF4-FFF2-40B4-BE49-F238E27FC236}">
                <a16:creationId xmlns:a16="http://schemas.microsoft.com/office/drawing/2014/main" id="{D440C08F-1EF6-4876-A0C3-F376502A2DF9}"/>
              </a:ext>
            </a:extLst>
          </p:cNvPr>
          <p:cNvSpPr>
            <a:spLocks xmlns:a="http://schemas.openxmlformats.org/drawingml/2006/main" noGrp="1"/>
          </p:cNvSpPr>
          <p:nvPr/>
        </p:nvSpPr>
        <p:spPr>
          <a:xfrm xmlns:a="http://schemas.openxmlformats.org/drawingml/2006/main">
            <a:off x="17487900" y="3781425"/>
            <a:ext cx="247650" cy="1604963"/>
          </a:xfrm>
          <a:custGeom xmlns:a="http://schemas.openxmlformats.org/drawingml/2006/main">
            <a:pathLst>
              <a:path w="247650" h="1604963">
                <a:moveTo>
                  <a:pt x="0" y="1604963"/>
                </a:moveTo>
                <a:lnTo>
                  <a:pt x="247650" y="1604963"/>
                </a:lnTo>
                <a:lnTo>
                  <a:pt x="247650" y="0"/>
                </a:lnTo>
              </a:path>
            </a:pathLst>
          </a:custGeom>
          <a:noFill xmlns:a="http://schemas.openxmlformats.org/drawingml/2006/main"/>
          <a:ln xmlns:a="http://schemas.openxmlformats.org/drawingml/2006/main" w="19050">
            <a:solidFill>
              <a:srgbClr val="5F6B77"/>
            </a:solidFill>
            <a:prstDash val="dash"/>
          </a:ln>
        </p:spPr>
      </p:sp>
      <p:sp>
        <p:nvSpPr>
          <p:cNvPr id="181" name="dp43-comparison / n176">
            <a:extLst xmlns:a="http://schemas.openxmlformats.org/drawingml/2006/main">
              <a:ext uri="{FF2B5EF4-FFF2-40B4-BE49-F238E27FC236}">
                <a16:creationId xmlns:a16="http://schemas.microsoft.com/office/drawing/2014/main" id="{013D0395-B7E9-4DE0-AAF5-2164A2E01BA8}"/>
              </a:ext>
            </a:extLst>
          </p:cNvPr>
          <p:cNvSpPr>
            <a:spLocks xmlns:a="http://schemas.openxmlformats.org/drawingml/2006/main" noGrp="1"/>
          </p:cNvSpPr>
          <p:nvPr/>
        </p:nvSpPr>
        <p:spPr>
          <a:xfrm xmlns:a="http://schemas.openxmlformats.org/drawingml/2006/main">
            <a:off x="9906000" y="6524625"/>
            <a:ext cx="2381250" cy="371475"/>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182" name="dp43-comparison / n177 / text 1">
            <a:extLst xmlns:a="http://schemas.openxmlformats.org/drawingml/2006/main">
              <a:ext uri="{FF2B5EF4-FFF2-40B4-BE49-F238E27FC236}">
                <a16:creationId xmlns:a16="http://schemas.microsoft.com/office/drawing/2014/main" id="{4F785923-9EBB-45C7-B8F2-52A169FB6FC6}"/>
              </a:ext>
            </a:extLst>
          </p:cNvPr>
          <p:cNvSpPr>
            <a:spLocks xmlns:a="http://schemas.openxmlformats.org/drawingml/2006/main" noGrp="1"/>
          </p:cNvSpPr>
          <p:nvPr/>
        </p:nvSpPr>
        <p:spPr>
          <a:xfrm xmlns:a="http://schemas.openxmlformats.org/drawingml/2006/main">
            <a:off x="9991725" y="6598920"/>
            <a:ext cx="22098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Request Controller</a:t>
            </a:r>
          </a:p>
        </p:txBody>
      </p:sp>
      <p:sp>
        <p:nvSpPr>
          <p:cNvPr id="183" name="dp43-comparison / n178">
            <a:extLst xmlns:a="http://schemas.openxmlformats.org/drawingml/2006/main">
              <a:ext uri="{FF2B5EF4-FFF2-40B4-BE49-F238E27FC236}">
                <a16:creationId xmlns:a16="http://schemas.microsoft.com/office/drawing/2014/main" id="{1CC840AA-2A96-4D66-BA01-F6D415F39883}"/>
              </a:ext>
            </a:extLst>
          </p:cNvPr>
          <p:cNvSpPr>
            <a:spLocks xmlns:a="http://schemas.openxmlformats.org/drawingml/2006/main" noGrp="1"/>
          </p:cNvSpPr>
          <p:nvPr/>
        </p:nvSpPr>
        <p:spPr>
          <a:xfrm xmlns:a="http://schemas.openxmlformats.org/drawingml/2006/main">
            <a:off x="12906375" y="6505575"/>
            <a:ext cx="2190750" cy="409575"/>
          </a:xfrm>
          <a:prstGeom xmlns:a="http://schemas.openxmlformats.org/drawingml/2006/main" prst="can">
            <a:avLst>
              <a:gd name="adj" fmla="val 20000"/>
            </a:avLst>
          </a:prstGeom>
          <a:solidFill xmlns:a="http://schemas.openxmlformats.org/drawingml/2006/main">
            <a:srgbClr val="FFF7DE"/>
          </a:solidFill>
          <a:ln xmlns:a="http://schemas.openxmlformats.org/drawingml/2006/main" w="16193">
            <a:solidFill>
              <a:srgbClr val="5F6B77"/>
            </a:solidFill>
            <a:prstDash val="solid"/>
          </a:ln>
        </p:spPr>
      </p:sp>
      <p:sp>
        <p:nvSpPr>
          <p:cNvPr id="184" name="dp43-comparison / n179 / text 1">
            <a:extLst xmlns:a="http://schemas.openxmlformats.org/drawingml/2006/main">
              <a:ext uri="{FF2B5EF4-FFF2-40B4-BE49-F238E27FC236}">
                <a16:creationId xmlns:a16="http://schemas.microsoft.com/office/drawing/2014/main" id="{13961A4A-6B08-4DFD-A287-2BCF45CB80E1}"/>
              </a:ext>
            </a:extLst>
          </p:cNvPr>
          <p:cNvSpPr>
            <a:spLocks xmlns:a="http://schemas.openxmlformats.org/drawingml/2006/main" noGrp="1"/>
          </p:cNvSpPr>
          <p:nvPr/>
        </p:nvSpPr>
        <p:spPr>
          <a:xfrm xmlns:a="http://schemas.openxmlformats.org/drawingml/2006/main">
            <a:off x="12992100" y="6667500"/>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State Store</a:t>
            </a:r>
          </a:p>
        </p:txBody>
      </p:sp>
      <p:sp>
        <p:nvSpPr>
          <p:cNvPr id="185" name="dp43-comparison / n180">
            <a:extLst xmlns:a="http://schemas.openxmlformats.org/drawingml/2006/main">
              <a:ext uri="{FF2B5EF4-FFF2-40B4-BE49-F238E27FC236}">
                <a16:creationId xmlns:a16="http://schemas.microsoft.com/office/drawing/2014/main" id="{71E490D8-CA97-4441-AB05-E533D51FF450}"/>
              </a:ext>
            </a:extLst>
          </p:cNvPr>
          <p:cNvSpPr>
            <a:spLocks xmlns:a="http://schemas.openxmlformats.org/drawingml/2006/main" noGrp="1"/>
          </p:cNvSpPr>
          <p:nvPr/>
        </p:nvSpPr>
        <p:spPr>
          <a:xfrm xmlns:a="http://schemas.openxmlformats.org/drawingml/2006/main">
            <a:off x="15668625" y="6524625"/>
            <a:ext cx="1981200" cy="371475"/>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186" name="dp43-comparison / n181 / text 1">
            <a:extLst xmlns:a="http://schemas.openxmlformats.org/drawingml/2006/main">
              <a:ext uri="{FF2B5EF4-FFF2-40B4-BE49-F238E27FC236}">
                <a16:creationId xmlns:a16="http://schemas.microsoft.com/office/drawing/2014/main" id="{299151BA-F830-459E-A67B-AAAD86F7E326}"/>
              </a:ext>
            </a:extLst>
          </p:cNvPr>
          <p:cNvSpPr>
            <a:spLocks xmlns:a="http://schemas.openxmlformats.org/drawingml/2006/main" noGrp="1"/>
          </p:cNvSpPr>
          <p:nvPr/>
        </p:nvSpPr>
        <p:spPr>
          <a:xfrm xmlns:a="http://schemas.openxmlformats.org/drawingml/2006/main">
            <a:off x="15754350" y="6598920"/>
            <a:ext cx="18097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Policy Manager</a:t>
            </a:r>
          </a:p>
        </p:txBody>
      </p:sp>
      <p:sp>
        <p:nvSpPr>
          <p:cNvPr id="187" name="dp43-comparison / n182 / path">
            <a:extLst xmlns:a="http://schemas.openxmlformats.org/drawingml/2006/main">
              <a:ext uri="{FF2B5EF4-FFF2-40B4-BE49-F238E27FC236}">
                <a16:creationId xmlns:a16="http://schemas.microsoft.com/office/drawing/2014/main" id="{256A4B1C-CCDE-4036-B764-506A789A4BC4}"/>
              </a:ext>
            </a:extLst>
          </p:cNvPr>
          <p:cNvSpPr>
            <a:spLocks xmlns:a="http://schemas.openxmlformats.org/drawingml/2006/main" noGrp="1"/>
          </p:cNvSpPr>
          <p:nvPr/>
        </p:nvSpPr>
        <p:spPr>
          <a:xfrm xmlns:a="http://schemas.openxmlformats.org/drawingml/2006/main">
            <a:off x="11096625" y="5810250"/>
            <a:ext cx="2676525" cy="714375"/>
          </a:xfrm>
          <a:custGeom xmlns:a="http://schemas.openxmlformats.org/drawingml/2006/main">
            <a:pathLst>
              <a:path w="2676525" h="714375">
                <a:moveTo>
                  <a:pt x="2676525" y="0"/>
                </a:moveTo>
                <a:lnTo>
                  <a:pt x="2676525" y="647700"/>
                </a:lnTo>
                <a:lnTo>
                  <a:pt x="0" y="647700"/>
                </a:lnTo>
                <a:lnTo>
                  <a:pt x="0" y="714375"/>
                </a:lnTo>
              </a:path>
            </a:pathLst>
          </a:custGeom>
          <a:noFill xmlns:a="http://schemas.openxmlformats.org/drawingml/2006/main"/>
          <a:ln xmlns:a="http://schemas.openxmlformats.org/drawingml/2006/main" w="19050">
            <a:solidFill>
              <a:srgbClr val="7155A4"/>
            </a:solidFill>
            <a:prstDash val="solid"/>
          </a:ln>
        </p:spPr>
      </p:sp>
      <p:sp>
        <p:nvSpPr>
          <p:cNvPr id="188" name="dp43-comparison / n182 / arrow">
            <a:extLst xmlns:a="http://schemas.openxmlformats.org/drawingml/2006/main">
              <a:ext uri="{FF2B5EF4-FFF2-40B4-BE49-F238E27FC236}">
                <a16:creationId xmlns:a16="http://schemas.microsoft.com/office/drawing/2014/main" id="{8DB97C90-0CF1-404C-96D5-E2F82C6A3DBF}"/>
              </a:ext>
            </a:extLst>
          </p:cNvPr>
          <p:cNvSpPr>
            <a:spLocks xmlns:a="http://schemas.openxmlformats.org/drawingml/2006/main" noGrp="1"/>
          </p:cNvSpPr>
          <p:nvPr/>
        </p:nvSpPr>
        <p:spPr>
          <a:xfrm xmlns:a="http://schemas.openxmlformats.org/drawingml/2006/main">
            <a:off x="11035665" y="6402705"/>
            <a:ext cx="121920" cy="121920"/>
          </a:xfrm>
          <a:custGeom xmlns:a="http://schemas.openxmlformats.org/drawingml/2006/main">
            <a:pathLst>
              <a:path w="121920" h="121920">
                <a:moveTo>
                  <a:pt x="0" y="0"/>
                </a:moveTo>
                <a:lnTo>
                  <a:pt x="60960" y="121920"/>
                </a:lnTo>
                <a:lnTo>
                  <a:pt x="121920" y="0"/>
                </a:lnTo>
              </a:path>
            </a:pathLst>
          </a:custGeom>
          <a:noFill xmlns:a="http://schemas.openxmlformats.org/drawingml/2006/main"/>
          <a:ln xmlns:a="http://schemas.openxmlformats.org/drawingml/2006/main" w="24384">
            <a:solidFill>
              <a:srgbClr val="7155A4"/>
            </a:solidFill>
            <a:prstDash val="solid"/>
          </a:ln>
        </p:spPr>
      </p:sp>
      <p:sp>
        <p:nvSpPr>
          <p:cNvPr id="189" name="dp43-comparison / n183 / path">
            <a:extLst xmlns:a="http://schemas.openxmlformats.org/drawingml/2006/main">
              <a:ext uri="{FF2B5EF4-FFF2-40B4-BE49-F238E27FC236}">
                <a16:creationId xmlns:a16="http://schemas.microsoft.com/office/drawing/2014/main" id="{82F1A60D-58BD-481D-B897-392466047E32}"/>
              </a:ext>
            </a:extLst>
          </p:cNvPr>
          <p:cNvSpPr>
            <a:spLocks xmlns:a="http://schemas.openxmlformats.org/drawingml/2006/main" noGrp="1"/>
          </p:cNvSpPr>
          <p:nvPr/>
        </p:nvSpPr>
        <p:spPr>
          <a:xfrm xmlns:a="http://schemas.openxmlformats.org/drawingml/2006/main">
            <a:off x="12287250" y="6448425"/>
            <a:ext cx="3381375" cy="261938"/>
          </a:xfrm>
          <a:custGeom xmlns:a="http://schemas.openxmlformats.org/drawingml/2006/main">
            <a:pathLst>
              <a:path w="3381375" h="261938">
                <a:moveTo>
                  <a:pt x="3381375" y="261938"/>
                </a:moveTo>
                <a:lnTo>
                  <a:pt x="3181350" y="257175"/>
                </a:lnTo>
                <a:lnTo>
                  <a:pt x="3181350" y="0"/>
                </a:lnTo>
                <a:lnTo>
                  <a:pt x="180975" y="0"/>
                </a:lnTo>
                <a:lnTo>
                  <a:pt x="180975" y="257175"/>
                </a:lnTo>
                <a:lnTo>
                  <a:pt x="0" y="261938"/>
                </a:lnTo>
              </a:path>
            </a:pathLst>
          </a:custGeom>
          <a:noFill xmlns:a="http://schemas.openxmlformats.org/drawingml/2006/main"/>
          <a:ln xmlns:a="http://schemas.openxmlformats.org/drawingml/2006/main" w="19050">
            <a:solidFill>
              <a:srgbClr val="5F6B77"/>
            </a:solidFill>
            <a:prstDash val="dash"/>
          </a:ln>
        </p:spPr>
      </p:sp>
      <p:sp>
        <p:nvSpPr>
          <p:cNvPr id="190" name="dp43-comparison / n183 / arrow">
            <a:extLst xmlns:a="http://schemas.openxmlformats.org/drawingml/2006/main">
              <a:ext uri="{FF2B5EF4-FFF2-40B4-BE49-F238E27FC236}">
                <a16:creationId xmlns:a16="http://schemas.microsoft.com/office/drawing/2014/main" id="{9124D4B8-8B55-4EC9-B40D-9C513AB3B907}"/>
              </a:ext>
            </a:extLst>
          </p:cNvPr>
          <p:cNvSpPr>
            <a:spLocks xmlns:a="http://schemas.openxmlformats.org/drawingml/2006/main" noGrp="1"/>
          </p:cNvSpPr>
          <p:nvPr/>
        </p:nvSpPr>
        <p:spPr>
          <a:xfrm xmlns:a="http://schemas.openxmlformats.org/drawingml/2006/main">
            <a:off x="12287250" y="6646216"/>
            <a:ext cx="123481" cy="121878"/>
          </a:xfrm>
          <a:custGeom xmlns:a="http://schemas.openxmlformats.org/drawingml/2006/main">
            <a:pathLst>
              <a:path w="123481" h="121878">
                <a:moveTo>
                  <a:pt x="120274" y="0"/>
                </a:moveTo>
                <a:lnTo>
                  <a:pt x="0" y="64146"/>
                </a:lnTo>
                <a:lnTo>
                  <a:pt x="123481" y="121878"/>
                </a:lnTo>
              </a:path>
            </a:pathLst>
          </a:custGeom>
          <a:noFill xmlns:a="http://schemas.openxmlformats.org/drawingml/2006/main"/>
          <a:ln xmlns:a="http://schemas.openxmlformats.org/drawingml/2006/main" w="24384">
            <a:solidFill>
              <a:srgbClr val="5F6B77"/>
            </a:solidFill>
            <a:prstDash val="solid"/>
          </a:ln>
        </p:spPr>
      </p:sp>
      <p:sp>
        <p:nvSpPr>
          <p:cNvPr id="191" name="dp43-comparison / n184 / path">
            <a:extLst xmlns:a="http://schemas.openxmlformats.org/drawingml/2006/main">
              <a:ext uri="{FF2B5EF4-FFF2-40B4-BE49-F238E27FC236}">
                <a16:creationId xmlns:a16="http://schemas.microsoft.com/office/drawing/2014/main" id="{4688ADCC-F336-47D9-B8C2-6DBB58574CC1}"/>
              </a:ext>
            </a:extLst>
          </p:cNvPr>
          <p:cNvSpPr>
            <a:spLocks xmlns:a="http://schemas.openxmlformats.org/drawingml/2006/main" noGrp="1"/>
          </p:cNvSpPr>
          <p:nvPr/>
        </p:nvSpPr>
        <p:spPr>
          <a:xfrm xmlns:a="http://schemas.openxmlformats.org/drawingml/2006/main">
            <a:off x="12287250" y="6710363"/>
            <a:ext cx="619125" cy="953"/>
          </a:xfrm>
          <a:custGeom xmlns:a="http://schemas.openxmlformats.org/drawingml/2006/main">
            <a:pathLst>
              <a:path w="619125" h="953">
                <a:moveTo>
                  <a:pt x="0" y="0"/>
                </a:moveTo>
                <a:lnTo>
                  <a:pt x="619125" y="0"/>
                </a:lnTo>
              </a:path>
            </a:pathLst>
          </a:custGeom>
          <a:noFill xmlns:a="http://schemas.openxmlformats.org/drawingml/2006/main"/>
          <a:ln xmlns:a="http://schemas.openxmlformats.org/drawingml/2006/main" w="19050">
            <a:solidFill>
              <a:srgbClr val="7155A4"/>
            </a:solidFill>
            <a:prstDash val="solid"/>
          </a:ln>
        </p:spPr>
      </p:sp>
      <p:sp>
        <p:nvSpPr>
          <p:cNvPr id="192" name="dp43-comparison / n184 / arrow">
            <a:extLst xmlns:a="http://schemas.openxmlformats.org/drawingml/2006/main">
              <a:ext uri="{FF2B5EF4-FFF2-40B4-BE49-F238E27FC236}">
                <a16:creationId xmlns:a16="http://schemas.microsoft.com/office/drawing/2014/main" id="{BCA6E32B-847A-4892-900C-F50CC57FF7E8}"/>
              </a:ext>
            </a:extLst>
          </p:cNvPr>
          <p:cNvSpPr>
            <a:spLocks xmlns:a="http://schemas.openxmlformats.org/drawingml/2006/main" noGrp="1"/>
          </p:cNvSpPr>
          <p:nvPr/>
        </p:nvSpPr>
        <p:spPr>
          <a:xfrm xmlns:a="http://schemas.openxmlformats.org/drawingml/2006/main">
            <a:off x="12784455" y="6649403"/>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7155A4"/>
            </a:solidFill>
            <a:prstDash val="solid"/>
          </a:ln>
        </p:spPr>
      </p:sp>
      <p:sp>
        <p:nvSpPr>
          <p:cNvPr id="193" name="dp43-comparison / n110">
            <a:extLst xmlns:a="http://schemas.openxmlformats.org/drawingml/2006/main">
              <a:ext uri="{FF2B5EF4-FFF2-40B4-BE49-F238E27FC236}">
                <a16:creationId xmlns:a16="http://schemas.microsoft.com/office/drawing/2014/main" id="{4181A5C3-3EBC-4B5E-9BCF-BC4E6E53AEEA}"/>
              </a:ext>
            </a:extLst>
          </p:cNvPr>
          <p:cNvSpPr>
            <a:spLocks xmlns:a="http://schemas.openxmlformats.org/drawingml/2006/main" noGrp="1"/>
          </p:cNvSpPr>
          <p:nvPr/>
        </p:nvSpPr>
        <p:spPr>
          <a:xfrm xmlns:a="http://schemas.openxmlformats.org/drawingml/2006/main">
            <a:off x="9867900" y="2400300"/>
            <a:ext cx="2534222"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4" name="dp43-comparison / n111 / text 1">
            <a:extLst xmlns:a="http://schemas.openxmlformats.org/drawingml/2006/main">
              <a:ext uri="{FF2B5EF4-FFF2-40B4-BE49-F238E27FC236}">
                <a16:creationId xmlns:a16="http://schemas.microsoft.com/office/drawing/2014/main" id="{7E9C46C3-F06D-4B92-A607-4174A42F62C4}"/>
              </a:ext>
            </a:extLst>
          </p:cNvPr>
          <p:cNvSpPr>
            <a:spLocks xmlns:a="http://schemas.openxmlformats.org/drawingml/2006/main" noGrp="1"/>
          </p:cNvSpPr>
          <p:nvPr/>
        </p:nvSpPr>
        <p:spPr>
          <a:xfrm xmlns:a="http://schemas.openxmlformats.org/drawingml/2006/main">
            <a:off x="9886950" y="2409825"/>
            <a:ext cx="2667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확정 User Turn / 새 Request</a:t>
            </a:r>
          </a:p>
        </p:txBody>
      </p:sp>
      <p:sp>
        <p:nvSpPr>
          <p:cNvPr id="195" name="dp43-comparison / n112">
            <a:extLst xmlns:a="http://schemas.openxmlformats.org/drawingml/2006/main">
              <a:ext uri="{FF2B5EF4-FFF2-40B4-BE49-F238E27FC236}">
                <a16:creationId xmlns:a16="http://schemas.microsoft.com/office/drawing/2014/main" id="{97765100-4BE0-47F2-9AA7-637FE83F5C7B}"/>
              </a:ext>
            </a:extLst>
          </p:cNvPr>
          <p:cNvSpPr>
            <a:spLocks xmlns:a="http://schemas.openxmlformats.org/drawingml/2006/main" noGrp="1"/>
          </p:cNvSpPr>
          <p:nvPr/>
        </p:nvSpPr>
        <p:spPr>
          <a:xfrm xmlns:a="http://schemas.openxmlformats.org/drawingml/2006/main">
            <a:off x="15678150" y="3076575"/>
            <a:ext cx="2038350"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6" name="dp43-comparison / n113 / text 1">
            <a:extLst xmlns:a="http://schemas.openxmlformats.org/drawingml/2006/main">
              <a:ext uri="{FF2B5EF4-FFF2-40B4-BE49-F238E27FC236}">
                <a16:creationId xmlns:a16="http://schemas.microsoft.com/office/drawing/2014/main" id="{C5F44CEB-3C5B-4BB6-B05D-EABEAAA29675}"/>
              </a:ext>
            </a:extLst>
          </p:cNvPr>
          <p:cNvSpPr>
            <a:spLocks xmlns:a="http://schemas.openxmlformats.org/drawingml/2006/main" noGrp="1"/>
          </p:cNvSpPr>
          <p:nvPr/>
        </p:nvSpPr>
        <p:spPr>
          <a:xfrm xmlns:a="http://schemas.openxmlformats.org/drawingml/2006/main">
            <a:off x="15697200" y="3086100"/>
            <a:ext cx="20002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공유 Omni 1벌 / 역할별 KV</a:t>
            </a:r>
          </a:p>
        </p:txBody>
      </p:sp>
      <p:sp>
        <p:nvSpPr>
          <p:cNvPr id="197" name="dp43-comparison / n115">
            <a:extLst xmlns:a="http://schemas.openxmlformats.org/drawingml/2006/main">
              <a:ext uri="{FF2B5EF4-FFF2-40B4-BE49-F238E27FC236}">
                <a16:creationId xmlns:a16="http://schemas.microsoft.com/office/drawing/2014/main" id="{3FC340C3-1DE3-4396-8E59-428EEB5D1CFF}"/>
              </a:ext>
            </a:extLst>
          </p:cNvPr>
          <p:cNvSpPr>
            <a:spLocks xmlns:a="http://schemas.openxmlformats.org/drawingml/2006/main" noGrp="1"/>
          </p:cNvSpPr>
          <p:nvPr/>
        </p:nvSpPr>
        <p:spPr>
          <a:xfrm xmlns:a="http://schemas.openxmlformats.org/drawingml/2006/main">
            <a:off x="12239625" y="2438400"/>
            <a:ext cx="381000"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8" name="dp43-comparison / n116 / text 1">
            <a:extLst xmlns:a="http://schemas.openxmlformats.org/drawingml/2006/main">
              <a:ext uri="{FF2B5EF4-FFF2-40B4-BE49-F238E27FC236}">
                <a16:creationId xmlns:a16="http://schemas.microsoft.com/office/drawing/2014/main" id="{55CFA5DA-01BD-461F-9BB2-29240A1F5ED3}"/>
              </a:ext>
            </a:extLst>
          </p:cNvPr>
          <p:cNvSpPr>
            <a:spLocks xmlns:a="http://schemas.openxmlformats.org/drawingml/2006/main" noGrp="1"/>
          </p:cNvSpPr>
          <p:nvPr/>
        </p:nvSpPr>
        <p:spPr>
          <a:xfrm xmlns:a="http://schemas.openxmlformats.org/drawingml/2006/main">
            <a:off x="12258675" y="2447925"/>
            <a:ext cx="12382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원문</a:t>
            </a:r>
          </a:p>
        </p:txBody>
      </p:sp>
      <p:sp>
        <p:nvSpPr>
          <p:cNvPr id="199" name="dp43-comparison / n117">
            <a:extLst xmlns:a="http://schemas.openxmlformats.org/drawingml/2006/main">
              <a:ext uri="{FF2B5EF4-FFF2-40B4-BE49-F238E27FC236}">
                <a16:creationId xmlns:a16="http://schemas.microsoft.com/office/drawing/2014/main" id="{EA8F9E46-FC83-49A6-9F27-083C27AD481E}"/>
              </a:ext>
            </a:extLst>
          </p:cNvPr>
          <p:cNvSpPr>
            <a:spLocks xmlns:a="http://schemas.openxmlformats.org/drawingml/2006/main" noGrp="1"/>
          </p:cNvSpPr>
          <p:nvPr/>
        </p:nvSpPr>
        <p:spPr>
          <a:xfrm xmlns:a="http://schemas.openxmlformats.org/drawingml/2006/main">
            <a:off x="9839325" y="3095625"/>
            <a:ext cx="4983480"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0" name="dp43-comparison / n118 / text 1">
            <a:extLst xmlns:a="http://schemas.openxmlformats.org/drawingml/2006/main">
              <a:ext uri="{FF2B5EF4-FFF2-40B4-BE49-F238E27FC236}">
                <a16:creationId xmlns:a16="http://schemas.microsoft.com/office/drawing/2014/main" id="{3C99236A-F6B4-4984-BB7C-264C0F7F0538}"/>
              </a:ext>
            </a:extLst>
          </p:cNvPr>
          <p:cNvSpPr>
            <a:spLocks xmlns:a="http://schemas.openxmlformats.org/drawingml/2006/main" noGrp="1"/>
          </p:cNvSpPr>
          <p:nvPr/>
        </p:nvSpPr>
        <p:spPr>
          <a:xfrm xmlns:a="http://schemas.openxmlformats.org/drawingml/2006/main">
            <a:off x="9858375" y="3105150"/>
            <a:ext cx="5334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공통 읽기: Context Manager 정보 / Task Manager의 Task 후보</a:t>
            </a:r>
          </a:p>
        </p:txBody>
      </p:sp>
      <p:sp>
        <p:nvSpPr>
          <p:cNvPr id="201" name="dp43-comparison / n127">
            <a:extLst xmlns:a="http://schemas.openxmlformats.org/drawingml/2006/main">
              <a:ext uri="{FF2B5EF4-FFF2-40B4-BE49-F238E27FC236}">
                <a16:creationId xmlns:a16="http://schemas.microsoft.com/office/drawing/2014/main" id="{5D9BA927-C8E7-4A78-AEEB-A89AD6B384B9}"/>
              </a:ext>
            </a:extLst>
          </p:cNvPr>
          <p:cNvSpPr>
            <a:spLocks xmlns:a="http://schemas.openxmlformats.org/drawingml/2006/main" noGrp="1"/>
          </p:cNvSpPr>
          <p:nvPr/>
        </p:nvSpPr>
        <p:spPr>
          <a:xfrm xmlns:a="http://schemas.openxmlformats.org/drawingml/2006/main">
            <a:off x="10020300" y="4286250"/>
            <a:ext cx="149066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2" name="dp43-comparison / n128 / text 1">
            <a:extLst xmlns:a="http://schemas.openxmlformats.org/drawingml/2006/main">
              <a:ext uri="{FF2B5EF4-FFF2-40B4-BE49-F238E27FC236}">
                <a16:creationId xmlns:a16="http://schemas.microsoft.com/office/drawing/2014/main" id="{2A8BBB86-9F80-41D4-8123-63706539B3CC}"/>
              </a:ext>
            </a:extLst>
          </p:cNvPr>
          <p:cNvSpPr>
            <a:spLocks xmlns:a="http://schemas.openxmlformats.org/drawingml/2006/main" noGrp="1"/>
          </p:cNvSpPr>
          <p:nvPr/>
        </p:nvSpPr>
        <p:spPr>
          <a:xfrm xmlns:a="http://schemas.openxmlformats.org/drawingml/2006/main">
            <a:off x="10039350" y="4295775"/>
            <a:ext cx="2305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7155A4"/>
                </a:solidFill>
                <a:latin typeface="Apple SD Gothic Neo"/>
                <a:ea typeface="Apple SD Gothic Neo"/>
                <a:cs typeface="Apple SD Gothic Neo"/>
              </a:defRPr>
            </a:pPr>
            <a:r>
              <a:rPr sz="1125" b="0">
                <a:solidFill>
                  <a:srgbClr val="7155A4"/>
                </a:solidFill>
                <a:latin typeface="Apple SD Gothic Neo"/>
                <a:ea typeface="Apple SD Gothic Neo"/>
                <a:cs typeface="Apple SD Gothic Neo"/>
              </a:rPr>
              <a:t>F1 목표와 완료 조건</a:t>
            </a:r>
          </a:p>
        </p:txBody>
      </p:sp>
      <p:sp>
        <p:nvSpPr>
          <p:cNvPr id="203" name="dp43-comparison / n133">
            <a:extLst xmlns:a="http://schemas.openxmlformats.org/drawingml/2006/main">
              <a:ext uri="{FF2B5EF4-FFF2-40B4-BE49-F238E27FC236}">
                <a16:creationId xmlns:a16="http://schemas.microsoft.com/office/drawing/2014/main" id="{5A7A953A-81D5-4F77-ACA1-C8EE68F868FA}"/>
              </a:ext>
            </a:extLst>
          </p:cNvPr>
          <p:cNvSpPr>
            <a:spLocks xmlns:a="http://schemas.openxmlformats.org/drawingml/2006/main" noGrp="1"/>
          </p:cNvSpPr>
          <p:nvPr/>
        </p:nvSpPr>
        <p:spPr>
          <a:xfrm xmlns:a="http://schemas.openxmlformats.org/drawingml/2006/main">
            <a:off x="10020300" y="4943475"/>
            <a:ext cx="149066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4" name="dp43-comparison / n134 / text 1">
            <a:extLst xmlns:a="http://schemas.openxmlformats.org/drawingml/2006/main">
              <a:ext uri="{FF2B5EF4-FFF2-40B4-BE49-F238E27FC236}">
                <a16:creationId xmlns:a16="http://schemas.microsoft.com/office/drawing/2014/main" id="{447AA3A2-AFA1-42FC-8AD4-2DBA2284FE1C}"/>
              </a:ext>
            </a:extLst>
          </p:cNvPr>
          <p:cNvSpPr>
            <a:spLocks xmlns:a="http://schemas.openxmlformats.org/drawingml/2006/main" noGrp="1"/>
          </p:cNvSpPr>
          <p:nvPr/>
        </p:nvSpPr>
        <p:spPr>
          <a:xfrm xmlns:a="http://schemas.openxmlformats.org/drawingml/2006/main">
            <a:off x="10039350" y="4953000"/>
            <a:ext cx="2305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7155A4"/>
                </a:solidFill>
                <a:latin typeface="Apple SD Gothic Neo"/>
                <a:ea typeface="Apple SD Gothic Neo"/>
                <a:cs typeface="Apple SD Gothic Neo"/>
              </a:defRPr>
            </a:pPr>
            <a:r>
              <a:rPr sz="1125" b="0">
                <a:solidFill>
                  <a:srgbClr val="7155A4"/>
                </a:solidFill>
                <a:latin typeface="Apple SD Gothic Neo"/>
                <a:ea typeface="Apple SD Gothic Neo"/>
                <a:cs typeface="Apple SD Gothic Neo"/>
              </a:rPr>
              <a:t>F2 표와 결론의 범위</a:t>
            </a:r>
          </a:p>
        </p:txBody>
      </p:sp>
      <p:sp>
        <p:nvSpPr>
          <p:cNvPr id="205" name="dp43-comparison / n139">
            <a:extLst xmlns:a="http://schemas.openxmlformats.org/drawingml/2006/main">
              <a:ext uri="{FF2B5EF4-FFF2-40B4-BE49-F238E27FC236}">
                <a16:creationId xmlns:a16="http://schemas.microsoft.com/office/drawing/2014/main" id="{E9ACB78A-61E6-47E2-8D97-E26FD73591C1}"/>
              </a:ext>
            </a:extLst>
          </p:cNvPr>
          <p:cNvSpPr>
            <a:spLocks xmlns:a="http://schemas.openxmlformats.org/drawingml/2006/main" noGrp="1"/>
          </p:cNvSpPr>
          <p:nvPr/>
        </p:nvSpPr>
        <p:spPr>
          <a:xfrm xmlns:a="http://schemas.openxmlformats.org/drawingml/2006/main">
            <a:off x="10020300" y="5600700"/>
            <a:ext cx="226790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6" name="dp43-comparison / n140 / text 1">
            <a:extLst xmlns:a="http://schemas.openxmlformats.org/drawingml/2006/main">
              <a:ext uri="{FF2B5EF4-FFF2-40B4-BE49-F238E27FC236}">
                <a16:creationId xmlns:a16="http://schemas.microsoft.com/office/drawing/2014/main" id="{86C8AE52-C44A-48D2-BDC2-57955F4BC89D}"/>
              </a:ext>
            </a:extLst>
          </p:cNvPr>
          <p:cNvSpPr>
            <a:spLocks xmlns:a="http://schemas.openxmlformats.org/drawingml/2006/main" noGrp="1"/>
          </p:cNvSpPr>
          <p:nvPr/>
        </p:nvSpPr>
        <p:spPr>
          <a:xfrm xmlns:a="http://schemas.openxmlformats.org/drawingml/2006/main">
            <a:off x="10039350" y="5610225"/>
            <a:ext cx="2305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7155A4"/>
                </a:solidFill>
                <a:latin typeface="Apple SD Gothic Neo"/>
                <a:ea typeface="Apple SD Gothic Neo"/>
                <a:cs typeface="Apple SD Gothic Neo"/>
              </a:defRPr>
            </a:pPr>
            <a:r>
              <a:rPr sz="1125" b="0">
                <a:solidFill>
                  <a:srgbClr val="7155A4"/>
                </a:solidFill>
                <a:latin typeface="Apple SD Gothic Neo"/>
                <a:ea typeface="Apple SD Gothic Neo"/>
                <a:cs typeface="Apple SD Gothic Neo"/>
              </a:rPr>
              <a:t>F3 Conversation / Task 연결</a:t>
            </a:r>
          </a:p>
        </p:txBody>
      </p:sp>
      <p:sp>
        <p:nvSpPr>
          <p:cNvPr id="207" name="dp43-comparison / n145">
            <a:extLst xmlns:a="http://schemas.openxmlformats.org/drawingml/2006/main">
              <a:ext uri="{FF2B5EF4-FFF2-40B4-BE49-F238E27FC236}">
                <a16:creationId xmlns:a16="http://schemas.microsoft.com/office/drawing/2014/main" id="{C2A9569D-2F7E-4DA7-A358-CFFE0208B742}"/>
              </a:ext>
            </a:extLst>
          </p:cNvPr>
          <p:cNvSpPr>
            <a:spLocks xmlns:a="http://schemas.openxmlformats.org/drawingml/2006/main" noGrp="1"/>
          </p:cNvSpPr>
          <p:nvPr/>
        </p:nvSpPr>
        <p:spPr>
          <a:xfrm xmlns:a="http://schemas.openxmlformats.org/drawingml/2006/main">
            <a:off x="15220950" y="4286250"/>
            <a:ext cx="149066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8" name="dp43-comparison / n146 / text 1">
            <a:extLst xmlns:a="http://schemas.openxmlformats.org/drawingml/2006/main">
              <a:ext uri="{FF2B5EF4-FFF2-40B4-BE49-F238E27FC236}">
                <a16:creationId xmlns:a16="http://schemas.microsoft.com/office/drawing/2014/main" id="{505D19AC-66BE-417E-9DBD-C330C5740796}"/>
              </a:ext>
            </a:extLst>
          </p:cNvPr>
          <p:cNvSpPr>
            <a:spLocks xmlns:a="http://schemas.openxmlformats.org/drawingml/2006/main" noGrp="1"/>
          </p:cNvSpPr>
          <p:nvPr/>
        </p:nvSpPr>
        <p:spPr>
          <a:xfrm xmlns:a="http://schemas.openxmlformats.org/drawingml/2006/main">
            <a:off x="15240000" y="4295775"/>
            <a:ext cx="2305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7155A4"/>
                </a:solidFill>
                <a:latin typeface="Apple SD Gothic Neo"/>
                <a:ea typeface="Apple SD Gothic Neo"/>
                <a:cs typeface="Apple SD Gothic Neo"/>
              </a:defRPr>
            </a:pPr>
            <a:r>
              <a:rPr sz="1125" b="0">
                <a:solidFill>
                  <a:srgbClr val="7155A4"/>
                </a:solidFill>
                <a:latin typeface="Apple SD Gothic Neo"/>
                <a:ea typeface="Apple SD Gothic Neo"/>
                <a:cs typeface="Apple SD Gothic Neo"/>
              </a:rPr>
              <a:t>F4 조건과 의존 관계</a:t>
            </a:r>
          </a:p>
        </p:txBody>
      </p:sp>
      <p:sp>
        <p:nvSpPr>
          <p:cNvPr id="209" name="dp43-comparison / n151">
            <a:extLst xmlns:a="http://schemas.openxmlformats.org/drawingml/2006/main">
              <a:ext uri="{FF2B5EF4-FFF2-40B4-BE49-F238E27FC236}">
                <a16:creationId xmlns:a16="http://schemas.microsoft.com/office/drawing/2014/main" id="{60BD6D1B-C2FC-4C8E-BDE0-1435AA7D6AC4}"/>
              </a:ext>
            </a:extLst>
          </p:cNvPr>
          <p:cNvSpPr>
            <a:spLocks xmlns:a="http://schemas.openxmlformats.org/drawingml/2006/main" noGrp="1"/>
          </p:cNvSpPr>
          <p:nvPr/>
        </p:nvSpPr>
        <p:spPr>
          <a:xfrm xmlns:a="http://schemas.openxmlformats.org/drawingml/2006/main">
            <a:off x="15220950" y="4943475"/>
            <a:ext cx="1702118"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0" name="dp43-comparison / n152 / text 1">
            <a:extLst xmlns:a="http://schemas.openxmlformats.org/drawingml/2006/main">
              <a:ext uri="{FF2B5EF4-FFF2-40B4-BE49-F238E27FC236}">
                <a16:creationId xmlns:a16="http://schemas.microsoft.com/office/drawing/2014/main" id="{49785A56-79C0-4F1F-B7E4-BDF90126898F}"/>
              </a:ext>
            </a:extLst>
          </p:cNvPr>
          <p:cNvSpPr>
            <a:spLocks xmlns:a="http://schemas.openxmlformats.org/drawingml/2006/main" noGrp="1"/>
          </p:cNvSpPr>
          <p:nvPr/>
        </p:nvSpPr>
        <p:spPr>
          <a:xfrm xmlns:a="http://schemas.openxmlformats.org/drawingml/2006/main">
            <a:off x="15240000" y="4953000"/>
            <a:ext cx="2305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7155A4"/>
                </a:solidFill>
                <a:latin typeface="Apple SD Gothic Neo"/>
                <a:ea typeface="Apple SD Gothic Neo"/>
                <a:cs typeface="Apple SD Gothic Neo"/>
              </a:defRPr>
            </a:pPr>
            <a:r>
              <a:rPr sz="1125" b="0">
                <a:solidFill>
                  <a:srgbClr val="7155A4"/>
                </a:solidFill>
                <a:latin typeface="Apple SD Gothic Neo"/>
                <a:ea typeface="Apple SD Gothic Neo"/>
                <a:cs typeface="Apple SD Gothic Neo"/>
              </a:rPr>
              <a:t>F5 PDF 유지 / 결론→표</a:t>
            </a:r>
          </a:p>
        </p:txBody>
      </p:sp>
      <p:sp>
        <p:nvSpPr>
          <p:cNvPr id="211" name="dp43-comparison / n157">
            <a:extLst xmlns:a="http://schemas.openxmlformats.org/drawingml/2006/main">
              <a:ext uri="{FF2B5EF4-FFF2-40B4-BE49-F238E27FC236}">
                <a16:creationId xmlns:a16="http://schemas.microsoft.com/office/drawing/2014/main" id="{00A6AC04-02BA-47E5-B5A9-228C738396DA}"/>
              </a:ext>
            </a:extLst>
          </p:cNvPr>
          <p:cNvSpPr>
            <a:spLocks xmlns:a="http://schemas.openxmlformats.org/drawingml/2006/main" noGrp="1"/>
          </p:cNvSpPr>
          <p:nvPr/>
        </p:nvSpPr>
        <p:spPr>
          <a:xfrm xmlns:a="http://schemas.openxmlformats.org/drawingml/2006/main">
            <a:off x="15220950" y="5600700"/>
            <a:ext cx="222218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2" name="dp43-comparison / n158 / text 1">
            <a:extLst xmlns:a="http://schemas.openxmlformats.org/drawingml/2006/main">
              <a:ext uri="{FF2B5EF4-FFF2-40B4-BE49-F238E27FC236}">
                <a16:creationId xmlns:a16="http://schemas.microsoft.com/office/drawing/2014/main" id="{C9C06587-84AD-44FA-8B4C-FE6D47C96045}"/>
              </a:ext>
            </a:extLst>
          </p:cNvPr>
          <p:cNvSpPr>
            <a:spLocks xmlns:a="http://schemas.openxmlformats.org/drawingml/2006/main" noGrp="1"/>
          </p:cNvSpPr>
          <p:nvPr/>
        </p:nvSpPr>
        <p:spPr>
          <a:xfrm xmlns:a="http://schemas.openxmlformats.org/drawingml/2006/main">
            <a:off x="15240000" y="5610225"/>
            <a:ext cx="2305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7155A4"/>
                </a:solidFill>
                <a:latin typeface="Apple SD Gothic Neo"/>
                <a:ea typeface="Apple SD Gothic Neo"/>
                <a:cs typeface="Apple SD Gothic Neo"/>
              </a:defRPr>
            </a:pPr>
            <a:r>
              <a:rPr sz="1125" b="0">
                <a:solidFill>
                  <a:srgbClr val="7155A4"/>
                </a:solidFill>
                <a:latin typeface="Apple SD Gothic Neo"/>
                <a:ea typeface="Apple SD Gothic Neo"/>
                <a:cs typeface="Apple SD Gothic Neo"/>
              </a:rPr>
              <a:t>F6 Delegation / 질문 / 대기</a:t>
            </a:r>
          </a:p>
        </p:txBody>
      </p:sp>
      <p:sp>
        <p:nvSpPr>
          <p:cNvPr id="213" name="dp43-comparison / n170">
            <a:extLst xmlns:a="http://schemas.openxmlformats.org/drawingml/2006/main">
              <a:ext uri="{FF2B5EF4-FFF2-40B4-BE49-F238E27FC236}">
                <a16:creationId xmlns:a16="http://schemas.microsoft.com/office/drawing/2014/main" id="{71BD90F2-E5D1-4B26-AC5A-EF3AD94307B7}"/>
              </a:ext>
            </a:extLst>
          </p:cNvPr>
          <p:cNvSpPr>
            <a:spLocks xmlns:a="http://schemas.openxmlformats.org/drawingml/2006/main" noGrp="1"/>
          </p:cNvSpPr>
          <p:nvPr/>
        </p:nvSpPr>
        <p:spPr>
          <a:xfrm xmlns:a="http://schemas.openxmlformats.org/drawingml/2006/main">
            <a:off x="12563475" y="3514725"/>
            <a:ext cx="2642235"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4" name="dp43-comparison / n171 / text 1">
            <a:extLst xmlns:a="http://schemas.openxmlformats.org/drawingml/2006/main">
              <a:ext uri="{FF2B5EF4-FFF2-40B4-BE49-F238E27FC236}">
                <a16:creationId xmlns:a16="http://schemas.microsoft.com/office/drawing/2014/main" id="{520304A8-10BE-4B52-9FB4-5C4943AC556A}"/>
              </a:ext>
            </a:extLst>
          </p:cNvPr>
          <p:cNvSpPr>
            <a:spLocks xmlns:a="http://schemas.openxmlformats.org/drawingml/2006/main" noGrp="1"/>
          </p:cNvSpPr>
          <p:nvPr/>
        </p:nvSpPr>
        <p:spPr>
          <a:xfrm xmlns:a="http://schemas.openxmlformats.org/drawingml/2006/main">
            <a:off x="12582525" y="3524250"/>
            <a:ext cx="4962525"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5F6B77"/>
                </a:solidFill>
                <a:latin typeface="Apple SD Gothic Neo"/>
                <a:ea typeface="Apple SD Gothic Neo"/>
                <a:cs typeface="Apple SD Gothic Neo"/>
              </a:defRPr>
            </a:pPr>
            <a:r>
              <a:rPr sz="1125" b="0">
                <a:solidFill>
                  <a:srgbClr val="5F6B77"/>
                </a:solidFill>
                <a:latin typeface="Apple SD Gothic Neo"/>
                <a:ea typeface="Apple SD Gothic Neo"/>
                <a:cs typeface="Apple SD Gothic Neo"/>
              </a:rPr>
              <a:t>각 F1~F6 생산자의 모델 호출 / 반환</a:t>
            </a:r>
          </a:p>
        </p:txBody>
      </p:sp>
      <p:sp>
        <p:nvSpPr>
          <p:cNvPr id="215" name="dp43-comparison / n172">
            <a:extLst xmlns:a="http://schemas.openxmlformats.org/drawingml/2006/main">
              <a:ext uri="{FF2B5EF4-FFF2-40B4-BE49-F238E27FC236}">
                <a16:creationId xmlns:a16="http://schemas.microsoft.com/office/drawing/2014/main" id="{67A8C5F5-C717-4D3F-BCFC-306904044368}"/>
              </a:ext>
            </a:extLst>
          </p:cNvPr>
          <p:cNvSpPr>
            <a:spLocks xmlns:a="http://schemas.openxmlformats.org/drawingml/2006/main" noGrp="1"/>
          </p:cNvSpPr>
          <p:nvPr/>
        </p:nvSpPr>
        <p:spPr>
          <a:xfrm xmlns:a="http://schemas.openxmlformats.org/drawingml/2006/main">
            <a:off x="10020300" y="5810250"/>
            <a:ext cx="5462016"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6" name="dp43-comparison / n173 / text 1">
            <a:extLst xmlns:a="http://schemas.openxmlformats.org/drawingml/2006/main">
              <a:ext uri="{FF2B5EF4-FFF2-40B4-BE49-F238E27FC236}">
                <a16:creationId xmlns:a16="http://schemas.microsoft.com/office/drawing/2014/main" id="{A2E433FB-693C-4C72-8D4B-3239FA3612B7}"/>
              </a:ext>
            </a:extLst>
          </p:cNvPr>
          <p:cNvSpPr>
            <a:spLocks xmlns:a="http://schemas.openxmlformats.org/drawingml/2006/main" noGrp="1"/>
          </p:cNvSpPr>
          <p:nvPr/>
        </p:nvSpPr>
        <p:spPr>
          <a:xfrm xmlns:a="http://schemas.openxmlformats.org/drawingml/2006/main">
            <a:off x="10039350" y="5819775"/>
            <a:ext cx="75057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실선 제안 / 점선 원생산자 재판단 / Coordinator의 의미 덮어쓰기 금지</a:t>
            </a:r>
          </a:p>
        </p:txBody>
      </p:sp>
      <p:sp>
        <p:nvSpPr>
          <p:cNvPr id="217" name="dp43-comparison / n174">
            <a:extLst xmlns:a="http://schemas.openxmlformats.org/drawingml/2006/main">
              <a:ext uri="{FF2B5EF4-FFF2-40B4-BE49-F238E27FC236}">
                <a16:creationId xmlns:a16="http://schemas.microsoft.com/office/drawing/2014/main" id="{3899F3A2-3A85-4C74-AA13-5BDFAAA1DD10}"/>
              </a:ext>
            </a:extLst>
          </p:cNvPr>
          <p:cNvSpPr>
            <a:spLocks xmlns:a="http://schemas.openxmlformats.org/drawingml/2006/main" noGrp="1"/>
          </p:cNvSpPr>
          <p:nvPr/>
        </p:nvSpPr>
        <p:spPr>
          <a:xfrm xmlns:a="http://schemas.openxmlformats.org/drawingml/2006/main">
            <a:off x="9896475" y="6000750"/>
            <a:ext cx="6465760"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8" name="dp43-comparison / n175 / text 1">
            <a:extLst xmlns:a="http://schemas.openxmlformats.org/drawingml/2006/main">
              <a:ext uri="{FF2B5EF4-FFF2-40B4-BE49-F238E27FC236}">
                <a16:creationId xmlns:a16="http://schemas.microsoft.com/office/drawing/2014/main" id="{EEC1CFA1-F5C4-47A4-9836-21335FA63FB1}"/>
              </a:ext>
            </a:extLst>
          </p:cNvPr>
          <p:cNvSpPr>
            <a:spLocks xmlns:a="http://schemas.openxmlformats.org/drawingml/2006/main" noGrp="1"/>
          </p:cNvSpPr>
          <p:nvPr/>
        </p:nvSpPr>
        <p:spPr>
          <a:xfrm xmlns:a="http://schemas.openxmlformats.org/drawingml/2006/main">
            <a:off x="9915525" y="6010275"/>
            <a:ext cx="77152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7155A4"/>
                </a:solidFill>
                <a:latin typeface="Apple SD Gothic Neo"/>
                <a:ea typeface="Apple SD Gothic Neo"/>
                <a:cs typeface="Apple SD Gothic Neo"/>
              </a:defRPr>
            </a:pPr>
            <a:r>
              <a:rPr sz="1275" b="0">
                <a:solidFill>
                  <a:srgbClr val="7155A4"/>
                </a:solidFill>
                <a:latin typeface="Apple SD Gothic Neo"/>
                <a:ea typeface="Apple SD Gothic Neo"/>
                <a:cs typeface="Apple SD Gothic Neo"/>
              </a:rPr>
              <a:t>정정: F2와 F5 재판단 → F4 갱신 / Task Association은 입력 전제가 아닌 결과</a:t>
            </a:r>
          </a:p>
        </p:txBody>
      </p:sp>
      <p:sp>
        <p:nvSpPr>
          <p:cNvPr id="219" name="dp43-comparison / n185">
            <a:extLst xmlns:a="http://schemas.openxmlformats.org/drawingml/2006/main">
              <a:ext uri="{FF2B5EF4-FFF2-40B4-BE49-F238E27FC236}">
                <a16:creationId xmlns:a16="http://schemas.microsoft.com/office/drawing/2014/main" id="{5AC9CDA2-E5BB-4E61-A8AC-D5DE8746B10A}"/>
              </a:ext>
            </a:extLst>
          </p:cNvPr>
          <p:cNvSpPr>
            <a:spLocks xmlns:a="http://schemas.openxmlformats.org/drawingml/2006/main" noGrp="1"/>
          </p:cNvSpPr>
          <p:nvPr/>
        </p:nvSpPr>
        <p:spPr>
          <a:xfrm xmlns:a="http://schemas.openxmlformats.org/drawingml/2006/main">
            <a:off x="12506325" y="6200775"/>
            <a:ext cx="3584448"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20" name="dp43-comparison / n186 / text 1">
            <a:extLst xmlns:a="http://schemas.openxmlformats.org/drawingml/2006/main">
              <a:ext uri="{FF2B5EF4-FFF2-40B4-BE49-F238E27FC236}">
                <a16:creationId xmlns:a16="http://schemas.microsoft.com/office/drawing/2014/main" id="{5DF7D618-69FD-4311-8776-EFBCB9FDEC0B}"/>
              </a:ext>
            </a:extLst>
          </p:cNvPr>
          <p:cNvSpPr>
            <a:spLocks xmlns:a="http://schemas.openxmlformats.org/drawingml/2006/main" noGrp="1"/>
          </p:cNvSpPr>
          <p:nvPr/>
        </p:nvSpPr>
        <p:spPr>
          <a:xfrm xmlns:a="http://schemas.openxmlformats.org/drawingml/2006/main">
            <a:off x="12525375" y="6210300"/>
            <a:ext cx="50292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현재 검사: 입력 / 정보 / Task / 질문 / 권한</a:t>
            </a:r>
          </a:p>
        </p:txBody>
      </p:sp>
      <p:sp>
        <p:nvSpPr>
          <p:cNvPr id="221" name="dp43-comparison / n187">
            <a:extLst xmlns:a="http://schemas.openxmlformats.org/drawingml/2006/main">
              <a:ext uri="{FF2B5EF4-FFF2-40B4-BE49-F238E27FC236}">
                <a16:creationId xmlns:a16="http://schemas.microsoft.com/office/drawing/2014/main" id="{E89C0477-816A-4A08-9D15-2965AAAC3997}"/>
              </a:ext>
            </a:extLst>
          </p:cNvPr>
          <p:cNvSpPr>
            <a:spLocks xmlns:a="http://schemas.openxmlformats.org/drawingml/2006/main" noGrp="1"/>
          </p:cNvSpPr>
          <p:nvPr/>
        </p:nvSpPr>
        <p:spPr>
          <a:xfrm xmlns:a="http://schemas.openxmlformats.org/drawingml/2006/main">
            <a:off x="12982575" y="6981825"/>
            <a:ext cx="3221736"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22" name="dp43-comparison / n188 / text 1">
            <a:extLst xmlns:a="http://schemas.openxmlformats.org/drawingml/2006/main">
              <a:ext uri="{FF2B5EF4-FFF2-40B4-BE49-F238E27FC236}">
                <a16:creationId xmlns:a16="http://schemas.microsoft.com/office/drawing/2014/main" id="{BF754C77-1AD9-425D-B87A-36D3EE1ABC24}"/>
              </a:ext>
            </a:extLst>
          </p:cNvPr>
          <p:cNvSpPr>
            <a:spLocks xmlns:a="http://schemas.openxmlformats.org/drawingml/2006/main" noGrp="1"/>
          </p:cNvSpPr>
          <p:nvPr/>
        </p:nvSpPr>
        <p:spPr>
          <a:xfrm xmlns:a="http://schemas.openxmlformats.org/drawingml/2006/main">
            <a:off x="13001625" y="6991350"/>
            <a:ext cx="44005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채택 의미와 질문 / 임시 해석 상태와 별도</a:t>
            </a:r>
          </a:p>
        </p:txBody>
      </p:sp>
      <p:sp>
        <p:nvSpPr>
          <p:cNvPr id="223" name="dp43-comparison / n189">
            <a:extLst xmlns:a="http://schemas.openxmlformats.org/drawingml/2006/main">
              <a:ext uri="{FF2B5EF4-FFF2-40B4-BE49-F238E27FC236}">
                <a16:creationId xmlns:a16="http://schemas.microsoft.com/office/drawing/2014/main" id="{7DC94E20-4AF0-4A86-A28E-A08C2D64EEC7}"/>
              </a:ext>
            </a:extLst>
          </p:cNvPr>
          <p:cNvSpPr>
            <a:spLocks xmlns:a="http://schemas.openxmlformats.org/drawingml/2006/main" noGrp="1"/>
          </p:cNvSpPr>
          <p:nvPr/>
        </p:nvSpPr>
        <p:spPr>
          <a:xfrm xmlns:a="http://schemas.openxmlformats.org/drawingml/2006/main">
            <a:off x="9886950" y="7200900"/>
            <a:ext cx="7323963"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24" name="dp43-comparison / n190 / text 1">
            <a:extLst xmlns:a="http://schemas.openxmlformats.org/drawingml/2006/main">
              <a:ext uri="{FF2B5EF4-FFF2-40B4-BE49-F238E27FC236}">
                <a16:creationId xmlns:a16="http://schemas.microsoft.com/office/drawing/2014/main" id="{0CFD3590-B83F-4F4D-9027-C257EFB2D697}"/>
              </a:ext>
            </a:extLst>
          </p:cNvPr>
          <p:cNvSpPr>
            <a:spLocks xmlns:a="http://schemas.openxmlformats.org/drawingml/2006/main" noGrp="1"/>
          </p:cNvSpPr>
          <p:nvPr/>
        </p:nvSpPr>
        <p:spPr>
          <a:xfrm xmlns:a="http://schemas.openxmlformats.org/drawingml/2006/main">
            <a:off x="9906000" y="7210425"/>
            <a:ext cx="76962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채택 후: Response Manager → Interaction Manager / Task Manager → Agent Gateway</a:t>
            </a:r>
          </a:p>
        </p:txBody>
      </p:sp>
      <p:sp>
        <p:nvSpPr>
          <p:cNvPr id="225" name="dp43-comparison / n191">
            <a:extLst xmlns:a="http://schemas.openxmlformats.org/drawingml/2006/main">
              <a:ext uri="{FF2B5EF4-FFF2-40B4-BE49-F238E27FC236}">
                <a16:creationId xmlns:a16="http://schemas.microsoft.com/office/drawing/2014/main" id="{707BDD6E-C099-4B8B-A8BE-A70382A8C896}"/>
              </a:ext>
            </a:extLst>
          </p:cNvPr>
          <p:cNvSpPr>
            <a:spLocks xmlns:a="http://schemas.openxmlformats.org/drawingml/2006/main" noGrp="1"/>
          </p:cNvSpPr>
          <p:nvPr/>
        </p:nvSpPr>
        <p:spPr>
          <a:xfrm xmlns:a="http://schemas.openxmlformats.org/drawingml/2006/main">
            <a:off x="9886950" y="7391400"/>
            <a:ext cx="6056376" cy="1714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26" name="dp43-comparison / n192 / text 1">
            <a:extLst xmlns:a="http://schemas.openxmlformats.org/drawingml/2006/main">
              <a:ext uri="{FF2B5EF4-FFF2-40B4-BE49-F238E27FC236}">
                <a16:creationId xmlns:a16="http://schemas.microsoft.com/office/drawing/2014/main" id="{E751F4EB-5CAF-47BB-9854-4CB2BCBC6B6C}"/>
              </a:ext>
            </a:extLst>
          </p:cNvPr>
          <p:cNvSpPr>
            <a:spLocks xmlns:a="http://schemas.openxmlformats.org/drawingml/2006/main" noGrp="1"/>
          </p:cNvSpPr>
          <p:nvPr/>
        </p:nvSpPr>
        <p:spPr>
          <a:xfrm xmlns:a="http://schemas.openxmlformats.org/drawingml/2006/main">
            <a:off x="9906000" y="7400925"/>
            <a:ext cx="76962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확인 질문의 실제 전달과 새 답변 / Downstream Agent 접수와 결과의 별도 확인</a:t>
            </a:r>
          </a:p>
        </p:txBody>
      </p:sp>
    </p:spTree>
    <p:extLst>
      <p:ext uri="{BB962C8B-B14F-4D97-AF65-F5344CB8AC3E}">
        <p14:creationId xmlns:p14="http://schemas.microsoft.com/office/powerpoint/2010/main" val="1511185354"/>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4" name="dp44-background / n1">
            <a:extLst xmlns:a="http://schemas.openxmlformats.org/drawingml/2006/main">
              <a:ext uri="{FF2B5EF4-FFF2-40B4-BE49-F238E27FC236}">
                <a16:creationId xmlns:a16="http://schemas.microsoft.com/office/drawing/2014/main" id="{0E69307E-461A-485D-AB73-AE59F9C93138}"/>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4-background / n2 / text 1">
            <a:extLst xmlns:a="http://schemas.openxmlformats.org/drawingml/2006/main">
              <a:ext uri="{FF2B5EF4-FFF2-40B4-BE49-F238E27FC236}">
                <a16:creationId xmlns:a16="http://schemas.microsoft.com/office/drawing/2014/main" id="{902C3277-B3DE-43F2-BB2A-EDDF8C3FF2B5}"/>
              </a:ext>
            </a:extLst>
          </p:cNvPr>
          <p:cNvSpPr>
            <a:spLocks xmlns:a="http://schemas.openxmlformats.org/drawingml/2006/main" noGrp="1"/>
          </p:cNvSpPr>
          <p:nvPr/>
        </p:nvSpPr>
        <p:spPr>
          <a:xfrm xmlns:a="http://schemas.openxmlformats.org/drawingml/2006/main">
            <a:off x="609600" y="238125"/>
            <a:ext cx="119062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1">
                <a:solidFill>
                  <a:srgbClr val="087E8B"/>
                </a:solidFill>
                <a:latin typeface="Apple SD Gothic Neo"/>
                <a:ea typeface="Apple SD Gothic Neo"/>
                <a:cs typeface="Apple SD Gothic Neo"/>
              </a:defRPr>
            </a:pPr>
            <a:r>
              <a:rPr sz="1500" b="1">
                <a:solidFill>
                  <a:srgbClr val="087E8B"/>
                </a:solidFill>
                <a:latin typeface="Apple SD Gothic Neo"/>
                <a:ea typeface="Apple SD Gothic Neo"/>
                <a:cs typeface="Apple SD Gothic Neo"/>
              </a:rPr>
              <a:t>VIA SOFTWARE ARCHITECTURE / DP 배경</a:t>
            </a:r>
          </a:p>
        </p:txBody>
      </p:sp>
      <p:sp>
        <p:nvSpPr>
          <p:cNvPr id="3" name="dp44-background / n3 / text 1">
            <a:extLst xmlns:a="http://schemas.openxmlformats.org/drawingml/2006/main">
              <a:ext uri="{FF2B5EF4-FFF2-40B4-BE49-F238E27FC236}">
                <a16:creationId xmlns:a16="http://schemas.microsoft.com/office/drawing/2014/main" id="{EA21EABC-6818-4A58-9702-70FB99CFA1DD}"/>
              </a:ext>
            </a:extLst>
          </p:cNvPr>
          <p:cNvSpPr>
            <a:spLocks xmlns:a="http://schemas.openxmlformats.org/drawingml/2006/main" noGrp="1"/>
          </p:cNvSpPr>
          <p:nvPr/>
        </p:nvSpPr>
        <p:spPr>
          <a:xfrm xmlns:a="http://schemas.openxmlformats.org/drawingml/2006/main">
            <a:off x="15011400" y="238125"/>
            <a:ext cx="2667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04-44</a:t>
            </a:r>
          </a:p>
        </p:txBody>
      </p:sp>
      <p:sp>
        <p:nvSpPr>
          <p:cNvPr id="4" name="dp44-background / n4 / text 1">
            <a:extLst xmlns:a="http://schemas.openxmlformats.org/drawingml/2006/main">
              <a:ext uri="{FF2B5EF4-FFF2-40B4-BE49-F238E27FC236}">
                <a16:creationId xmlns:a16="http://schemas.microsoft.com/office/drawing/2014/main" id="{BBB4FDF8-8236-484E-88E0-08FF37A6581B}"/>
              </a:ext>
            </a:extLst>
          </p:cNvPr>
          <p:cNvSpPr>
            <a:spLocks xmlns:a="http://schemas.openxmlformats.org/drawingml/2006/main" noGrp="1"/>
          </p:cNvSpPr>
          <p:nvPr/>
        </p:nvSpPr>
        <p:spPr>
          <a:xfrm xmlns:a="http://schemas.openxmlformats.org/drawingml/2006/main">
            <a:off x="609600" y="619125"/>
            <a:ext cx="1695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3000" b="1">
                <a:solidFill>
                  <a:srgbClr val="18232E"/>
                </a:solidFill>
                <a:latin typeface="Apple SD Gothic Neo"/>
                <a:ea typeface="Apple SD Gothic Neo"/>
                <a:cs typeface="Apple SD Gothic Neo"/>
              </a:defRPr>
            </a:pPr>
            <a:r>
              <a:rPr sz="3000" b="1">
                <a:solidFill>
                  <a:srgbClr val="18232E"/>
                </a:solidFill>
                <a:latin typeface="Apple SD Gothic Neo"/>
                <a:ea typeface="Apple SD Gothic Neo"/>
                <a:cs typeface="Apple SD Gothic Neo"/>
              </a:rPr>
              <a:t>04-44. 반응성을 위한 VIA 지속 입력과 Response 전달 설계</a:t>
            </a:r>
          </a:p>
        </p:txBody>
      </p:sp>
      <p:sp>
        <p:nvSpPr>
          <p:cNvPr id="5" name="dp44-background / n5 / path">
            <a:extLst xmlns:a="http://schemas.openxmlformats.org/drawingml/2006/main">
              <a:ext uri="{FF2B5EF4-FFF2-40B4-BE49-F238E27FC236}">
                <a16:creationId xmlns:a16="http://schemas.microsoft.com/office/drawing/2014/main" id="{6F71EA15-EE33-4441-9EEF-DF5212B7E3C9}"/>
              </a:ext>
            </a:extLst>
          </p:cNvPr>
          <p:cNvSpPr>
            <a:spLocks xmlns:a="http://schemas.openxmlformats.org/drawingml/2006/main" noGrp="1"/>
          </p:cNvSpPr>
          <p:nvPr/>
        </p:nvSpPr>
        <p:spPr>
          <a:xfrm xmlns:a="http://schemas.openxmlformats.org/drawingml/2006/main">
            <a:off x="609600" y="1209675"/>
            <a:ext cx="17068800" cy="953"/>
          </a:xfrm>
          <a:custGeom xmlns:a="http://schemas.openxmlformats.org/drawingml/2006/main">
            <a:pathLst>
              <a:path w="17068800" h="953">
                <a:moveTo>
                  <a:pt x="0" y="0"/>
                </a:moveTo>
                <a:lnTo>
                  <a:pt x="17068800" y="0"/>
                </a:lnTo>
              </a:path>
            </a:pathLst>
          </a:custGeom>
          <a:noFill xmlns:a="http://schemas.openxmlformats.org/drawingml/2006/main"/>
          <a:ln xmlns:a="http://schemas.openxmlformats.org/drawingml/2006/main" w="19050">
            <a:solidFill>
              <a:srgbClr val="CDD6DE"/>
            </a:solidFill>
            <a:prstDash val="solid"/>
          </a:ln>
        </p:spPr>
      </p:sp>
      <p:sp>
        <p:nvSpPr>
          <p:cNvPr id="6" name="dp44-background / n6">
            <a:extLst xmlns:a="http://schemas.openxmlformats.org/drawingml/2006/main">
              <a:ext uri="{FF2B5EF4-FFF2-40B4-BE49-F238E27FC236}">
                <a16:creationId xmlns:a16="http://schemas.microsoft.com/office/drawing/2014/main" id="{02530544-A891-44B9-9F8F-01AC79CB1AF4}"/>
              </a:ext>
            </a:extLst>
          </p:cNvPr>
          <p:cNvSpPr>
            <a:spLocks xmlns:a="http://schemas.openxmlformats.org/drawingml/2006/main" noGrp="1"/>
          </p:cNvSpPr>
          <p:nvPr/>
        </p:nvSpPr>
        <p:spPr>
          <a:xfrm xmlns:a="http://schemas.openxmlformats.org/drawingml/2006/main">
            <a:off x="609600" y="1438275"/>
            <a:ext cx="17068800" cy="609600"/>
          </a:xfrm>
          <a:prstGeom xmlns:a="http://schemas.openxmlformats.org/drawingml/2006/main" prst="rect">
            <a:avLst/>
          </a:prstGeom>
          <a:solidFill xmlns:a="http://schemas.openxmlformats.org/drawingml/2006/main">
            <a:srgbClr val="FFF4A8"/>
          </a:solidFill>
          <a:ln xmlns:a="http://schemas.openxmlformats.org/drawingml/2006/main" w="0">
            <a:noFill/>
            <a:prstDash val="solid"/>
          </a:ln>
        </p:spPr>
      </p:sp>
      <p:sp>
        <p:nvSpPr>
          <p:cNvPr id="7" name="dp44-background / n7 / text 1">
            <a:extLst xmlns:a="http://schemas.openxmlformats.org/drawingml/2006/main">
              <a:ext uri="{FF2B5EF4-FFF2-40B4-BE49-F238E27FC236}">
                <a16:creationId xmlns:a16="http://schemas.microsoft.com/office/drawing/2014/main" id="{1DB3D147-3115-427D-BD9A-F952FEF31C99}"/>
              </a:ext>
            </a:extLst>
          </p:cNvPr>
          <p:cNvSpPr>
            <a:spLocks xmlns:a="http://schemas.openxmlformats.org/drawingml/2006/main" noGrp="1"/>
          </p:cNvSpPr>
          <p:nvPr/>
        </p:nvSpPr>
        <p:spPr>
          <a:xfrm xmlns:a="http://schemas.openxmlformats.org/drawingml/2006/main">
            <a:off x="781050" y="1571625"/>
            <a:ext cx="16725900" cy="49720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700" b="1">
                <a:solidFill>
                  <a:srgbClr val="18232E"/>
                </a:solidFill>
                <a:latin typeface="Apple SD Gothic Neo"/>
                <a:ea typeface="Apple SD Gothic Neo"/>
                <a:cs typeface="Apple SD Gothic Neo"/>
              </a:defRPr>
            </a:pPr>
            <a:r>
              <a:rPr sz="2700" b="1">
                <a:solidFill>
                  <a:srgbClr val="18232E"/>
                </a:solidFill>
                <a:latin typeface="Apple SD Gothic Neo"/>
                <a:ea typeface="Apple SD Gothic Neo"/>
                <a:cs typeface="Apple SD Gothic Neo"/>
              </a:rPr>
              <a:t>새 발화 누락과 현재 대화에 맞지 않는 Response 전달 위험</a:t>
            </a:r>
          </a:p>
        </p:txBody>
      </p:sp>
      <p:sp>
        <p:nvSpPr>
          <p:cNvPr id="8" name="dp44-background / n8 / path">
            <a:extLst xmlns:a="http://schemas.openxmlformats.org/drawingml/2006/main">
              <a:ext uri="{FF2B5EF4-FFF2-40B4-BE49-F238E27FC236}">
                <a16:creationId xmlns:a16="http://schemas.microsoft.com/office/drawing/2014/main" id="{68C00784-7655-4F1C-B5AE-827A3F0E71D3}"/>
              </a:ext>
            </a:extLst>
          </p:cNvPr>
          <p:cNvSpPr>
            <a:spLocks xmlns:a="http://schemas.openxmlformats.org/drawingml/2006/main" noGrp="1"/>
          </p:cNvSpPr>
          <p:nvPr/>
        </p:nvSpPr>
        <p:spPr>
          <a:xfrm xmlns:a="http://schemas.openxmlformats.org/drawingml/2006/main">
            <a:off x="11553825" y="2686050"/>
            <a:ext cx="953" cy="5495925"/>
          </a:xfrm>
          <a:custGeom xmlns:a="http://schemas.openxmlformats.org/drawingml/2006/main">
            <a:pathLst>
              <a:path w="953" h="5495925">
                <a:moveTo>
                  <a:pt x="0" y="0"/>
                </a:moveTo>
                <a:lnTo>
                  <a:pt x="0" y="5495925"/>
                </a:lnTo>
              </a:path>
            </a:pathLst>
          </a:custGeom>
          <a:noFill xmlns:a="http://schemas.openxmlformats.org/drawingml/2006/main"/>
          <a:ln xmlns:a="http://schemas.openxmlformats.org/drawingml/2006/main" w="19050">
            <a:solidFill>
              <a:srgbClr val="CDD6DE"/>
            </a:solidFill>
            <a:prstDash val="solid"/>
          </a:ln>
        </p:spPr>
      </p:sp>
      <p:sp>
        <p:nvSpPr>
          <p:cNvPr id="9" name="dp44-background / n9 / text 1">
            <a:extLst xmlns:a="http://schemas.openxmlformats.org/drawingml/2006/main">
              <a:ext uri="{FF2B5EF4-FFF2-40B4-BE49-F238E27FC236}">
                <a16:creationId xmlns:a16="http://schemas.microsoft.com/office/drawing/2014/main" id="{21254219-01E9-45CE-86C9-A206BCDEAF92}"/>
              </a:ext>
            </a:extLst>
          </p:cNvPr>
          <p:cNvSpPr>
            <a:spLocks xmlns:a="http://schemas.openxmlformats.org/drawingml/2006/main" noGrp="1"/>
          </p:cNvSpPr>
          <p:nvPr/>
        </p:nvSpPr>
        <p:spPr>
          <a:xfrm xmlns:a="http://schemas.openxmlformats.org/drawingml/2006/main">
            <a:off x="12001500" y="2695575"/>
            <a:ext cx="567690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5F6B77"/>
                </a:solidFill>
                <a:latin typeface="Apple SD Gothic Neo"/>
                <a:ea typeface="Apple SD Gothic Neo"/>
                <a:cs typeface="Apple SD Gothic Neo"/>
              </a:defRPr>
            </a:pPr>
            <a:r>
              <a:rPr sz="1950" b="1">
                <a:solidFill>
                  <a:srgbClr val="5F6B77"/>
                </a:solidFill>
                <a:latin typeface="Apple SD Gothic Neo"/>
                <a:ea typeface="Apple SD Gothic Neo"/>
                <a:cs typeface="Apple SD Gothic Neo"/>
              </a:rPr>
              <a:t>설계 고려 사항</a:t>
            </a:r>
          </a:p>
        </p:txBody>
      </p:sp>
      <p:sp>
        <p:nvSpPr>
          <p:cNvPr id="10" name="dp44-background / n10 / path">
            <a:extLst xmlns:a="http://schemas.openxmlformats.org/drawingml/2006/main">
              <a:ext uri="{FF2B5EF4-FFF2-40B4-BE49-F238E27FC236}">
                <a16:creationId xmlns:a16="http://schemas.microsoft.com/office/drawing/2014/main" id="{FC8B0CE9-37F3-47B2-86BB-A6EE94D0244F}"/>
              </a:ext>
            </a:extLst>
          </p:cNvPr>
          <p:cNvSpPr>
            <a:spLocks xmlns:a="http://schemas.openxmlformats.org/drawingml/2006/main" noGrp="1"/>
          </p:cNvSpPr>
          <p:nvPr/>
        </p:nvSpPr>
        <p:spPr>
          <a:xfrm xmlns:a="http://schemas.openxmlformats.org/drawingml/2006/main">
            <a:off x="609600" y="8458200"/>
            <a:ext cx="17068800" cy="953"/>
          </a:xfrm>
          <a:custGeom xmlns:a="http://schemas.openxmlformats.org/drawingml/2006/main">
            <a:pathLst>
              <a:path w="17068800" h="953">
                <a:moveTo>
                  <a:pt x="0" y="0"/>
                </a:moveTo>
                <a:lnTo>
                  <a:pt x="17068800" y="0"/>
                </a:lnTo>
              </a:path>
            </a:pathLst>
          </a:custGeom>
          <a:noFill xmlns:a="http://schemas.openxmlformats.org/drawingml/2006/main"/>
          <a:ln xmlns:a="http://schemas.openxmlformats.org/drawingml/2006/main" w="19050">
            <a:solidFill>
              <a:srgbClr val="CDD6DE"/>
            </a:solidFill>
            <a:prstDash val="solid"/>
          </a:ln>
        </p:spPr>
      </p:sp>
      <p:sp>
        <p:nvSpPr>
          <p:cNvPr id="11" name="dp44-background / n11 / text 1">
            <a:extLst xmlns:a="http://schemas.openxmlformats.org/drawingml/2006/main">
              <a:ext uri="{FF2B5EF4-FFF2-40B4-BE49-F238E27FC236}">
                <a16:creationId xmlns:a16="http://schemas.microsoft.com/office/drawing/2014/main" id="{7C3BE31F-10A0-4D79-AC57-992A7CD9445E}"/>
              </a:ext>
            </a:extLst>
          </p:cNvPr>
          <p:cNvSpPr>
            <a:spLocks xmlns:a="http://schemas.openxmlformats.org/drawingml/2006/main" noGrp="1"/>
          </p:cNvSpPr>
          <p:nvPr/>
        </p:nvSpPr>
        <p:spPr>
          <a:xfrm xmlns:a="http://schemas.openxmlformats.org/drawingml/2006/main">
            <a:off x="609600" y="8810625"/>
            <a:ext cx="1571625"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B63732"/>
                </a:solidFill>
                <a:latin typeface="Apple SD Gothic Neo"/>
                <a:ea typeface="Apple SD Gothic Neo"/>
                <a:cs typeface="Apple SD Gothic Neo"/>
              </a:defRPr>
            </a:pPr>
            <a:r>
              <a:rPr sz="1950" b="1">
                <a:solidFill>
                  <a:srgbClr val="B63732"/>
                </a:solidFill>
                <a:latin typeface="Apple SD Gothic Neo"/>
                <a:ea typeface="Apple SD Gothic Neo"/>
                <a:cs typeface="Apple SD Gothic Neo"/>
              </a:rPr>
              <a:t>설계 과제</a:t>
            </a:r>
          </a:p>
        </p:txBody>
      </p:sp>
      <p:sp>
        <p:nvSpPr>
          <p:cNvPr id="12" name="dp44-background / n12 / text 1">
            <a:extLst xmlns:a="http://schemas.openxmlformats.org/drawingml/2006/main">
              <a:ext uri="{FF2B5EF4-FFF2-40B4-BE49-F238E27FC236}">
                <a16:creationId xmlns:a16="http://schemas.microsoft.com/office/drawing/2014/main" id="{2E75A5A4-077F-42FD-86B6-D6BD9A9E5083}"/>
              </a:ext>
            </a:extLst>
          </p:cNvPr>
          <p:cNvSpPr>
            <a:spLocks xmlns:a="http://schemas.openxmlformats.org/drawingml/2006/main" noGrp="1"/>
          </p:cNvSpPr>
          <p:nvPr/>
        </p:nvSpPr>
        <p:spPr>
          <a:xfrm xmlns:a="http://schemas.openxmlformats.org/drawingml/2006/main">
            <a:off x="2286000" y="8763000"/>
            <a:ext cx="15392400" cy="42814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325" b="1">
                <a:solidFill>
                  <a:srgbClr val="18232E"/>
                </a:solidFill>
                <a:latin typeface="Apple SD Gothic Neo"/>
                <a:ea typeface="Apple SD Gothic Neo"/>
                <a:cs typeface="Apple SD Gothic Neo"/>
              </a:defRPr>
            </a:pPr>
            <a:r>
              <a:rPr sz="2325" b="1">
                <a:solidFill>
                  <a:srgbClr val="18232E"/>
                </a:solidFill>
                <a:latin typeface="Apple SD Gothic Neo"/>
                <a:ea typeface="Apple SD Gothic Neo"/>
                <a:cs typeface="Apple SD Gothic Neo"/>
              </a:rPr>
              <a:t>겹친 사건의 후속 실행과 전달을 이어가는 실행 구조 설계</a:t>
            </a:r>
          </a:p>
        </p:txBody>
      </p:sp>
      <p:sp>
        <p:nvSpPr>
          <p:cNvPr id="13" name="dp44-background / n13 / text 1">
            <a:extLst xmlns:a="http://schemas.openxmlformats.org/drawingml/2006/main">
              <a:ext uri="{FF2B5EF4-FFF2-40B4-BE49-F238E27FC236}">
                <a16:creationId xmlns:a16="http://schemas.microsoft.com/office/drawing/2014/main" id="{84E87EC7-8E9B-4F3E-A9C0-3E5643D73682}"/>
              </a:ext>
            </a:extLst>
          </p:cNvPr>
          <p:cNvSpPr>
            <a:spLocks xmlns:a="http://schemas.openxmlformats.org/drawingml/2006/main" noGrp="1"/>
          </p:cNvSpPr>
          <p:nvPr/>
        </p:nvSpPr>
        <p:spPr>
          <a:xfrm xmlns:a="http://schemas.openxmlformats.org/drawingml/2006/main">
            <a:off x="609600" y="9858375"/>
            <a:ext cx="12001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5F6B77"/>
                </a:solidFill>
                <a:latin typeface="Apple SD Gothic Neo"/>
                <a:ea typeface="Apple SD Gothic Neo"/>
                <a:cs typeface="Apple SD Gothic Neo"/>
              </a:defRPr>
            </a:pPr>
            <a:r>
              <a:rPr sz="1350" b="0">
                <a:solidFill>
                  <a:srgbClr val="5F6B77"/>
                </a:solidFill>
                <a:latin typeface="Apple SD Gothic Neo"/>
                <a:ea typeface="Apple SD Gothic Neo"/>
                <a:cs typeface="Apple SD Gothic Neo"/>
              </a:rPr>
              <a:t>품질 관점: 반응성 / 기능 정확성 / 자원 활용성</a:t>
            </a:r>
          </a:p>
        </p:txBody>
      </p:sp>
      <p:sp>
        <p:nvSpPr>
          <p:cNvPr id="14" name="dp44-background / n14 / text 1">
            <a:extLst xmlns:a="http://schemas.openxmlformats.org/drawingml/2006/main">
              <a:ext uri="{FF2B5EF4-FFF2-40B4-BE49-F238E27FC236}">
                <a16:creationId xmlns:a16="http://schemas.microsoft.com/office/drawing/2014/main" id="{07D8E6B2-4496-40D4-82F4-AD1B05EB9068}"/>
              </a:ext>
            </a:extLst>
          </p:cNvPr>
          <p:cNvSpPr>
            <a:spLocks xmlns:a="http://schemas.openxmlformats.org/drawingml/2006/main" noGrp="1"/>
          </p:cNvSpPr>
          <p:nvPr/>
        </p:nvSpPr>
        <p:spPr>
          <a:xfrm xmlns:a="http://schemas.openxmlformats.org/drawingml/2006/main">
            <a:off x="13106400" y="9858375"/>
            <a:ext cx="4572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350" b="0">
                <a:solidFill>
                  <a:srgbClr val="5F6B77"/>
                </a:solidFill>
                <a:latin typeface="Apple SD Gothic Neo"/>
                <a:ea typeface="Apple SD Gothic Neo"/>
                <a:cs typeface="Apple SD Gothic Neo"/>
              </a:defRPr>
            </a:pPr>
            <a:r>
              <a:rPr sz="1350" b="0">
                <a:solidFill>
                  <a:srgbClr val="5F6B77"/>
                </a:solidFill>
                <a:latin typeface="Apple SD Gothic Neo"/>
                <a:ea typeface="Apple SD Gothic Neo"/>
                <a:cs typeface="Apple SD Gothic Neo"/>
              </a:rPr>
              <a:t>구조 후보 / 미선정 / 미측정</a:t>
            </a:r>
          </a:p>
        </p:txBody>
      </p:sp>
      <p:sp>
        <p:nvSpPr>
          <p:cNvPr id="15" name="dp44-background / n15 / text 1">
            <a:extLst xmlns:a="http://schemas.openxmlformats.org/drawingml/2006/main">
              <a:ext uri="{FF2B5EF4-FFF2-40B4-BE49-F238E27FC236}">
                <a16:creationId xmlns:a16="http://schemas.microsoft.com/office/drawing/2014/main" id="{221C0AC3-AD14-48C6-9C80-364E99F2E33A}"/>
              </a:ext>
            </a:extLst>
          </p:cNvPr>
          <p:cNvSpPr>
            <a:spLocks xmlns:a="http://schemas.openxmlformats.org/drawingml/2006/main" noGrp="1"/>
          </p:cNvSpPr>
          <p:nvPr/>
        </p:nvSpPr>
        <p:spPr>
          <a:xfrm xmlns:a="http://schemas.openxmlformats.org/drawingml/2006/main">
            <a:off x="609600" y="2457450"/>
            <a:ext cx="105727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0">
                <a:solidFill>
                  <a:srgbClr val="18232E"/>
                </a:solidFill>
                <a:latin typeface="Apple SD Gothic Neo"/>
                <a:ea typeface="Apple SD Gothic Neo"/>
                <a:cs typeface="Apple SD Gothic Neo"/>
              </a:defRPr>
            </a:pPr>
            <a:r>
              <a:rPr sz="1800" b="0">
                <a:solidFill>
                  <a:srgbClr val="18232E"/>
                </a:solidFill>
                <a:latin typeface="Apple SD Gothic Neo"/>
                <a:ea typeface="Apple SD Gothic Neo"/>
                <a:cs typeface="Apple SD Gothic Neo"/>
              </a:rPr>
              <a:t>처음 / “보고서 내용 설명해주고, 내일 회의 안내 메일 초안도 만들어줘.”</a:t>
            </a:r>
          </a:p>
        </p:txBody>
      </p:sp>
      <p:sp>
        <p:nvSpPr>
          <p:cNvPr id="16" name="dp44-background / n16 / text 1">
            <a:extLst xmlns:a="http://schemas.openxmlformats.org/drawingml/2006/main">
              <a:ext uri="{FF2B5EF4-FFF2-40B4-BE49-F238E27FC236}">
                <a16:creationId xmlns:a16="http://schemas.microsoft.com/office/drawing/2014/main" id="{4B18F507-7E29-4F5A-8D40-2B6F4DA70C85}"/>
              </a:ext>
            </a:extLst>
          </p:cNvPr>
          <p:cNvSpPr>
            <a:spLocks xmlns:a="http://schemas.openxmlformats.org/drawingml/2006/main" noGrp="1"/>
          </p:cNvSpPr>
          <p:nvPr/>
        </p:nvSpPr>
        <p:spPr>
          <a:xfrm xmlns:a="http://schemas.openxmlformats.org/drawingml/2006/main">
            <a:off x="762000" y="2952750"/>
            <a:ext cx="295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5F6B77"/>
                </a:solidFill>
                <a:latin typeface="Apple SD Gothic Neo"/>
                <a:ea typeface="Apple SD Gothic Neo"/>
                <a:cs typeface="Apple SD Gothic Neo"/>
              </a:defRPr>
            </a:pPr>
            <a:r>
              <a:rPr sz="1725" b="1">
                <a:solidFill>
                  <a:srgbClr val="5F6B77"/>
                </a:solidFill>
                <a:latin typeface="Apple SD Gothic Neo"/>
                <a:ea typeface="Apple SD Gothic Neo"/>
                <a:cs typeface="Apple SD Gothic Neo"/>
              </a:rPr>
              <a:t>처리 시작</a:t>
            </a:r>
          </a:p>
        </p:txBody>
      </p:sp>
      <p:sp>
        <p:nvSpPr>
          <p:cNvPr id="17" name="dp44-background / n17 / text 1">
            <a:extLst xmlns:a="http://schemas.openxmlformats.org/drawingml/2006/main">
              <a:ext uri="{FF2B5EF4-FFF2-40B4-BE49-F238E27FC236}">
                <a16:creationId xmlns:a16="http://schemas.microsoft.com/office/drawing/2014/main" id="{E1F076F6-013A-4413-8070-BD634B587CE1}"/>
              </a:ext>
            </a:extLst>
          </p:cNvPr>
          <p:cNvSpPr>
            <a:spLocks xmlns:a="http://schemas.openxmlformats.org/drawingml/2006/main" noGrp="1"/>
          </p:cNvSpPr>
          <p:nvPr/>
        </p:nvSpPr>
        <p:spPr>
          <a:xfrm xmlns:a="http://schemas.openxmlformats.org/drawingml/2006/main">
            <a:off x="4419600" y="2952750"/>
            <a:ext cx="295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B63732"/>
                </a:solidFill>
                <a:latin typeface="Apple SD Gothic Neo"/>
                <a:ea typeface="Apple SD Gothic Neo"/>
                <a:cs typeface="Apple SD Gothic Neo"/>
              </a:defRPr>
            </a:pPr>
            <a:r>
              <a:rPr sz="1725" b="1">
                <a:solidFill>
                  <a:srgbClr val="B63732"/>
                </a:solidFill>
                <a:latin typeface="Apple SD Gothic Neo"/>
                <a:ea typeface="Apple SD Gothic Neo"/>
                <a:cs typeface="Apple SD Gothic Neo"/>
              </a:rPr>
              <a:t>설명 도중 / 두 사건 도착</a:t>
            </a:r>
          </a:p>
        </p:txBody>
      </p:sp>
      <p:sp>
        <p:nvSpPr>
          <p:cNvPr id="18" name="dp44-background / n18 / text 1">
            <a:extLst xmlns:a="http://schemas.openxmlformats.org/drawingml/2006/main">
              <a:ext uri="{FF2B5EF4-FFF2-40B4-BE49-F238E27FC236}">
                <a16:creationId xmlns:a16="http://schemas.microsoft.com/office/drawing/2014/main" id="{1B7130FE-368B-4415-A595-B1F968FF115C}"/>
              </a:ext>
            </a:extLst>
          </p:cNvPr>
          <p:cNvSpPr>
            <a:spLocks xmlns:a="http://schemas.openxmlformats.org/drawingml/2006/main" noGrp="1"/>
          </p:cNvSpPr>
          <p:nvPr/>
        </p:nvSpPr>
        <p:spPr>
          <a:xfrm xmlns:a="http://schemas.openxmlformats.org/drawingml/2006/main">
            <a:off x="8077200" y="2952750"/>
            <a:ext cx="295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5F6B77"/>
                </a:solidFill>
                <a:latin typeface="Apple SD Gothic Neo"/>
                <a:ea typeface="Apple SD Gothic Neo"/>
                <a:cs typeface="Apple SD Gothic Neo"/>
              </a:defRPr>
            </a:pPr>
            <a:r>
              <a:rPr sz="1725" b="1">
                <a:solidFill>
                  <a:srgbClr val="5F6B77"/>
                </a:solidFill>
                <a:latin typeface="Apple SD Gothic Neo"/>
                <a:ea typeface="Apple SD Gothic Neo"/>
                <a:cs typeface="Apple SD Gothic Neo"/>
              </a:rPr>
              <a:t>발화 해석 후</a:t>
            </a:r>
          </a:p>
        </p:txBody>
      </p:sp>
      <p:sp>
        <p:nvSpPr>
          <p:cNvPr id="19" name="dp44-background / n19 / path">
            <a:extLst xmlns:a="http://schemas.openxmlformats.org/drawingml/2006/main">
              <a:ext uri="{FF2B5EF4-FFF2-40B4-BE49-F238E27FC236}">
                <a16:creationId xmlns:a16="http://schemas.microsoft.com/office/drawing/2014/main" id="{4466E9D9-45B8-4B03-B899-7D72B051432C}"/>
              </a:ext>
            </a:extLst>
          </p:cNvPr>
          <p:cNvSpPr>
            <a:spLocks xmlns:a="http://schemas.openxmlformats.org/drawingml/2006/main" noGrp="1"/>
          </p:cNvSpPr>
          <p:nvPr/>
        </p:nvSpPr>
        <p:spPr>
          <a:xfrm xmlns:a="http://schemas.openxmlformats.org/drawingml/2006/main">
            <a:off x="3914775" y="3105150"/>
            <a:ext cx="276225" cy="953"/>
          </a:xfrm>
          <a:custGeom xmlns:a="http://schemas.openxmlformats.org/drawingml/2006/main">
            <a:pathLst>
              <a:path w="276225" h="953">
                <a:moveTo>
                  <a:pt x="0" y="0"/>
                </a:moveTo>
                <a:lnTo>
                  <a:pt x="276225" y="0"/>
                </a:lnTo>
              </a:path>
            </a:pathLst>
          </a:custGeom>
          <a:noFill xmlns:a="http://schemas.openxmlformats.org/drawingml/2006/main"/>
          <a:ln xmlns:a="http://schemas.openxmlformats.org/drawingml/2006/main" w="19050">
            <a:solidFill>
              <a:srgbClr val="5F6B77"/>
            </a:solidFill>
            <a:prstDash val="solid"/>
          </a:ln>
        </p:spPr>
      </p:sp>
      <p:sp>
        <p:nvSpPr>
          <p:cNvPr id="20" name="dp44-background / n19 / arrow">
            <a:extLst xmlns:a="http://schemas.openxmlformats.org/drawingml/2006/main">
              <a:ext uri="{FF2B5EF4-FFF2-40B4-BE49-F238E27FC236}">
                <a16:creationId xmlns:a16="http://schemas.microsoft.com/office/drawing/2014/main" id="{FBE07F6C-39E8-4077-9837-75D23B93CA58}"/>
              </a:ext>
            </a:extLst>
          </p:cNvPr>
          <p:cNvSpPr>
            <a:spLocks xmlns:a="http://schemas.openxmlformats.org/drawingml/2006/main" noGrp="1"/>
          </p:cNvSpPr>
          <p:nvPr/>
        </p:nvSpPr>
        <p:spPr>
          <a:xfrm xmlns:a="http://schemas.openxmlformats.org/drawingml/2006/main">
            <a:off x="4069080" y="3044190"/>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5F6B77"/>
            </a:solidFill>
            <a:prstDash val="solid"/>
          </a:ln>
        </p:spPr>
      </p:sp>
      <p:sp>
        <p:nvSpPr>
          <p:cNvPr id="21" name="dp44-background / n20 / path">
            <a:extLst xmlns:a="http://schemas.openxmlformats.org/drawingml/2006/main">
              <a:ext uri="{FF2B5EF4-FFF2-40B4-BE49-F238E27FC236}">
                <a16:creationId xmlns:a16="http://schemas.microsoft.com/office/drawing/2014/main" id="{BDB12527-15E9-4503-9D55-BD8480CDEED0}"/>
              </a:ext>
            </a:extLst>
          </p:cNvPr>
          <p:cNvSpPr>
            <a:spLocks xmlns:a="http://schemas.openxmlformats.org/drawingml/2006/main" noGrp="1"/>
          </p:cNvSpPr>
          <p:nvPr/>
        </p:nvSpPr>
        <p:spPr>
          <a:xfrm xmlns:a="http://schemas.openxmlformats.org/drawingml/2006/main">
            <a:off x="7572375" y="3105150"/>
            <a:ext cx="276225" cy="953"/>
          </a:xfrm>
          <a:custGeom xmlns:a="http://schemas.openxmlformats.org/drawingml/2006/main">
            <a:pathLst>
              <a:path w="276225" h="953">
                <a:moveTo>
                  <a:pt x="0" y="0"/>
                </a:moveTo>
                <a:lnTo>
                  <a:pt x="276225" y="0"/>
                </a:lnTo>
              </a:path>
            </a:pathLst>
          </a:custGeom>
          <a:noFill xmlns:a="http://schemas.openxmlformats.org/drawingml/2006/main"/>
          <a:ln xmlns:a="http://schemas.openxmlformats.org/drawingml/2006/main" w="19050">
            <a:solidFill>
              <a:srgbClr val="5F6B77"/>
            </a:solidFill>
            <a:prstDash val="solid"/>
          </a:ln>
        </p:spPr>
      </p:sp>
      <p:sp>
        <p:nvSpPr>
          <p:cNvPr id="22" name="dp44-background / n20 / arrow">
            <a:extLst xmlns:a="http://schemas.openxmlformats.org/drawingml/2006/main">
              <a:ext uri="{FF2B5EF4-FFF2-40B4-BE49-F238E27FC236}">
                <a16:creationId xmlns:a16="http://schemas.microsoft.com/office/drawing/2014/main" id="{51534F93-40C4-4591-814D-B195C1FC7CEC}"/>
              </a:ext>
            </a:extLst>
          </p:cNvPr>
          <p:cNvSpPr>
            <a:spLocks xmlns:a="http://schemas.openxmlformats.org/drawingml/2006/main" noGrp="1"/>
          </p:cNvSpPr>
          <p:nvPr/>
        </p:nvSpPr>
        <p:spPr>
          <a:xfrm xmlns:a="http://schemas.openxmlformats.org/drawingml/2006/main">
            <a:off x="7726680" y="3044190"/>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5F6B77"/>
            </a:solidFill>
            <a:prstDash val="solid"/>
          </a:ln>
        </p:spPr>
      </p:sp>
      <p:sp>
        <p:nvSpPr>
          <p:cNvPr id="23" name="dp44-background / n21">
            <a:extLst xmlns:a="http://schemas.openxmlformats.org/drawingml/2006/main">
              <a:ext uri="{FF2B5EF4-FFF2-40B4-BE49-F238E27FC236}">
                <a16:creationId xmlns:a16="http://schemas.microsoft.com/office/drawing/2014/main" id="{B7F7D7BE-9529-48FD-ACB8-BD9868B4E931}"/>
              </a:ext>
            </a:extLst>
          </p:cNvPr>
          <p:cNvSpPr>
            <a:spLocks xmlns:a="http://schemas.openxmlformats.org/drawingml/2006/main" noGrp="1"/>
          </p:cNvSpPr>
          <p:nvPr/>
        </p:nvSpPr>
        <p:spPr>
          <a:xfrm xmlns:a="http://schemas.openxmlformats.org/drawingml/2006/main">
            <a:off x="609600" y="3390900"/>
            <a:ext cx="3257550" cy="1800225"/>
          </a:xfrm>
          <a:prstGeom xmlns:a="http://schemas.openxmlformats.org/drawingml/2006/main" prst="rect">
            <a:avLst/>
          </a:prstGeom>
          <a:solidFill xmlns:a="http://schemas.openxmlformats.org/drawingml/2006/main">
            <a:srgbClr val="F2F5F9"/>
          </a:solidFill>
          <a:ln xmlns:a="http://schemas.openxmlformats.org/drawingml/2006/main" w="0">
            <a:noFill/>
            <a:prstDash val="solid"/>
          </a:ln>
        </p:spPr>
      </p:sp>
      <p:sp>
        <p:nvSpPr>
          <p:cNvPr id="24" name="dp44-background / n22">
            <a:extLst xmlns:a="http://schemas.openxmlformats.org/drawingml/2006/main">
              <a:ext uri="{FF2B5EF4-FFF2-40B4-BE49-F238E27FC236}">
                <a16:creationId xmlns:a16="http://schemas.microsoft.com/office/drawing/2014/main" id="{F4341878-B394-4B07-B5DB-C024C4A989C9}"/>
              </a:ext>
            </a:extLst>
          </p:cNvPr>
          <p:cNvSpPr>
            <a:spLocks xmlns:a="http://schemas.openxmlformats.org/drawingml/2006/main" noGrp="1"/>
          </p:cNvSpPr>
          <p:nvPr/>
        </p:nvSpPr>
        <p:spPr>
          <a:xfrm xmlns:a="http://schemas.openxmlformats.org/drawingml/2006/main">
            <a:off x="4267200" y="3390900"/>
            <a:ext cx="3257550" cy="1800225"/>
          </a:xfrm>
          <a:prstGeom xmlns:a="http://schemas.openxmlformats.org/drawingml/2006/main" prst="rect">
            <a:avLst/>
          </a:prstGeom>
          <a:solidFill xmlns:a="http://schemas.openxmlformats.org/drawingml/2006/main">
            <a:srgbClr val="FFF0EC"/>
          </a:solidFill>
          <a:ln xmlns:a="http://schemas.openxmlformats.org/drawingml/2006/main" w="0">
            <a:noFill/>
            <a:prstDash val="solid"/>
          </a:ln>
        </p:spPr>
      </p:sp>
      <p:sp>
        <p:nvSpPr>
          <p:cNvPr id="25" name="dp44-background / n23">
            <a:extLst xmlns:a="http://schemas.openxmlformats.org/drawingml/2006/main">
              <a:ext uri="{FF2B5EF4-FFF2-40B4-BE49-F238E27FC236}">
                <a16:creationId xmlns:a16="http://schemas.microsoft.com/office/drawing/2014/main" id="{77CE869E-702C-4A39-AB4F-D6CA0AB6F933}"/>
              </a:ext>
            </a:extLst>
          </p:cNvPr>
          <p:cNvSpPr>
            <a:spLocks xmlns:a="http://schemas.openxmlformats.org/drawingml/2006/main" noGrp="1"/>
          </p:cNvSpPr>
          <p:nvPr/>
        </p:nvSpPr>
        <p:spPr>
          <a:xfrm xmlns:a="http://schemas.openxmlformats.org/drawingml/2006/main">
            <a:off x="7924800" y="3390900"/>
            <a:ext cx="3257550" cy="1800225"/>
          </a:xfrm>
          <a:prstGeom xmlns:a="http://schemas.openxmlformats.org/drawingml/2006/main" prst="rect">
            <a:avLst/>
          </a:prstGeom>
          <a:solidFill xmlns:a="http://schemas.openxmlformats.org/drawingml/2006/main">
            <a:srgbClr val="F2F5F9"/>
          </a:solidFill>
          <a:ln xmlns:a="http://schemas.openxmlformats.org/drawingml/2006/main" w="0">
            <a:noFill/>
            <a:prstDash val="solid"/>
          </a:ln>
        </p:spPr>
      </p:sp>
      <p:sp>
        <p:nvSpPr>
          <p:cNvPr id="26" name="dp44-background / n24 / text 1">
            <a:extLst xmlns:a="http://schemas.openxmlformats.org/drawingml/2006/main">
              <a:ext uri="{FF2B5EF4-FFF2-40B4-BE49-F238E27FC236}">
                <a16:creationId xmlns:a16="http://schemas.microsoft.com/office/drawing/2014/main" id="{4223B86E-941D-4905-84D4-6274E6A48C60}"/>
              </a:ext>
            </a:extLst>
          </p:cNvPr>
          <p:cNvSpPr>
            <a:spLocks xmlns:a="http://schemas.openxmlformats.org/drawingml/2006/main" noGrp="1"/>
          </p:cNvSpPr>
          <p:nvPr/>
        </p:nvSpPr>
        <p:spPr>
          <a:xfrm xmlns:a="http://schemas.openxmlformats.org/drawingml/2006/main">
            <a:off x="762000" y="3524250"/>
            <a:ext cx="29527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Response</a:t>
            </a:r>
          </a:p>
        </p:txBody>
      </p:sp>
      <p:sp>
        <p:nvSpPr>
          <p:cNvPr id="27" name="dp44-background / n25 / text 1">
            <a:extLst xmlns:a="http://schemas.openxmlformats.org/drawingml/2006/main">
              <a:ext uri="{FF2B5EF4-FFF2-40B4-BE49-F238E27FC236}">
                <a16:creationId xmlns:a16="http://schemas.microsoft.com/office/drawing/2014/main" id="{198C7D19-E8C5-4FAB-9FDB-5862BDF0AB1F}"/>
              </a:ext>
            </a:extLst>
          </p:cNvPr>
          <p:cNvSpPr>
            <a:spLocks xmlns:a="http://schemas.openxmlformats.org/drawingml/2006/main" noGrp="1"/>
          </p:cNvSpPr>
          <p:nvPr/>
        </p:nvSpPr>
        <p:spPr>
          <a:xfrm xmlns:a="http://schemas.openxmlformats.org/drawingml/2006/main">
            <a:off x="762000" y="3952875"/>
            <a:ext cx="2952750" cy="40052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175" b="1">
                <a:solidFill>
                  <a:srgbClr val="18232E"/>
                </a:solidFill>
                <a:latin typeface="Apple SD Gothic Neo"/>
                <a:ea typeface="Apple SD Gothic Neo"/>
                <a:cs typeface="Apple SD Gothic Neo"/>
              </a:defRPr>
            </a:pPr>
            <a:r>
              <a:rPr sz="2175" b="1">
                <a:solidFill>
                  <a:srgbClr val="18232E"/>
                </a:solidFill>
                <a:latin typeface="Apple SD Gothic Neo"/>
                <a:ea typeface="Apple SD Gothic Neo"/>
                <a:cs typeface="Apple SD Gothic Neo"/>
              </a:rPr>
              <a:t>보고서 설명 중</a:t>
            </a:r>
          </a:p>
        </p:txBody>
      </p:sp>
      <p:sp>
        <p:nvSpPr>
          <p:cNvPr id="28" name="dp44-background / n26 / text 1">
            <a:extLst xmlns:a="http://schemas.openxmlformats.org/drawingml/2006/main">
              <a:ext uri="{FF2B5EF4-FFF2-40B4-BE49-F238E27FC236}">
                <a16:creationId xmlns:a16="http://schemas.microsoft.com/office/drawing/2014/main" id="{626C8756-5700-47C1-BCC1-D7728E519BCB}"/>
              </a:ext>
            </a:extLst>
          </p:cNvPr>
          <p:cNvSpPr>
            <a:spLocks xmlns:a="http://schemas.openxmlformats.org/drawingml/2006/main" noGrp="1"/>
          </p:cNvSpPr>
          <p:nvPr/>
        </p:nvSpPr>
        <p:spPr>
          <a:xfrm xmlns:a="http://schemas.openxmlformats.org/drawingml/2006/main">
            <a:off x="762000" y="4619625"/>
            <a:ext cx="29527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5F6B77"/>
                </a:solidFill>
                <a:latin typeface="Apple SD Gothic Neo"/>
                <a:ea typeface="Apple SD Gothic Neo"/>
                <a:cs typeface="Apple SD Gothic Neo"/>
              </a:defRPr>
            </a:pPr>
            <a:r>
              <a:rPr sz="1575" b="0">
                <a:solidFill>
                  <a:srgbClr val="5F6B77"/>
                </a:solidFill>
                <a:latin typeface="Apple SD Gothic Neo"/>
                <a:ea typeface="Apple SD Gothic Neo"/>
                <a:cs typeface="Apple SD Gothic Neo"/>
              </a:rPr>
              <a:t>사용자 발화 계속 수신</a:t>
            </a:r>
          </a:p>
        </p:txBody>
      </p:sp>
      <p:sp>
        <p:nvSpPr>
          <p:cNvPr id="29" name="dp44-background / n27 / path">
            <a:extLst xmlns:a="http://schemas.openxmlformats.org/drawingml/2006/main">
              <a:ext uri="{FF2B5EF4-FFF2-40B4-BE49-F238E27FC236}">
                <a16:creationId xmlns:a16="http://schemas.microsoft.com/office/drawing/2014/main" id="{D5438D12-15EF-4356-9E09-1BA943D4F785}"/>
              </a:ext>
            </a:extLst>
          </p:cNvPr>
          <p:cNvSpPr>
            <a:spLocks xmlns:a="http://schemas.openxmlformats.org/drawingml/2006/main" noGrp="1"/>
          </p:cNvSpPr>
          <p:nvPr/>
        </p:nvSpPr>
        <p:spPr>
          <a:xfrm xmlns:a="http://schemas.openxmlformats.org/drawingml/2006/main">
            <a:off x="847725" y="4991100"/>
            <a:ext cx="953" cy="76200"/>
          </a:xfrm>
          <a:custGeom xmlns:a="http://schemas.openxmlformats.org/drawingml/2006/main">
            <a:pathLst>
              <a:path w="953" h="76200">
                <a:moveTo>
                  <a:pt x="0" y="0"/>
                </a:moveTo>
                <a:lnTo>
                  <a:pt x="0" y="76200"/>
                </a:lnTo>
              </a:path>
            </a:pathLst>
          </a:custGeom>
          <a:noFill xmlns:a="http://schemas.openxmlformats.org/drawingml/2006/main"/>
          <a:ln xmlns:a="http://schemas.openxmlformats.org/drawingml/2006/main" w="47625">
            <a:solidFill>
              <a:srgbClr val="2858A5"/>
            </a:solidFill>
            <a:prstDash val="solid"/>
          </a:ln>
        </p:spPr>
      </p:sp>
      <p:sp>
        <p:nvSpPr>
          <p:cNvPr id="30" name="dp44-background / n28 / path">
            <a:extLst xmlns:a="http://schemas.openxmlformats.org/drawingml/2006/main">
              <a:ext uri="{FF2B5EF4-FFF2-40B4-BE49-F238E27FC236}">
                <a16:creationId xmlns:a16="http://schemas.microsoft.com/office/drawing/2014/main" id="{9FDB9214-B03A-40D6-9C08-2ED64E463049}"/>
              </a:ext>
            </a:extLst>
          </p:cNvPr>
          <p:cNvSpPr>
            <a:spLocks xmlns:a="http://schemas.openxmlformats.org/drawingml/2006/main" noGrp="1"/>
          </p:cNvSpPr>
          <p:nvPr/>
        </p:nvSpPr>
        <p:spPr>
          <a:xfrm xmlns:a="http://schemas.openxmlformats.org/drawingml/2006/main">
            <a:off x="1057275" y="4933950"/>
            <a:ext cx="953" cy="133350"/>
          </a:xfrm>
          <a:custGeom xmlns:a="http://schemas.openxmlformats.org/drawingml/2006/main">
            <a:pathLst>
              <a:path w="953" h="133350">
                <a:moveTo>
                  <a:pt x="0" y="0"/>
                </a:moveTo>
                <a:lnTo>
                  <a:pt x="0" y="133350"/>
                </a:lnTo>
              </a:path>
            </a:pathLst>
          </a:custGeom>
          <a:noFill xmlns:a="http://schemas.openxmlformats.org/drawingml/2006/main"/>
          <a:ln xmlns:a="http://schemas.openxmlformats.org/drawingml/2006/main" w="47625">
            <a:solidFill>
              <a:srgbClr val="2858A5"/>
            </a:solidFill>
            <a:prstDash val="solid"/>
          </a:ln>
        </p:spPr>
      </p:sp>
      <p:sp>
        <p:nvSpPr>
          <p:cNvPr id="31" name="dp44-background / n29 / path">
            <a:extLst xmlns:a="http://schemas.openxmlformats.org/drawingml/2006/main">
              <a:ext uri="{FF2B5EF4-FFF2-40B4-BE49-F238E27FC236}">
                <a16:creationId xmlns:a16="http://schemas.microsoft.com/office/drawing/2014/main" id="{EBFDBB11-0AE6-467A-BC5C-719456AECEA9}"/>
              </a:ext>
            </a:extLst>
          </p:cNvPr>
          <p:cNvSpPr>
            <a:spLocks xmlns:a="http://schemas.openxmlformats.org/drawingml/2006/main" noGrp="1"/>
          </p:cNvSpPr>
          <p:nvPr/>
        </p:nvSpPr>
        <p:spPr>
          <a:xfrm xmlns:a="http://schemas.openxmlformats.org/drawingml/2006/main">
            <a:off x="1266825" y="4848225"/>
            <a:ext cx="953" cy="219075"/>
          </a:xfrm>
          <a:custGeom xmlns:a="http://schemas.openxmlformats.org/drawingml/2006/main">
            <a:pathLst>
              <a:path w="953" h="219075">
                <a:moveTo>
                  <a:pt x="0" y="0"/>
                </a:moveTo>
                <a:lnTo>
                  <a:pt x="0" y="219075"/>
                </a:lnTo>
              </a:path>
            </a:pathLst>
          </a:custGeom>
          <a:noFill xmlns:a="http://schemas.openxmlformats.org/drawingml/2006/main"/>
          <a:ln xmlns:a="http://schemas.openxmlformats.org/drawingml/2006/main" w="47625">
            <a:solidFill>
              <a:srgbClr val="2858A5"/>
            </a:solidFill>
            <a:prstDash val="solid"/>
          </a:ln>
        </p:spPr>
      </p:sp>
      <p:sp>
        <p:nvSpPr>
          <p:cNvPr id="32" name="dp44-background / n30 / path">
            <a:extLst xmlns:a="http://schemas.openxmlformats.org/drawingml/2006/main">
              <a:ext uri="{FF2B5EF4-FFF2-40B4-BE49-F238E27FC236}">
                <a16:creationId xmlns:a16="http://schemas.microsoft.com/office/drawing/2014/main" id="{A84D5CF7-1931-44F1-812A-8033B186F0DB}"/>
              </a:ext>
            </a:extLst>
          </p:cNvPr>
          <p:cNvSpPr>
            <a:spLocks xmlns:a="http://schemas.openxmlformats.org/drawingml/2006/main" noGrp="1"/>
          </p:cNvSpPr>
          <p:nvPr/>
        </p:nvSpPr>
        <p:spPr>
          <a:xfrm xmlns:a="http://schemas.openxmlformats.org/drawingml/2006/main">
            <a:off x="1476375" y="4962525"/>
            <a:ext cx="953" cy="104775"/>
          </a:xfrm>
          <a:custGeom xmlns:a="http://schemas.openxmlformats.org/drawingml/2006/main">
            <a:pathLst>
              <a:path w="953" h="104775">
                <a:moveTo>
                  <a:pt x="0" y="0"/>
                </a:moveTo>
                <a:lnTo>
                  <a:pt x="0" y="104775"/>
                </a:lnTo>
              </a:path>
            </a:pathLst>
          </a:custGeom>
          <a:noFill xmlns:a="http://schemas.openxmlformats.org/drawingml/2006/main"/>
          <a:ln xmlns:a="http://schemas.openxmlformats.org/drawingml/2006/main" w="47625">
            <a:solidFill>
              <a:srgbClr val="2858A5"/>
            </a:solidFill>
            <a:prstDash val="solid"/>
          </a:ln>
        </p:spPr>
      </p:sp>
      <p:sp>
        <p:nvSpPr>
          <p:cNvPr id="33" name="dp44-background / n31 / path">
            <a:extLst xmlns:a="http://schemas.openxmlformats.org/drawingml/2006/main">
              <a:ext uri="{FF2B5EF4-FFF2-40B4-BE49-F238E27FC236}">
                <a16:creationId xmlns:a16="http://schemas.microsoft.com/office/drawing/2014/main" id="{8389234B-6F62-4C88-9C56-56BB25775372}"/>
              </a:ext>
            </a:extLst>
          </p:cNvPr>
          <p:cNvSpPr>
            <a:spLocks xmlns:a="http://schemas.openxmlformats.org/drawingml/2006/main" noGrp="1"/>
          </p:cNvSpPr>
          <p:nvPr/>
        </p:nvSpPr>
        <p:spPr>
          <a:xfrm xmlns:a="http://schemas.openxmlformats.org/drawingml/2006/main">
            <a:off x="1685925" y="4895850"/>
            <a:ext cx="953" cy="171450"/>
          </a:xfrm>
          <a:custGeom xmlns:a="http://schemas.openxmlformats.org/drawingml/2006/main">
            <a:pathLst>
              <a:path w="953" h="171450">
                <a:moveTo>
                  <a:pt x="0" y="0"/>
                </a:moveTo>
                <a:lnTo>
                  <a:pt x="0" y="171450"/>
                </a:lnTo>
              </a:path>
            </a:pathLst>
          </a:custGeom>
          <a:noFill xmlns:a="http://schemas.openxmlformats.org/drawingml/2006/main"/>
          <a:ln xmlns:a="http://schemas.openxmlformats.org/drawingml/2006/main" w="47625">
            <a:solidFill>
              <a:srgbClr val="2858A5"/>
            </a:solidFill>
            <a:prstDash val="solid"/>
          </a:ln>
        </p:spPr>
      </p:sp>
      <p:sp>
        <p:nvSpPr>
          <p:cNvPr id="34" name="dp44-background / n32 / path">
            <a:extLst xmlns:a="http://schemas.openxmlformats.org/drawingml/2006/main">
              <a:ext uri="{FF2B5EF4-FFF2-40B4-BE49-F238E27FC236}">
                <a16:creationId xmlns:a16="http://schemas.microsoft.com/office/drawing/2014/main" id="{F9DEE1CB-08BF-4768-8CA4-A3A3AC44C011}"/>
              </a:ext>
            </a:extLst>
          </p:cNvPr>
          <p:cNvSpPr>
            <a:spLocks xmlns:a="http://schemas.openxmlformats.org/drawingml/2006/main" noGrp="1"/>
          </p:cNvSpPr>
          <p:nvPr/>
        </p:nvSpPr>
        <p:spPr>
          <a:xfrm xmlns:a="http://schemas.openxmlformats.org/drawingml/2006/main">
            <a:off x="1895475" y="4981575"/>
            <a:ext cx="953" cy="85725"/>
          </a:xfrm>
          <a:custGeom xmlns:a="http://schemas.openxmlformats.org/drawingml/2006/main">
            <a:pathLst>
              <a:path w="953" h="85725">
                <a:moveTo>
                  <a:pt x="0" y="0"/>
                </a:moveTo>
                <a:lnTo>
                  <a:pt x="0" y="85725"/>
                </a:lnTo>
              </a:path>
            </a:pathLst>
          </a:custGeom>
          <a:noFill xmlns:a="http://schemas.openxmlformats.org/drawingml/2006/main"/>
          <a:ln xmlns:a="http://schemas.openxmlformats.org/drawingml/2006/main" w="47625">
            <a:solidFill>
              <a:srgbClr val="2858A5"/>
            </a:solidFill>
            <a:prstDash val="solid"/>
          </a:ln>
        </p:spPr>
      </p:sp>
      <p:sp>
        <p:nvSpPr>
          <p:cNvPr id="35" name="dp44-background / n33 / text 1">
            <a:extLst xmlns:a="http://schemas.openxmlformats.org/drawingml/2006/main">
              <a:ext uri="{FF2B5EF4-FFF2-40B4-BE49-F238E27FC236}">
                <a16:creationId xmlns:a16="http://schemas.microsoft.com/office/drawing/2014/main" id="{46C6E809-9108-4BE5-B7D4-BF2843DEF1A1}"/>
              </a:ext>
            </a:extLst>
          </p:cNvPr>
          <p:cNvSpPr>
            <a:spLocks xmlns:a="http://schemas.openxmlformats.org/drawingml/2006/main" noGrp="1"/>
          </p:cNvSpPr>
          <p:nvPr/>
        </p:nvSpPr>
        <p:spPr>
          <a:xfrm xmlns:a="http://schemas.openxmlformats.org/drawingml/2006/main">
            <a:off x="4419600" y="3524250"/>
            <a:ext cx="29527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B63732"/>
                </a:solidFill>
                <a:latin typeface="Apple SD Gothic Neo"/>
                <a:ea typeface="Apple SD Gothic Neo"/>
                <a:cs typeface="Apple SD Gothic Neo"/>
              </a:defRPr>
            </a:pPr>
            <a:r>
              <a:rPr sz="1500" b="0">
                <a:solidFill>
                  <a:srgbClr val="B63732"/>
                </a:solidFill>
                <a:latin typeface="Apple SD Gothic Neo"/>
                <a:ea typeface="Apple SD Gothic Neo"/>
                <a:cs typeface="Apple SD Gothic Neo"/>
              </a:rPr>
              <a:t>새 User Turn</a:t>
            </a:r>
          </a:p>
        </p:txBody>
      </p:sp>
      <p:sp>
        <p:nvSpPr>
          <p:cNvPr id="36" name="dp44-background / n34 / text 1">
            <a:extLst xmlns:a="http://schemas.openxmlformats.org/drawingml/2006/main">
              <a:ext uri="{FF2B5EF4-FFF2-40B4-BE49-F238E27FC236}">
                <a16:creationId xmlns:a16="http://schemas.microsoft.com/office/drawing/2014/main" id="{286F107B-F795-4EBC-ACBA-8B76B339C82D}"/>
              </a:ext>
            </a:extLst>
          </p:cNvPr>
          <p:cNvSpPr>
            <a:spLocks xmlns:a="http://schemas.openxmlformats.org/drawingml/2006/main" noGrp="1"/>
          </p:cNvSpPr>
          <p:nvPr/>
        </p:nvSpPr>
        <p:spPr>
          <a:xfrm xmlns:a="http://schemas.openxmlformats.org/drawingml/2006/main">
            <a:off x="4419600" y="3886200"/>
            <a:ext cx="29527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100" b="1">
                <a:solidFill>
                  <a:srgbClr val="18232E"/>
                </a:solidFill>
                <a:latin typeface="Apple SD Gothic Neo"/>
                <a:ea typeface="Apple SD Gothic Neo"/>
                <a:cs typeface="Apple SD Gothic Neo"/>
              </a:defRPr>
            </a:pPr>
            <a:r>
              <a:rPr sz="2100" b="1">
                <a:solidFill>
                  <a:srgbClr val="18232E"/>
                </a:solidFill>
                <a:latin typeface="Apple SD Gothic Neo"/>
                <a:ea typeface="Apple SD Gothic Neo"/>
                <a:cs typeface="Apple SD Gothic Neo"/>
              </a:rPr>
              <a:t>“잠깐, 표부터</a:t>
            </a:r>
          </a:p>
        </p:txBody>
      </p:sp>
      <p:sp>
        <p:nvSpPr>
          <p:cNvPr id="37" name="dp44-background / n34 / text 2">
            <a:extLst xmlns:a="http://schemas.openxmlformats.org/drawingml/2006/main">
              <a:ext uri="{FF2B5EF4-FFF2-40B4-BE49-F238E27FC236}">
                <a16:creationId xmlns:a16="http://schemas.microsoft.com/office/drawing/2014/main" id="{D394A254-B03A-451B-B2BA-CD53ADBF1CA6}"/>
              </a:ext>
            </a:extLst>
          </p:cNvPr>
          <p:cNvSpPr>
            <a:spLocks xmlns:a="http://schemas.openxmlformats.org/drawingml/2006/main" noGrp="1"/>
          </p:cNvSpPr>
          <p:nvPr/>
        </p:nvSpPr>
        <p:spPr>
          <a:xfrm xmlns:a="http://schemas.openxmlformats.org/drawingml/2006/main">
            <a:off x="4419600" y="4210050"/>
            <a:ext cx="29527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100" b="1">
                <a:solidFill>
                  <a:srgbClr val="18232E"/>
                </a:solidFill>
                <a:latin typeface="Apple SD Gothic Neo"/>
                <a:ea typeface="Apple SD Gothic Neo"/>
                <a:cs typeface="Apple SD Gothic Neo"/>
              </a:defRPr>
            </a:pPr>
            <a:r>
              <a:rPr sz="2100" b="1">
                <a:solidFill>
                  <a:srgbClr val="18232E"/>
                </a:solidFill>
                <a:latin typeface="Apple SD Gothic Neo"/>
                <a:ea typeface="Apple SD Gothic Neo"/>
                <a:cs typeface="Apple SD Gothic Neo"/>
              </a:rPr>
              <a:t>설명해줘.”</a:t>
            </a:r>
          </a:p>
        </p:txBody>
      </p:sp>
      <p:sp>
        <p:nvSpPr>
          <p:cNvPr id="38" name="dp44-background / n35 / text 1">
            <a:extLst xmlns:a="http://schemas.openxmlformats.org/drawingml/2006/main">
              <a:ext uri="{FF2B5EF4-FFF2-40B4-BE49-F238E27FC236}">
                <a16:creationId xmlns:a16="http://schemas.microsoft.com/office/drawing/2014/main" id="{7D90EBA4-28F4-441B-95E8-E815E18EC70A}"/>
              </a:ext>
            </a:extLst>
          </p:cNvPr>
          <p:cNvSpPr>
            <a:spLocks xmlns:a="http://schemas.openxmlformats.org/drawingml/2006/main" noGrp="1"/>
          </p:cNvSpPr>
          <p:nvPr/>
        </p:nvSpPr>
        <p:spPr>
          <a:xfrm xmlns:a="http://schemas.openxmlformats.org/drawingml/2006/main">
            <a:off x="4419600" y="4819650"/>
            <a:ext cx="29527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현재 음성 중단과 발화 해석</a:t>
            </a:r>
          </a:p>
        </p:txBody>
      </p:sp>
      <p:sp>
        <p:nvSpPr>
          <p:cNvPr id="39" name="dp44-background / n36 / text 1">
            <a:extLst xmlns:a="http://schemas.openxmlformats.org/drawingml/2006/main">
              <a:ext uri="{FF2B5EF4-FFF2-40B4-BE49-F238E27FC236}">
                <a16:creationId xmlns:a16="http://schemas.microsoft.com/office/drawing/2014/main" id="{DC6FBC55-8127-4B21-B76F-C71AE7A47FD2}"/>
              </a:ext>
            </a:extLst>
          </p:cNvPr>
          <p:cNvSpPr>
            <a:spLocks xmlns:a="http://schemas.openxmlformats.org/drawingml/2006/main" noGrp="1"/>
          </p:cNvSpPr>
          <p:nvPr/>
        </p:nvSpPr>
        <p:spPr>
          <a:xfrm xmlns:a="http://schemas.openxmlformats.org/drawingml/2006/main">
            <a:off x="8077200" y="3524250"/>
            <a:ext cx="29527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현재 Request의 Response</a:t>
            </a:r>
          </a:p>
        </p:txBody>
      </p:sp>
      <p:sp>
        <p:nvSpPr>
          <p:cNvPr id="40" name="dp44-background / n37 / text 1">
            <a:extLst xmlns:a="http://schemas.openxmlformats.org/drawingml/2006/main">
              <a:ext uri="{FF2B5EF4-FFF2-40B4-BE49-F238E27FC236}">
                <a16:creationId xmlns:a16="http://schemas.microsoft.com/office/drawing/2014/main" id="{59A7EB1D-706A-404C-ABD1-10CE5C4D92FA}"/>
              </a:ext>
            </a:extLst>
          </p:cNvPr>
          <p:cNvSpPr>
            <a:spLocks xmlns:a="http://schemas.openxmlformats.org/drawingml/2006/main" noGrp="1"/>
          </p:cNvSpPr>
          <p:nvPr/>
        </p:nvSpPr>
        <p:spPr>
          <a:xfrm xmlns:a="http://schemas.openxmlformats.org/drawingml/2006/main">
            <a:off x="8077200" y="3952875"/>
            <a:ext cx="29527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100" b="1">
                <a:solidFill>
                  <a:srgbClr val="087E8B"/>
                </a:solidFill>
                <a:latin typeface="Apple SD Gothic Neo"/>
                <a:ea typeface="Apple SD Gothic Neo"/>
                <a:cs typeface="Apple SD Gothic Neo"/>
              </a:defRPr>
            </a:pPr>
            <a:r>
              <a:rPr sz="2100" b="1">
                <a:solidFill>
                  <a:srgbClr val="087E8B"/>
                </a:solidFill>
                <a:latin typeface="Apple SD Gothic Neo"/>
                <a:ea typeface="Apple SD Gothic Neo"/>
                <a:cs typeface="Apple SD Gothic Neo"/>
              </a:rPr>
              <a:t>표 설명으로 전환</a:t>
            </a:r>
          </a:p>
        </p:txBody>
      </p:sp>
      <p:sp>
        <p:nvSpPr>
          <p:cNvPr id="41" name="dp44-background / n38 / text 1">
            <a:extLst xmlns:a="http://schemas.openxmlformats.org/drawingml/2006/main">
              <a:ext uri="{FF2B5EF4-FFF2-40B4-BE49-F238E27FC236}">
                <a16:creationId xmlns:a16="http://schemas.microsoft.com/office/drawing/2014/main" id="{1EB83392-20B2-4E9D-805A-00AB753F6E33}"/>
              </a:ext>
            </a:extLst>
          </p:cNvPr>
          <p:cNvSpPr>
            <a:spLocks xmlns:a="http://schemas.openxmlformats.org/drawingml/2006/main" noGrp="1"/>
          </p:cNvSpPr>
          <p:nvPr/>
        </p:nvSpPr>
        <p:spPr>
          <a:xfrm xmlns:a="http://schemas.openxmlformats.org/drawingml/2006/main">
            <a:off x="8077200" y="4619625"/>
            <a:ext cx="29527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5F6B77"/>
                </a:solidFill>
                <a:latin typeface="Apple SD Gothic Neo"/>
                <a:ea typeface="Apple SD Gothic Neo"/>
                <a:cs typeface="Apple SD Gothic Neo"/>
              </a:defRPr>
            </a:pPr>
            <a:r>
              <a:rPr sz="1575" b="0">
                <a:solidFill>
                  <a:srgbClr val="5F6B77"/>
                </a:solidFill>
                <a:latin typeface="Apple SD Gothic Neo"/>
                <a:ea typeface="Apple SD Gothic Neo"/>
                <a:cs typeface="Apple SD Gothic Neo"/>
              </a:rPr>
              <a:t>Text 및 음성 전달</a:t>
            </a:r>
          </a:p>
        </p:txBody>
      </p:sp>
      <p:sp>
        <p:nvSpPr>
          <p:cNvPr id="42" name="dp44-background / n39 / text 1">
            <a:extLst xmlns:a="http://schemas.openxmlformats.org/drawingml/2006/main">
              <a:ext uri="{FF2B5EF4-FFF2-40B4-BE49-F238E27FC236}">
                <a16:creationId xmlns:a16="http://schemas.microsoft.com/office/drawing/2014/main" id="{764E2F5B-167C-4EA9-B3F3-AC10FF3942E2}"/>
              </a:ext>
            </a:extLst>
          </p:cNvPr>
          <p:cNvSpPr>
            <a:spLocks xmlns:a="http://schemas.openxmlformats.org/drawingml/2006/main" noGrp="1"/>
          </p:cNvSpPr>
          <p:nvPr/>
        </p:nvSpPr>
        <p:spPr>
          <a:xfrm xmlns:a="http://schemas.openxmlformats.org/drawingml/2006/main">
            <a:off x="609600" y="5629275"/>
            <a:ext cx="105727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메일 초안 Task / Downstream Agent의 작업 실행</a:t>
            </a:r>
          </a:p>
        </p:txBody>
      </p:sp>
      <p:sp>
        <p:nvSpPr>
          <p:cNvPr id="43" name="dp44-background / n40">
            <a:extLst xmlns:a="http://schemas.openxmlformats.org/drawingml/2006/main">
              <a:ext uri="{FF2B5EF4-FFF2-40B4-BE49-F238E27FC236}">
                <a16:creationId xmlns:a16="http://schemas.microsoft.com/office/drawing/2014/main" id="{A38FEAD5-3BE6-4B8A-AD14-7908F6BB84D1}"/>
              </a:ext>
            </a:extLst>
          </p:cNvPr>
          <p:cNvSpPr>
            <a:spLocks xmlns:a="http://schemas.openxmlformats.org/drawingml/2006/main" noGrp="1"/>
          </p:cNvSpPr>
          <p:nvPr/>
        </p:nvSpPr>
        <p:spPr>
          <a:xfrm xmlns:a="http://schemas.openxmlformats.org/drawingml/2006/main">
            <a:off x="609600" y="6076950"/>
            <a:ext cx="3257550" cy="1562100"/>
          </a:xfrm>
          <a:prstGeom xmlns:a="http://schemas.openxmlformats.org/drawingml/2006/main" prst="rect">
            <a:avLst/>
          </a:prstGeom>
          <a:solidFill xmlns:a="http://schemas.openxmlformats.org/drawingml/2006/main">
            <a:srgbClr val="F3F7F7"/>
          </a:solidFill>
          <a:ln xmlns:a="http://schemas.openxmlformats.org/drawingml/2006/main" w="0">
            <a:noFill/>
            <a:prstDash val="solid"/>
          </a:ln>
        </p:spPr>
      </p:sp>
      <p:sp>
        <p:nvSpPr>
          <p:cNvPr id="44" name="dp44-background / n41">
            <a:extLst xmlns:a="http://schemas.openxmlformats.org/drawingml/2006/main">
              <a:ext uri="{FF2B5EF4-FFF2-40B4-BE49-F238E27FC236}">
                <a16:creationId xmlns:a16="http://schemas.microsoft.com/office/drawing/2014/main" id="{8370D525-A537-4CB0-A961-180FFB8A0E3C}"/>
              </a:ext>
            </a:extLst>
          </p:cNvPr>
          <p:cNvSpPr>
            <a:spLocks xmlns:a="http://schemas.openxmlformats.org/drawingml/2006/main" noGrp="1"/>
          </p:cNvSpPr>
          <p:nvPr/>
        </p:nvSpPr>
        <p:spPr>
          <a:xfrm xmlns:a="http://schemas.openxmlformats.org/drawingml/2006/main">
            <a:off x="4267200" y="6076950"/>
            <a:ext cx="3257550" cy="1562100"/>
          </a:xfrm>
          <a:prstGeom xmlns:a="http://schemas.openxmlformats.org/drawingml/2006/main" prst="rect">
            <a:avLst/>
          </a:prstGeom>
          <a:solidFill xmlns:a="http://schemas.openxmlformats.org/drawingml/2006/main">
            <a:srgbClr val="FFF0EC"/>
          </a:solidFill>
          <a:ln xmlns:a="http://schemas.openxmlformats.org/drawingml/2006/main" w="0">
            <a:noFill/>
            <a:prstDash val="solid"/>
          </a:ln>
        </p:spPr>
      </p:sp>
      <p:sp>
        <p:nvSpPr>
          <p:cNvPr id="45" name="dp44-background / n42">
            <a:extLst xmlns:a="http://schemas.openxmlformats.org/drawingml/2006/main">
              <a:ext uri="{FF2B5EF4-FFF2-40B4-BE49-F238E27FC236}">
                <a16:creationId xmlns:a16="http://schemas.microsoft.com/office/drawing/2014/main" id="{AA6D3375-9BD8-4334-889E-EEF09165560B}"/>
              </a:ext>
            </a:extLst>
          </p:cNvPr>
          <p:cNvSpPr>
            <a:spLocks xmlns:a="http://schemas.openxmlformats.org/drawingml/2006/main" noGrp="1"/>
          </p:cNvSpPr>
          <p:nvPr/>
        </p:nvSpPr>
        <p:spPr>
          <a:xfrm xmlns:a="http://schemas.openxmlformats.org/drawingml/2006/main">
            <a:off x="7924800" y="6076950"/>
            <a:ext cx="3257550" cy="1562100"/>
          </a:xfrm>
          <a:prstGeom xmlns:a="http://schemas.openxmlformats.org/drawingml/2006/main" prst="rect">
            <a:avLst/>
          </a:prstGeom>
          <a:solidFill xmlns:a="http://schemas.openxmlformats.org/drawingml/2006/main">
            <a:srgbClr val="F3F7F7"/>
          </a:solidFill>
          <a:ln xmlns:a="http://schemas.openxmlformats.org/drawingml/2006/main" w="0">
            <a:noFill/>
            <a:prstDash val="solid"/>
          </a:ln>
        </p:spPr>
      </p:sp>
      <p:sp>
        <p:nvSpPr>
          <p:cNvPr id="46" name="dp44-background / n43 / text 1">
            <a:extLst xmlns:a="http://schemas.openxmlformats.org/drawingml/2006/main">
              <a:ext uri="{FF2B5EF4-FFF2-40B4-BE49-F238E27FC236}">
                <a16:creationId xmlns:a16="http://schemas.microsoft.com/office/drawing/2014/main" id="{34610FC9-16A9-4603-9E11-5374EBA076F8}"/>
              </a:ext>
            </a:extLst>
          </p:cNvPr>
          <p:cNvSpPr>
            <a:spLocks xmlns:a="http://schemas.openxmlformats.org/drawingml/2006/main" noGrp="1"/>
          </p:cNvSpPr>
          <p:nvPr/>
        </p:nvSpPr>
        <p:spPr>
          <a:xfrm xmlns:a="http://schemas.openxmlformats.org/drawingml/2006/main">
            <a:off x="762000" y="6248400"/>
            <a:ext cx="295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18232E"/>
                </a:solidFill>
                <a:latin typeface="Apple SD Gothic Neo"/>
                <a:ea typeface="Apple SD Gothic Neo"/>
                <a:cs typeface="Apple SD Gothic Neo"/>
              </a:defRPr>
            </a:pPr>
            <a:r>
              <a:rPr sz="1725" b="1">
                <a:solidFill>
                  <a:srgbClr val="18232E"/>
                </a:solidFill>
                <a:latin typeface="Apple SD Gothic Neo"/>
                <a:ea typeface="Apple SD Gothic Neo"/>
                <a:cs typeface="Apple SD Gothic Neo"/>
              </a:rPr>
              <a:t>Delegation 후 초안 작성</a:t>
            </a:r>
          </a:p>
        </p:txBody>
      </p:sp>
      <p:sp>
        <p:nvSpPr>
          <p:cNvPr id="47" name="dp44-background / n44 / text 1">
            <a:extLst xmlns:a="http://schemas.openxmlformats.org/drawingml/2006/main">
              <a:ext uri="{FF2B5EF4-FFF2-40B4-BE49-F238E27FC236}">
                <a16:creationId xmlns:a16="http://schemas.microsoft.com/office/drawing/2014/main" id="{965B30ED-16AA-4DE3-AA42-842BF42763CC}"/>
              </a:ext>
            </a:extLst>
          </p:cNvPr>
          <p:cNvSpPr>
            <a:spLocks xmlns:a="http://schemas.openxmlformats.org/drawingml/2006/main" noGrp="1"/>
          </p:cNvSpPr>
          <p:nvPr/>
        </p:nvSpPr>
        <p:spPr>
          <a:xfrm xmlns:a="http://schemas.openxmlformats.org/drawingml/2006/main">
            <a:off x="762000" y="6715125"/>
            <a:ext cx="29527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5F6B77"/>
                </a:solidFill>
                <a:latin typeface="Apple SD Gothic Neo"/>
                <a:ea typeface="Apple SD Gothic Neo"/>
                <a:cs typeface="Apple SD Gothic Neo"/>
              </a:defRPr>
            </a:pPr>
            <a:r>
              <a:rPr sz="1575" b="0">
                <a:solidFill>
                  <a:srgbClr val="5F6B77"/>
                </a:solidFill>
                <a:latin typeface="Apple SD Gothic Neo"/>
                <a:ea typeface="Apple SD Gothic Neo"/>
                <a:cs typeface="Apple SD Gothic Neo"/>
              </a:rPr>
              <a:t>Agent Execution 진행 중</a:t>
            </a:r>
          </a:p>
        </p:txBody>
      </p:sp>
      <p:sp>
        <p:nvSpPr>
          <p:cNvPr id="48" name="dp44-background / n45 / text 1">
            <a:extLst xmlns:a="http://schemas.openxmlformats.org/drawingml/2006/main">
              <a:ext uri="{FF2B5EF4-FFF2-40B4-BE49-F238E27FC236}">
                <a16:creationId xmlns:a16="http://schemas.microsoft.com/office/drawing/2014/main" id="{E42BF152-97C0-4606-8812-2770C29F27D7}"/>
              </a:ext>
            </a:extLst>
          </p:cNvPr>
          <p:cNvSpPr>
            <a:spLocks xmlns:a="http://schemas.openxmlformats.org/drawingml/2006/main" noGrp="1"/>
          </p:cNvSpPr>
          <p:nvPr/>
        </p:nvSpPr>
        <p:spPr>
          <a:xfrm xmlns:a="http://schemas.openxmlformats.org/drawingml/2006/main">
            <a:off x="4419600" y="6248400"/>
            <a:ext cx="295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B63732"/>
                </a:solidFill>
                <a:latin typeface="Apple SD Gothic Neo"/>
                <a:ea typeface="Apple SD Gothic Neo"/>
                <a:cs typeface="Apple SD Gothic Neo"/>
              </a:defRPr>
            </a:pPr>
            <a:r>
              <a:rPr sz="1725" b="1">
                <a:solidFill>
                  <a:srgbClr val="B63732"/>
                </a:solidFill>
                <a:latin typeface="Apple SD Gothic Neo"/>
                <a:ea typeface="Apple SD Gothic Neo"/>
                <a:cs typeface="Apple SD Gothic Neo"/>
              </a:rPr>
              <a:t>메일 Task의 질문 도착</a:t>
            </a:r>
          </a:p>
        </p:txBody>
      </p:sp>
      <p:sp>
        <p:nvSpPr>
          <p:cNvPr id="49" name="dp44-background / n46 / text 1">
            <a:extLst xmlns:a="http://schemas.openxmlformats.org/drawingml/2006/main">
              <a:ext uri="{FF2B5EF4-FFF2-40B4-BE49-F238E27FC236}">
                <a16:creationId xmlns:a16="http://schemas.microsoft.com/office/drawing/2014/main" id="{2BA4133C-E319-4221-B2FB-2475D7F7E741}"/>
              </a:ext>
            </a:extLst>
          </p:cNvPr>
          <p:cNvSpPr>
            <a:spLocks xmlns:a="http://schemas.openxmlformats.org/drawingml/2006/main" noGrp="1"/>
          </p:cNvSpPr>
          <p:nvPr/>
        </p:nvSpPr>
        <p:spPr>
          <a:xfrm xmlns:a="http://schemas.openxmlformats.org/drawingml/2006/main">
            <a:off x="4419600" y="6686550"/>
            <a:ext cx="29527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“받는 사람은</a:t>
            </a:r>
          </a:p>
        </p:txBody>
      </p:sp>
      <p:sp>
        <p:nvSpPr>
          <p:cNvPr id="50" name="dp44-background / n46 / text 2">
            <a:extLst xmlns:a="http://schemas.openxmlformats.org/drawingml/2006/main">
              <a:ext uri="{FF2B5EF4-FFF2-40B4-BE49-F238E27FC236}">
                <a16:creationId xmlns:a16="http://schemas.microsoft.com/office/drawing/2014/main" id="{34BB18C3-08AF-4917-81DC-44D80E0337A3}"/>
              </a:ext>
            </a:extLst>
          </p:cNvPr>
          <p:cNvSpPr>
            <a:spLocks xmlns:a="http://schemas.openxmlformats.org/drawingml/2006/main" noGrp="1"/>
          </p:cNvSpPr>
          <p:nvPr/>
        </p:nvSpPr>
        <p:spPr>
          <a:xfrm xmlns:a="http://schemas.openxmlformats.org/drawingml/2006/main">
            <a:off x="4419600" y="7010400"/>
            <a:ext cx="29527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누구인가요?”</a:t>
            </a:r>
          </a:p>
        </p:txBody>
      </p:sp>
      <p:sp>
        <p:nvSpPr>
          <p:cNvPr id="51" name="dp44-background / n47 / text 1">
            <a:extLst xmlns:a="http://schemas.openxmlformats.org/drawingml/2006/main">
              <a:ext uri="{FF2B5EF4-FFF2-40B4-BE49-F238E27FC236}">
                <a16:creationId xmlns:a16="http://schemas.microsoft.com/office/drawing/2014/main" id="{9D0BB081-9200-4E29-B28C-09F3AAC3E786}"/>
              </a:ext>
            </a:extLst>
          </p:cNvPr>
          <p:cNvSpPr>
            <a:spLocks xmlns:a="http://schemas.openxmlformats.org/drawingml/2006/main" noGrp="1"/>
          </p:cNvSpPr>
          <p:nvPr/>
        </p:nvSpPr>
        <p:spPr>
          <a:xfrm xmlns:a="http://schemas.openxmlformats.org/drawingml/2006/main">
            <a:off x="8077200" y="6248400"/>
            <a:ext cx="295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087E8B"/>
                </a:solidFill>
                <a:latin typeface="Apple SD Gothic Neo"/>
                <a:ea typeface="Apple SD Gothic Neo"/>
                <a:cs typeface="Apple SD Gothic Neo"/>
              </a:defRPr>
            </a:pPr>
            <a:r>
              <a:rPr sz="1725" b="1">
                <a:solidFill>
                  <a:srgbClr val="087E8B"/>
                </a:solidFill>
                <a:latin typeface="Apple SD Gothic Neo"/>
                <a:ea typeface="Apple SD Gothic Neo"/>
                <a:cs typeface="Apple SD Gothic Neo"/>
              </a:rPr>
              <a:t>표 설명 후 메일 질문 전달</a:t>
            </a:r>
          </a:p>
        </p:txBody>
      </p:sp>
      <p:sp>
        <p:nvSpPr>
          <p:cNvPr id="52" name="dp44-background / n48 / text 1">
            <a:extLst xmlns:a="http://schemas.openxmlformats.org/drawingml/2006/main">
              <a:ext uri="{FF2B5EF4-FFF2-40B4-BE49-F238E27FC236}">
                <a16:creationId xmlns:a16="http://schemas.microsoft.com/office/drawing/2014/main" id="{939A940F-714C-40A3-B50A-E14F8AA7525B}"/>
              </a:ext>
            </a:extLst>
          </p:cNvPr>
          <p:cNvSpPr>
            <a:spLocks xmlns:a="http://schemas.openxmlformats.org/drawingml/2006/main" noGrp="1"/>
          </p:cNvSpPr>
          <p:nvPr/>
        </p:nvSpPr>
        <p:spPr>
          <a:xfrm xmlns:a="http://schemas.openxmlformats.org/drawingml/2006/main">
            <a:off x="8077200" y="6686550"/>
            <a:ext cx="295275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18232E"/>
                </a:solidFill>
                <a:latin typeface="Apple SD Gothic Neo"/>
                <a:ea typeface="Apple SD Gothic Neo"/>
                <a:cs typeface="Apple SD Gothic Neo"/>
              </a:defRPr>
            </a:pPr>
            <a:r>
              <a:rPr sz="1650" b="0">
                <a:solidFill>
                  <a:srgbClr val="18232E"/>
                </a:solidFill>
                <a:latin typeface="Apple SD Gothic Neo"/>
                <a:ea typeface="Apple SD Gothic Neo"/>
                <a:cs typeface="Apple SD Gothic Neo"/>
              </a:rPr>
              <a:t>“메일 초안의 받는 사람은</a:t>
            </a:r>
          </a:p>
        </p:txBody>
      </p:sp>
      <p:sp>
        <p:nvSpPr>
          <p:cNvPr id="53" name="dp44-background / n48 / text 2">
            <a:extLst xmlns:a="http://schemas.openxmlformats.org/drawingml/2006/main">
              <a:ext uri="{FF2B5EF4-FFF2-40B4-BE49-F238E27FC236}">
                <a16:creationId xmlns:a16="http://schemas.microsoft.com/office/drawing/2014/main" id="{A36A72FC-F212-43E0-812E-C083719AC273}"/>
              </a:ext>
            </a:extLst>
          </p:cNvPr>
          <p:cNvSpPr>
            <a:spLocks xmlns:a="http://schemas.openxmlformats.org/drawingml/2006/main" noGrp="1"/>
          </p:cNvSpPr>
          <p:nvPr/>
        </p:nvSpPr>
        <p:spPr>
          <a:xfrm xmlns:a="http://schemas.openxmlformats.org/drawingml/2006/main">
            <a:off x="8077200" y="6972300"/>
            <a:ext cx="295275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18232E"/>
                </a:solidFill>
                <a:latin typeface="Apple SD Gothic Neo"/>
                <a:ea typeface="Apple SD Gothic Neo"/>
                <a:cs typeface="Apple SD Gothic Neo"/>
              </a:defRPr>
            </a:pPr>
            <a:r>
              <a:rPr sz="1650" b="0">
                <a:solidFill>
                  <a:srgbClr val="18232E"/>
                </a:solidFill>
                <a:latin typeface="Apple SD Gothic Neo"/>
                <a:ea typeface="Apple SD Gothic Neo"/>
                <a:cs typeface="Apple SD Gothic Neo"/>
              </a:rPr>
              <a:t>누구인가요?”</a:t>
            </a:r>
          </a:p>
        </p:txBody>
      </p:sp>
      <p:sp>
        <p:nvSpPr>
          <p:cNvPr id="54" name="dp44-background / n49 / text 1">
            <a:extLst xmlns:a="http://schemas.openxmlformats.org/drawingml/2006/main">
              <a:ext uri="{FF2B5EF4-FFF2-40B4-BE49-F238E27FC236}">
                <a16:creationId xmlns:a16="http://schemas.microsoft.com/office/drawing/2014/main" id="{EF9D9C3E-85DF-4FB4-8DB6-809D1B174536}"/>
              </a:ext>
            </a:extLst>
          </p:cNvPr>
          <p:cNvSpPr>
            <a:spLocks xmlns:a="http://schemas.openxmlformats.org/drawingml/2006/main" noGrp="1"/>
          </p:cNvSpPr>
          <p:nvPr/>
        </p:nvSpPr>
        <p:spPr>
          <a:xfrm xmlns:a="http://schemas.openxmlformats.org/drawingml/2006/main">
            <a:off x="8077200" y="7753350"/>
            <a:ext cx="29527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Agent Execution / 답변 대기</a:t>
            </a:r>
          </a:p>
        </p:txBody>
      </p:sp>
      <p:sp>
        <p:nvSpPr>
          <p:cNvPr id="55" name="dp44-background / n50 / text 1">
            <a:extLst xmlns:a="http://schemas.openxmlformats.org/drawingml/2006/main">
              <a:ext uri="{FF2B5EF4-FFF2-40B4-BE49-F238E27FC236}">
                <a16:creationId xmlns:a16="http://schemas.microsoft.com/office/drawing/2014/main" id="{A6400DDD-81AA-4E74-9D6F-45576F4F3EC8}"/>
              </a:ext>
            </a:extLst>
          </p:cNvPr>
          <p:cNvSpPr>
            <a:spLocks xmlns:a="http://schemas.openxmlformats.org/drawingml/2006/main" noGrp="1"/>
          </p:cNvSpPr>
          <p:nvPr/>
        </p:nvSpPr>
        <p:spPr>
          <a:xfrm xmlns:a="http://schemas.openxmlformats.org/drawingml/2006/main">
            <a:off x="609600" y="8067675"/>
            <a:ext cx="105727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음성 중단 / Task 취소 의도 확인은 별도</a:t>
            </a:r>
          </a:p>
        </p:txBody>
      </p:sp>
      <p:sp>
        <p:nvSpPr>
          <p:cNvPr id="56" name="dp44-background / n51 / path">
            <a:extLst xmlns:a="http://schemas.openxmlformats.org/drawingml/2006/main">
              <a:ext uri="{FF2B5EF4-FFF2-40B4-BE49-F238E27FC236}">
                <a16:creationId xmlns:a16="http://schemas.microsoft.com/office/drawing/2014/main" id="{E88516AE-AC55-4CCA-B49D-893EC19E27E2}"/>
              </a:ext>
            </a:extLst>
          </p:cNvPr>
          <p:cNvSpPr>
            <a:spLocks xmlns:a="http://schemas.openxmlformats.org/drawingml/2006/main" noGrp="1"/>
          </p:cNvSpPr>
          <p:nvPr/>
        </p:nvSpPr>
        <p:spPr>
          <a:xfrm xmlns:a="http://schemas.openxmlformats.org/drawingml/2006/main">
            <a:off x="4057650" y="3333750"/>
            <a:ext cx="953" cy="4610100"/>
          </a:xfrm>
          <a:custGeom xmlns:a="http://schemas.openxmlformats.org/drawingml/2006/main">
            <a:pathLst>
              <a:path w="953" h="4610100">
                <a:moveTo>
                  <a:pt x="0" y="0"/>
                </a:moveTo>
                <a:lnTo>
                  <a:pt x="0" y="4610100"/>
                </a:lnTo>
              </a:path>
            </a:pathLst>
          </a:custGeom>
          <a:noFill xmlns:a="http://schemas.openxmlformats.org/drawingml/2006/main"/>
          <a:ln xmlns:a="http://schemas.openxmlformats.org/drawingml/2006/main" w="9525">
            <a:solidFill>
              <a:srgbClr val="CDD6DE"/>
            </a:solidFill>
            <a:prstDash val="dash"/>
          </a:ln>
        </p:spPr>
      </p:sp>
      <p:sp>
        <p:nvSpPr>
          <p:cNvPr id="57" name="dp44-background / n52 / path">
            <a:extLst xmlns:a="http://schemas.openxmlformats.org/drawingml/2006/main">
              <a:ext uri="{FF2B5EF4-FFF2-40B4-BE49-F238E27FC236}">
                <a16:creationId xmlns:a16="http://schemas.microsoft.com/office/drawing/2014/main" id="{72524623-8DD0-4293-BE67-7FE534D4EC30}"/>
              </a:ext>
            </a:extLst>
          </p:cNvPr>
          <p:cNvSpPr>
            <a:spLocks xmlns:a="http://schemas.openxmlformats.org/drawingml/2006/main" noGrp="1"/>
          </p:cNvSpPr>
          <p:nvPr/>
        </p:nvSpPr>
        <p:spPr>
          <a:xfrm xmlns:a="http://schemas.openxmlformats.org/drawingml/2006/main">
            <a:off x="7715250" y="3333750"/>
            <a:ext cx="953" cy="4610100"/>
          </a:xfrm>
          <a:custGeom xmlns:a="http://schemas.openxmlformats.org/drawingml/2006/main">
            <a:pathLst>
              <a:path w="953" h="4610100">
                <a:moveTo>
                  <a:pt x="0" y="0"/>
                </a:moveTo>
                <a:lnTo>
                  <a:pt x="0" y="4610100"/>
                </a:lnTo>
              </a:path>
            </a:pathLst>
          </a:custGeom>
          <a:noFill xmlns:a="http://schemas.openxmlformats.org/drawingml/2006/main"/>
          <a:ln xmlns:a="http://schemas.openxmlformats.org/drawingml/2006/main" w="9525">
            <a:solidFill>
              <a:srgbClr val="CDD6DE"/>
            </a:solidFill>
            <a:prstDash val="dash"/>
          </a:ln>
        </p:spPr>
      </p:sp>
      <p:sp>
        <p:nvSpPr>
          <p:cNvPr id="58" name="dp44-background / n53 / text 1">
            <a:extLst xmlns:a="http://schemas.openxmlformats.org/drawingml/2006/main">
              <a:ext uri="{FF2B5EF4-FFF2-40B4-BE49-F238E27FC236}">
                <a16:creationId xmlns:a16="http://schemas.microsoft.com/office/drawing/2014/main" id="{6532BC1D-4F94-482F-8F22-A0E4A5018FBB}"/>
              </a:ext>
            </a:extLst>
          </p:cNvPr>
          <p:cNvSpPr>
            <a:spLocks xmlns:a="http://schemas.openxmlformats.org/drawingml/2006/main" noGrp="1"/>
          </p:cNvSpPr>
          <p:nvPr/>
        </p:nvSpPr>
        <p:spPr>
          <a:xfrm xmlns:a="http://schemas.openxmlformats.org/drawingml/2006/main">
            <a:off x="12001500" y="3381375"/>
            <a:ext cx="56769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수신과 중단의 우선 처리</a:t>
            </a:r>
          </a:p>
        </p:txBody>
      </p:sp>
      <p:sp>
        <p:nvSpPr>
          <p:cNvPr id="59" name="dp44-background / n54 / text 1">
            <a:extLst xmlns:a="http://schemas.openxmlformats.org/drawingml/2006/main">
              <a:ext uri="{FF2B5EF4-FFF2-40B4-BE49-F238E27FC236}">
                <a16:creationId xmlns:a16="http://schemas.microsoft.com/office/drawing/2014/main" id="{F18E3D29-3270-4E3F-A9F8-7ED48E740B64}"/>
              </a:ext>
            </a:extLst>
          </p:cNvPr>
          <p:cNvSpPr>
            <a:spLocks xmlns:a="http://schemas.openxmlformats.org/drawingml/2006/main" noGrp="1"/>
          </p:cNvSpPr>
          <p:nvPr/>
        </p:nvSpPr>
        <p:spPr>
          <a:xfrm xmlns:a="http://schemas.openxmlformats.org/drawingml/2006/main">
            <a:off x="12001500" y="3781425"/>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긴 해석 중에도 새 발화의 수신과 음성 중단</a:t>
            </a:r>
          </a:p>
        </p:txBody>
      </p:sp>
      <p:sp>
        <p:nvSpPr>
          <p:cNvPr id="60" name="dp44-background / n55 / text 1">
            <a:extLst xmlns:a="http://schemas.openxmlformats.org/drawingml/2006/main">
              <a:ext uri="{FF2B5EF4-FFF2-40B4-BE49-F238E27FC236}">
                <a16:creationId xmlns:a16="http://schemas.microsoft.com/office/drawing/2014/main" id="{496C2FC5-1321-4B44-B8CC-18C0F998F845}"/>
              </a:ext>
            </a:extLst>
          </p:cNvPr>
          <p:cNvSpPr>
            <a:spLocks xmlns:a="http://schemas.openxmlformats.org/drawingml/2006/main" noGrp="1"/>
          </p:cNvSpPr>
          <p:nvPr/>
        </p:nvSpPr>
        <p:spPr>
          <a:xfrm xmlns:a="http://schemas.openxmlformats.org/drawingml/2006/main">
            <a:off x="12001500" y="4905375"/>
            <a:ext cx="56769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후속 실행과 대기 상태</a:t>
            </a:r>
          </a:p>
        </p:txBody>
      </p:sp>
      <p:sp>
        <p:nvSpPr>
          <p:cNvPr id="61" name="dp44-background / n56 / text 1">
            <a:extLst xmlns:a="http://schemas.openxmlformats.org/drawingml/2006/main">
              <a:ext uri="{FF2B5EF4-FFF2-40B4-BE49-F238E27FC236}">
                <a16:creationId xmlns:a16="http://schemas.microsoft.com/office/drawing/2014/main" id="{9261CB4A-4F18-4500-9F57-8FDBE9F554FA}"/>
              </a:ext>
            </a:extLst>
          </p:cNvPr>
          <p:cNvSpPr>
            <a:spLocks xmlns:a="http://schemas.openxmlformats.org/drawingml/2006/main" noGrp="1"/>
          </p:cNvSpPr>
          <p:nvPr/>
        </p:nvSpPr>
        <p:spPr>
          <a:xfrm xmlns:a="http://schemas.openxmlformats.org/drawingml/2006/main">
            <a:off x="12001500" y="5305425"/>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현재 Request와 메일 질문의 처리 연결</a:t>
            </a:r>
          </a:p>
        </p:txBody>
      </p:sp>
      <p:sp>
        <p:nvSpPr>
          <p:cNvPr id="62" name="dp44-background / n57 / text 1">
            <a:extLst xmlns:a="http://schemas.openxmlformats.org/drawingml/2006/main">
              <a:ext uri="{FF2B5EF4-FFF2-40B4-BE49-F238E27FC236}">
                <a16:creationId xmlns:a16="http://schemas.microsoft.com/office/drawing/2014/main" id="{C09B8CC1-9AD6-4440-972F-2EA4B8D1947E}"/>
              </a:ext>
            </a:extLst>
          </p:cNvPr>
          <p:cNvSpPr>
            <a:spLocks xmlns:a="http://schemas.openxmlformats.org/drawingml/2006/main" noGrp="1"/>
          </p:cNvSpPr>
          <p:nvPr/>
        </p:nvSpPr>
        <p:spPr>
          <a:xfrm xmlns:a="http://schemas.openxmlformats.org/drawingml/2006/main">
            <a:off x="12001500" y="6429375"/>
            <a:ext cx="56769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현재성 확인과 실제 전달</a:t>
            </a:r>
          </a:p>
        </p:txBody>
      </p:sp>
      <p:sp>
        <p:nvSpPr>
          <p:cNvPr id="63" name="dp44-background / n58 / text 1">
            <a:extLst xmlns:a="http://schemas.openxmlformats.org/drawingml/2006/main">
              <a:ext uri="{FF2B5EF4-FFF2-40B4-BE49-F238E27FC236}">
                <a16:creationId xmlns:a16="http://schemas.microsoft.com/office/drawing/2014/main" id="{F3E8A759-CB74-4AE1-8018-E8A7C72C0477}"/>
              </a:ext>
            </a:extLst>
          </p:cNvPr>
          <p:cNvSpPr>
            <a:spLocks xmlns:a="http://schemas.openxmlformats.org/drawingml/2006/main" noGrp="1"/>
          </p:cNvSpPr>
          <p:nvPr/>
        </p:nvSpPr>
        <p:spPr>
          <a:xfrm xmlns:a="http://schemas.openxmlformats.org/drawingml/2006/main">
            <a:off x="12001500" y="6829425"/>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정정 전 Response 보류와 전달 차례 결정</a:t>
            </a:r>
          </a:p>
        </p:txBody>
      </p:sp>
    </p:spTree>
    <p:extLst>
      <p:ext uri="{BB962C8B-B14F-4D97-AF65-F5344CB8AC3E}">
        <p14:creationId xmlns:p14="http://schemas.microsoft.com/office/powerpoint/2010/main" val="1137250421"/>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9" name="dp44-comparison / n1">
            <a:extLst xmlns:a="http://schemas.openxmlformats.org/drawingml/2006/main">
              <a:ext uri="{FF2B5EF4-FFF2-40B4-BE49-F238E27FC236}">
                <a16:creationId xmlns:a16="http://schemas.microsoft.com/office/drawing/2014/main" id="{89DE4D23-7BB0-47B8-AA5D-F0B605C226C9}"/>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4-comparison / n2 / text 1">
            <a:extLst xmlns:a="http://schemas.openxmlformats.org/drawingml/2006/main">
              <a:ext uri="{FF2B5EF4-FFF2-40B4-BE49-F238E27FC236}">
                <a16:creationId xmlns:a16="http://schemas.microsoft.com/office/drawing/2014/main" id="{DCEA51B2-D8B8-4A84-8535-4FD6D25D0AB2}"/>
              </a:ext>
            </a:extLst>
          </p:cNvPr>
          <p:cNvSpPr>
            <a:spLocks xmlns:a="http://schemas.openxmlformats.org/drawingml/2006/main" noGrp="1"/>
          </p:cNvSpPr>
          <p:nvPr/>
        </p:nvSpPr>
        <p:spPr>
          <a:xfrm xmlns:a="http://schemas.openxmlformats.org/drawingml/2006/main">
            <a:off x="381000" y="209550"/>
            <a:ext cx="123825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1">
                <a:solidFill>
                  <a:srgbClr val="087E8B"/>
                </a:solidFill>
                <a:latin typeface="Apple SD Gothic Neo"/>
                <a:ea typeface="Apple SD Gothic Neo"/>
                <a:cs typeface="Apple SD Gothic Neo"/>
              </a:defRPr>
            </a:pPr>
            <a:r>
              <a:rPr sz="1425" b="1">
                <a:solidFill>
                  <a:srgbClr val="087E8B"/>
                </a:solidFill>
                <a:latin typeface="Apple SD Gothic Neo"/>
                <a:ea typeface="Apple SD Gothic Neo"/>
                <a:cs typeface="Apple SD Gothic Neo"/>
              </a:rPr>
              <a:t>VIA SOFTWARE ARCHITECTURE / DP 설계 비교</a:t>
            </a:r>
          </a:p>
        </p:txBody>
      </p:sp>
      <p:sp>
        <p:nvSpPr>
          <p:cNvPr id="3" name="dp44-comparison / n3 / text 1">
            <a:extLst xmlns:a="http://schemas.openxmlformats.org/drawingml/2006/main">
              <a:ext uri="{FF2B5EF4-FFF2-40B4-BE49-F238E27FC236}">
                <a16:creationId xmlns:a16="http://schemas.microsoft.com/office/drawing/2014/main" id="{7ABE1B7C-96B4-4EA3-BD24-01F2FA567466}"/>
              </a:ext>
            </a:extLst>
          </p:cNvPr>
          <p:cNvSpPr>
            <a:spLocks xmlns:a="http://schemas.openxmlformats.org/drawingml/2006/main" noGrp="1"/>
          </p:cNvSpPr>
          <p:nvPr/>
        </p:nvSpPr>
        <p:spPr>
          <a:xfrm xmlns:a="http://schemas.openxmlformats.org/drawingml/2006/main">
            <a:off x="13620750" y="209550"/>
            <a:ext cx="42862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구조 비교 / 장단점 / QA Trade-off</a:t>
            </a:r>
          </a:p>
        </p:txBody>
      </p:sp>
      <p:sp>
        <p:nvSpPr>
          <p:cNvPr id="4" name="dp44-comparison / n4 / text 1">
            <a:extLst xmlns:a="http://schemas.openxmlformats.org/drawingml/2006/main">
              <a:ext uri="{FF2B5EF4-FFF2-40B4-BE49-F238E27FC236}">
                <a16:creationId xmlns:a16="http://schemas.microsoft.com/office/drawing/2014/main" id="{722B20DA-39A2-46D2-B219-CCFAFBCF2F0D}"/>
              </a:ext>
            </a:extLst>
          </p:cNvPr>
          <p:cNvSpPr>
            <a:spLocks xmlns:a="http://schemas.openxmlformats.org/drawingml/2006/main" noGrp="1"/>
          </p:cNvSpPr>
          <p:nvPr/>
        </p:nvSpPr>
        <p:spPr>
          <a:xfrm xmlns:a="http://schemas.openxmlformats.org/drawingml/2006/main">
            <a:off x="381000" y="619125"/>
            <a:ext cx="17526000" cy="53863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925" b="1">
                <a:solidFill>
                  <a:srgbClr val="18232E"/>
                </a:solidFill>
                <a:latin typeface="Apple SD Gothic Neo"/>
                <a:ea typeface="Apple SD Gothic Neo"/>
                <a:cs typeface="Apple SD Gothic Neo"/>
              </a:defRPr>
            </a:pPr>
            <a:r>
              <a:rPr sz="2925" b="1">
                <a:solidFill>
                  <a:srgbClr val="18232E"/>
                </a:solidFill>
                <a:latin typeface="Apple SD Gothic Neo"/>
                <a:ea typeface="Apple SD Gothic Neo"/>
                <a:cs typeface="Apple SD Gothic Neo"/>
              </a:rPr>
              <a:t>04-44. VIA 지속 입력과 업무 알림의 후속 실행 구조</a:t>
            </a:r>
          </a:p>
        </p:txBody>
      </p:sp>
      <p:sp>
        <p:nvSpPr>
          <p:cNvPr id="5" name="dp44-comparison / n5 / path">
            <a:extLst xmlns:a="http://schemas.openxmlformats.org/drawingml/2006/main">
              <a:ext uri="{FF2B5EF4-FFF2-40B4-BE49-F238E27FC236}">
                <a16:creationId xmlns:a16="http://schemas.microsoft.com/office/drawing/2014/main" id="{F36BBD25-B2A7-4552-AE7E-A6C6507AAC65}"/>
              </a:ext>
            </a:extLst>
          </p:cNvPr>
          <p:cNvSpPr>
            <a:spLocks xmlns:a="http://schemas.openxmlformats.org/drawingml/2006/main" noGrp="1"/>
          </p:cNvSpPr>
          <p:nvPr/>
        </p:nvSpPr>
        <p:spPr>
          <a:xfrm xmlns:a="http://schemas.openxmlformats.org/drawingml/2006/main">
            <a:off x="381000" y="11525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6" name="dp44-comparison / n6 / text 1">
            <a:extLst xmlns:a="http://schemas.openxmlformats.org/drawingml/2006/main">
              <a:ext uri="{FF2B5EF4-FFF2-40B4-BE49-F238E27FC236}">
                <a16:creationId xmlns:a16="http://schemas.microsoft.com/office/drawing/2014/main" id="{2AAA5E75-8130-4415-802C-50E58F02B324}"/>
              </a:ext>
            </a:extLst>
          </p:cNvPr>
          <p:cNvSpPr>
            <a:spLocks xmlns:a="http://schemas.openxmlformats.org/drawingml/2006/main" noGrp="1"/>
          </p:cNvSpPr>
          <p:nvPr/>
        </p:nvSpPr>
        <p:spPr>
          <a:xfrm xmlns:a="http://schemas.openxmlformats.org/drawingml/2006/main">
            <a:off x="381000" y="1333500"/>
            <a:ext cx="1752600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18232E"/>
                </a:solidFill>
                <a:latin typeface="Apple SD Gothic Neo"/>
                <a:ea typeface="Apple SD Gothic Neo"/>
                <a:cs typeface="Apple SD Gothic Neo"/>
              </a:defRPr>
            </a:pPr>
            <a:r>
              <a:rPr sz="1650" b="0">
                <a:solidFill>
                  <a:srgbClr val="18232E"/>
                </a:solidFill>
                <a:latin typeface="Apple SD Gothic Neo"/>
                <a:ea typeface="Apple SD Gothic Neo"/>
                <a:cs typeface="Apple SD Gothic Neo"/>
              </a:rPr>
              <a:t>“잠깐, 표부터 설명해줘.” + 메일 수신자 질문 도착 + 이전 응답 준비가 늦게 완료</a:t>
            </a:r>
          </a:p>
        </p:txBody>
      </p:sp>
      <p:sp>
        <p:nvSpPr>
          <p:cNvPr id="7" name="dp44-comparison / n7 / text 1">
            <a:extLst xmlns:a="http://schemas.openxmlformats.org/drawingml/2006/main">
              <a:ext uri="{FF2B5EF4-FFF2-40B4-BE49-F238E27FC236}">
                <a16:creationId xmlns:a16="http://schemas.microsoft.com/office/drawing/2014/main" id="{7C4936DC-C2C6-4EDC-B54A-5E0676AAD203}"/>
              </a:ext>
            </a:extLst>
          </p:cNvPr>
          <p:cNvSpPr>
            <a:spLocks xmlns:a="http://schemas.openxmlformats.org/drawingml/2006/main" noGrp="1"/>
          </p:cNvSpPr>
          <p:nvPr/>
        </p:nvSpPr>
        <p:spPr>
          <a:xfrm xmlns:a="http://schemas.openxmlformats.org/drawingml/2006/main">
            <a:off x="381000" y="1628775"/>
            <a:ext cx="17526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공통: 계속 입력 수신 / 로컬 VAD와 즉시 음성 중단 / 클라우드 음성 / 의미 모델 / 같은 Request / Task / 실제 전달 원본</a:t>
            </a:r>
          </a:p>
        </p:txBody>
      </p:sp>
      <p:sp>
        <p:nvSpPr>
          <p:cNvPr id="8" name="dp44-comparison / n8">
            <a:extLst xmlns:a="http://schemas.openxmlformats.org/drawingml/2006/main">
              <a:ext uri="{FF2B5EF4-FFF2-40B4-BE49-F238E27FC236}">
                <a16:creationId xmlns:a16="http://schemas.microsoft.com/office/drawing/2014/main" id="{895CFEFD-F481-44DE-A41E-EF864FA0A098}"/>
              </a:ext>
            </a:extLst>
          </p:cNvPr>
          <p:cNvSpPr>
            <a:spLocks xmlns:a="http://schemas.openxmlformats.org/drawingml/2006/main" noGrp="1"/>
          </p:cNvSpPr>
          <p:nvPr/>
        </p:nvSpPr>
        <p:spPr>
          <a:xfrm xmlns:a="http://schemas.openxmlformats.org/drawingml/2006/main">
            <a:off x="381000" y="1857375"/>
            <a:ext cx="17526000" cy="457200"/>
          </a:xfrm>
          <a:prstGeom xmlns:a="http://schemas.openxmlformats.org/drawingml/2006/main" prst="rect">
            <a:avLst/>
          </a:prstGeom>
          <a:solidFill xmlns:a="http://schemas.openxmlformats.org/drawingml/2006/main">
            <a:srgbClr val="D5E7C7"/>
          </a:solidFill>
          <a:ln xmlns:a="http://schemas.openxmlformats.org/drawingml/2006/main" w="16193">
            <a:solidFill>
              <a:srgbClr val="CDD6DE"/>
            </a:solidFill>
            <a:prstDash val="solid"/>
          </a:ln>
        </p:spPr>
      </p:sp>
      <p:sp>
        <p:nvSpPr>
          <p:cNvPr id="9" name="dp44-comparison / n9 / text 1">
            <a:extLst xmlns:a="http://schemas.openxmlformats.org/drawingml/2006/main">
              <a:ext uri="{FF2B5EF4-FFF2-40B4-BE49-F238E27FC236}">
                <a16:creationId xmlns:a16="http://schemas.microsoft.com/office/drawing/2014/main" id="{49A4F738-9545-449C-9492-929CE80A9554}"/>
              </a:ext>
            </a:extLst>
          </p:cNvPr>
          <p:cNvSpPr>
            <a:spLocks xmlns:a="http://schemas.openxmlformats.org/drawingml/2006/main" noGrp="1"/>
          </p:cNvSpPr>
          <p:nvPr/>
        </p:nvSpPr>
        <p:spPr>
          <a:xfrm xmlns:a="http://schemas.openxmlformats.org/drawingml/2006/main">
            <a:off x="1485900" y="1962150"/>
            <a:ext cx="79819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1">
                <a:solidFill>
                  <a:srgbClr val="18232E"/>
                </a:solidFill>
                <a:latin typeface="Apple SD Gothic Neo"/>
                <a:ea typeface="Apple SD Gothic Neo"/>
                <a:cs typeface="Apple SD Gothic Neo"/>
              </a:defRPr>
            </a:pPr>
            <a:r>
              <a:rPr sz="1725" b="1">
                <a:solidFill>
                  <a:srgbClr val="18232E"/>
                </a:solidFill>
                <a:latin typeface="Apple SD Gothic Neo"/>
                <a:ea typeface="Apple SD Gothic Neo"/>
                <a:cs typeface="Apple SD Gothic Neo"/>
              </a:rPr>
              <a:t>A 중앙에서 완료 회수와 다음 실행 지시</a:t>
            </a:r>
          </a:p>
        </p:txBody>
      </p:sp>
      <p:sp>
        <p:nvSpPr>
          <p:cNvPr id="10" name="dp44-comparison / n10 / text 1">
            <a:extLst xmlns:a="http://schemas.openxmlformats.org/drawingml/2006/main">
              <a:ext uri="{FF2B5EF4-FFF2-40B4-BE49-F238E27FC236}">
                <a16:creationId xmlns:a16="http://schemas.microsoft.com/office/drawing/2014/main" id="{9B4BAE0D-FC5C-47D9-887B-F3D590548A1C}"/>
              </a:ext>
            </a:extLst>
          </p:cNvPr>
          <p:cNvSpPr>
            <a:spLocks xmlns:a="http://schemas.openxmlformats.org/drawingml/2006/main" noGrp="1"/>
          </p:cNvSpPr>
          <p:nvPr/>
        </p:nvSpPr>
        <p:spPr>
          <a:xfrm xmlns:a="http://schemas.openxmlformats.org/drawingml/2006/main">
            <a:off x="9772650" y="1962150"/>
            <a:ext cx="79819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1">
                <a:solidFill>
                  <a:srgbClr val="18232E"/>
                </a:solidFill>
                <a:latin typeface="Apple SD Gothic Neo"/>
                <a:ea typeface="Apple SD Gothic Neo"/>
                <a:cs typeface="Apple SD Gothic Neo"/>
              </a:defRPr>
            </a:pPr>
            <a:r>
              <a:rPr sz="1725" b="1">
                <a:solidFill>
                  <a:srgbClr val="18232E"/>
                </a:solidFill>
                <a:latin typeface="Apple SD Gothic Neo"/>
                <a:ea typeface="Apple SD Gothic Neo"/>
                <a:cs typeface="Apple SD Gothic Neo"/>
              </a:rPr>
              <a:t>B 연결된 단계가 입력과 조건으로 실행</a:t>
            </a:r>
          </a:p>
        </p:txBody>
      </p:sp>
      <p:sp>
        <p:nvSpPr>
          <p:cNvPr id="11" name="dp44-comparison / n11 / path">
            <a:extLst xmlns:a="http://schemas.openxmlformats.org/drawingml/2006/main">
              <a:ext uri="{FF2B5EF4-FFF2-40B4-BE49-F238E27FC236}">
                <a16:creationId xmlns:a16="http://schemas.microsoft.com/office/drawing/2014/main" id="{C3BB874E-2223-4025-943D-D89479323B79}"/>
              </a:ext>
            </a:extLst>
          </p:cNvPr>
          <p:cNvSpPr>
            <a:spLocks xmlns:a="http://schemas.openxmlformats.org/drawingml/2006/main" noGrp="1"/>
          </p:cNvSpPr>
          <p:nvPr/>
        </p:nvSpPr>
        <p:spPr>
          <a:xfrm xmlns:a="http://schemas.openxmlformats.org/drawingml/2006/main">
            <a:off x="9620250" y="1857375"/>
            <a:ext cx="953" cy="5715000"/>
          </a:xfrm>
          <a:custGeom xmlns:a="http://schemas.openxmlformats.org/drawingml/2006/main">
            <a:pathLst>
              <a:path w="953" h="5715000">
                <a:moveTo>
                  <a:pt x="0" y="0"/>
                </a:moveTo>
                <a:lnTo>
                  <a:pt x="0" y="5715000"/>
                </a:lnTo>
              </a:path>
            </a:pathLst>
          </a:custGeom>
          <a:noFill xmlns:a="http://schemas.openxmlformats.org/drawingml/2006/main"/>
          <a:ln xmlns:a="http://schemas.openxmlformats.org/drawingml/2006/main" w="19050">
            <a:solidFill>
              <a:srgbClr val="CDD6DE"/>
            </a:solidFill>
            <a:prstDash val="solid"/>
          </a:ln>
        </p:spPr>
      </p:sp>
      <p:sp>
        <p:nvSpPr>
          <p:cNvPr id="12" name="dp44-comparison / n12 / path">
            <a:extLst xmlns:a="http://schemas.openxmlformats.org/drawingml/2006/main">
              <a:ext uri="{FF2B5EF4-FFF2-40B4-BE49-F238E27FC236}">
                <a16:creationId xmlns:a16="http://schemas.microsoft.com/office/drawing/2014/main" id="{FE708AD2-D291-48A8-B394-30C42844D24E}"/>
              </a:ext>
            </a:extLst>
          </p:cNvPr>
          <p:cNvSpPr>
            <a:spLocks xmlns:a="http://schemas.openxmlformats.org/drawingml/2006/main" noGrp="1"/>
          </p:cNvSpPr>
          <p:nvPr/>
        </p:nvSpPr>
        <p:spPr>
          <a:xfrm xmlns:a="http://schemas.openxmlformats.org/drawingml/2006/main">
            <a:off x="381000" y="75723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13" name="dp44-comparison / n13 / text 1">
            <a:extLst xmlns:a="http://schemas.openxmlformats.org/drawingml/2006/main">
              <a:ext uri="{FF2B5EF4-FFF2-40B4-BE49-F238E27FC236}">
                <a16:creationId xmlns:a16="http://schemas.microsoft.com/office/drawing/2014/main" id="{6910759D-E663-4C3B-92F6-11DD90C9C533}"/>
              </a:ext>
            </a:extLst>
          </p:cNvPr>
          <p:cNvSpPr>
            <a:spLocks xmlns:a="http://schemas.openxmlformats.org/drawingml/2006/main" noGrp="1"/>
          </p:cNvSpPr>
          <p:nvPr/>
        </p:nvSpPr>
        <p:spPr>
          <a:xfrm xmlns:a="http://schemas.openxmlformats.org/drawingml/2006/main">
            <a:off x="400050" y="7724775"/>
            <a:ext cx="17526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공통 후속 처리: source / 권한 / 입력 세대 검사 → Publication Control → Interaction Manager 실제 표시/재생 → receipt</a:t>
            </a:r>
          </a:p>
        </p:txBody>
      </p:sp>
      <p:sp>
        <p:nvSpPr>
          <p:cNvPr id="14" name="dp44-comparison / n14 / text 1">
            <a:extLst xmlns:a="http://schemas.openxmlformats.org/drawingml/2006/main">
              <a:ext uri="{FF2B5EF4-FFF2-40B4-BE49-F238E27FC236}">
                <a16:creationId xmlns:a16="http://schemas.microsoft.com/office/drawing/2014/main" id="{A372D632-98DF-43C3-A4E4-7C053C1CE709}"/>
              </a:ext>
            </a:extLst>
          </p:cNvPr>
          <p:cNvSpPr>
            <a:spLocks xmlns:a="http://schemas.openxmlformats.org/drawingml/2006/main" noGrp="1"/>
          </p:cNvSpPr>
          <p:nvPr/>
        </p:nvSpPr>
        <p:spPr>
          <a:xfrm xmlns:a="http://schemas.openxmlformats.org/drawingml/2006/main">
            <a:off x="400050" y="8001000"/>
            <a:ext cx="17526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확인 질문은 별도 admission으로 현재 입력 해소를 기다리지 않고 제시 / 발화 시작은 업무 취소 완료가 아님</a:t>
            </a:r>
          </a:p>
        </p:txBody>
      </p:sp>
      <p:sp>
        <p:nvSpPr>
          <p:cNvPr id="15" name="dp44-comparison / n15 / path">
            <a:extLst xmlns:a="http://schemas.openxmlformats.org/drawingml/2006/main">
              <a:ext uri="{FF2B5EF4-FFF2-40B4-BE49-F238E27FC236}">
                <a16:creationId xmlns:a16="http://schemas.microsoft.com/office/drawing/2014/main" id="{16F803A9-0D0C-4E96-AAA3-FB39E8085CCB}"/>
              </a:ext>
            </a:extLst>
          </p:cNvPr>
          <p:cNvSpPr>
            <a:spLocks xmlns:a="http://schemas.openxmlformats.org/drawingml/2006/main" noGrp="1"/>
          </p:cNvSpPr>
          <p:nvPr/>
        </p:nvSpPr>
        <p:spPr>
          <a:xfrm xmlns:a="http://schemas.openxmlformats.org/drawingml/2006/main">
            <a:off x="381000" y="83343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16" name="dp44-comparison / n16 / text 1">
            <a:extLst xmlns:a="http://schemas.openxmlformats.org/drawingml/2006/main">
              <a:ext uri="{FF2B5EF4-FFF2-40B4-BE49-F238E27FC236}">
                <a16:creationId xmlns:a16="http://schemas.microsoft.com/office/drawing/2014/main" id="{C9129BEA-EFC1-443A-B393-06C642B1A6A5}"/>
              </a:ext>
            </a:extLst>
          </p:cNvPr>
          <p:cNvSpPr>
            <a:spLocks xmlns:a="http://schemas.openxmlformats.org/drawingml/2006/main" noGrp="1"/>
          </p:cNvSpPr>
          <p:nvPr/>
        </p:nvSpPr>
        <p:spPr>
          <a:xfrm xmlns:a="http://schemas.openxmlformats.org/drawingml/2006/main">
            <a:off x="400050" y="8410575"/>
            <a:ext cx="23336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정확성</a:t>
            </a:r>
          </a:p>
        </p:txBody>
      </p:sp>
      <p:sp>
        <p:nvSpPr>
          <p:cNvPr id="17" name="dp44-comparison / n17 / text 1">
            <a:extLst xmlns:a="http://schemas.openxmlformats.org/drawingml/2006/main">
              <a:ext uri="{FF2B5EF4-FFF2-40B4-BE49-F238E27FC236}">
                <a16:creationId xmlns:a16="http://schemas.microsoft.com/office/drawing/2014/main" id="{526054FB-247B-4A8F-AF45-5A55DBFEFBE8}"/>
              </a:ext>
            </a:extLst>
          </p:cNvPr>
          <p:cNvSpPr>
            <a:spLocks xmlns:a="http://schemas.openxmlformats.org/drawingml/2006/main" noGrp="1"/>
          </p:cNvSpPr>
          <p:nvPr/>
        </p:nvSpPr>
        <p:spPr>
          <a:xfrm xmlns:a="http://schemas.openxmlformats.org/drawingml/2006/main">
            <a:off x="2857500" y="8410575"/>
            <a:ext cx="6858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의미 판단은 41과 동일 / 중앙에서 세대 / 대기 참조 연결</a:t>
            </a:r>
          </a:p>
        </p:txBody>
      </p:sp>
      <p:sp>
        <p:nvSpPr>
          <p:cNvPr id="18" name="dp44-comparison / n18 / text 1">
            <a:extLst xmlns:a="http://schemas.openxmlformats.org/drawingml/2006/main">
              <a:ext uri="{FF2B5EF4-FFF2-40B4-BE49-F238E27FC236}">
                <a16:creationId xmlns:a16="http://schemas.microsoft.com/office/drawing/2014/main" id="{7A84701A-C1A6-4A78-B745-58B18C34E633}"/>
              </a:ext>
            </a:extLst>
          </p:cNvPr>
          <p:cNvSpPr>
            <a:spLocks xmlns:a="http://schemas.openxmlformats.org/drawingml/2006/main" noGrp="1"/>
          </p:cNvSpPr>
          <p:nvPr/>
        </p:nvSpPr>
        <p:spPr>
          <a:xfrm xmlns:a="http://schemas.openxmlformats.org/drawingml/2006/main">
            <a:off x="10001250" y="8410575"/>
            <a:ext cx="7810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같은 판단과 검사 / 단계 간 참조 / Join 오류 관리 필요</a:t>
            </a:r>
          </a:p>
        </p:txBody>
      </p:sp>
      <p:sp>
        <p:nvSpPr>
          <p:cNvPr id="19" name="dp44-comparison / n19 / path">
            <a:extLst xmlns:a="http://schemas.openxmlformats.org/drawingml/2006/main">
              <a:ext uri="{FF2B5EF4-FFF2-40B4-BE49-F238E27FC236}">
                <a16:creationId xmlns:a16="http://schemas.microsoft.com/office/drawing/2014/main" id="{223F4E7C-46BB-4E30-AF10-A39E4A7D0758}"/>
              </a:ext>
            </a:extLst>
          </p:cNvPr>
          <p:cNvSpPr>
            <a:spLocks xmlns:a="http://schemas.openxmlformats.org/drawingml/2006/main" noGrp="1"/>
          </p:cNvSpPr>
          <p:nvPr/>
        </p:nvSpPr>
        <p:spPr>
          <a:xfrm xmlns:a="http://schemas.openxmlformats.org/drawingml/2006/main">
            <a:off x="381000" y="86582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0" name="dp44-comparison / n20 / text 1">
            <a:extLst xmlns:a="http://schemas.openxmlformats.org/drawingml/2006/main">
              <a:ext uri="{FF2B5EF4-FFF2-40B4-BE49-F238E27FC236}">
                <a16:creationId xmlns:a16="http://schemas.microsoft.com/office/drawing/2014/main" id="{10C877EE-8990-447F-B354-E53EEB50CD14}"/>
              </a:ext>
            </a:extLst>
          </p:cNvPr>
          <p:cNvSpPr>
            <a:spLocks xmlns:a="http://schemas.openxmlformats.org/drawingml/2006/main" noGrp="1"/>
          </p:cNvSpPr>
          <p:nvPr/>
        </p:nvSpPr>
        <p:spPr>
          <a:xfrm xmlns:a="http://schemas.openxmlformats.org/drawingml/2006/main">
            <a:off x="400050" y="8734425"/>
            <a:ext cx="23336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응답성</a:t>
            </a:r>
          </a:p>
        </p:txBody>
      </p:sp>
      <p:sp>
        <p:nvSpPr>
          <p:cNvPr id="21" name="dp44-comparison / n21 / text 1">
            <a:extLst xmlns:a="http://schemas.openxmlformats.org/drawingml/2006/main">
              <a:ext uri="{FF2B5EF4-FFF2-40B4-BE49-F238E27FC236}">
                <a16:creationId xmlns:a16="http://schemas.microsoft.com/office/drawing/2014/main" id="{4CD0AABE-3B21-4F8D-A7AE-32B452FC9A03}"/>
              </a:ext>
            </a:extLst>
          </p:cNvPr>
          <p:cNvSpPr>
            <a:spLocks xmlns:a="http://schemas.openxmlformats.org/drawingml/2006/main" noGrp="1"/>
          </p:cNvSpPr>
          <p:nvPr/>
        </p:nvSpPr>
        <p:spPr>
          <a:xfrm xmlns:a="http://schemas.openxmlformats.org/drawingml/2006/main">
            <a:off x="2857500" y="8734425"/>
            <a:ext cx="6858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완료 회수 / 다음 지시 경로 / 중앙 전이 비용</a:t>
            </a:r>
          </a:p>
        </p:txBody>
      </p:sp>
      <p:sp>
        <p:nvSpPr>
          <p:cNvPr id="22" name="dp44-comparison / n22 / text 1">
            <a:extLst xmlns:a="http://schemas.openxmlformats.org/drawingml/2006/main">
              <a:ext uri="{FF2B5EF4-FFF2-40B4-BE49-F238E27FC236}">
                <a16:creationId xmlns:a16="http://schemas.microsoft.com/office/drawing/2014/main" id="{00EF3549-E228-4454-8DE5-B0ECF580B45B}"/>
              </a:ext>
            </a:extLst>
          </p:cNvPr>
          <p:cNvSpPr>
            <a:spLocks xmlns:a="http://schemas.openxmlformats.org/drawingml/2006/main" noGrp="1"/>
          </p:cNvSpPr>
          <p:nvPr/>
        </p:nvSpPr>
        <p:spPr>
          <a:xfrm xmlns:a="http://schemas.openxmlformats.org/drawingml/2006/main">
            <a:off x="10001250" y="8734425"/>
            <a:ext cx="7810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조건 충족 소비자 직접 활성화 / 채널 / Join 비용</a:t>
            </a:r>
          </a:p>
        </p:txBody>
      </p:sp>
      <p:sp>
        <p:nvSpPr>
          <p:cNvPr id="23" name="dp44-comparison / n23 / path">
            <a:extLst xmlns:a="http://schemas.openxmlformats.org/drawingml/2006/main">
              <a:ext uri="{FF2B5EF4-FFF2-40B4-BE49-F238E27FC236}">
                <a16:creationId xmlns:a16="http://schemas.microsoft.com/office/drawing/2014/main" id="{79CFA2A7-5820-42FD-B0AF-FE02CF7AD5ED}"/>
              </a:ext>
            </a:extLst>
          </p:cNvPr>
          <p:cNvSpPr>
            <a:spLocks xmlns:a="http://schemas.openxmlformats.org/drawingml/2006/main" noGrp="1"/>
          </p:cNvSpPr>
          <p:nvPr/>
        </p:nvSpPr>
        <p:spPr>
          <a:xfrm xmlns:a="http://schemas.openxmlformats.org/drawingml/2006/main">
            <a:off x="381000" y="89820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4" name="dp44-comparison / n24 / text 1">
            <a:extLst xmlns:a="http://schemas.openxmlformats.org/drawingml/2006/main">
              <a:ext uri="{FF2B5EF4-FFF2-40B4-BE49-F238E27FC236}">
                <a16:creationId xmlns:a16="http://schemas.microsoft.com/office/drawing/2014/main" id="{F7D0BCAC-7AEC-4488-8BE4-2A7EF324B53E}"/>
              </a:ext>
            </a:extLst>
          </p:cNvPr>
          <p:cNvSpPr>
            <a:spLocks xmlns:a="http://schemas.openxmlformats.org/drawingml/2006/main" noGrp="1"/>
          </p:cNvSpPr>
          <p:nvPr/>
        </p:nvSpPr>
        <p:spPr>
          <a:xfrm xmlns:a="http://schemas.openxmlformats.org/drawingml/2006/main">
            <a:off x="400050" y="9058275"/>
            <a:ext cx="23336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모델 사용 비용</a:t>
            </a:r>
          </a:p>
        </p:txBody>
      </p:sp>
      <p:sp>
        <p:nvSpPr>
          <p:cNvPr id="25" name="dp44-comparison / n25 / text 1">
            <a:extLst xmlns:a="http://schemas.openxmlformats.org/drawingml/2006/main">
              <a:ext uri="{FF2B5EF4-FFF2-40B4-BE49-F238E27FC236}">
                <a16:creationId xmlns:a16="http://schemas.microsoft.com/office/drawing/2014/main" id="{2C076D70-63B5-49E7-A741-98B7BAA442CD}"/>
              </a:ext>
            </a:extLst>
          </p:cNvPr>
          <p:cNvSpPr>
            <a:spLocks xmlns:a="http://schemas.openxmlformats.org/drawingml/2006/main" noGrp="1"/>
          </p:cNvSpPr>
          <p:nvPr/>
        </p:nvSpPr>
        <p:spPr>
          <a:xfrm xmlns:a="http://schemas.openxmlformats.org/drawingml/2006/main">
            <a:off x="2857500" y="9058275"/>
            <a:ext cx="6858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같은 의미 / 응답 job이면 동일 / 폐기 / 재시도 포함</a:t>
            </a:r>
          </a:p>
        </p:txBody>
      </p:sp>
      <p:sp>
        <p:nvSpPr>
          <p:cNvPr id="26" name="dp44-comparison / n26 / text 1">
            <a:extLst xmlns:a="http://schemas.openxmlformats.org/drawingml/2006/main">
              <a:ext uri="{FF2B5EF4-FFF2-40B4-BE49-F238E27FC236}">
                <a16:creationId xmlns:a16="http://schemas.microsoft.com/office/drawing/2014/main" id="{A79473C1-28B0-4879-98D9-E49FF8C2F8A3}"/>
              </a:ext>
            </a:extLst>
          </p:cNvPr>
          <p:cNvSpPr>
            <a:spLocks xmlns:a="http://schemas.openxmlformats.org/drawingml/2006/main" noGrp="1"/>
          </p:cNvSpPr>
          <p:nvPr/>
        </p:nvSpPr>
        <p:spPr>
          <a:xfrm xmlns:a="http://schemas.openxmlformats.org/drawingml/2006/main">
            <a:off x="10001250" y="9058275"/>
            <a:ext cx="7810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같은 job이면 동일 / 중복 생산 / 폐기 호출 포함</a:t>
            </a:r>
          </a:p>
        </p:txBody>
      </p:sp>
      <p:sp>
        <p:nvSpPr>
          <p:cNvPr id="27" name="dp44-comparison / n27 / path">
            <a:extLst xmlns:a="http://schemas.openxmlformats.org/drawingml/2006/main">
              <a:ext uri="{FF2B5EF4-FFF2-40B4-BE49-F238E27FC236}">
                <a16:creationId xmlns:a16="http://schemas.microsoft.com/office/drawing/2014/main" id="{6EDF5B90-9EC8-4D38-B654-D708A3E92C25}"/>
              </a:ext>
            </a:extLst>
          </p:cNvPr>
          <p:cNvSpPr>
            <a:spLocks xmlns:a="http://schemas.openxmlformats.org/drawingml/2006/main" noGrp="1"/>
          </p:cNvSpPr>
          <p:nvPr/>
        </p:nvSpPr>
        <p:spPr>
          <a:xfrm xmlns:a="http://schemas.openxmlformats.org/drawingml/2006/main">
            <a:off x="381000" y="93059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8" name="dp44-comparison / n28 / text 1">
            <a:extLst xmlns:a="http://schemas.openxmlformats.org/drawingml/2006/main">
              <a:ext uri="{FF2B5EF4-FFF2-40B4-BE49-F238E27FC236}">
                <a16:creationId xmlns:a16="http://schemas.microsoft.com/office/drawing/2014/main" id="{C2C377E9-DA8F-49C3-862B-AC46372DBAE7}"/>
              </a:ext>
            </a:extLst>
          </p:cNvPr>
          <p:cNvSpPr>
            <a:spLocks xmlns:a="http://schemas.openxmlformats.org/drawingml/2006/main" noGrp="1"/>
          </p:cNvSpPr>
          <p:nvPr/>
        </p:nvSpPr>
        <p:spPr>
          <a:xfrm xmlns:a="http://schemas.openxmlformats.org/drawingml/2006/main">
            <a:off x="400050" y="9382125"/>
            <a:ext cx="23336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변경 / 메모리</a:t>
            </a:r>
          </a:p>
        </p:txBody>
      </p:sp>
      <p:sp>
        <p:nvSpPr>
          <p:cNvPr id="29" name="dp44-comparison / n29 / text 1">
            <a:extLst xmlns:a="http://schemas.openxmlformats.org/drawingml/2006/main">
              <a:ext uri="{FF2B5EF4-FFF2-40B4-BE49-F238E27FC236}">
                <a16:creationId xmlns:a16="http://schemas.microsoft.com/office/drawing/2014/main" id="{8CD61D65-C356-4982-A61F-5A6542648194}"/>
              </a:ext>
            </a:extLst>
          </p:cNvPr>
          <p:cNvSpPr>
            <a:spLocks xmlns:a="http://schemas.openxmlformats.org/drawingml/2006/main" noGrp="1"/>
          </p:cNvSpPr>
          <p:nvPr/>
        </p:nvSpPr>
        <p:spPr>
          <a:xfrm xmlns:a="http://schemas.openxmlformats.org/drawingml/2006/main">
            <a:off x="2857500" y="9382125"/>
            <a:ext cx="6858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조정 규칙 중앙 변경 / 하나의 진행 상태</a:t>
            </a:r>
          </a:p>
        </p:txBody>
      </p:sp>
      <p:sp>
        <p:nvSpPr>
          <p:cNvPr id="30" name="dp44-comparison / n30 / text 1">
            <a:extLst xmlns:a="http://schemas.openxmlformats.org/drawingml/2006/main">
              <a:ext uri="{FF2B5EF4-FFF2-40B4-BE49-F238E27FC236}">
                <a16:creationId xmlns:a16="http://schemas.microsoft.com/office/drawing/2014/main" id="{5E9622D6-5905-4305-9D81-FA75F618D38E}"/>
              </a:ext>
            </a:extLst>
          </p:cNvPr>
          <p:cNvSpPr>
            <a:spLocks xmlns:a="http://schemas.openxmlformats.org/drawingml/2006/main" noGrp="1"/>
          </p:cNvSpPr>
          <p:nvPr/>
        </p:nvSpPr>
        <p:spPr>
          <a:xfrm xmlns:a="http://schemas.openxmlformats.org/drawingml/2006/main">
            <a:off x="10001250" y="9382125"/>
            <a:ext cx="7810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단계 조합 국소 변경 조건 / 여러 Window / 채널 상태</a:t>
            </a:r>
          </a:p>
        </p:txBody>
      </p:sp>
      <p:sp>
        <p:nvSpPr>
          <p:cNvPr id="31" name="dp44-comparison / n31 / text 1">
            <a:extLst xmlns:a="http://schemas.openxmlformats.org/drawingml/2006/main">
              <a:ext uri="{FF2B5EF4-FFF2-40B4-BE49-F238E27FC236}">
                <a16:creationId xmlns:a16="http://schemas.microsoft.com/office/drawing/2014/main" id="{483F4550-EE69-4423-960F-25C26531F144}"/>
              </a:ext>
            </a:extLst>
          </p:cNvPr>
          <p:cNvSpPr>
            <a:spLocks xmlns:a="http://schemas.openxmlformats.org/drawingml/2006/main" noGrp="1"/>
          </p:cNvSpPr>
          <p:nvPr/>
        </p:nvSpPr>
        <p:spPr>
          <a:xfrm xmlns:a="http://schemas.openxmlformats.org/drawingml/2006/main">
            <a:off x="381000" y="9829800"/>
            <a:ext cx="17526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미선정 / 미측정. A도 비동기 / 우선순위 / 동시 실행. B의 사건 채널만으로 정확성 / 속도 우위를 보장하지 않는다.</a:t>
            </a:r>
          </a:p>
        </p:txBody>
      </p:sp>
      <p:sp>
        <p:nvSpPr>
          <p:cNvPr id="32" name="dp44-comparison / n32 / text 1">
            <a:extLst xmlns:a="http://schemas.openxmlformats.org/drawingml/2006/main">
              <a:ext uri="{FF2B5EF4-FFF2-40B4-BE49-F238E27FC236}">
                <a16:creationId xmlns:a16="http://schemas.microsoft.com/office/drawing/2014/main" id="{CE04F8DF-02E7-4586-9046-4F0127EC2392}"/>
              </a:ext>
            </a:extLst>
          </p:cNvPr>
          <p:cNvSpPr>
            <a:spLocks xmlns:a="http://schemas.openxmlformats.org/drawingml/2006/main" noGrp="1"/>
          </p:cNvSpPr>
          <p:nvPr/>
        </p:nvSpPr>
        <p:spPr>
          <a:xfrm xmlns:a="http://schemas.openxmlformats.org/drawingml/2006/main">
            <a:off x="381000" y="10096500"/>
            <a:ext cx="175260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5F6B77"/>
                </a:solidFill>
                <a:latin typeface="Apple SD Gothic Neo"/>
                <a:ea typeface="Apple SD Gothic Neo"/>
                <a:cs typeface="Apple SD Gothic Neo"/>
              </a:defRPr>
            </a:pPr>
            <a:r>
              <a:rPr sz="1050" b="0">
                <a:solidFill>
                  <a:srgbClr val="5F6B77"/>
                </a:solidFill>
                <a:latin typeface="Apple SD Gothic Neo"/>
                <a:ea typeface="Apple SD Gothic Neo"/>
                <a:cs typeface="Apple SD Gothic Neo"/>
              </a:rPr>
              <a:t>Module 구조와 후속 실행 자료를 비교 / 준비 완료 / 내부 접수 / 외부 접수 / 실제 전달을 구별 / 수치 우열은 측정 후 판단</a:t>
            </a:r>
          </a:p>
        </p:txBody>
      </p:sp>
      <p:sp>
        <p:nvSpPr>
          <p:cNvPr id="33" name="dp44-comparison / legend44_0">
            <a:extLst xmlns:a="http://schemas.openxmlformats.org/drawingml/2006/main">
              <a:ext uri="{FF2B5EF4-FFF2-40B4-BE49-F238E27FC236}">
                <a16:creationId xmlns:a16="http://schemas.microsoft.com/office/drawing/2014/main" id="{C9F964F1-BF73-4845-9844-DBA7B8F8FD9D}"/>
              </a:ext>
            </a:extLst>
          </p:cNvPr>
          <p:cNvSpPr>
            <a:spLocks xmlns:a="http://schemas.openxmlformats.org/drawingml/2006/main" noGrp="1"/>
          </p:cNvSpPr>
          <p:nvPr/>
        </p:nvSpPr>
        <p:spPr>
          <a:xfrm xmlns:a="http://schemas.openxmlformats.org/drawingml/2006/main">
            <a:off x="447675" y="3257550"/>
            <a:ext cx="819150" cy="42576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34" name="dp44-comparison / legend44_1 / text 1">
            <a:extLst xmlns:a="http://schemas.openxmlformats.org/drawingml/2006/main">
              <a:ext uri="{FF2B5EF4-FFF2-40B4-BE49-F238E27FC236}">
                <a16:creationId xmlns:a16="http://schemas.microsoft.com/office/drawing/2014/main" id="{232E6E0E-BD6A-4534-B844-7A6B4DBE8DD6}"/>
              </a:ext>
            </a:extLst>
          </p:cNvPr>
          <p:cNvSpPr>
            <a:spLocks xmlns:a="http://schemas.openxmlformats.org/drawingml/2006/main" noGrp="1"/>
          </p:cNvSpPr>
          <p:nvPr/>
        </p:nvSpPr>
        <p:spPr>
          <a:xfrm xmlns:a="http://schemas.openxmlformats.org/drawingml/2006/main">
            <a:off x="466725" y="3343275"/>
            <a:ext cx="781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Legend</a:t>
            </a:r>
          </a:p>
        </p:txBody>
      </p:sp>
      <p:sp>
        <p:nvSpPr>
          <p:cNvPr id="35" name="dp44-comparison / legend44_2">
            <a:extLst xmlns:a="http://schemas.openxmlformats.org/drawingml/2006/main">
              <a:ext uri="{FF2B5EF4-FFF2-40B4-BE49-F238E27FC236}">
                <a16:creationId xmlns:a16="http://schemas.microsoft.com/office/drawing/2014/main" id="{EB8AA2EF-EFBF-4A5E-A074-0927C0DED6BE}"/>
              </a:ext>
            </a:extLst>
          </p:cNvPr>
          <p:cNvSpPr>
            <a:spLocks xmlns:a="http://schemas.openxmlformats.org/drawingml/2006/main" noGrp="1"/>
          </p:cNvSpPr>
          <p:nvPr/>
        </p:nvSpPr>
        <p:spPr>
          <a:xfrm xmlns:a="http://schemas.openxmlformats.org/drawingml/2006/main">
            <a:off x="504825" y="3609975"/>
            <a:ext cx="7048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36" name="dp44-comparison / legend44_3 / text 1">
            <a:extLst xmlns:a="http://schemas.openxmlformats.org/drawingml/2006/main">
              <a:ext uri="{FF2B5EF4-FFF2-40B4-BE49-F238E27FC236}">
                <a16:creationId xmlns:a16="http://schemas.microsoft.com/office/drawing/2014/main" id="{DF302433-BB7B-44CF-A081-7B7BF85D49DB}"/>
              </a:ext>
            </a:extLst>
          </p:cNvPr>
          <p:cNvSpPr>
            <a:spLocks xmlns:a="http://schemas.openxmlformats.org/drawingml/2006/main" noGrp="1"/>
          </p:cNvSpPr>
          <p:nvPr/>
        </p:nvSpPr>
        <p:spPr>
          <a:xfrm xmlns:a="http://schemas.openxmlformats.org/drawingml/2006/main">
            <a:off x="590550" y="3676650"/>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Component</a:t>
            </a:r>
          </a:p>
        </p:txBody>
      </p:sp>
      <p:sp>
        <p:nvSpPr>
          <p:cNvPr id="37" name="dp44-comparison / legend44_4 / text 1">
            <a:extLst xmlns:a="http://schemas.openxmlformats.org/drawingml/2006/main">
              <a:ext uri="{FF2B5EF4-FFF2-40B4-BE49-F238E27FC236}">
                <a16:creationId xmlns:a16="http://schemas.microsoft.com/office/drawing/2014/main" id="{7B0B8314-672C-476E-B484-1122FB5F12E3}"/>
              </a:ext>
            </a:extLst>
          </p:cNvPr>
          <p:cNvSpPr>
            <a:spLocks xmlns:a="http://schemas.openxmlformats.org/drawingml/2006/main" noGrp="1"/>
          </p:cNvSpPr>
          <p:nvPr/>
        </p:nvSpPr>
        <p:spPr>
          <a:xfrm xmlns:a="http://schemas.openxmlformats.org/drawingml/2006/main">
            <a:off x="514350" y="389572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논리 책임</a:t>
            </a:r>
          </a:p>
        </p:txBody>
      </p:sp>
      <p:sp>
        <p:nvSpPr>
          <p:cNvPr id="38" name="dp44-comparison / legend44_5">
            <a:extLst xmlns:a="http://schemas.openxmlformats.org/drawingml/2006/main">
              <a:ext uri="{FF2B5EF4-FFF2-40B4-BE49-F238E27FC236}">
                <a16:creationId xmlns:a16="http://schemas.microsoft.com/office/drawing/2014/main" id="{171E0E42-9BB9-4575-9177-A9AADE8B9B34}"/>
              </a:ext>
            </a:extLst>
          </p:cNvPr>
          <p:cNvSpPr>
            <a:spLocks xmlns:a="http://schemas.openxmlformats.org/drawingml/2006/main" noGrp="1"/>
          </p:cNvSpPr>
          <p:nvPr/>
        </p:nvSpPr>
        <p:spPr>
          <a:xfrm xmlns:a="http://schemas.openxmlformats.org/drawingml/2006/main">
            <a:off x="504825" y="4171950"/>
            <a:ext cx="704850" cy="257175"/>
          </a:xfrm>
          <a:prstGeom xmlns:a="http://schemas.openxmlformats.org/drawingml/2006/main" prst="roundRect">
            <a:avLst>
              <a:gd name="adj" fmla="val 29630"/>
            </a:avLst>
          </a:prstGeom>
          <a:solidFill xmlns:a="http://schemas.openxmlformats.org/drawingml/2006/main">
            <a:srgbClr val="FFFFFF"/>
          </a:solidFill>
          <a:ln xmlns:a="http://schemas.openxmlformats.org/drawingml/2006/main" w="9525">
            <a:solidFill>
              <a:srgbClr val="000000"/>
            </a:solidFill>
            <a:prstDash val="solid"/>
          </a:ln>
        </p:spPr>
      </p:sp>
      <p:sp>
        <p:nvSpPr>
          <p:cNvPr id="39" name="dp44-comparison / legend44_6 / text 1">
            <a:extLst xmlns:a="http://schemas.openxmlformats.org/drawingml/2006/main">
              <a:ext uri="{FF2B5EF4-FFF2-40B4-BE49-F238E27FC236}">
                <a16:creationId xmlns:a16="http://schemas.microsoft.com/office/drawing/2014/main" id="{11612961-4B13-4B3C-B479-9942AE9C856A}"/>
              </a:ext>
            </a:extLst>
          </p:cNvPr>
          <p:cNvSpPr>
            <a:spLocks xmlns:a="http://schemas.openxmlformats.org/drawingml/2006/main" noGrp="1"/>
          </p:cNvSpPr>
          <p:nvPr/>
        </p:nvSpPr>
        <p:spPr>
          <a:xfrm xmlns:a="http://schemas.openxmlformats.org/drawingml/2006/main">
            <a:off x="590550" y="4238625"/>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Module</a:t>
            </a:r>
          </a:p>
        </p:txBody>
      </p:sp>
      <p:sp>
        <p:nvSpPr>
          <p:cNvPr id="40" name="dp44-comparison / legend44_7 / text 1">
            <a:extLst xmlns:a="http://schemas.openxmlformats.org/drawingml/2006/main">
              <a:ext uri="{FF2B5EF4-FFF2-40B4-BE49-F238E27FC236}">
                <a16:creationId xmlns:a16="http://schemas.microsoft.com/office/drawing/2014/main" id="{9457D9EE-F401-41A0-8518-F40C2A2BC3DC}"/>
              </a:ext>
            </a:extLst>
          </p:cNvPr>
          <p:cNvSpPr>
            <a:spLocks xmlns:a="http://schemas.openxmlformats.org/drawingml/2006/main" noGrp="1"/>
          </p:cNvSpPr>
          <p:nvPr/>
        </p:nvSpPr>
        <p:spPr>
          <a:xfrm xmlns:a="http://schemas.openxmlformats.org/drawingml/2006/main">
            <a:off x="514350" y="445770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내부 구현</a:t>
            </a:r>
          </a:p>
        </p:txBody>
      </p:sp>
      <p:sp>
        <p:nvSpPr>
          <p:cNvPr id="41" name="dp44-comparison / legend44_8">
            <a:extLst xmlns:a="http://schemas.openxmlformats.org/drawingml/2006/main">
              <a:ext uri="{FF2B5EF4-FFF2-40B4-BE49-F238E27FC236}">
                <a16:creationId xmlns:a16="http://schemas.microsoft.com/office/drawing/2014/main" id="{4E107E0B-4CF5-42C9-96E7-746387C1D0A3}"/>
              </a:ext>
            </a:extLst>
          </p:cNvPr>
          <p:cNvSpPr>
            <a:spLocks xmlns:a="http://schemas.openxmlformats.org/drawingml/2006/main" noGrp="1"/>
          </p:cNvSpPr>
          <p:nvPr/>
        </p:nvSpPr>
        <p:spPr>
          <a:xfrm xmlns:a="http://schemas.openxmlformats.org/drawingml/2006/main">
            <a:off x="504825" y="4733925"/>
            <a:ext cx="704850" cy="257175"/>
          </a:xfrm>
          <a:custGeom xmlns:a="http://schemas.openxmlformats.org/drawingml/2006/main">
            <a:pathLst>
              <a:path w="704850" h="257175">
                <a:moveTo>
                  <a:pt x="0" y="0"/>
                </a:moveTo>
                <a:lnTo>
                  <a:pt x="533400" y="0"/>
                </a:lnTo>
                <a:lnTo>
                  <a:pt x="704850" y="171450"/>
                </a:lnTo>
                <a:lnTo>
                  <a:pt x="704850" y="257175"/>
                </a:lnTo>
                <a:lnTo>
                  <a:pt x="0" y="25717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42" name="dp44-comparison / legend44_8 / fold">
            <a:extLst xmlns:a="http://schemas.openxmlformats.org/drawingml/2006/main">
              <a:ext uri="{FF2B5EF4-FFF2-40B4-BE49-F238E27FC236}">
                <a16:creationId xmlns:a16="http://schemas.microsoft.com/office/drawing/2014/main" id="{80DEA0ED-C6E4-4908-AF7D-BC7F2E37FF33}"/>
              </a:ext>
            </a:extLst>
          </p:cNvPr>
          <p:cNvSpPr>
            <a:spLocks xmlns:a="http://schemas.openxmlformats.org/drawingml/2006/main" noGrp="1"/>
          </p:cNvSpPr>
          <p:nvPr/>
        </p:nvSpPr>
        <p:spPr>
          <a:xfrm xmlns:a="http://schemas.openxmlformats.org/drawingml/2006/main">
            <a:off x="1038225" y="47339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43" name="dp44-comparison / legend44_9 / text 1">
            <a:extLst xmlns:a="http://schemas.openxmlformats.org/drawingml/2006/main">
              <a:ext uri="{FF2B5EF4-FFF2-40B4-BE49-F238E27FC236}">
                <a16:creationId xmlns:a16="http://schemas.microsoft.com/office/drawing/2014/main" id="{1D2F1D3F-38E2-4F4D-8C3D-F7BF708D1198}"/>
              </a:ext>
            </a:extLst>
          </p:cNvPr>
          <p:cNvSpPr>
            <a:spLocks xmlns:a="http://schemas.openxmlformats.org/drawingml/2006/main" noGrp="1"/>
          </p:cNvSpPr>
          <p:nvPr/>
        </p:nvSpPr>
        <p:spPr>
          <a:xfrm xmlns:a="http://schemas.openxmlformats.org/drawingml/2006/main">
            <a:off x="523875" y="4800600"/>
            <a:ext cx="666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Data</a:t>
            </a:r>
          </a:p>
        </p:txBody>
      </p:sp>
      <p:sp>
        <p:nvSpPr>
          <p:cNvPr id="44" name="dp44-comparison / legend44_10 / text 1">
            <a:extLst xmlns:a="http://schemas.openxmlformats.org/drawingml/2006/main">
              <a:ext uri="{FF2B5EF4-FFF2-40B4-BE49-F238E27FC236}">
                <a16:creationId xmlns:a16="http://schemas.microsoft.com/office/drawing/2014/main" id="{1B4C3DE5-558B-40E5-83BA-9860CC78FB49}"/>
              </a:ext>
            </a:extLst>
          </p:cNvPr>
          <p:cNvSpPr>
            <a:spLocks xmlns:a="http://schemas.openxmlformats.org/drawingml/2006/main" noGrp="1"/>
          </p:cNvSpPr>
          <p:nvPr/>
        </p:nvSpPr>
        <p:spPr>
          <a:xfrm xmlns:a="http://schemas.openxmlformats.org/drawingml/2006/main">
            <a:off x="514350" y="501967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교환 예시</a:t>
            </a:r>
          </a:p>
        </p:txBody>
      </p:sp>
      <p:sp>
        <p:nvSpPr>
          <p:cNvPr id="45" name="dp44-comparison / legend44_11">
            <a:extLst xmlns:a="http://schemas.openxmlformats.org/drawingml/2006/main">
              <a:ext uri="{FF2B5EF4-FFF2-40B4-BE49-F238E27FC236}">
                <a16:creationId xmlns:a16="http://schemas.microsoft.com/office/drawing/2014/main" id="{02A94A0D-C714-4099-8AE0-F919C5FBE0AB}"/>
              </a:ext>
            </a:extLst>
          </p:cNvPr>
          <p:cNvSpPr>
            <a:spLocks xmlns:a="http://schemas.openxmlformats.org/drawingml/2006/main" noGrp="1"/>
          </p:cNvSpPr>
          <p:nvPr/>
        </p:nvSpPr>
        <p:spPr>
          <a:xfrm xmlns:a="http://schemas.openxmlformats.org/drawingml/2006/main">
            <a:off x="504825" y="5286375"/>
            <a:ext cx="704850" cy="257175"/>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46" name="dp44-comparison / legend44_12 / text 1">
            <a:extLst xmlns:a="http://schemas.openxmlformats.org/drawingml/2006/main">
              <a:ext uri="{FF2B5EF4-FFF2-40B4-BE49-F238E27FC236}">
                <a16:creationId xmlns:a16="http://schemas.microsoft.com/office/drawing/2014/main" id="{87850DF3-313F-4EEF-BA15-5D205E80DB93}"/>
              </a:ext>
            </a:extLst>
          </p:cNvPr>
          <p:cNvSpPr>
            <a:spLocks xmlns:a="http://schemas.openxmlformats.org/drawingml/2006/main" noGrp="1"/>
          </p:cNvSpPr>
          <p:nvPr/>
        </p:nvSpPr>
        <p:spPr>
          <a:xfrm xmlns:a="http://schemas.openxmlformats.org/drawingml/2006/main">
            <a:off x="590550" y="5353050"/>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State</a:t>
            </a:r>
          </a:p>
        </p:txBody>
      </p:sp>
      <p:sp>
        <p:nvSpPr>
          <p:cNvPr id="47" name="dp44-comparison / legend44_13 / text 1">
            <a:extLst xmlns:a="http://schemas.openxmlformats.org/drawingml/2006/main">
              <a:ext uri="{FF2B5EF4-FFF2-40B4-BE49-F238E27FC236}">
                <a16:creationId xmlns:a16="http://schemas.microsoft.com/office/drawing/2014/main" id="{60D2D626-106F-4F04-B0F8-D3D9B838A907}"/>
              </a:ext>
            </a:extLst>
          </p:cNvPr>
          <p:cNvSpPr>
            <a:spLocks xmlns:a="http://schemas.openxmlformats.org/drawingml/2006/main" noGrp="1"/>
          </p:cNvSpPr>
          <p:nvPr/>
        </p:nvSpPr>
        <p:spPr>
          <a:xfrm xmlns:a="http://schemas.openxmlformats.org/drawingml/2006/main">
            <a:off x="514350" y="557212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owner 상태</a:t>
            </a:r>
          </a:p>
        </p:txBody>
      </p:sp>
      <p:sp>
        <p:nvSpPr>
          <p:cNvPr id="48" name="dp44-comparison / legend44_14">
            <a:extLst xmlns:a="http://schemas.openxmlformats.org/drawingml/2006/main">
              <a:ext uri="{FF2B5EF4-FFF2-40B4-BE49-F238E27FC236}">
                <a16:creationId xmlns:a16="http://schemas.microsoft.com/office/drawing/2014/main" id="{DC3AFF37-F1FE-4526-8E60-031EBE8829D8}"/>
              </a:ext>
            </a:extLst>
          </p:cNvPr>
          <p:cNvSpPr>
            <a:spLocks xmlns:a="http://schemas.openxmlformats.org/drawingml/2006/main" noGrp="1"/>
          </p:cNvSpPr>
          <p:nvPr/>
        </p:nvSpPr>
        <p:spPr>
          <a:xfrm xmlns:a="http://schemas.openxmlformats.org/drawingml/2006/main">
            <a:off x="504825" y="5848350"/>
            <a:ext cx="704850" cy="257175"/>
          </a:xfrm>
          <a:prstGeom xmlns:a="http://schemas.openxmlformats.org/drawingml/2006/main" prst="roundRect">
            <a:avLst>
              <a:gd name="adj" fmla="val 29630"/>
            </a:avLst>
          </a:prstGeom>
          <a:solidFill xmlns:a="http://schemas.openxmlformats.org/drawingml/2006/main">
            <a:srgbClr val="FFF0DD"/>
          </a:solidFill>
          <a:ln xmlns:a="http://schemas.openxmlformats.org/drawingml/2006/main" w="9525">
            <a:solidFill>
              <a:srgbClr val="B8753F"/>
            </a:solidFill>
            <a:prstDash val="solid"/>
          </a:ln>
        </p:spPr>
      </p:sp>
      <p:sp>
        <p:nvSpPr>
          <p:cNvPr id="49" name="dp44-comparison / legend44_15 / text 1">
            <a:extLst xmlns:a="http://schemas.openxmlformats.org/drawingml/2006/main">
              <a:ext uri="{FF2B5EF4-FFF2-40B4-BE49-F238E27FC236}">
                <a16:creationId xmlns:a16="http://schemas.microsoft.com/office/drawing/2014/main" id="{D9DB61DD-4DED-448A-A038-C3DA4E135296}"/>
              </a:ext>
            </a:extLst>
          </p:cNvPr>
          <p:cNvSpPr>
            <a:spLocks xmlns:a="http://schemas.openxmlformats.org/drawingml/2006/main" noGrp="1"/>
          </p:cNvSpPr>
          <p:nvPr/>
        </p:nvSpPr>
        <p:spPr>
          <a:xfrm xmlns:a="http://schemas.openxmlformats.org/drawingml/2006/main">
            <a:off x="590550" y="5915025"/>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Module</a:t>
            </a:r>
          </a:p>
        </p:txBody>
      </p:sp>
      <p:sp>
        <p:nvSpPr>
          <p:cNvPr id="50" name="dp44-comparison / legend44_16 / text 1">
            <a:extLst xmlns:a="http://schemas.openxmlformats.org/drawingml/2006/main">
              <a:ext uri="{FF2B5EF4-FFF2-40B4-BE49-F238E27FC236}">
                <a16:creationId xmlns:a16="http://schemas.microsoft.com/office/drawing/2014/main" id="{57EA8CC7-A0BD-48FA-B7AA-58FBA6707E3A}"/>
              </a:ext>
            </a:extLst>
          </p:cNvPr>
          <p:cNvSpPr>
            <a:spLocks xmlns:a="http://schemas.openxmlformats.org/drawingml/2006/main" noGrp="1"/>
          </p:cNvSpPr>
          <p:nvPr/>
        </p:nvSpPr>
        <p:spPr>
          <a:xfrm xmlns:a="http://schemas.openxmlformats.org/drawingml/2006/main">
            <a:off x="514350" y="613410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차이: 살구색</a:t>
            </a:r>
          </a:p>
        </p:txBody>
      </p:sp>
      <p:sp>
        <p:nvSpPr>
          <p:cNvPr id="51" name="dp44-comparison / legend44_17 / path">
            <a:extLst xmlns:a="http://schemas.openxmlformats.org/drawingml/2006/main">
              <a:ext uri="{FF2B5EF4-FFF2-40B4-BE49-F238E27FC236}">
                <a16:creationId xmlns:a16="http://schemas.microsoft.com/office/drawing/2014/main" id="{D91A4FC0-D406-4172-ADE6-05A2E153CF4D}"/>
              </a:ext>
            </a:extLst>
          </p:cNvPr>
          <p:cNvSpPr>
            <a:spLocks xmlns:a="http://schemas.openxmlformats.org/drawingml/2006/main" noGrp="1"/>
          </p:cNvSpPr>
          <p:nvPr/>
        </p:nvSpPr>
        <p:spPr>
          <a:xfrm xmlns:a="http://schemas.openxmlformats.org/drawingml/2006/main">
            <a:off x="514350" y="6419850"/>
            <a:ext cx="390525" cy="953"/>
          </a:xfrm>
          <a:custGeom xmlns:a="http://schemas.openxmlformats.org/drawingml/2006/main">
            <a:pathLst>
              <a:path w="390525" h="953">
                <a:moveTo>
                  <a:pt x="0" y="0"/>
                </a:moveTo>
                <a:lnTo>
                  <a:pt x="390525" y="0"/>
                </a:lnTo>
              </a:path>
            </a:pathLst>
          </a:custGeom>
          <a:noFill xmlns:a="http://schemas.openxmlformats.org/drawingml/2006/main"/>
          <a:ln xmlns:a="http://schemas.openxmlformats.org/drawingml/2006/main" w="10478">
            <a:solidFill>
              <a:srgbClr val="000000"/>
            </a:solidFill>
            <a:prstDash val="solid"/>
          </a:ln>
        </p:spPr>
      </p:sp>
      <p:sp>
        <p:nvSpPr>
          <p:cNvPr id="52" name="dp44-comparison / legend44_17 / arrow">
            <a:extLst xmlns:a="http://schemas.openxmlformats.org/drawingml/2006/main">
              <a:ext uri="{FF2B5EF4-FFF2-40B4-BE49-F238E27FC236}">
                <a16:creationId xmlns:a16="http://schemas.microsoft.com/office/drawing/2014/main" id="{010B37D6-2546-4BD6-A380-C9A45283A143}"/>
              </a:ext>
            </a:extLst>
          </p:cNvPr>
          <p:cNvSpPr>
            <a:spLocks xmlns:a="http://schemas.openxmlformats.org/drawingml/2006/main" noGrp="1"/>
          </p:cNvSpPr>
          <p:nvPr/>
        </p:nvSpPr>
        <p:spPr>
          <a:xfrm xmlns:a="http://schemas.openxmlformats.org/drawingml/2006/main">
            <a:off x="837819" y="638632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53" name="dp44-comparison / legend44_18 / text 1">
            <a:extLst xmlns:a="http://schemas.openxmlformats.org/drawingml/2006/main">
              <a:ext uri="{FF2B5EF4-FFF2-40B4-BE49-F238E27FC236}">
                <a16:creationId xmlns:a16="http://schemas.microsoft.com/office/drawing/2014/main" id="{CF63ACA1-8FD3-4A5D-A4DD-DDF94072BE1A}"/>
              </a:ext>
            </a:extLst>
          </p:cNvPr>
          <p:cNvSpPr>
            <a:spLocks xmlns:a="http://schemas.openxmlformats.org/drawingml/2006/main" noGrp="1"/>
          </p:cNvSpPr>
          <p:nvPr/>
        </p:nvSpPr>
        <p:spPr>
          <a:xfrm xmlns:a="http://schemas.openxmlformats.org/drawingml/2006/main">
            <a:off x="962025" y="6353175"/>
            <a:ext cx="285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요청</a:t>
            </a:r>
          </a:p>
        </p:txBody>
      </p:sp>
      <p:sp>
        <p:nvSpPr>
          <p:cNvPr id="54" name="dp44-comparison / legend44_19 / path">
            <a:extLst xmlns:a="http://schemas.openxmlformats.org/drawingml/2006/main">
              <a:ext uri="{FF2B5EF4-FFF2-40B4-BE49-F238E27FC236}">
                <a16:creationId xmlns:a16="http://schemas.microsoft.com/office/drawing/2014/main" id="{D513DEF7-FBAA-4218-85B9-43DCF96D329A}"/>
              </a:ext>
            </a:extLst>
          </p:cNvPr>
          <p:cNvSpPr>
            <a:spLocks xmlns:a="http://schemas.openxmlformats.org/drawingml/2006/main" noGrp="1"/>
          </p:cNvSpPr>
          <p:nvPr/>
        </p:nvSpPr>
        <p:spPr>
          <a:xfrm xmlns:a="http://schemas.openxmlformats.org/drawingml/2006/main">
            <a:off x="514350" y="6619875"/>
            <a:ext cx="390525" cy="953"/>
          </a:xfrm>
          <a:custGeom xmlns:a="http://schemas.openxmlformats.org/drawingml/2006/main">
            <a:pathLst>
              <a:path w="390525" h="953">
                <a:moveTo>
                  <a:pt x="0" y="0"/>
                </a:moveTo>
                <a:lnTo>
                  <a:pt x="390525" y="0"/>
                </a:lnTo>
              </a:path>
            </a:pathLst>
          </a:custGeom>
          <a:noFill xmlns:a="http://schemas.openxmlformats.org/drawingml/2006/main"/>
          <a:ln xmlns:a="http://schemas.openxmlformats.org/drawingml/2006/main" w="10478">
            <a:solidFill>
              <a:srgbClr val="000000"/>
            </a:solidFill>
            <a:prstDash val="dash"/>
          </a:ln>
        </p:spPr>
      </p:sp>
      <p:sp>
        <p:nvSpPr>
          <p:cNvPr id="55" name="dp44-comparison / legend44_19 / arrow">
            <a:extLst xmlns:a="http://schemas.openxmlformats.org/drawingml/2006/main">
              <a:ext uri="{FF2B5EF4-FFF2-40B4-BE49-F238E27FC236}">
                <a16:creationId xmlns:a16="http://schemas.microsoft.com/office/drawing/2014/main" id="{5DC35F62-02A6-4087-A127-6011D644E62A}"/>
              </a:ext>
            </a:extLst>
          </p:cNvPr>
          <p:cNvSpPr>
            <a:spLocks xmlns:a="http://schemas.openxmlformats.org/drawingml/2006/main" noGrp="1"/>
          </p:cNvSpPr>
          <p:nvPr/>
        </p:nvSpPr>
        <p:spPr>
          <a:xfrm xmlns:a="http://schemas.openxmlformats.org/drawingml/2006/main">
            <a:off x="837819" y="65863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56" name="dp44-comparison / legend44_20 / text 1">
            <a:extLst xmlns:a="http://schemas.openxmlformats.org/drawingml/2006/main">
              <a:ext uri="{FF2B5EF4-FFF2-40B4-BE49-F238E27FC236}">
                <a16:creationId xmlns:a16="http://schemas.microsoft.com/office/drawing/2014/main" id="{87631A4A-7E44-40A7-9CF1-D1570A45A3F3}"/>
              </a:ext>
            </a:extLst>
          </p:cNvPr>
          <p:cNvSpPr>
            <a:spLocks xmlns:a="http://schemas.openxmlformats.org/drawingml/2006/main" noGrp="1"/>
          </p:cNvSpPr>
          <p:nvPr/>
        </p:nvSpPr>
        <p:spPr>
          <a:xfrm xmlns:a="http://schemas.openxmlformats.org/drawingml/2006/main">
            <a:off x="962025" y="6553200"/>
            <a:ext cx="285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반환</a:t>
            </a:r>
          </a:p>
        </p:txBody>
      </p:sp>
      <p:sp>
        <p:nvSpPr>
          <p:cNvPr id="57" name="dp44-comparison / n54 / text 1">
            <a:extLst xmlns:a="http://schemas.openxmlformats.org/drawingml/2006/main">
              <a:ext uri="{FF2B5EF4-FFF2-40B4-BE49-F238E27FC236}">
                <a16:creationId xmlns:a16="http://schemas.microsoft.com/office/drawing/2014/main" id="{293A639C-B2E4-4A73-A38D-D5C3C8F8A422}"/>
              </a:ext>
            </a:extLst>
          </p:cNvPr>
          <p:cNvSpPr>
            <a:spLocks xmlns:a="http://schemas.openxmlformats.org/drawingml/2006/main" noGrp="1"/>
          </p:cNvSpPr>
          <p:nvPr/>
        </p:nvSpPr>
        <p:spPr>
          <a:xfrm xmlns:a="http://schemas.openxmlformats.org/drawingml/2006/main">
            <a:off x="514350" y="7010400"/>
            <a:ext cx="7239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공통: 검정</a:t>
            </a:r>
          </a:p>
        </p:txBody>
      </p:sp>
      <p:sp>
        <p:nvSpPr>
          <p:cNvPr id="58" name="dp44-comparison / n55 / text 1">
            <a:extLst xmlns:a="http://schemas.openxmlformats.org/drawingml/2006/main">
              <a:ext uri="{FF2B5EF4-FFF2-40B4-BE49-F238E27FC236}">
                <a16:creationId xmlns:a16="http://schemas.microsoft.com/office/drawing/2014/main" id="{01456B02-57E2-4029-A78A-9CCC3FFDF701}"/>
              </a:ext>
            </a:extLst>
          </p:cNvPr>
          <p:cNvSpPr>
            <a:spLocks xmlns:a="http://schemas.openxmlformats.org/drawingml/2006/main" noGrp="1"/>
          </p:cNvSpPr>
          <p:nvPr/>
        </p:nvSpPr>
        <p:spPr>
          <a:xfrm xmlns:a="http://schemas.openxmlformats.org/drawingml/2006/main">
            <a:off x="514350" y="7219950"/>
            <a:ext cx="7239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차이: 살구색</a:t>
            </a:r>
          </a:p>
        </p:txBody>
      </p:sp>
      <p:sp>
        <p:nvSpPr>
          <p:cNvPr id="59" name="dp44-comparison / n56">
            <a:extLst xmlns:a="http://schemas.openxmlformats.org/drawingml/2006/main">
              <a:ext uri="{FF2B5EF4-FFF2-40B4-BE49-F238E27FC236}">
                <a16:creationId xmlns:a16="http://schemas.microsoft.com/office/drawing/2014/main" id="{A05DFBAA-F223-467D-A1EA-AEFD0C257AA2}"/>
              </a:ext>
            </a:extLst>
          </p:cNvPr>
          <p:cNvSpPr>
            <a:spLocks xmlns:a="http://schemas.openxmlformats.org/drawingml/2006/main" noGrp="1"/>
          </p:cNvSpPr>
          <p:nvPr/>
        </p:nvSpPr>
        <p:spPr>
          <a:xfrm xmlns:a="http://schemas.openxmlformats.org/drawingml/2006/main">
            <a:off x="1666875" y="2409825"/>
            <a:ext cx="2571750" cy="3238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60" name="dp44-comparison / n57 / text 1">
            <a:extLst xmlns:a="http://schemas.openxmlformats.org/drawingml/2006/main">
              <a:ext uri="{FF2B5EF4-FFF2-40B4-BE49-F238E27FC236}">
                <a16:creationId xmlns:a16="http://schemas.microsoft.com/office/drawing/2014/main" id="{078C1190-230A-419A-AE08-3662420B5B9E}"/>
              </a:ext>
            </a:extLst>
          </p:cNvPr>
          <p:cNvSpPr>
            <a:spLocks xmlns:a="http://schemas.openxmlformats.org/drawingml/2006/main" noGrp="1"/>
          </p:cNvSpPr>
          <p:nvPr/>
        </p:nvSpPr>
        <p:spPr>
          <a:xfrm xmlns:a="http://schemas.openxmlformats.org/drawingml/2006/main">
            <a:off x="1752600" y="2460308"/>
            <a:ext cx="2400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Interaction Manager</a:t>
            </a:r>
          </a:p>
        </p:txBody>
      </p:sp>
      <p:sp>
        <p:nvSpPr>
          <p:cNvPr id="61" name="dp44-comparison / n58">
            <a:extLst xmlns:a="http://schemas.openxmlformats.org/drawingml/2006/main">
              <a:ext uri="{FF2B5EF4-FFF2-40B4-BE49-F238E27FC236}">
                <a16:creationId xmlns:a16="http://schemas.microsoft.com/office/drawing/2014/main" id="{0BAC4461-08BF-40CA-BF6C-A328846FEE89}"/>
              </a:ext>
            </a:extLst>
          </p:cNvPr>
          <p:cNvSpPr>
            <a:spLocks xmlns:a="http://schemas.openxmlformats.org/drawingml/2006/main" noGrp="1"/>
          </p:cNvSpPr>
          <p:nvPr/>
        </p:nvSpPr>
        <p:spPr>
          <a:xfrm xmlns:a="http://schemas.openxmlformats.org/drawingml/2006/main">
            <a:off x="6334125" y="2409825"/>
            <a:ext cx="2857500" cy="3238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62" name="dp44-comparison / n59 / text 1">
            <a:extLst xmlns:a="http://schemas.openxmlformats.org/drawingml/2006/main">
              <a:ext uri="{FF2B5EF4-FFF2-40B4-BE49-F238E27FC236}">
                <a16:creationId xmlns:a16="http://schemas.microsoft.com/office/drawing/2014/main" id="{0E6FB530-F636-44AC-9A76-E2711979449B}"/>
              </a:ext>
            </a:extLst>
          </p:cNvPr>
          <p:cNvSpPr>
            <a:spLocks xmlns:a="http://schemas.openxmlformats.org/drawingml/2006/main" noGrp="1"/>
          </p:cNvSpPr>
          <p:nvPr/>
        </p:nvSpPr>
        <p:spPr>
          <a:xfrm xmlns:a="http://schemas.openxmlformats.org/drawingml/2006/main">
            <a:off x="6419850" y="2460308"/>
            <a:ext cx="26860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Task Manager</a:t>
            </a:r>
          </a:p>
        </p:txBody>
      </p:sp>
      <p:sp>
        <p:nvSpPr>
          <p:cNvPr id="63" name="dp44-comparison / n64">
            <a:extLst xmlns:a="http://schemas.openxmlformats.org/drawingml/2006/main">
              <a:ext uri="{FF2B5EF4-FFF2-40B4-BE49-F238E27FC236}">
                <a16:creationId xmlns:a16="http://schemas.microsoft.com/office/drawing/2014/main" id="{8F06DCFF-4FF2-4989-9D44-8FDBE1C53967}"/>
              </a:ext>
            </a:extLst>
          </p:cNvPr>
          <p:cNvSpPr>
            <a:spLocks xmlns:a="http://schemas.openxmlformats.org/drawingml/2006/main" noGrp="1"/>
          </p:cNvSpPr>
          <p:nvPr/>
        </p:nvSpPr>
        <p:spPr>
          <a:xfrm xmlns:a="http://schemas.openxmlformats.org/drawingml/2006/main">
            <a:off x="1571625" y="3105150"/>
            <a:ext cx="7715250" cy="16383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64" name="dp44-comparison / n65 / text 1">
            <a:extLst xmlns:a="http://schemas.openxmlformats.org/drawingml/2006/main">
              <a:ext uri="{FF2B5EF4-FFF2-40B4-BE49-F238E27FC236}">
                <a16:creationId xmlns:a16="http://schemas.microsoft.com/office/drawing/2014/main" id="{0BDB432B-32CB-4245-88A2-593E6BF0AD21}"/>
              </a:ext>
            </a:extLst>
          </p:cNvPr>
          <p:cNvSpPr>
            <a:spLocks xmlns:a="http://schemas.openxmlformats.org/drawingml/2006/main" noGrp="1"/>
          </p:cNvSpPr>
          <p:nvPr/>
        </p:nvSpPr>
        <p:spPr>
          <a:xfrm xmlns:a="http://schemas.openxmlformats.org/drawingml/2006/main">
            <a:off x="1695450" y="3200400"/>
            <a:ext cx="74676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Request Controller</a:t>
            </a:r>
          </a:p>
        </p:txBody>
      </p:sp>
      <p:sp>
        <p:nvSpPr>
          <p:cNvPr id="65" name="dp44-comparison / n66">
            <a:extLst xmlns:a="http://schemas.openxmlformats.org/drawingml/2006/main">
              <a:ext uri="{FF2B5EF4-FFF2-40B4-BE49-F238E27FC236}">
                <a16:creationId xmlns:a16="http://schemas.microsoft.com/office/drawing/2014/main" id="{01A53766-AD78-452A-94B9-30E8A260D766}"/>
              </a:ext>
            </a:extLst>
          </p:cNvPr>
          <p:cNvSpPr>
            <a:spLocks xmlns:a="http://schemas.openxmlformats.org/drawingml/2006/main" noGrp="1"/>
          </p:cNvSpPr>
          <p:nvPr/>
        </p:nvSpPr>
        <p:spPr>
          <a:xfrm xmlns:a="http://schemas.openxmlformats.org/drawingml/2006/main">
            <a:off x="1857375" y="3629025"/>
            <a:ext cx="2714625" cy="361950"/>
          </a:xfrm>
          <a:prstGeom xmlns:a="http://schemas.openxmlformats.org/drawingml/2006/main" prst="roundRect">
            <a:avLst>
              <a:gd name="adj" fmla="val 21053"/>
            </a:avLst>
          </a:prstGeom>
          <a:solidFill xmlns:a="http://schemas.openxmlformats.org/drawingml/2006/main">
            <a:srgbClr val="FFF0DD"/>
          </a:solidFill>
          <a:ln xmlns:a="http://schemas.openxmlformats.org/drawingml/2006/main" w="17145">
            <a:solidFill>
              <a:srgbClr val="B8753F"/>
            </a:solidFill>
            <a:prstDash val="solid"/>
          </a:ln>
        </p:spPr>
      </p:sp>
      <p:sp>
        <p:nvSpPr>
          <p:cNvPr id="66" name="dp44-comparison / n67 / text 1">
            <a:extLst xmlns:a="http://schemas.openxmlformats.org/drawingml/2006/main">
              <a:ext uri="{FF2B5EF4-FFF2-40B4-BE49-F238E27FC236}">
                <a16:creationId xmlns:a16="http://schemas.microsoft.com/office/drawing/2014/main" id="{94BC00E4-C397-49D3-BA1D-3C01B76E9F63}"/>
              </a:ext>
            </a:extLst>
          </p:cNvPr>
          <p:cNvSpPr>
            <a:spLocks xmlns:a="http://schemas.openxmlformats.org/drawingml/2006/main" noGrp="1"/>
          </p:cNvSpPr>
          <p:nvPr/>
        </p:nvSpPr>
        <p:spPr>
          <a:xfrm xmlns:a="http://schemas.openxmlformats.org/drawingml/2006/main">
            <a:off x="1943100" y="3692366"/>
            <a:ext cx="2543175"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425" b="1">
                <a:solidFill>
                  <a:srgbClr val="000000"/>
                </a:solidFill>
                <a:latin typeface="Apple SD Gothic Neo"/>
                <a:ea typeface="Apple SD Gothic Neo"/>
                <a:cs typeface="Apple SD Gothic Neo"/>
              </a:defRPr>
            </a:pPr>
            <a:r>
              <a:rPr sz="1425" b="1">
                <a:solidFill>
                  <a:srgbClr val="000000"/>
                </a:solidFill>
                <a:latin typeface="Apple SD Gothic Neo"/>
                <a:ea typeface="Apple SD Gothic Neo"/>
                <a:cs typeface="Apple SD Gothic Neo"/>
              </a:rPr>
              <a:t>Dialogue Dispatcher</a:t>
            </a:r>
          </a:p>
        </p:txBody>
      </p:sp>
      <p:sp>
        <p:nvSpPr>
          <p:cNvPr id="67" name="dp44-comparison / n68">
            <a:extLst xmlns:a="http://schemas.openxmlformats.org/drawingml/2006/main">
              <a:ext uri="{FF2B5EF4-FFF2-40B4-BE49-F238E27FC236}">
                <a16:creationId xmlns:a16="http://schemas.microsoft.com/office/drawing/2014/main" id="{F7981C42-FD70-4232-B528-3677416E91BC}"/>
              </a:ext>
            </a:extLst>
          </p:cNvPr>
          <p:cNvSpPr>
            <a:spLocks xmlns:a="http://schemas.openxmlformats.org/drawingml/2006/main" noGrp="1"/>
          </p:cNvSpPr>
          <p:nvPr/>
        </p:nvSpPr>
        <p:spPr>
          <a:xfrm xmlns:a="http://schemas.openxmlformats.org/drawingml/2006/main">
            <a:off x="5857875" y="3629025"/>
            <a:ext cx="3095625" cy="409575"/>
          </a:xfrm>
          <a:prstGeom xmlns:a="http://schemas.openxmlformats.org/drawingml/2006/main" prst="can">
            <a:avLst>
              <a:gd name="adj" fmla="val 20000"/>
            </a:avLst>
          </a:prstGeom>
          <a:solidFill xmlns:a="http://schemas.openxmlformats.org/drawingml/2006/main">
            <a:srgbClr val="FFF0DD"/>
          </a:solidFill>
          <a:ln xmlns:a="http://schemas.openxmlformats.org/drawingml/2006/main" w="9525">
            <a:solidFill>
              <a:srgbClr val="B8753F"/>
            </a:solidFill>
            <a:prstDash val="solid"/>
          </a:ln>
        </p:spPr>
      </p:sp>
      <p:sp>
        <p:nvSpPr>
          <p:cNvPr id="68" name="dp44-comparison / n69 / text 1">
            <a:extLst xmlns:a="http://schemas.openxmlformats.org/drawingml/2006/main">
              <a:ext uri="{FF2B5EF4-FFF2-40B4-BE49-F238E27FC236}">
                <a16:creationId xmlns:a16="http://schemas.microsoft.com/office/drawing/2014/main" id="{E9A55262-D184-4ECD-A500-FA54FBA460F5}"/>
              </a:ext>
            </a:extLst>
          </p:cNvPr>
          <p:cNvSpPr>
            <a:spLocks xmlns:a="http://schemas.openxmlformats.org/drawingml/2006/main" noGrp="1"/>
          </p:cNvSpPr>
          <p:nvPr/>
        </p:nvSpPr>
        <p:spPr>
          <a:xfrm xmlns:a="http://schemas.openxmlformats.org/drawingml/2006/main">
            <a:off x="5943600" y="3790950"/>
            <a:ext cx="292417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Dialogue Progress State</a:t>
            </a:r>
          </a:p>
        </p:txBody>
      </p:sp>
      <p:sp>
        <p:nvSpPr>
          <p:cNvPr id="69" name="dp44-comparison / n70 / path">
            <a:extLst xmlns:a="http://schemas.openxmlformats.org/drawingml/2006/main">
              <a:ext uri="{FF2B5EF4-FFF2-40B4-BE49-F238E27FC236}">
                <a16:creationId xmlns:a16="http://schemas.microsoft.com/office/drawing/2014/main" id="{3A4D5BCD-ABA8-4EAF-A719-17128EB73720}"/>
              </a:ext>
            </a:extLst>
          </p:cNvPr>
          <p:cNvSpPr>
            <a:spLocks xmlns:a="http://schemas.openxmlformats.org/drawingml/2006/main" noGrp="1"/>
          </p:cNvSpPr>
          <p:nvPr/>
        </p:nvSpPr>
        <p:spPr>
          <a:xfrm xmlns:a="http://schemas.openxmlformats.org/drawingml/2006/main">
            <a:off x="2952750" y="2733675"/>
            <a:ext cx="261938" cy="895350"/>
          </a:xfrm>
          <a:custGeom xmlns:a="http://schemas.openxmlformats.org/drawingml/2006/main">
            <a:pathLst>
              <a:path w="261938" h="895350">
                <a:moveTo>
                  <a:pt x="0" y="0"/>
                </a:moveTo>
                <a:lnTo>
                  <a:pt x="0" y="285750"/>
                </a:lnTo>
                <a:lnTo>
                  <a:pt x="261938" y="285750"/>
                </a:lnTo>
                <a:lnTo>
                  <a:pt x="261938" y="895350"/>
                </a:lnTo>
              </a:path>
            </a:pathLst>
          </a:custGeom>
          <a:noFill xmlns:a="http://schemas.openxmlformats.org/drawingml/2006/main"/>
          <a:ln xmlns:a="http://schemas.openxmlformats.org/drawingml/2006/main" w="10478">
            <a:solidFill>
              <a:srgbClr val="000000"/>
            </a:solidFill>
            <a:prstDash val="solid"/>
          </a:ln>
        </p:spPr>
      </p:sp>
      <p:sp>
        <p:nvSpPr>
          <p:cNvPr id="70" name="dp44-comparison / n70 / arrow">
            <a:extLst xmlns:a="http://schemas.openxmlformats.org/drawingml/2006/main">
              <a:ext uri="{FF2B5EF4-FFF2-40B4-BE49-F238E27FC236}">
                <a16:creationId xmlns:a16="http://schemas.microsoft.com/office/drawing/2014/main" id="{52864092-7924-4201-97D6-9EBC73297CA5}"/>
              </a:ext>
            </a:extLst>
          </p:cNvPr>
          <p:cNvSpPr>
            <a:spLocks xmlns:a="http://schemas.openxmlformats.org/drawingml/2006/main" noGrp="1"/>
          </p:cNvSpPr>
          <p:nvPr/>
        </p:nvSpPr>
        <p:spPr>
          <a:xfrm xmlns:a="http://schemas.openxmlformats.org/drawingml/2006/main">
            <a:off x="3181160" y="35619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71" name="dp44-comparison / n71 / path">
            <a:extLst xmlns:a="http://schemas.openxmlformats.org/drawingml/2006/main">
              <a:ext uri="{FF2B5EF4-FFF2-40B4-BE49-F238E27FC236}">
                <a16:creationId xmlns:a16="http://schemas.microsoft.com/office/drawing/2014/main" id="{FBE68A42-E2F8-4F91-BA7B-804638910430}"/>
              </a:ext>
            </a:extLst>
          </p:cNvPr>
          <p:cNvSpPr>
            <a:spLocks xmlns:a="http://schemas.openxmlformats.org/drawingml/2006/main" noGrp="1"/>
          </p:cNvSpPr>
          <p:nvPr/>
        </p:nvSpPr>
        <p:spPr>
          <a:xfrm xmlns:a="http://schemas.openxmlformats.org/drawingml/2006/main">
            <a:off x="4024313" y="2733675"/>
            <a:ext cx="3738563" cy="895350"/>
          </a:xfrm>
          <a:custGeom xmlns:a="http://schemas.openxmlformats.org/drawingml/2006/main">
            <a:pathLst>
              <a:path w="3738563" h="895350">
                <a:moveTo>
                  <a:pt x="3738563" y="0"/>
                </a:moveTo>
                <a:lnTo>
                  <a:pt x="3738563" y="247650"/>
                </a:lnTo>
                <a:lnTo>
                  <a:pt x="0" y="247650"/>
                </a:lnTo>
                <a:lnTo>
                  <a:pt x="0" y="895350"/>
                </a:lnTo>
              </a:path>
            </a:pathLst>
          </a:custGeom>
          <a:noFill xmlns:a="http://schemas.openxmlformats.org/drawingml/2006/main"/>
          <a:ln xmlns:a="http://schemas.openxmlformats.org/drawingml/2006/main" w="10478">
            <a:solidFill>
              <a:srgbClr val="000000"/>
            </a:solidFill>
            <a:prstDash val="solid"/>
          </a:ln>
        </p:spPr>
      </p:sp>
      <p:sp>
        <p:nvSpPr>
          <p:cNvPr id="72" name="dp44-comparison / n71 / arrow">
            <a:extLst xmlns:a="http://schemas.openxmlformats.org/drawingml/2006/main">
              <a:ext uri="{FF2B5EF4-FFF2-40B4-BE49-F238E27FC236}">
                <a16:creationId xmlns:a16="http://schemas.microsoft.com/office/drawing/2014/main" id="{39C9DB84-F716-4AF5-8A6A-3881517D230D}"/>
              </a:ext>
            </a:extLst>
          </p:cNvPr>
          <p:cNvSpPr>
            <a:spLocks xmlns:a="http://schemas.openxmlformats.org/drawingml/2006/main" noGrp="1"/>
          </p:cNvSpPr>
          <p:nvPr/>
        </p:nvSpPr>
        <p:spPr>
          <a:xfrm xmlns:a="http://schemas.openxmlformats.org/drawingml/2006/main">
            <a:off x="3990785" y="35619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73" name="dp44-comparison / n72 / path">
            <a:extLst xmlns:a="http://schemas.openxmlformats.org/drawingml/2006/main">
              <a:ext uri="{FF2B5EF4-FFF2-40B4-BE49-F238E27FC236}">
                <a16:creationId xmlns:a16="http://schemas.microsoft.com/office/drawing/2014/main" id="{54FE921A-B509-4761-9297-2E4CF99D6E07}"/>
              </a:ext>
            </a:extLst>
          </p:cNvPr>
          <p:cNvSpPr>
            <a:spLocks xmlns:a="http://schemas.openxmlformats.org/drawingml/2006/main" noGrp="1"/>
          </p:cNvSpPr>
          <p:nvPr/>
        </p:nvSpPr>
        <p:spPr>
          <a:xfrm xmlns:a="http://schemas.openxmlformats.org/drawingml/2006/main">
            <a:off x="4572000" y="3810000"/>
            <a:ext cx="1285875" cy="953"/>
          </a:xfrm>
          <a:custGeom xmlns:a="http://schemas.openxmlformats.org/drawingml/2006/main">
            <a:pathLst>
              <a:path w="1285875" h="953">
                <a:moveTo>
                  <a:pt x="0" y="0"/>
                </a:moveTo>
                <a:lnTo>
                  <a:pt x="1285875" y="0"/>
                </a:lnTo>
              </a:path>
            </a:pathLst>
          </a:custGeom>
          <a:noFill xmlns:a="http://schemas.openxmlformats.org/drawingml/2006/main"/>
          <a:ln xmlns:a="http://schemas.openxmlformats.org/drawingml/2006/main" w="10478">
            <a:solidFill>
              <a:srgbClr val="000000"/>
            </a:solidFill>
            <a:prstDash val="solid"/>
          </a:ln>
        </p:spPr>
      </p:sp>
      <p:sp>
        <p:nvSpPr>
          <p:cNvPr id="74" name="dp44-comparison / n72 / arrow">
            <a:extLst xmlns:a="http://schemas.openxmlformats.org/drawingml/2006/main">
              <a:ext uri="{FF2B5EF4-FFF2-40B4-BE49-F238E27FC236}">
                <a16:creationId xmlns:a16="http://schemas.microsoft.com/office/drawing/2014/main" id="{B5755717-A2C0-4689-B4C4-951722E78F9F}"/>
              </a:ext>
            </a:extLst>
          </p:cNvPr>
          <p:cNvSpPr>
            <a:spLocks xmlns:a="http://schemas.openxmlformats.org/drawingml/2006/main" noGrp="1"/>
          </p:cNvSpPr>
          <p:nvPr/>
        </p:nvSpPr>
        <p:spPr>
          <a:xfrm xmlns:a="http://schemas.openxmlformats.org/drawingml/2006/main">
            <a:off x="5790819" y="377647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75" name="dp44-comparison / n73 / path">
            <a:extLst xmlns:a="http://schemas.openxmlformats.org/drawingml/2006/main">
              <a:ext uri="{FF2B5EF4-FFF2-40B4-BE49-F238E27FC236}">
                <a16:creationId xmlns:a16="http://schemas.microsoft.com/office/drawing/2014/main" id="{97A7E3EA-0597-48EA-8388-477BA84DD171}"/>
              </a:ext>
            </a:extLst>
          </p:cNvPr>
          <p:cNvSpPr>
            <a:spLocks xmlns:a="http://schemas.openxmlformats.org/drawingml/2006/main" noGrp="1"/>
          </p:cNvSpPr>
          <p:nvPr/>
        </p:nvSpPr>
        <p:spPr>
          <a:xfrm xmlns:a="http://schemas.openxmlformats.org/drawingml/2006/main">
            <a:off x="4572000" y="3924300"/>
            <a:ext cx="1285875" cy="190500"/>
          </a:xfrm>
          <a:custGeom xmlns:a="http://schemas.openxmlformats.org/drawingml/2006/main">
            <a:pathLst>
              <a:path w="1285875" h="190500">
                <a:moveTo>
                  <a:pt x="1285875" y="0"/>
                </a:moveTo>
                <a:lnTo>
                  <a:pt x="1095375" y="0"/>
                </a:lnTo>
                <a:lnTo>
                  <a:pt x="1095375" y="190500"/>
                </a:lnTo>
                <a:lnTo>
                  <a:pt x="190500" y="190500"/>
                </a:lnTo>
                <a:lnTo>
                  <a:pt x="190500" y="0"/>
                </a:lnTo>
                <a:lnTo>
                  <a:pt x="0" y="0"/>
                </a:lnTo>
              </a:path>
            </a:pathLst>
          </a:custGeom>
          <a:noFill xmlns:a="http://schemas.openxmlformats.org/drawingml/2006/main"/>
          <a:ln xmlns:a="http://schemas.openxmlformats.org/drawingml/2006/main" w="10478">
            <a:solidFill>
              <a:srgbClr val="000000"/>
            </a:solidFill>
            <a:prstDash val="dash"/>
          </a:ln>
        </p:spPr>
      </p:sp>
      <p:sp>
        <p:nvSpPr>
          <p:cNvPr id="76" name="dp44-comparison / n73 / arrow">
            <a:extLst xmlns:a="http://schemas.openxmlformats.org/drawingml/2006/main">
              <a:ext uri="{FF2B5EF4-FFF2-40B4-BE49-F238E27FC236}">
                <a16:creationId xmlns:a16="http://schemas.microsoft.com/office/drawing/2014/main" id="{C8AA92A0-12A9-40D0-807C-65E76E60C8D8}"/>
              </a:ext>
            </a:extLst>
          </p:cNvPr>
          <p:cNvSpPr>
            <a:spLocks xmlns:a="http://schemas.openxmlformats.org/drawingml/2006/main" noGrp="1"/>
          </p:cNvSpPr>
          <p:nvPr/>
        </p:nvSpPr>
        <p:spPr>
          <a:xfrm xmlns:a="http://schemas.openxmlformats.org/drawingml/2006/main">
            <a:off x="4572000" y="3890772"/>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77" name="dp44-comparison / n76">
            <a:extLst xmlns:a="http://schemas.openxmlformats.org/drawingml/2006/main">
              <a:ext uri="{FF2B5EF4-FFF2-40B4-BE49-F238E27FC236}">
                <a16:creationId xmlns:a16="http://schemas.microsoft.com/office/drawing/2014/main" id="{B3640A47-A32E-4E0D-B560-897B7403F1FF}"/>
              </a:ext>
            </a:extLst>
          </p:cNvPr>
          <p:cNvSpPr>
            <a:spLocks xmlns:a="http://schemas.openxmlformats.org/drawingml/2006/main" noGrp="1"/>
          </p:cNvSpPr>
          <p:nvPr/>
        </p:nvSpPr>
        <p:spPr>
          <a:xfrm xmlns:a="http://schemas.openxmlformats.org/drawingml/2006/main">
            <a:off x="1666875" y="5095875"/>
            <a:ext cx="2238375" cy="3238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78" name="dp44-comparison / n77 / text 1">
            <a:extLst xmlns:a="http://schemas.openxmlformats.org/drawingml/2006/main">
              <a:ext uri="{FF2B5EF4-FFF2-40B4-BE49-F238E27FC236}">
                <a16:creationId xmlns:a16="http://schemas.microsoft.com/office/drawing/2014/main" id="{075C8D80-D40B-4F9B-9140-8C4D0D5F1FDC}"/>
              </a:ext>
            </a:extLst>
          </p:cNvPr>
          <p:cNvSpPr>
            <a:spLocks xmlns:a="http://schemas.openxmlformats.org/drawingml/2006/main" noGrp="1"/>
          </p:cNvSpPr>
          <p:nvPr/>
        </p:nvSpPr>
        <p:spPr>
          <a:xfrm xmlns:a="http://schemas.openxmlformats.org/drawingml/2006/main">
            <a:off x="1752600" y="5152549"/>
            <a:ext cx="206692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Request Interpreter</a:t>
            </a:r>
          </a:p>
        </p:txBody>
      </p:sp>
      <p:sp>
        <p:nvSpPr>
          <p:cNvPr id="79" name="dp44-comparison / n78">
            <a:extLst xmlns:a="http://schemas.openxmlformats.org/drawingml/2006/main">
              <a:ext uri="{FF2B5EF4-FFF2-40B4-BE49-F238E27FC236}">
                <a16:creationId xmlns:a16="http://schemas.microsoft.com/office/drawing/2014/main" id="{CC69693A-9FC0-4A68-BA33-5BCA888C696A}"/>
              </a:ext>
            </a:extLst>
          </p:cNvPr>
          <p:cNvSpPr>
            <a:spLocks xmlns:a="http://schemas.openxmlformats.org/drawingml/2006/main" noGrp="1"/>
          </p:cNvSpPr>
          <p:nvPr/>
        </p:nvSpPr>
        <p:spPr>
          <a:xfrm xmlns:a="http://schemas.openxmlformats.org/drawingml/2006/main">
            <a:off x="4143375" y="4933950"/>
            <a:ext cx="5143500" cy="11239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80" name="dp44-comparison / n79 / text 1">
            <a:extLst xmlns:a="http://schemas.openxmlformats.org/drawingml/2006/main">
              <a:ext uri="{FF2B5EF4-FFF2-40B4-BE49-F238E27FC236}">
                <a16:creationId xmlns:a16="http://schemas.microsoft.com/office/drawing/2014/main" id="{0EE93744-F785-4056-AE24-5EE5546F123A}"/>
              </a:ext>
            </a:extLst>
          </p:cNvPr>
          <p:cNvSpPr>
            <a:spLocks xmlns:a="http://schemas.openxmlformats.org/drawingml/2006/main" noGrp="1"/>
          </p:cNvSpPr>
          <p:nvPr/>
        </p:nvSpPr>
        <p:spPr>
          <a:xfrm xmlns:a="http://schemas.openxmlformats.org/drawingml/2006/main">
            <a:off x="4267200" y="5029200"/>
            <a:ext cx="48958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Response Manager</a:t>
            </a:r>
          </a:p>
        </p:txBody>
      </p:sp>
      <p:sp>
        <p:nvSpPr>
          <p:cNvPr id="81" name="dp44-comparison / n80">
            <a:extLst xmlns:a="http://schemas.openxmlformats.org/drawingml/2006/main">
              <a:ext uri="{FF2B5EF4-FFF2-40B4-BE49-F238E27FC236}">
                <a16:creationId xmlns:a16="http://schemas.microsoft.com/office/drawing/2014/main" id="{5E3F28EA-0940-4475-A9BF-A53D0B0B6F14}"/>
              </a:ext>
            </a:extLst>
          </p:cNvPr>
          <p:cNvSpPr>
            <a:spLocks xmlns:a="http://schemas.openxmlformats.org/drawingml/2006/main" noGrp="1"/>
          </p:cNvSpPr>
          <p:nvPr/>
        </p:nvSpPr>
        <p:spPr>
          <a:xfrm xmlns:a="http://schemas.openxmlformats.org/drawingml/2006/main">
            <a:off x="4333875" y="5314950"/>
            <a:ext cx="2190750" cy="314325"/>
          </a:xfrm>
          <a:prstGeom xmlns:a="http://schemas.openxmlformats.org/drawingml/2006/main" prst="roundRect">
            <a:avLst>
              <a:gd name="adj" fmla="val 24242"/>
            </a:avLst>
          </a:prstGeom>
          <a:solidFill xmlns:a="http://schemas.openxmlformats.org/drawingml/2006/main">
            <a:srgbClr val="FFFFFF"/>
          </a:solidFill>
          <a:ln xmlns:a="http://schemas.openxmlformats.org/drawingml/2006/main" w="9525">
            <a:solidFill>
              <a:srgbClr val="000000"/>
            </a:solidFill>
            <a:prstDash val="solid"/>
          </a:ln>
        </p:spPr>
      </p:sp>
      <p:sp>
        <p:nvSpPr>
          <p:cNvPr id="82" name="dp44-comparison / n81 / text 1">
            <a:extLst xmlns:a="http://schemas.openxmlformats.org/drawingml/2006/main">
              <a:ext uri="{FF2B5EF4-FFF2-40B4-BE49-F238E27FC236}">
                <a16:creationId xmlns:a16="http://schemas.microsoft.com/office/drawing/2014/main" id="{8CF6F1E8-90F1-448A-ACF5-87F4D2E487DB}"/>
              </a:ext>
            </a:extLst>
          </p:cNvPr>
          <p:cNvSpPr>
            <a:spLocks xmlns:a="http://schemas.openxmlformats.org/drawingml/2006/main" noGrp="1"/>
          </p:cNvSpPr>
          <p:nvPr/>
        </p:nvSpPr>
        <p:spPr>
          <a:xfrm xmlns:a="http://schemas.openxmlformats.org/drawingml/2006/main">
            <a:off x="4419600" y="5366861"/>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Response Composer</a:t>
            </a:r>
          </a:p>
        </p:txBody>
      </p:sp>
      <p:sp>
        <p:nvSpPr>
          <p:cNvPr id="83" name="dp44-comparison / n82">
            <a:extLst xmlns:a="http://schemas.openxmlformats.org/drawingml/2006/main">
              <a:ext uri="{FF2B5EF4-FFF2-40B4-BE49-F238E27FC236}">
                <a16:creationId xmlns:a16="http://schemas.microsoft.com/office/drawing/2014/main" id="{2A976C13-DF99-46BB-8EA5-D9CFA16D011D}"/>
              </a:ext>
            </a:extLst>
          </p:cNvPr>
          <p:cNvSpPr>
            <a:spLocks xmlns:a="http://schemas.openxmlformats.org/drawingml/2006/main" noGrp="1"/>
          </p:cNvSpPr>
          <p:nvPr/>
        </p:nvSpPr>
        <p:spPr>
          <a:xfrm xmlns:a="http://schemas.openxmlformats.org/drawingml/2006/main">
            <a:off x="6953250" y="5314950"/>
            <a:ext cx="2143125" cy="314325"/>
          </a:xfrm>
          <a:prstGeom xmlns:a="http://schemas.openxmlformats.org/drawingml/2006/main" prst="roundRect">
            <a:avLst>
              <a:gd name="adj" fmla="val 24242"/>
            </a:avLst>
          </a:prstGeom>
          <a:solidFill xmlns:a="http://schemas.openxmlformats.org/drawingml/2006/main">
            <a:srgbClr val="FFFFFF"/>
          </a:solidFill>
          <a:ln xmlns:a="http://schemas.openxmlformats.org/drawingml/2006/main" w="9525">
            <a:solidFill>
              <a:srgbClr val="000000"/>
            </a:solidFill>
            <a:prstDash val="solid"/>
          </a:ln>
        </p:spPr>
      </p:sp>
      <p:sp>
        <p:nvSpPr>
          <p:cNvPr id="84" name="dp44-comparison / n83 / text 1">
            <a:extLst xmlns:a="http://schemas.openxmlformats.org/drawingml/2006/main">
              <a:ext uri="{FF2B5EF4-FFF2-40B4-BE49-F238E27FC236}">
                <a16:creationId xmlns:a16="http://schemas.microsoft.com/office/drawing/2014/main" id="{CF74ABE6-C87A-4C90-98D3-BCF4D1D9D9E1}"/>
              </a:ext>
            </a:extLst>
          </p:cNvPr>
          <p:cNvSpPr>
            <a:spLocks xmlns:a="http://schemas.openxmlformats.org/drawingml/2006/main" noGrp="1"/>
          </p:cNvSpPr>
          <p:nvPr/>
        </p:nvSpPr>
        <p:spPr>
          <a:xfrm xmlns:a="http://schemas.openxmlformats.org/drawingml/2006/main">
            <a:off x="7038975" y="5366861"/>
            <a:ext cx="197167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Publication Control</a:t>
            </a:r>
          </a:p>
        </p:txBody>
      </p:sp>
      <p:sp>
        <p:nvSpPr>
          <p:cNvPr id="85" name="dp44-comparison / n84 / path">
            <a:extLst xmlns:a="http://schemas.openxmlformats.org/drawingml/2006/main">
              <a:ext uri="{FF2B5EF4-FFF2-40B4-BE49-F238E27FC236}">
                <a16:creationId xmlns:a16="http://schemas.microsoft.com/office/drawing/2014/main" id="{6D20B859-26D8-40CB-9079-516A09029E76}"/>
              </a:ext>
            </a:extLst>
          </p:cNvPr>
          <p:cNvSpPr>
            <a:spLocks xmlns:a="http://schemas.openxmlformats.org/drawingml/2006/main" noGrp="1"/>
          </p:cNvSpPr>
          <p:nvPr/>
        </p:nvSpPr>
        <p:spPr>
          <a:xfrm xmlns:a="http://schemas.openxmlformats.org/drawingml/2006/main">
            <a:off x="3214688" y="3990975"/>
            <a:ext cx="2214563" cy="1323975"/>
          </a:xfrm>
          <a:custGeom xmlns:a="http://schemas.openxmlformats.org/drawingml/2006/main">
            <a:pathLst>
              <a:path w="2214563" h="1323975">
                <a:moveTo>
                  <a:pt x="0" y="0"/>
                </a:moveTo>
                <a:lnTo>
                  <a:pt x="0" y="857250"/>
                </a:lnTo>
                <a:lnTo>
                  <a:pt x="2214563" y="857250"/>
                </a:lnTo>
                <a:lnTo>
                  <a:pt x="2214563" y="1323975"/>
                </a:lnTo>
              </a:path>
            </a:pathLst>
          </a:custGeom>
          <a:noFill xmlns:a="http://schemas.openxmlformats.org/drawingml/2006/main"/>
          <a:ln xmlns:a="http://schemas.openxmlformats.org/drawingml/2006/main" w="10478">
            <a:solidFill>
              <a:srgbClr val="000000"/>
            </a:solidFill>
            <a:prstDash val="solid"/>
          </a:ln>
        </p:spPr>
      </p:sp>
      <p:sp>
        <p:nvSpPr>
          <p:cNvPr id="86" name="dp44-comparison / n84 / arrow">
            <a:extLst xmlns:a="http://schemas.openxmlformats.org/drawingml/2006/main">
              <a:ext uri="{FF2B5EF4-FFF2-40B4-BE49-F238E27FC236}">
                <a16:creationId xmlns:a16="http://schemas.microsoft.com/office/drawing/2014/main" id="{1A639749-1EBA-409C-AEAE-B03A5F76DE81}"/>
              </a:ext>
            </a:extLst>
          </p:cNvPr>
          <p:cNvSpPr>
            <a:spLocks xmlns:a="http://schemas.openxmlformats.org/drawingml/2006/main" noGrp="1"/>
          </p:cNvSpPr>
          <p:nvPr/>
        </p:nvSpPr>
        <p:spPr>
          <a:xfrm xmlns:a="http://schemas.openxmlformats.org/drawingml/2006/main">
            <a:off x="5395722" y="52478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87" name="dp44-comparison / n85 / path">
            <a:extLst xmlns:a="http://schemas.openxmlformats.org/drawingml/2006/main">
              <a:ext uri="{FF2B5EF4-FFF2-40B4-BE49-F238E27FC236}">
                <a16:creationId xmlns:a16="http://schemas.microsoft.com/office/drawing/2014/main" id="{0849BFFA-3363-4532-8FF1-DB815E6E60AE}"/>
              </a:ext>
            </a:extLst>
          </p:cNvPr>
          <p:cNvSpPr>
            <a:spLocks xmlns:a="http://schemas.openxmlformats.org/drawingml/2006/main" noGrp="1"/>
          </p:cNvSpPr>
          <p:nvPr/>
        </p:nvSpPr>
        <p:spPr>
          <a:xfrm xmlns:a="http://schemas.openxmlformats.org/drawingml/2006/main">
            <a:off x="4572000" y="3886200"/>
            <a:ext cx="1190625" cy="1428750"/>
          </a:xfrm>
          <a:custGeom xmlns:a="http://schemas.openxmlformats.org/drawingml/2006/main">
            <a:pathLst>
              <a:path w="1190625" h="1428750">
                <a:moveTo>
                  <a:pt x="1190625" y="1428750"/>
                </a:moveTo>
                <a:lnTo>
                  <a:pt x="1190625" y="933450"/>
                </a:lnTo>
                <a:lnTo>
                  <a:pt x="95250" y="933450"/>
                </a:lnTo>
                <a:lnTo>
                  <a:pt x="95250" y="0"/>
                </a:lnTo>
                <a:lnTo>
                  <a:pt x="0" y="0"/>
                </a:lnTo>
              </a:path>
            </a:pathLst>
          </a:custGeom>
          <a:noFill xmlns:a="http://schemas.openxmlformats.org/drawingml/2006/main"/>
          <a:ln xmlns:a="http://schemas.openxmlformats.org/drawingml/2006/main" w="10478">
            <a:solidFill>
              <a:srgbClr val="000000"/>
            </a:solidFill>
            <a:prstDash val="dash"/>
          </a:ln>
        </p:spPr>
      </p:sp>
      <p:sp>
        <p:nvSpPr>
          <p:cNvPr id="88" name="dp44-comparison / n85 / arrow">
            <a:extLst xmlns:a="http://schemas.openxmlformats.org/drawingml/2006/main">
              <a:ext uri="{FF2B5EF4-FFF2-40B4-BE49-F238E27FC236}">
                <a16:creationId xmlns:a16="http://schemas.microsoft.com/office/drawing/2014/main" id="{A57EEAB8-715B-4837-BE23-5D64B4FCA01C}"/>
              </a:ext>
            </a:extLst>
          </p:cNvPr>
          <p:cNvSpPr>
            <a:spLocks xmlns:a="http://schemas.openxmlformats.org/drawingml/2006/main" noGrp="1"/>
          </p:cNvSpPr>
          <p:nvPr/>
        </p:nvSpPr>
        <p:spPr>
          <a:xfrm xmlns:a="http://schemas.openxmlformats.org/drawingml/2006/main">
            <a:off x="4572000" y="3852672"/>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89" name="dp44-comparison / n86 / path">
            <a:extLst xmlns:a="http://schemas.openxmlformats.org/drawingml/2006/main">
              <a:ext uri="{FF2B5EF4-FFF2-40B4-BE49-F238E27FC236}">
                <a16:creationId xmlns:a16="http://schemas.microsoft.com/office/drawing/2014/main" id="{A81B6164-3BD9-4ECE-BC44-FFF82F8EEA0F}"/>
              </a:ext>
            </a:extLst>
          </p:cNvPr>
          <p:cNvSpPr>
            <a:spLocks xmlns:a="http://schemas.openxmlformats.org/drawingml/2006/main" noGrp="1"/>
          </p:cNvSpPr>
          <p:nvPr/>
        </p:nvSpPr>
        <p:spPr>
          <a:xfrm xmlns:a="http://schemas.openxmlformats.org/drawingml/2006/main">
            <a:off x="4572000" y="3810000"/>
            <a:ext cx="3738563" cy="1504950"/>
          </a:xfrm>
          <a:custGeom xmlns:a="http://schemas.openxmlformats.org/drawingml/2006/main">
            <a:pathLst>
              <a:path w="3738563" h="1504950">
                <a:moveTo>
                  <a:pt x="0" y="0"/>
                </a:moveTo>
                <a:lnTo>
                  <a:pt x="142875" y="0"/>
                </a:lnTo>
                <a:lnTo>
                  <a:pt x="142875" y="952500"/>
                </a:lnTo>
                <a:lnTo>
                  <a:pt x="3738563" y="952500"/>
                </a:lnTo>
                <a:lnTo>
                  <a:pt x="3738563" y="1504950"/>
                </a:lnTo>
              </a:path>
            </a:pathLst>
          </a:custGeom>
          <a:noFill xmlns:a="http://schemas.openxmlformats.org/drawingml/2006/main"/>
          <a:ln xmlns:a="http://schemas.openxmlformats.org/drawingml/2006/main" w="10478">
            <a:solidFill>
              <a:srgbClr val="000000"/>
            </a:solidFill>
            <a:prstDash val="solid"/>
          </a:ln>
        </p:spPr>
      </p:sp>
      <p:sp>
        <p:nvSpPr>
          <p:cNvPr id="90" name="dp44-comparison / n86 / arrow">
            <a:extLst xmlns:a="http://schemas.openxmlformats.org/drawingml/2006/main">
              <a:ext uri="{FF2B5EF4-FFF2-40B4-BE49-F238E27FC236}">
                <a16:creationId xmlns:a16="http://schemas.microsoft.com/office/drawing/2014/main" id="{0F3E0634-2874-45C1-968B-154F21A15A0E}"/>
              </a:ext>
            </a:extLst>
          </p:cNvPr>
          <p:cNvSpPr>
            <a:spLocks xmlns:a="http://schemas.openxmlformats.org/drawingml/2006/main" noGrp="1"/>
          </p:cNvSpPr>
          <p:nvPr/>
        </p:nvSpPr>
        <p:spPr>
          <a:xfrm xmlns:a="http://schemas.openxmlformats.org/drawingml/2006/main">
            <a:off x="8277035" y="52478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91" name="dp44-comparison / n89 / path">
            <a:extLst xmlns:a="http://schemas.openxmlformats.org/drawingml/2006/main">
              <a:ext uri="{FF2B5EF4-FFF2-40B4-BE49-F238E27FC236}">
                <a16:creationId xmlns:a16="http://schemas.microsoft.com/office/drawing/2014/main" id="{2EE675E0-FFD2-4DA2-B7BB-E05B04441110}"/>
              </a:ext>
            </a:extLst>
          </p:cNvPr>
          <p:cNvSpPr>
            <a:spLocks xmlns:a="http://schemas.openxmlformats.org/drawingml/2006/main" noGrp="1"/>
          </p:cNvSpPr>
          <p:nvPr/>
        </p:nvSpPr>
        <p:spPr>
          <a:xfrm xmlns:a="http://schemas.openxmlformats.org/drawingml/2006/main">
            <a:off x="1571625" y="3810000"/>
            <a:ext cx="1214438" cy="1285875"/>
          </a:xfrm>
          <a:custGeom xmlns:a="http://schemas.openxmlformats.org/drawingml/2006/main">
            <a:pathLst>
              <a:path w="1214438" h="1285875">
                <a:moveTo>
                  <a:pt x="285750" y="0"/>
                </a:moveTo>
                <a:lnTo>
                  <a:pt x="0" y="0"/>
                </a:lnTo>
                <a:lnTo>
                  <a:pt x="0" y="1171575"/>
                </a:lnTo>
                <a:lnTo>
                  <a:pt x="1214438" y="1171575"/>
                </a:lnTo>
                <a:lnTo>
                  <a:pt x="1214438" y="1285875"/>
                </a:lnTo>
              </a:path>
            </a:pathLst>
          </a:custGeom>
          <a:noFill xmlns:a="http://schemas.openxmlformats.org/drawingml/2006/main"/>
          <a:ln xmlns:a="http://schemas.openxmlformats.org/drawingml/2006/main" w="10478">
            <a:solidFill>
              <a:srgbClr val="000000"/>
            </a:solidFill>
            <a:prstDash val="solid"/>
          </a:ln>
        </p:spPr>
      </p:sp>
      <p:sp>
        <p:nvSpPr>
          <p:cNvPr id="92" name="dp44-comparison / n89 / arrow">
            <a:extLst xmlns:a="http://schemas.openxmlformats.org/drawingml/2006/main">
              <a:ext uri="{FF2B5EF4-FFF2-40B4-BE49-F238E27FC236}">
                <a16:creationId xmlns:a16="http://schemas.microsoft.com/office/drawing/2014/main" id="{9D79E22C-4F90-4CD0-BCB1-45C7233091CE}"/>
              </a:ext>
            </a:extLst>
          </p:cNvPr>
          <p:cNvSpPr>
            <a:spLocks xmlns:a="http://schemas.openxmlformats.org/drawingml/2006/main" noGrp="1"/>
          </p:cNvSpPr>
          <p:nvPr/>
        </p:nvSpPr>
        <p:spPr>
          <a:xfrm xmlns:a="http://schemas.openxmlformats.org/drawingml/2006/main">
            <a:off x="2752535" y="502881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93" name="dp44-comparison / n90 / path">
            <a:extLst xmlns:a="http://schemas.openxmlformats.org/drawingml/2006/main">
              <a:ext uri="{FF2B5EF4-FFF2-40B4-BE49-F238E27FC236}">
                <a16:creationId xmlns:a16="http://schemas.microsoft.com/office/drawing/2014/main" id="{DCFF8F4B-E1B8-460C-A504-6E4251E61AFD}"/>
              </a:ext>
            </a:extLst>
          </p:cNvPr>
          <p:cNvSpPr>
            <a:spLocks xmlns:a="http://schemas.openxmlformats.org/drawingml/2006/main" noGrp="1"/>
          </p:cNvSpPr>
          <p:nvPr/>
        </p:nvSpPr>
        <p:spPr>
          <a:xfrm xmlns:a="http://schemas.openxmlformats.org/drawingml/2006/main">
            <a:off x="1476375" y="3924300"/>
            <a:ext cx="381000" cy="1333500"/>
          </a:xfrm>
          <a:custGeom xmlns:a="http://schemas.openxmlformats.org/drawingml/2006/main">
            <a:pathLst>
              <a:path w="381000" h="1333500">
                <a:moveTo>
                  <a:pt x="190500" y="1333500"/>
                </a:moveTo>
                <a:lnTo>
                  <a:pt x="0" y="1333500"/>
                </a:lnTo>
                <a:lnTo>
                  <a:pt x="0" y="0"/>
                </a:lnTo>
                <a:lnTo>
                  <a:pt x="381000" y="0"/>
                </a:lnTo>
              </a:path>
            </a:pathLst>
          </a:custGeom>
          <a:noFill xmlns:a="http://schemas.openxmlformats.org/drawingml/2006/main"/>
          <a:ln xmlns:a="http://schemas.openxmlformats.org/drawingml/2006/main" w="10478">
            <a:solidFill>
              <a:srgbClr val="000000"/>
            </a:solidFill>
            <a:prstDash val="dash"/>
          </a:ln>
        </p:spPr>
      </p:sp>
      <p:sp>
        <p:nvSpPr>
          <p:cNvPr id="94" name="dp44-comparison / n90 / arrow">
            <a:extLst xmlns:a="http://schemas.openxmlformats.org/drawingml/2006/main">
              <a:ext uri="{FF2B5EF4-FFF2-40B4-BE49-F238E27FC236}">
                <a16:creationId xmlns:a16="http://schemas.microsoft.com/office/drawing/2014/main" id="{60532068-BB36-440F-8FB0-1444780A7FAB}"/>
              </a:ext>
            </a:extLst>
          </p:cNvPr>
          <p:cNvSpPr>
            <a:spLocks xmlns:a="http://schemas.openxmlformats.org/drawingml/2006/main" noGrp="1"/>
          </p:cNvSpPr>
          <p:nvPr/>
        </p:nvSpPr>
        <p:spPr>
          <a:xfrm xmlns:a="http://schemas.openxmlformats.org/drawingml/2006/main">
            <a:off x="1790319" y="389077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95" name="dp44-comparison / n95 / path">
            <a:extLst xmlns:a="http://schemas.openxmlformats.org/drawingml/2006/main">
              <a:ext uri="{FF2B5EF4-FFF2-40B4-BE49-F238E27FC236}">
                <a16:creationId xmlns:a16="http://schemas.microsoft.com/office/drawing/2014/main" id="{E663302C-6F7C-4047-A0C1-2D3D1AC45C55}"/>
              </a:ext>
            </a:extLst>
          </p:cNvPr>
          <p:cNvSpPr>
            <a:spLocks xmlns:a="http://schemas.openxmlformats.org/drawingml/2006/main" noGrp="1"/>
          </p:cNvSpPr>
          <p:nvPr/>
        </p:nvSpPr>
        <p:spPr>
          <a:xfrm xmlns:a="http://schemas.openxmlformats.org/drawingml/2006/main">
            <a:off x="1571625" y="7029450"/>
            <a:ext cx="7715250" cy="953"/>
          </a:xfrm>
          <a:custGeom xmlns:a="http://schemas.openxmlformats.org/drawingml/2006/main">
            <a:pathLst>
              <a:path w="7715250" h="953">
                <a:moveTo>
                  <a:pt x="0" y="0"/>
                </a:moveTo>
                <a:lnTo>
                  <a:pt x="7715250" y="0"/>
                </a:lnTo>
              </a:path>
            </a:pathLst>
          </a:custGeom>
          <a:noFill xmlns:a="http://schemas.openxmlformats.org/drawingml/2006/main"/>
          <a:ln xmlns:a="http://schemas.openxmlformats.org/drawingml/2006/main" w="10478">
            <a:solidFill>
              <a:srgbClr val="000000"/>
            </a:solidFill>
            <a:prstDash val="solid"/>
          </a:ln>
        </p:spPr>
      </p:sp>
      <p:sp>
        <p:nvSpPr>
          <p:cNvPr id="96" name="dp44-comparison / n60">
            <a:extLst xmlns:a="http://schemas.openxmlformats.org/drawingml/2006/main">
              <a:ext uri="{FF2B5EF4-FFF2-40B4-BE49-F238E27FC236}">
                <a16:creationId xmlns:a16="http://schemas.microsoft.com/office/drawing/2014/main" id="{9E0E9106-F99E-47F4-927B-4E834838B433}"/>
              </a:ext>
            </a:extLst>
          </p:cNvPr>
          <p:cNvSpPr>
            <a:spLocks xmlns:a="http://schemas.openxmlformats.org/drawingml/2006/main" noGrp="1"/>
          </p:cNvSpPr>
          <p:nvPr/>
        </p:nvSpPr>
        <p:spPr>
          <a:xfrm xmlns:a="http://schemas.openxmlformats.org/drawingml/2006/main">
            <a:off x="1647825" y="2762250"/>
            <a:ext cx="243935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97" name="dp44-comparison / n61 / text 1">
            <a:extLst xmlns:a="http://schemas.openxmlformats.org/drawingml/2006/main">
              <a:ext uri="{FF2B5EF4-FFF2-40B4-BE49-F238E27FC236}">
                <a16:creationId xmlns:a16="http://schemas.microsoft.com/office/drawing/2014/main" id="{4E1BB4F9-B726-4895-ACCB-076A9FB9A84A}"/>
              </a:ext>
            </a:extLst>
          </p:cNvPr>
          <p:cNvSpPr>
            <a:spLocks xmlns:a="http://schemas.openxmlformats.org/drawingml/2006/main" noGrp="1"/>
          </p:cNvSpPr>
          <p:nvPr/>
        </p:nvSpPr>
        <p:spPr>
          <a:xfrm xmlns:a="http://schemas.openxmlformats.org/drawingml/2006/main">
            <a:off x="1666875" y="2771775"/>
            <a:ext cx="3476625"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Input1: “잠깐, 표부터 설명해줘”</a:t>
            </a:r>
          </a:p>
        </p:txBody>
      </p:sp>
      <p:sp>
        <p:nvSpPr>
          <p:cNvPr id="98" name="dp44-comparison / n62">
            <a:extLst xmlns:a="http://schemas.openxmlformats.org/drawingml/2006/main">
              <a:ext uri="{FF2B5EF4-FFF2-40B4-BE49-F238E27FC236}">
                <a16:creationId xmlns:a16="http://schemas.microsoft.com/office/drawing/2014/main" id="{333C9E59-3415-4AB1-ADB4-15643AF2AD9F}"/>
              </a:ext>
            </a:extLst>
          </p:cNvPr>
          <p:cNvSpPr>
            <a:spLocks xmlns:a="http://schemas.openxmlformats.org/drawingml/2006/main" noGrp="1"/>
          </p:cNvSpPr>
          <p:nvPr/>
        </p:nvSpPr>
        <p:spPr>
          <a:xfrm xmlns:a="http://schemas.openxmlformats.org/drawingml/2006/main">
            <a:off x="6315075" y="2762250"/>
            <a:ext cx="2711196"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99" name="dp44-comparison / n63 / text 1">
            <a:extLst xmlns:a="http://schemas.openxmlformats.org/drawingml/2006/main">
              <a:ext uri="{FF2B5EF4-FFF2-40B4-BE49-F238E27FC236}">
                <a16:creationId xmlns:a16="http://schemas.microsoft.com/office/drawing/2014/main" id="{403A176F-E422-4B95-9246-2709E959BD99}"/>
              </a:ext>
            </a:extLst>
          </p:cNvPr>
          <p:cNvSpPr>
            <a:spLocks xmlns:a="http://schemas.openxmlformats.org/drawingml/2006/main" noGrp="1"/>
          </p:cNvSpPr>
          <p:nvPr/>
        </p:nvSpPr>
        <p:spPr>
          <a:xfrm xmlns:a="http://schemas.openxmlformats.org/drawingml/2006/main">
            <a:off x="6334125" y="2771775"/>
            <a:ext cx="30003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Task1: 메일 / Question1: 수신자 질문</a:t>
            </a:r>
          </a:p>
        </p:txBody>
      </p:sp>
      <p:sp>
        <p:nvSpPr>
          <p:cNvPr id="100" name="dp44-comparison / n74">
            <a:extLst xmlns:a="http://schemas.openxmlformats.org/drawingml/2006/main">
              <a:ext uri="{FF2B5EF4-FFF2-40B4-BE49-F238E27FC236}">
                <a16:creationId xmlns:a16="http://schemas.microsoft.com/office/drawing/2014/main" id="{68BFDA2C-E841-4166-99AF-B3E6A4063D99}"/>
              </a:ext>
            </a:extLst>
          </p:cNvPr>
          <p:cNvSpPr>
            <a:spLocks xmlns:a="http://schemas.openxmlformats.org/drawingml/2006/main" noGrp="1"/>
          </p:cNvSpPr>
          <p:nvPr/>
        </p:nvSpPr>
        <p:spPr>
          <a:xfrm xmlns:a="http://schemas.openxmlformats.org/drawingml/2006/main">
            <a:off x="1838325" y="4286250"/>
            <a:ext cx="4803648"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01" name="dp44-comparison / n75 / text 1">
            <a:extLst xmlns:a="http://schemas.openxmlformats.org/drawingml/2006/main">
              <a:ext uri="{FF2B5EF4-FFF2-40B4-BE49-F238E27FC236}">
                <a16:creationId xmlns:a16="http://schemas.microsoft.com/office/drawing/2014/main" id="{3E2AA46C-68E1-4773-8361-F5EADB8DD710}"/>
              </a:ext>
            </a:extLst>
          </p:cNvPr>
          <p:cNvSpPr>
            <a:spLocks xmlns:a="http://schemas.openxmlformats.org/drawingml/2006/main" noGrp="1"/>
          </p:cNvSpPr>
          <p:nvPr/>
        </p:nvSpPr>
        <p:spPr>
          <a:xfrm xmlns:a="http://schemas.openxmlformats.org/drawingml/2006/main">
            <a:off x="1857375" y="4295775"/>
            <a:ext cx="70675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000000"/>
                </a:solidFill>
                <a:latin typeface="Apple SD Gothic Neo"/>
                <a:ea typeface="Apple SD Gothic Neo"/>
                <a:cs typeface="Apple SD Gothic Neo"/>
              </a:defRPr>
            </a:pPr>
            <a:r>
              <a:rPr sz="1200" b="0">
                <a:solidFill>
                  <a:srgbClr val="000000"/>
                </a:solidFill>
                <a:latin typeface="Apple SD Gothic Neo"/>
                <a:ea typeface="Apple SD Gothic Neo"/>
                <a:cs typeface="Apple SD Gothic Neo"/>
              </a:rPr>
              <a:t>모든 완료 회수 → 중앙 대기 상태 갱신 → 다음 job / 게시 지시</a:t>
            </a:r>
          </a:p>
        </p:txBody>
      </p:sp>
      <p:sp>
        <p:nvSpPr>
          <p:cNvPr id="102" name="dp44-comparison / n87">
            <a:extLst xmlns:a="http://schemas.openxmlformats.org/drawingml/2006/main">
              <a:ext uri="{FF2B5EF4-FFF2-40B4-BE49-F238E27FC236}">
                <a16:creationId xmlns:a16="http://schemas.microsoft.com/office/drawing/2014/main" id="{9AA928BC-6BAC-41F0-9B43-156A25784EE7}"/>
              </a:ext>
            </a:extLst>
          </p:cNvPr>
          <p:cNvSpPr>
            <a:spLocks xmlns:a="http://schemas.openxmlformats.org/drawingml/2006/main" noGrp="1"/>
          </p:cNvSpPr>
          <p:nvPr/>
        </p:nvSpPr>
        <p:spPr>
          <a:xfrm xmlns:a="http://schemas.openxmlformats.org/drawingml/2006/main">
            <a:off x="4362450" y="5715000"/>
            <a:ext cx="2961894"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03" name="dp44-comparison / n88 / text 1">
            <a:extLst xmlns:a="http://schemas.openxmlformats.org/drawingml/2006/main">
              <a:ext uri="{FF2B5EF4-FFF2-40B4-BE49-F238E27FC236}">
                <a16:creationId xmlns:a16="http://schemas.microsoft.com/office/drawing/2014/main" id="{33026AE6-5DB1-4012-BACA-55AD397A3429}"/>
              </a:ext>
            </a:extLst>
          </p:cNvPr>
          <p:cNvSpPr>
            <a:spLocks xmlns:a="http://schemas.openxmlformats.org/drawingml/2006/main" noGrp="1"/>
          </p:cNvSpPr>
          <p:nvPr/>
        </p:nvSpPr>
        <p:spPr>
          <a:xfrm xmlns:a="http://schemas.openxmlformats.org/drawingml/2006/main">
            <a:off x="4381500" y="5724525"/>
            <a:ext cx="47053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후보도 중앙에 반환 / 유효 후보만 게시 지시</a:t>
            </a:r>
          </a:p>
        </p:txBody>
      </p:sp>
      <p:sp>
        <p:nvSpPr>
          <p:cNvPr id="104" name="dp44-comparison / n91">
            <a:extLst xmlns:a="http://schemas.openxmlformats.org/drawingml/2006/main">
              <a:ext uri="{FF2B5EF4-FFF2-40B4-BE49-F238E27FC236}">
                <a16:creationId xmlns:a16="http://schemas.microsoft.com/office/drawing/2014/main" id="{BB6537CD-6B83-4C27-BC2F-0F1D242E1614}"/>
              </a:ext>
            </a:extLst>
          </p:cNvPr>
          <p:cNvSpPr>
            <a:spLocks xmlns:a="http://schemas.openxmlformats.org/drawingml/2006/main" noGrp="1"/>
          </p:cNvSpPr>
          <p:nvPr/>
        </p:nvSpPr>
        <p:spPr>
          <a:xfrm xmlns:a="http://schemas.openxmlformats.org/drawingml/2006/main">
            <a:off x="1647825" y="5495925"/>
            <a:ext cx="1509522"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05" name="dp44-comparison / n92 / text 1">
            <a:extLst xmlns:a="http://schemas.openxmlformats.org/drawingml/2006/main">
              <a:ext uri="{FF2B5EF4-FFF2-40B4-BE49-F238E27FC236}">
                <a16:creationId xmlns:a16="http://schemas.microsoft.com/office/drawing/2014/main" id="{9034939C-BB3C-4B10-8BF8-512AC384EABA}"/>
              </a:ext>
            </a:extLst>
          </p:cNvPr>
          <p:cNvSpPr>
            <a:spLocks xmlns:a="http://schemas.openxmlformats.org/drawingml/2006/main" noGrp="1"/>
          </p:cNvSpPr>
          <p:nvPr/>
        </p:nvSpPr>
        <p:spPr>
          <a:xfrm xmlns:a="http://schemas.openxmlformats.org/drawingml/2006/main">
            <a:off x="1666875" y="5505450"/>
            <a:ext cx="22383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job 완료 → 시작한 owner</a:t>
            </a:r>
          </a:p>
        </p:txBody>
      </p:sp>
      <p:sp>
        <p:nvSpPr>
          <p:cNvPr id="106" name="dp44-comparison / n93">
            <a:extLst xmlns:a="http://schemas.openxmlformats.org/drawingml/2006/main">
              <a:ext uri="{FF2B5EF4-FFF2-40B4-BE49-F238E27FC236}">
                <a16:creationId xmlns:a16="http://schemas.microsoft.com/office/drawing/2014/main" id="{906D9509-5B55-42FD-B822-DB201F96BD1C}"/>
              </a:ext>
            </a:extLst>
          </p:cNvPr>
          <p:cNvSpPr>
            <a:spLocks xmlns:a="http://schemas.openxmlformats.org/drawingml/2006/main" noGrp="1"/>
          </p:cNvSpPr>
          <p:nvPr/>
        </p:nvSpPr>
        <p:spPr>
          <a:xfrm xmlns:a="http://schemas.openxmlformats.org/drawingml/2006/main">
            <a:off x="1666875" y="6172200"/>
            <a:ext cx="7524750" cy="752475"/>
          </a:xfrm>
          <a:custGeom xmlns:a="http://schemas.openxmlformats.org/drawingml/2006/main">
            <a:pathLst>
              <a:path w="7524750" h="752475">
                <a:moveTo>
                  <a:pt x="0" y="0"/>
                </a:moveTo>
                <a:lnTo>
                  <a:pt x="7353300" y="0"/>
                </a:lnTo>
                <a:lnTo>
                  <a:pt x="7524750" y="171450"/>
                </a:lnTo>
                <a:lnTo>
                  <a:pt x="7524750" y="752475"/>
                </a:lnTo>
                <a:lnTo>
                  <a:pt x="0" y="75247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107" name="dp44-comparison / n93 / fold">
            <a:extLst xmlns:a="http://schemas.openxmlformats.org/drawingml/2006/main">
              <a:ext uri="{FF2B5EF4-FFF2-40B4-BE49-F238E27FC236}">
                <a16:creationId xmlns:a16="http://schemas.microsoft.com/office/drawing/2014/main" id="{50756455-2C07-472D-9FA8-326AD4647336}"/>
              </a:ext>
            </a:extLst>
          </p:cNvPr>
          <p:cNvSpPr>
            <a:spLocks xmlns:a="http://schemas.openxmlformats.org/drawingml/2006/main" noGrp="1"/>
          </p:cNvSpPr>
          <p:nvPr/>
        </p:nvSpPr>
        <p:spPr>
          <a:xfrm xmlns:a="http://schemas.openxmlformats.org/drawingml/2006/main">
            <a:off x="9020175" y="6172200"/>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108" name="dp44-comparison / n94 / text 1">
            <a:extLst xmlns:a="http://schemas.openxmlformats.org/drawingml/2006/main">
              <a:ext uri="{FF2B5EF4-FFF2-40B4-BE49-F238E27FC236}">
                <a16:creationId xmlns:a16="http://schemas.microsoft.com/office/drawing/2014/main" id="{1E880E36-674A-4D32-929F-7D3555D52FDB}"/>
              </a:ext>
            </a:extLst>
          </p:cNvPr>
          <p:cNvSpPr>
            <a:spLocks xmlns:a="http://schemas.openxmlformats.org/drawingml/2006/main" noGrp="1"/>
          </p:cNvSpPr>
          <p:nvPr/>
        </p:nvSpPr>
        <p:spPr>
          <a:xfrm xmlns:a="http://schemas.openxmlformats.org/drawingml/2006/main">
            <a:off x="1762125" y="6229350"/>
            <a:ext cx="72580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중앙 실행 자료: job=Job1, next=PREPARE_RESPONSE, waiting=[AdoptedMeaning1]</a:t>
            </a:r>
          </a:p>
        </p:txBody>
      </p:sp>
      <p:sp>
        <p:nvSpPr>
          <p:cNvPr id="109" name="dp44-comparison / n94 / text 2">
            <a:extLst xmlns:a="http://schemas.openxmlformats.org/drawingml/2006/main">
              <a:ext uri="{FF2B5EF4-FFF2-40B4-BE49-F238E27FC236}">
                <a16:creationId xmlns:a16="http://schemas.microsoft.com/office/drawing/2014/main" id="{EC0BAD2A-3647-4F21-A3F0-D603DFE0C20A}"/>
              </a:ext>
            </a:extLst>
          </p:cNvPr>
          <p:cNvSpPr>
            <a:spLocks xmlns:a="http://schemas.openxmlformats.org/drawingml/2006/main" noGrp="1"/>
          </p:cNvSpPr>
          <p:nvPr/>
        </p:nvSpPr>
        <p:spPr>
          <a:xfrm xmlns:a="http://schemas.openxmlformats.org/drawingml/2006/main">
            <a:off x="1762125" y="6377940"/>
            <a:ext cx="72580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Job1 완료: {input_ref:Input1, generation:2, status:OK, meaning_ref:AdoptedMeaning1}</a:t>
            </a:r>
          </a:p>
        </p:txBody>
      </p:sp>
      <p:sp>
        <p:nvSpPr>
          <p:cNvPr id="110" name="dp44-comparison / n94 / text 3">
            <a:extLst xmlns:a="http://schemas.openxmlformats.org/drawingml/2006/main">
              <a:ext uri="{FF2B5EF4-FFF2-40B4-BE49-F238E27FC236}">
                <a16:creationId xmlns:a16="http://schemas.microsoft.com/office/drawing/2014/main" id="{6041052B-F405-44A3-AFD9-2A2A0EF96BA7}"/>
              </a:ext>
            </a:extLst>
          </p:cNvPr>
          <p:cNvSpPr>
            <a:spLocks xmlns:a="http://schemas.openxmlformats.org/drawingml/2006/main" noGrp="1"/>
          </p:cNvSpPr>
          <p:nvPr/>
        </p:nvSpPr>
        <p:spPr>
          <a:xfrm xmlns:a="http://schemas.openxmlformats.org/drawingml/2006/main">
            <a:off x="1762125" y="6526530"/>
            <a:ext cx="72580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중앙이 generation / 원본 확인 후 다음 job을 호출하거나 늦은 결과 폐기</a:t>
            </a:r>
          </a:p>
        </p:txBody>
      </p:sp>
      <p:sp>
        <p:nvSpPr>
          <p:cNvPr id="111" name="dp44-comparison / n94 / text 4">
            <a:extLst xmlns:a="http://schemas.openxmlformats.org/drawingml/2006/main">
              <a:ext uri="{FF2B5EF4-FFF2-40B4-BE49-F238E27FC236}">
                <a16:creationId xmlns:a16="http://schemas.microsoft.com/office/drawing/2014/main" id="{28F794D7-74E7-4AD0-8075-263A9541CB4B}"/>
              </a:ext>
            </a:extLst>
          </p:cNvPr>
          <p:cNvSpPr>
            <a:spLocks xmlns:a="http://schemas.openxmlformats.org/drawingml/2006/main" noGrp="1"/>
          </p:cNvSpPr>
          <p:nvPr/>
        </p:nvSpPr>
        <p:spPr>
          <a:xfrm xmlns:a="http://schemas.openxmlformats.org/drawingml/2006/main">
            <a:off x="1762125" y="6675120"/>
            <a:ext cx="72580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질문 후보와 표 설명 후보도 중앙에서 대기를 연결한다.</a:t>
            </a:r>
          </a:p>
        </p:txBody>
      </p:sp>
      <p:sp>
        <p:nvSpPr>
          <p:cNvPr id="112" name="dp44-comparison / n96">
            <a:extLst xmlns:a="http://schemas.openxmlformats.org/drawingml/2006/main">
              <a:ext uri="{FF2B5EF4-FFF2-40B4-BE49-F238E27FC236}">
                <a16:creationId xmlns:a16="http://schemas.microsoft.com/office/drawing/2014/main" id="{43680D35-D642-4BF6-A65E-AE012C1F8A04}"/>
              </a:ext>
            </a:extLst>
          </p:cNvPr>
          <p:cNvSpPr>
            <a:spLocks xmlns:a="http://schemas.openxmlformats.org/drawingml/2006/main" noGrp="1"/>
          </p:cNvSpPr>
          <p:nvPr/>
        </p:nvSpPr>
        <p:spPr>
          <a:xfrm xmlns:a="http://schemas.openxmlformats.org/drawingml/2006/main">
            <a:off x="1647825" y="7077075"/>
            <a:ext cx="4319588"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13" name="dp44-comparison / n97 / text 1">
            <a:extLst xmlns:a="http://schemas.openxmlformats.org/drawingml/2006/main">
              <a:ext uri="{FF2B5EF4-FFF2-40B4-BE49-F238E27FC236}">
                <a16:creationId xmlns:a16="http://schemas.microsoft.com/office/drawing/2014/main" id="{6250B346-D9AC-4521-9F06-5A36271F6A4A}"/>
              </a:ext>
            </a:extLst>
          </p:cNvPr>
          <p:cNvSpPr>
            <a:spLocks xmlns:a="http://schemas.openxmlformats.org/drawingml/2006/main" noGrp="1"/>
          </p:cNvSpPr>
          <p:nvPr/>
        </p:nvSpPr>
        <p:spPr>
          <a:xfrm xmlns:a="http://schemas.openxmlformats.org/drawingml/2006/main">
            <a:off x="1666875" y="7086600"/>
            <a:ext cx="75247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같은 겹침: 새 입력 + 별도 업무 질문 + 이전 응답 준비 완료</a:t>
            </a:r>
          </a:p>
        </p:txBody>
      </p:sp>
      <p:sp>
        <p:nvSpPr>
          <p:cNvPr id="114" name="dp44-comparison / n98">
            <a:extLst xmlns:a="http://schemas.openxmlformats.org/drawingml/2006/main">
              <a:ext uri="{FF2B5EF4-FFF2-40B4-BE49-F238E27FC236}">
                <a16:creationId xmlns:a16="http://schemas.microsoft.com/office/drawing/2014/main" id="{F041CB0E-39D9-41FF-B35F-240921ECEF4F}"/>
              </a:ext>
            </a:extLst>
          </p:cNvPr>
          <p:cNvSpPr>
            <a:spLocks xmlns:a="http://schemas.openxmlformats.org/drawingml/2006/main" noGrp="1"/>
          </p:cNvSpPr>
          <p:nvPr/>
        </p:nvSpPr>
        <p:spPr>
          <a:xfrm xmlns:a="http://schemas.openxmlformats.org/drawingml/2006/main">
            <a:off x="1647825" y="7286625"/>
            <a:ext cx="291941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15" name="dp44-comparison / n99 / text 1">
            <a:extLst xmlns:a="http://schemas.openxmlformats.org/drawingml/2006/main">
              <a:ext uri="{FF2B5EF4-FFF2-40B4-BE49-F238E27FC236}">
                <a16:creationId xmlns:a16="http://schemas.microsoft.com/office/drawing/2014/main" id="{AD371371-3B8A-49F7-A30E-B0A895C6F330}"/>
              </a:ext>
            </a:extLst>
          </p:cNvPr>
          <p:cNvSpPr>
            <a:spLocks xmlns:a="http://schemas.openxmlformats.org/drawingml/2006/main" noGrp="1"/>
          </p:cNvSpPr>
          <p:nvPr/>
        </p:nvSpPr>
        <p:spPr>
          <a:xfrm xmlns:a="http://schemas.openxmlformats.org/drawingml/2006/main">
            <a:off x="1666875" y="7296150"/>
            <a:ext cx="75247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완료마다 중앙으로 복귀해 다음 작업 지시</a:t>
            </a:r>
          </a:p>
        </p:txBody>
      </p:sp>
      <p:sp>
        <p:nvSpPr>
          <p:cNvPr id="116" name="dp44-comparison / n100">
            <a:extLst xmlns:a="http://schemas.openxmlformats.org/drawingml/2006/main">
              <a:ext uri="{FF2B5EF4-FFF2-40B4-BE49-F238E27FC236}">
                <a16:creationId xmlns:a16="http://schemas.microsoft.com/office/drawing/2014/main" id="{0EF94025-C723-4818-B8FE-39C5D2A7FAE6}"/>
              </a:ext>
            </a:extLst>
          </p:cNvPr>
          <p:cNvSpPr>
            <a:spLocks xmlns:a="http://schemas.openxmlformats.org/drawingml/2006/main" noGrp="1"/>
          </p:cNvSpPr>
          <p:nvPr/>
        </p:nvSpPr>
        <p:spPr>
          <a:xfrm xmlns:a="http://schemas.openxmlformats.org/drawingml/2006/main">
            <a:off x="9953625" y="2409825"/>
            <a:ext cx="2571750" cy="3238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17" name="dp44-comparison / n101 / text 1">
            <a:extLst xmlns:a="http://schemas.openxmlformats.org/drawingml/2006/main">
              <a:ext uri="{FF2B5EF4-FFF2-40B4-BE49-F238E27FC236}">
                <a16:creationId xmlns:a16="http://schemas.microsoft.com/office/drawing/2014/main" id="{68C8E456-D984-49A7-990A-6D6D3FBF99C4}"/>
              </a:ext>
            </a:extLst>
          </p:cNvPr>
          <p:cNvSpPr>
            <a:spLocks xmlns:a="http://schemas.openxmlformats.org/drawingml/2006/main" noGrp="1"/>
          </p:cNvSpPr>
          <p:nvPr/>
        </p:nvSpPr>
        <p:spPr>
          <a:xfrm xmlns:a="http://schemas.openxmlformats.org/drawingml/2006/main">
            <a:off x="10039350" y="2460308"/>
            <a:ext cx="2400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Interaction Manager</a:t>
            </a:r>
          </a:p>
        </p:txBody>
      </p:sp>
      <p:sp>
        <p:nvSpPr>
          <p:cNvPr id="118" name="dp44-comparison / n102">
            <a:extLst xmlns:a="http://schemas.openxmlformats.org/drawingml/2006/main">
              <a:ext uri="{FF2B5EF4-FFF2-40B4-BE49-F238E27FC236}">
                <a16:creationId xmlns:a16="http://schemas.microsoft.com/office/drawing/2014/main" id="{7654CEF2-D530-46A6-8DAB-C14E82B3612E}"/>
              </a:ext>
            </a:extLst>
          </p:cNvPr>
          <p:cNvSpPr>
            <a:spLocks xmlns:a="http://schemas.openxmlformats.org/drawingml/2006/main" noGrp="1"/>
          </p:cNvSpPr>
          <p:nvPr/>
        </p:nvSpPr>
        <p:spPr>
          <a:xfrm xmlns:a="http://schemas.openxmlformats.org/drawingml/2006/main">
            <a:off x="14620875" y="2409825"/>
            <a:ext cx="2857500" cy="3238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19" name="dp44-comparison / n103 / text 1">
            <a:extLst xmlns:a="http://schemas.openxmlformats.org/drawingml/2006/main">
              <a:ext uri="{FF2B5EF4-FFF2-40B4-BE49-F238E27FC236}">
                <a16:creationId xmlns:a16="http://schemas.microsoft.com/office/drawing/2014/main" id="{D6835750-8E48-4BD9-8692-0242C9AAA1F4}"/>
              </a:ext>
            </a:extLst>
          </p:cNvPr>
          <p:cNvSpPr>
            <a:spLocks xmlns:a="http://schemas.openxmlformats.org/drawingml/2006/main" noGrp="1"/>
          </p:cNvSpPr>
          <p:nvPr/>
        </p:nvSpPr>
        <p:spPr>
          <a:xfrm xmlns:a="http://schemas.openxmlformats.org/drawingml/2006/main">
            <a:off x="14706600" y="2460308"/>
            <a:ext cx="26860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Task Manager</a:t>
            </a:r>
          </a:p>
        </p:txBody>
      </p:sp>
      <p:sp>
        <p:nvSpPr>
          <p:cNvPr id="120" name="dp44-comparison / n108">
            <a:extLst xmlns:a="http://schemas.openxmlformats.org/drawingml/2006/main">
              <a:ext uri="{FF2B5EF4-FFF2-40B4-BE49-F238E27FC236}">
                <a16:creationId xmlns:a16="http://schemas.microsoft.com/office/drawing/2014/main" id="{7D85D696-9E5A-494A-8F86-D7E63265219E}"/>
              </a:ext>
            </a:extLst>
          </p:cNvPr>
          <p:cNvSpPr>
            <a:spLocks xmlns:a="http://schemas.openxmlformats.org/drawingml/2006/main" noGrp="1"/>
          </p:cNvSpPr>
          <p:nvPr/>
        </p:nvSpPr>
        <p:spPr>
          <a:xfrm xmlns:a="http://schemas.openxmlformats.org/drawingml/2006/main">
            <a:off x="9858375" y="3105150"/>
            <a:ext cx="7715250" cy="16383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21" name="dp44-comparison / n109 / text 1">
            <a:extLst xmlns:a="http://schemas.openxmlformats.org/drawingml/2006/main">
              <a:ext uri="{FF2B5EF4-FFF2-40B4-BE49-F238E27FC236}">
                <a16:creationId xmlns:a16="http://schemas.microsoft.com/office/drawing/2014/main" id="{E3B6C5C3-B0A6-482A-A7BC-0FE7132D3B63}"/>
              </a:ext>
            </a:extLst>
          </p:cNvPr>
          <p:cNvSpPr>
            <a:spLocks xmlns:a="http://schemas.openxmlformats.org/drawingml/2006/main" noGrp="1"/>
          </p:cNvSpPr>
          <p:nvPr/>
        </p:nvSpPr>
        <p:spPr>
          <a:xfrm xmlns:a="http://schemas.openxmlformats.org/drawingml/2006/main">
            <a:off x="9982200" y="3200400"/>
            <a:ext cx="74676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Request Controller</a:t>
            </a:r>
          </a:p>
        </p:txBody>
      </p:sp>
      <p:sp>
        <p:nvSpPr>
          <p:cNvPr id="122" name="dp44-comparison / n110">
            <a:extLst xmlns:a="http://schemas.openxmlformats.org/drawingml/2006/main">
              <a:ext uri="{FF2B5EF4-FFF2-40B4-BE49-F238E27FC236}">
                <a16:creationId xmlns:a16="http://schemas.microsoft.com/office/drawing/2014/main" id="{0CCB4775-1E5A-4223-B313-C44483591405}"/>
              </a:ext>
            </a:extLst>
          </p:cNvPr>
          <p:cNvSpPr>
            <a:spLocks xmlns:a="http://schemas.openxmlformats.org/drawingml/2006/main" noGrp="1"/>
          </p:cNvSpPr>
          <p:nvPr/>
        </p:nvSpPr>
        <p:spPr>
          <a:xfrm xmlns:a="http://schemas.openxmlformats.org/drawingml/2006/main">
            <a:off x="10144125" y="3629025"/>
            <a:ext cx="2714625" cy="361950"/>
          </a:xfrm>
          <a:prstGeom xmlns:a="http://schemas.openxmlformats.org/drawingml/2006/main" prst="roundRect">
            <a:avLst>
              <a:gd name="adj" fmla="val 21053"/>
            </a:avLst>
          </a:prstGeom>
          <a:solidFill xmlns:a="http://schemas.openxmlformats.org/drawingml/2006/main">
            <a:srgbClr val="FFF0DD"/>
          </a:solidFill>
          <a:ln xmlns:a="http://schemas.openxmlformats.org/drawingml/2006/main" w="17145">
            <a:solidFill>
              <a:srgbClr val="B8753F"/>
            </a:solidFill>
            <a:prstDash val="solid"/>
          </a:ln>
        </p:spPr>
      </p:sp>
      <p:sp>
        <p:nvSpPr>
          <p:cNvPr id="123" name="dp44-comparison / n111 / text 1">
            <a:extLst xmlns:a="http://schemas.openxmlformats.org/drawingml/2006/main">
              <a:ext uri="{FF2B5EF4-FFF2-40B4-BE49-F238E27FC236}">
                <a16:creationId xmlns:a16="http://schemas.microsoft.com/office/drawing/2014/main" id="{57CE809A-78BA-4FD7-A0F0-14B89964394E}"/>
              </a:ext>
            </a:extLst>
          </p:cNvPr>
          <p:cNvSpPr>
            <a:spLocks xmlns:a="http://schemas.openxmlformats.org/drawingml/2006/main" noGrp="1"/>
          </p:cNvSpPr>
          <p:nvPr/>
        </p:nvSpPr>
        <p:spPr>
          <a:xfrm xmlns:a="http://schemas.openxmlformats.org/drawingml/2006/main">
            <a:off x="10229850" y="3698558"/>
            <a:ext cx="254317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Input Resolution Stage</a:t>
            </a:r>
          </a:p>
        </p:txBody>
      </p:sp>
      <p:sp>
        <p:nvSpPr>
          <p:cNvPr id="124" name="dp44-comparison / n112">
            <a:extLst xmlns:a="http://schemas.openxmlformats.org/drawingml/2006/main">
              <a:ext uri="{FF2B5EF4-FFF2-40B4-BE49-F238E27FC236}">
                <a16:creationId xmlns:a16="http://schemas.microsoft.com/office/drawing/2014/main" id="{B0B79D67-710B-4EED-B538-E8C8AE36CA03}"/>
              </a:ext>
            </a:extLst>
          </p:cNvPr>
          <p:cNvSpPr>
            <a:spLocks xmlns:a="http://schemas.openxmlformats.org/drawingml/2006/main" noGrp="1"/>
          </p:cNvSpPr>
          <p:nvPr/>
        </p:nvSpPr>
        <p:spPr>
          <a:xfrm xmlns:a="http://schemas.openxmlformats.org/drawingml/2006/main">
            <a:off x="14144625" y="3629025"/>
            <a:ext cx="3095625" cy="361950"/>
          </a:xfrm>
          <a:prstGeom xmlns:a="http://schemas.openxmlformats.org/drawingml/2006/main" prst="roundRect">
            <a:avLst>
              <a:gd name="adj" fmla="val 21053"/>
            </a:avLst>
          </a:prstGeom>
          <a:solidFill xmlns:a="http://schemas.openxmlformats.org/drawingml/2006/main">
            <a:srgbClr val="FFF0DD"/>
          </a:solidFill>
          <a:ln xmlns:a="http://schemas.openxmlformats.org/drawingml/2006/main" w="17145">
            <a:solidFill>
              <a:srgbClr val="B8753F"/>
            </a:solidFill>
            <a:prstDash val="solid"/>
          </a:ln>
        </p:spPr>
      </p:sp>
      <p:sp>
        <p:nvSpPr>
          <p:cNvPr id="125" name="dp44-comparison / n113 / text 1">
            <a:extLst xmlns:a="http://schemas.openxmlformats.org/drawingml/2006/main">
              <a:ext uri="{FF2B5EF4-FFF2-40B4-BE49-F238E27FC236}">
                <a16:creationId xmlns:a16="http://schemas.microsoft.com/office/drawing/2014/main" id="{46B9B790-A969-44DA-9D5C-96ED69B995B4}"/>
              </a:ext>
            </a:extLst>
          </p:cNvPr>
          <p:cNvSpPr>
            <a:spLocks xmlns:a="http://schemas.openxmlformats.org/drawingml/2006/main" noGrp="1"/>
          </p:cNvSpPr>
          <p:nvPr/>
        </p:nvSpPr>
        <p:spPr>
          <a:xfrm xmlns:a="http://schemas.openxmlformats.org/drawingml/2006/main">
            <a:off x="14230350" y="3692366"/>
            <a:ext cx="2924175"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425" b="1">
                <a:solidFill>
                  <a:srgbClr val="000000"/>
                </a:solidFill>
                <a:latin typeface="Apple SD Gothic Neo"/>
                <a:ea typeface="Apple SD Gothic Neo"/>
                <a:cs typeface="Apple SD Gothic Neo"/>
              </a:defRPr>
            </a:pPr>
            <a:r>
              <a:rPr sz="1425" b="1">
                <a:solidFill>
                  <a:srgbClr val="000000"/>
                </a:solidFill>
                <a:latin typeface="Apple SD Gothic Neo"/>
                <a:ea typeface="Apple SD Gothic Neo"/>
                <a:cs typeface="Apple SD Gothic Neo"/>
              </a:rPr>
              <a:t>Task Notice Stage</a:t>
            </a:r>
          </a:p>
        </p:txBody>
      </p:sp>
      <p:sp>
        <p:nvSpPr>
          <p:cNvPr id="126" name="dp44-comparison / n114">
            <a:extLst xmlns:a="http://schemas.openxmlformats.org/drawingml/2006/main">
              <a:ext uri="{FF2B5EF4-FFF2-40B4-BE49-F238E27FC236}">
                <a16:creationId xmlns:a16="http://schemas.microsoft.com/office/drawing/2014/main" id="{6179D199-1E5E-453C-94CF-7CC5E5BE6E9A}"/>
              </a:ext>
            </a:extLst>
          </p:cNvPr>
          <p:cNvSpPr>
            <a:spLocks xmlns:a="http://schemas.openxmlformats.org/drawingml/2006/main" noGrp="1"/>
          </p:cNvSpPr>
          <p:nvPr/>
        </p:nvSpPr>
        <p:spPr>
          <a:xfrm xmlns:a="http://schemas.openxmlformats.org/drawingml/2006/main">
            <a:off x="10144125" y="4200525"/>
            <a:ext cx="2714625" cy="342900"/>
          </a:xfrm>
          <a:prstGeom xmlns:a="http://schemas.openxmlformats.org/drawingml/2006/main" prst="can">
            <a:avLst>
              <a:gd name="adj" fmla="val 20000"/>
            </a:avLst>
          </a:prstGeom>
          <a:solidFill xmlns:a="http://schemas.openxmlformats.org/drawingml/2006/main">
            <a:srgbClr val="FFF0DD"/>
          </a:solidFill>
          <a:ln xmlns:a="http://schemas.openxmlformats.org/drawingml/2006/main" w="9525">
            <a:solidFill>
              <a:srgbClr val="B8753F"/>
            </a:solidFill>
            <a:prstDash val="solid"/>
          </a:ln>
        </p:spPr>
      </p:sp>
      <p:sp>
        <p:nvSpPr>
          <p:cNvPr id="127" name="dp44-comparison / n115 / text 1">
            <a:extLst xmlns:a="http://schemas.openxmlformats.org/drawingml/2006/main">
              <a:ext uri="{FF2B5EF4-FFF2-40B4-BE49-F238E27FC236}">
                <a16:creationId xmlns:a16="http://schemas.microsoft.com/office/drawing/2014/main" id="{B42C6DF2-A426-4D67-8475-EEDF985684D9}"/>
              </a:ext>
            </a:extLst>
          </p:cNvPr>
          <p:cNvSpPr>
            <a:spLocks xmlns:a="http://schemas.openxmlformats.org/drawingml/2006/main" noGrp="1"/>
          </p:cNvSpPr>
          <p:nvPr/>
        </p:nvSpPr>
        <p:spPr>
          <a:xfrm xmlns:a="http://schemas.openxmlformats.org/drawingml/2006/main">
            <a:off x="10229850" y="4362450"/>
            <a:ext cx="25431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Input Window</a:t>
            </a:r>
          </a:p>
        </p:txBody>
      </p:sp>
      <p:sp>
        <p:nvSpPr>
          <p:cNvPr id="128" name="dp44-comparison / n116">
            <a:extLst xmlns:a="http://schemas.openxmlformats.org/drawingml/2006/main">
              <a:ext uri="{FF2B5EF4-FFF2-40B4-BE49-F238E27FC236}">
                <a16:creationId xmlns:a16="http://schemas.microsoft.com/office/drawing/2014/main" id="{F5B26749-D20D-4524-97FE-0788AE0C81C4}"/>
              </a:ext>
            </a:extLst>
          </p:cNvPr>
          <p:cNvSpPr>
            <a:spLocks xmlns:a="http://schemas.openxmlformats.org/drawingml/2006/main" noGrp="1"/>
          </p:cNvSpPr>
          <p:nvPr/>
        </p:nvSpPr>
        <p:spPr>
          <a:xfrm xmlns:a="http://schemas.openxmlformats.org/drawingml/2006/main">
            <a:off x="14144625" y="4200525"/>
            <a:ext cx="3095625" cy="342900"/>
          </a:xfrm>
          <a:prstGeom xmlns:a="http://schemas.openxmlformats.org/drawingml/2006/main" prst="can">
            <a:avLst>
              <a:gd name="adj" fmla="val 20000"/>
            </a:avLst>
          </a:prstGeom>
          <a:solidFill xmlns:a="http://schemas.openxmlformats.org/drawingml/2006/main">
            <a:srgbClr val="FFF0DD"/>
          </a:solidFill>
          <a:ln xmlns:a="http://schemas.openxmlformats.org/drawingml/2006/main" w="9525">
            <a:solidFill>
              <a:srgbClr val="B8753F"/>
            </a:solidFill>
            <a:prstDash val="solid"/>
          </a:ln>
        </p:spPr>
      </p:sp>
      <p:sp>
        <p:nvSpPr>
          <p:cNvPr id="129" name="dp44-comparison / n117 / text 1">
            <a:extLst xmlns:a="http://schemas.openxmlformats.org/drawingml/2006/main">
              <a:ext uri="{FF2B5EF4-FFF2-40B4-BE49-F238E27FC236}">
                <a16:creationId xmlns:a16="http://schemas.microsoft.com/office/drawing/2014/main" id="{0F8DB1F1-BA99-4753-A0D3-6A280498C14B}"/>
              </a:ext>
            </a:extLst>
          </p:cNvPr>
          <p:cNvSpPr>
            <a:spLocks xmlns:a="http://schemas.openxmlformats.org/drawingml/2006/main" noGrp="1"/>
          </p:cNvSpPr>
          <p:nvPr/>
        </p:nvSpPr>
        <p:spPr>
          <a:xfrm xmlns:a="http://schemas.openxmlformats.org/drawingml/2006/main">
            <a:off x="14230350" y="4362450"/>
            <a:ext cx="29241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Notice Window</a:t>
            </a:r>
          </a:p>
        </p:txBody>
      </p:sp>
      <p:sp>
        <p:nvSpPr>
          <p:cNvPr id="130" name="dp44-comparison / n118 / path">
            <a:extLst xmlns:a="http://schemas.openxmlformats.org/drawingml/2006/main">
              <a:ext uri="{FF2B5EF4-FFF2-40B4-BE49-F238E27FC236}">
                <a16:creationId xmlns:a16="http://schemas.microsoft.com/office/drawing/2014/main" id="{AC79B26A-3CC1-42E2-99CF-DB584D8D115F}"/>
              </a:ext>
            </a:extLst>
          </p:cNvPr>
          <p:cNvSpPr>
            <a:spLocks xmlns:a="http://schemas.openxmlformats.org/drawingml/2006/main" noGrp="1"/>
          </p:cNvSpPr>
          <p:nvPr/>
        </p:nvSpPr>
        <p:spPr>
          <a:xfrm xmlns:a="http://schemas.openxmlformats.org/drawingml/2006/main">
            <a:off x="11239500" y="2733675"/>
            <a:ext cx="261938" cy="895350"/>
          </a:xfrm>
          <a:custGeom xmlns:a="http://schemas.openxmlformats.org/drawingml/2006/main">
            <a:pathLst>
              <a:path w="261938" h="895350">
                <a:moveTo>
                  <a:pt x="0" y="0"/>
                </a:moveTo>
                <a:lnTo>
                  <a:pt x="0" y="285750"/>
                </a:lnTo>
                <a:lnTo>
                  <a:pt x="261938" y="285750"/>
                </a:lnTo>
                <a:lnTo>
                  <a:pt x="261938" y="895350"/>
                </a:lnTo>
              </a:path>
            </a:pathLst>
          </a:custGeom>
          <a:noFill xmlns:a="http://schemas.openxmlformats.org/drawingml/2006/main"/>
          <a:ln xmlns:a="http://schemas.openxmlformats.org/drawingml/2006/main" w="10478">
            <a:solidFill>
              <a:srgbClr val="000000"/>
            </a:solidFill>
            <a:prstDash val="solid"/>
          </a:ln>
        </p:spPr>
      </p:sp>
      <p:sp>
        <p:nvSpPr>
          <p:cNvPr id="131" name="dp44-comparison / n118 / arrow">
            <a:extLst xmlns:a="http://schemas.openxmlformats.org/drawingml/2006/main">
              <a:ext uri="{FF2B5EF4-FFF2-40B4-BE49-F238E27FC236}">
                <a16:creationId xmlns:a16="http://schemas.microsoft.com/office/drawing/2014/main" id="{EE7A425F-6FB8-4223-82BE-E62DE862F816}"/>
              </a:ext>
            </a:extLst>
          </p:cNvPr>
          <p:cNvSpPr>
            <a:spLocks xmlns:a="http://schemas.openxmlformats.org/drawingml/2006/main" noGrp="1"/>
          </p:cNvSpPr>
          <p:nvPr/>
        </p:nvSpPr>
        <p:spPr>
          <a:xfrm xmlns:a="http://schemas.openxmlformats.org/drawingml/2006/main">
            <a:off x="11467910" y="35619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32" name="dp44-comparison / n119 / path">
            <a:extLst xmlns:a="http://schemas.openxmlformats.org/drawingml/2006/main">
              <a:ext uri="{FF2B5EF4-FFF2-40B4-BE49-F238E27FC236}">
                <a16:creationId xmlns:a16="http://schemas.microsoft.com/office/drawing/2014/main" id="{7DFDC8D8-D777-4937-832D-76BFFE7F8081}"/>
              </a:ext>
            </a:extLst>
          </p:cNvPr>
          <p:cNvSpPr>
            <a:spLocks xmlns:a="http://schemas.openxmlformats.org/drawingml/2006/main" noGrp="1"/>
          </p:cNvSpPr>
          <p:nvPr/>
        </p:nvSpPr>
        <p:spPr>
          <a:xfrm xmlns:a="http://schemas.openxmlformats.org/drawingml/2006/main">
            <a:off x="15692438" y="2733675"/>
            <a:ext cx="357188" cy="895350"/>
          </a:xfrm>
          <a:custGeom xmlns:a="http://schemas.openxmlformats.org/drawingml/2006/main">
            <a:pathLst>
              <a:path w="357188" h="895350">
                <a:moveTo>
                  <a:pt x="357188" y="0"/>
                </a:moveTo>
                <a:lnTo>
                  <a:pt x="357188" y="285750"/>
                </a:lnTo>
                <a:lnTo>
                  <a:pt x="0" y="285750"/>
                </a:lnTo>
                <a:lnTo>
                  <a:pt x="0" y="895350"/>
                </a:lnTo>
              </a:path>
            </a:pathLst>
          </a:custGeom>
          <a:noFill xmlns:a="http://schemas.openxmlformats.org/drawingml/2006/main"/>
          <a:ln xmlns:a="http://schemas.openxmlformats.org/drawingml/2006/main" w="10478">
            <a:solidFill>
              <a:srgbClr val="000000"/>
            </a:solidFill>
            <a:prstDash val="solid"/>
          </a:ln>
        </p:spPr>
      </p:sp>
      <p:sp>
        <p:nvSpPr>
          <p:cNvPr id="133" name="dp44-comparison / n119 / arrow">
            <a:extLst xmlns:a="http://schemas.openxmlformats.org/drawingml/2006/main">
              <a:ext uri="{FF2B5EF4-FFF2-40B4-BE49-F238E27FC236}">
                <a16:creationId xmlns:a16="http://schemas.microsoft.com/office/drawing/2014/main" id="{7BAE5530-D2E0-4D24-86B0-F60CD0CC6E49}"/>
              </a:ext>
            </a:extLst>
          </p:cNvPr>
          <p:cNvSpPr>
            <a:spLocks xmlns:a="http://schemas.openxmlformats.org/drawingml/2006/main" noGrp="1"/>
          </p:cNvSpPr>
          <p:nvPr/>
        </p:nvSpPr>
        <p:spPr>
          <a:xfrm xmlns:a="http://schemas.openxmlformats.org/drawingml/2006/main">
            <a:off x="15658910" y="35619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34" name="dp44-comparison / n120 / path">
            <a:extLst xmlns:a="http://schemas.openxmlformats.org/drawingml/2006/main">
              <a:ext uri="{FF2B5EF4-FFF2-40B4-BE49-F238E27FC236}">
                <a16:creationId xmlns:a16="http://schemas.microsoft.com/office/drawing/2014/main" id="{C0FC962D-5851-478E-85CC-88E0026CFF59}"/>
              </a:ext>
            </a:extLst>
          </p:cNvPr>
          <p:cNvSpPr>
            <a:spLocks xmlns:a="http://schemas.openxmlformats.org/drawingml/2006/main" noGrp="1"/>
          </p:cNvSpPr>
          <p:nvPr/>
        </p:nvSpPr>
        <p:spPr>
          <a:xfrm xmlns:a="http://schemas.openxmlformats.org/drawingml/2006/main">
            <a:off x="11501438" y="3990975"/>
            <a:ext cx="953" cy="209550"/>
          </a:xfrm>
          <a:custGeom xmlns:a="http://schemas.openxmlformats.org/drawingml/2006/main">
            <a:pathLst>
              <a:path w="953" h="209550">
                <a:moveTo>
                  <a:pt x="0" y="0"/>
                </a:moveTo>
                <a:lnTo>
                  <a:pt x="0" y="209550"/>
                </a:lnTo>
              </a:path>
            </a:pathLst>
          </a:custGeom>
          <a:noFill xmlns:a="http://schemas.openxmlformats.org/drawingml/2006/main"/>
          <a:ln xmlns:a="http://schemas.openxmlformats.org/drawingml/2006/main" w="10478">
            <a:solidFill>
              <a:srgbClr val="000000"/>
            </a:solidFill>
            <a:prstDash val="solid"/>
          </a:ln>
        </p:spPr>
      </p:sp>
      <p:sp>
        <p:nvSpPr>
          <p:cNvPr id="135" name="dp44-comparison / n120 / arrow">
            <a:extLst xmlns:a="http://schemas.openxmlformats.org/drawingml/2006/main">
              <a:ext uri="{FF2B5EF4-FFF2-40B4-BE49-F238E27FC236}">
                <a16:creationId xmlns:a16="http://schemas.microsoft.com/office/drawing/2014/main" id="{A4D05289-0B69-4411-A44B-0A2C16AE4E9D}"/>
              </a:ext>
            </a:extLst>
          </p:cNvPr>
          <p:cNvSpPr>
            <a:spLocks xmlns:a="http://schemas.openxmlformats.org/drawingml/2006/main" noGrp="1"/>
          </p:cNvSpPr>
          <p:nvPr/>
        </p:nvSpPr>
        <p:spPr>
          <a:xfrm xmlns:a="http://schemas.openxmlformats.org/drawingml/2006/main">
            <a:off x="11467910" y="41334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36" name="dp44-comparison / n121 / path">
            <a:extLst xmlns:a="http://schemas.openxmlformats.org/drawingml/2006/main">
              <a:ext uri="{FF2B5EF4-FFF2-40B4-BE49-F238E27FC236}">
                <a16:creationId xmlns:a16="http://schemas.microsoft.com/office/drawing/2014/main" id="{E75CDA8C-1A9A-4B17-9613-0D6A590A6B58}"/>
              </a:ext>
            </a:extLst>
          </p:cNvPr>
          <p:cNvSpPr>
            <a:spLocks xmlns:a="http://schemas.openxmlformats.org/drawingml/2006/main" noGrp="1"/>
          </p:cNvSpPr>
          <p:nvPr/>
        </p:nvSpPr>
        <p:spPr>
          <a:xfrm xmlns:a="http://schemas.openxmlformats.org/drawingml/2006/main">
            <a:off x="15692438" y="3990975"/>
            <a:ext cx="953" cy="209550"/>
          </a:xfrm>
          <a:custGeom xmlns:a="http://schemas.openxmlformats.org/drawingml/2006/main">
            <a:pathLst>
              <a:path w="953" h="209550">
                <a:moveTo>
                  <a:pt x="0" y="0"/>
                </a:moveTo>
                <a:lnTo>
                  <a:pt x="0" y="209550"/>
                </a:lnTo>
              </a:path>
            </a:pathLst>
          </a:custGeom>
          <a:noFill xmlns:a="http://schemas.openxmlformats.org/drawingml/2006/main"/>
          <a:ln xmlns:a="http://schemas.openxmlformats.org/drawingml/2006/main" w="10478">
            <a:solidFill>
              <a:srgbClr val="000000"/>
            </a:solidFill>
            <a:prstDash val="solid"/>
          </a:ln>
        </p:spPr>
      </p:sp>
      <p:sp>
        <p:nvSpPr>
          <p:cNvPr id="137" name="dp44-comparison / n121 / arrow">
            <a:extLst xmlns:a="http://schemas.openxmlformats.org/drawingml/2006/main">
              <a:ext uri="{FF2B5EF4-FFF2-40B4-BE49-F238E27FC236}">
                <a16:creationId xmlns:a16="http://schemas.microsoft.com/office/drawing/2014/main" id="{BE589210-6866-465E-A0FB-2A76A624CE36}"/>
              </a:ext>
            </a:extLst>
          </p:cNvPr>
          <p:cNvSpPr>
            <a:spLocks xmlns:a="http://schemas.openxmlformats.org/drawingml/2006/main" noGrp="1"/>
          </p:cNvSpPr>
          <p:nvPr/>
        </p:nvSpPr>
        <p:spPr>
          <a:xfrm xmlns:a="http://schemas.openxmlformats.org/drawingml/2006/main">
            <a:off x="15658910" y="41334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38" name="dp44-comparison / n126">
            <a:extLst xmlns:a="http://schemas.openxmlformats.org/drawingml/2006/main">
              <a:ext uri="{FF2B5EF4-FFF2-40B4-BE49-F238E27FC236}">
                <a16:creationId xmlns:a16="http://schemas.microsoft.com/office/drawing/2014/main" id="{F5CE2E7F-E83C-40B4-81D1-58020CA20B8E}"/>
              </a:ext>
            </a:extLst>
          </p:cNvPr>
          <p:cNvSpPr>
            <a:spLocks xmlns:a="http://schemas.openxmlformats.org/drawingml/2006/main" noGrp="1"/>
          </p:cNvSpPr>
          <p:nvPr/>
        </p:nvSpPr>
        <p:spPr>
          <a:xfrm xmlns:a="http://schemas.openxmlformats.org/drawingml/2006/main">
            <a:off x="9953625" y="5095875"/>
            <a:ext cx="2238375" cy="3238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39" name="dp44-comparison / n127 / text 1">
            <a:extLst xmlns:a="http://schemas.openxmlformats.org/drawingml/2006/main">
              <a:ext uri="{FF2B5EF4-FFF2-40B4-BE49-F238E27FC236}">
                <a16:creationId xmlns:a16="http://schemas.microsoft.com/office/drawing/2014/main" id="{976685E1-6210-4B23-84A5-42F31B7B7B53}"/>
              </a:ext>
            </a:extLst>
          </p:cNvPr>
          <p:cNvSpPr>
            <a:spLocks xmlns:a="http://schemas.openxmlformats.org/drawingml/2006/main" noGrp="1"/>
          </p:cNvSpPr>
          <p:nvPr/>
        </p:nvSpPr>
        <p:spPr>
          <a:xfrm xmlns:a="http://schemas.openxmlformats.org/drawingml/2006/main">
            <a:off x="10039350" y="5152549"/>
            <a:ext cx="206692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Request Interpreter</a:t>
            </a:r>
          </a:p>
        </p:txBody>
      </p:sp>
      <p:sp>
        <p:nvSpPr>
          <p:cNvPr id="140" name="dp44-comparison / n128">
            <a:extLst xmlns:a="http://schemas.openxmlformats.org/drawingml/2006/main">
              <a:ext uri="{FF2B5EF4-FFF2-40B4-BE49-F238E27FC236}">
                <a16:creationId xmlns:a16="http://schemas.microsoft.com/office/drawing/2014/main" id="{D054DF02-B9CE-471A-A447-0BA2E036A814}"/>
              </a:ext>
            </a:extLst>
          </p:cNvPr>
          <p:cNvSpPr>
            <a:spLocks xmlns:a="http://schemas.openxmlformats.org/drawingml/2006/main" noGrp="1"/>
          </p:cNvSpPr>
          <p:nvPr/>
        </p:nvSpPr>
        <p:spPr>
          <a:xfrm xmlns:a="http://schemas.openxmlformats.org/drawingml/2006/main">
            <a:off x="12430125" y="4933950"/>
            <a:ext cx="5143500" cy="11239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41" name="dp44-comparison / n129 / text 1">
            <a:extLst xmlns:a="http://schemas.openxmlformats.org/drawingml/2006/main">
              <a:ext uri="{FF2B5EF4-FFF2-40B4-BE49-F238E27FC236}">
                <a16:creationId xmlns:a16="http://schemas.microsoft.com/office/drawing/2014/main" id="{8D5B4316-8B16-4AF1-9857-AE3067686851}"/>
              </a:ext>
            </a:extLst>
          </p:cNvPr>
          <p:cNvSpPr>
            <a:spLocks xmlns:a="http://schemas.openxmlformats.org/drawingml/2006/main" noGrp="1"/>
          </p:cNvSpPr>
          <p:nvPr/>
        </p:nvSpPr>
        <p:spPr>
          <a:xfrm xmlns:a="http://schemas.openxmlformats.org/drawingml/2006/main">
            <a:off x="12553950" y="5029200"/>
            <a:ext cx="48958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Response Manager</a:t>
            </a:r>
          </a:p>
        </p:txBody>
      </p:sp>
      <p:sp>
        <p:nvSpPr>
          <p:cNvPr id="142" name="dp44-comparison / n130">
            <a:extLst xmlns:a="http://schemas.openxmlformats.org/drawingml/2006/main">
              <a:ext uri="{FF2B5EF4-FFF2-40B4-BE49-F238E27FC236}">
                <a16:creationId xmlns:a16="http://schemas.microsoft.com/office/drawing/2014/main" id="{BB66C9A0-D56C-4021-84FA-58980B5602AB}"/>
              </a:ext>
            </a:extLst>
          </p:cNvPr>
          <p:cNvSpPr>
            <a:spLocks xmlns:a="http://schemas.openxmlformats.org/drawingml/2006/main" noGrp="1"/>
          </p:cNvSpPr>
          <p:nvPr/>
        </p:nvSpPr>
        <p:spPr>
          <a:xfrm xmlns:a="http://schemas.openxmlformats.org/drawingml/2006/main">
            <a:off x="12620625" y="5314950"/>
            <a:ext cx="2190750" cy="314325"/>
          </a:xfrm>
          <a:prstGeom xmlns:a="http://schemas.openxmlformats.org/drawingml/2006/main" prst="roundRect">
            <a:avLst>
              <a:gd name="adj" fmla="val 24242"/>
            </a:avLst>
          </a:prstGeom>
          <a:solidFill xmlns:a="http://schemas.openxmlformats.org/drawingml/2006/main">
            <a:srgbClr val="FFFFFF"/>
          </a:solidFill>
          <a:ln xmlns:a="http://schemas.openxmlformats.org/drawingml/2006/main" w="9525">
            <a:solidFill>
              <a:srgbClr val="000000"/>
            </a:solidFill>
            <a:prstDash val="solid"/>
          </a:ln>
        </p:spPr>
      </p:sp>
      <p:sp>
        <p:nvSpPr>
          <p:cNvPr id="143" name="dp44-comparison / n131 / text 1">
            <a:extLst xmlns:a="http://schemas.openxmlformats.org/drawingml/2006/main">
              <a:ext uri="{FF2B5EF4-FFF2-40B4-BE49-F238E27FC236}">
                <a16:creationId xmlns:a16="http://schemas.microsoft.com/office/drawing/2014/main" id="{758F35BD-8181-4FC0-BA0C-7D1129E69381}"/>
              </a:ext>
            </a:extLst>
          </p:cNvPr>
          <p:cNvSpPr>
            <a:spLocks xmlns:a="http://schemas.openxmlformats.org/drawingml/2006/main" noGrp="1"/>
          </p:cNvSpPr>
          <p:nvPr/>
        </p:nvSpPr>
        <p:spPr>
          <a:xfrm xmlns:a="http://schemas.openxmlformats.org/drawingml/2006/main">
            <a:off x="12706350" y="5366861"/>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Response Composer</a:t>
            </a:r>
          </a:p>
        </p:txBody>
      </p:sp>
      <p:sp>
        <p:nvSpPr>
          <p:cNvPr id="144" name="dp44-comparison / n132">
            <a:extLst xmlns:a="http://schemas.openxmlformats.org/drawingml/2006/main">
              <a:ext uri="{FF2B5EF4-FFF2-40B4-BE49-F238E27FC236}">
                <a16:creationId xmlns:a16="http://schemas.microsoft.com/office/drawing/2014/main" id="{B20141CC-DB92-4D41-A390-1710D4CA5A63}"/>
              </a:ext>
            </a:extLst>
          </p:cNvPr>
          <p:cNvSpPr>
            <a:spLocks xmlns:a="http://schemas.openxmlformats.org/drawingml/2006/main" noGrp="1"/>
          </p:cNvSpPr>
          <p:nvPr/>
        </p:nvSpPr>
        <p:spPr>
          <a:xfrm xmlns:a="http://schemas.openxmlformats.org/drawingml/2006/main">
            <a:off x="15240000" y="5314950"/>
            <a:ext cx="2143125" cy="314325"/>
          </a:xfrm>
          <a:prstGeom xmlns:a="http://schemas.openxmlformats.org/drawingml/2006/main" prst="roundRect">
            <a:avLst>
              <a:gd name="adj" fmla="val 24242"/>
            </a:avLst>
          </a:prstGeom>
          <a:solidFill xmlns:a="http://schemas.openxmlformats.org/drawingml/2006/main">
            <a:srgbClr val="FFF0DD"/>
          </a:solidFill>
          <a:ln xmlns:a="http://schemas.openxmlformats.org/drawingml/2006/main" w="17145">
            <a:solidFill>
              <a:srgbClr val="B8753F"/>
            </a:solidFill>
            <a:prstDash val="solid"/>
          </a:ln>
        </p:spPr>
      </p:sp>
      <p:sp>
        <p:nvSpPr>
          <p:cNvPr id="145" name="dp44-comparison / n133 / text 1">
            <a:extLst xmlns:a="http://schemas.openxmlformats.org/drawingml/2006/main">
              <a:ext uri="{FF2B5EF4-FFF2-40B4-BE49-F238E27FC236}">
                <a16:creationId xmlns:a16="http://schemas.microsoft.com/office/drawing/2014/main" id="{7F0E9A0E-5F07-4A90-8AB4-DD0FB8A3575F}"/>
              </a:ext>
            </a:extLst>
          </p:cNvPr>
          <p:cNvSpPr>
            <a:spLocks xmlns:a="http://schemas.openxmlformats.org/drawingml/2006/main" noGrp="1"/>
          </p:cNvSpPr>
          <p:nvPr/>
        </p:nvSpPr>
        <p:spPr>
          <a:xfrm xmlns:a="http://schemas.openxmlformats.org/drawingml/2006/main">
            <a:off x="15325725" y="5360670"/>
            <a:ext cx="197167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Publication Join</a:t>
            </a:r>
          </a:p>
        </p:txBody>
      </p:sp>
      <p:sp>
        <p:nvSpPr>
          <p:cNvPr id="146" name="dp44-comparison / n134">
            <a:extLst xmlns:a="http://schemas.openxmlformats.org/drawingml/2006/main">
              <a:ext uri="{FF2B5EF4-FFF2-40B4-BE49-F238E27FC236}">
                <a16:creationId xmlns:a16="http://schemas.microsoft.com/office/drawing/2014/main" id="{D6B21177-6288-47EA-951E-7042A8A5FAB5}"/>
              </a:ext>
            </a:extLst>
          </p:cNvPr>
          <p:cNvSpPr>
            <a:spLocks xmlns:a="http://schemas.openxmlformats.org/drawingml/2006/main" noGrp="1"/>
          </p:cNvSpPr>
          <p:nvPr/>
        </p:nvSpPr>
        <p:spPr>
          <a:xfrm xmlns:a="http://schemas.openxmlformats.org/drawingml/2006/main">
            <a:off x="15240000" y="5715000"/>
            <a:ext cx="2143125" cy="342900"/>
          </a:xfrm>
          <a:prstGeom xmlns:a="http://schemas.openxmlformats.org/drawingml/2006/main" prst="can">
            <a:avLst>
              <a:gd name="adj" fmla="val 20000"/>
            </a:avLst>
          </a:prstGeom>
          <a:solidFill xmlns:a="http://schemas.openxmlformats.org/drawingml/2006/main">
            <a:srgbClr val="FFF0DD"/>
          </a:solidFill>
          <a:ln xmlns:a="http://schemas.openxmlformats.org/drawingml/2006/main" w="9525">
            <a:solidFill>
              <a:srgbClr val="B8753F"/>
            </a:solidFill>
            <a:prstDash val="solid"/>
          </a:ln>
        </p:spPr>
      </p:sp>
      <p:sp>
        <p:nvSpPr>
          <p:cNvPr id="147" name="dp44-comparison / n135 / text 1">
            <a:extLst xmlns:a="http://schemas.openxmlformats.org/drawingml/2006/main">
              <a:ext uri="{FF2B5EF4-FFF2-40B4-BE49-F238E27FC236}">
                <a16:creationId xmlns:a16="http://schemas.microsoft.com/office/drawing/2014/main" id="{6F7A301B-2556-4D39-A2E5-4E169CA29A39}"/>
              </a:ext>
            </a:extLst>
          </p:cNvPr>
          <p:cNvSpPr>
            <a:spLocks xmlns:a="http://schemas.openxmlformats.org/drawingml/2006/main" noGrp="1"/>
          </p:cNvSpPr>
          <p:nvPr/>
        </p:nvSpPr>
        <p:spPr>
          <a:xfrm xmlns:a="http://schemas.openxmlformats.org/drawingml/2006/main">
            <a:off x="15325725" y="5876925"/>
            <a:ext cx="19716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75" b="0">
                <a:solidFill>
                  <a:srgbClr val="18232E"/>
                </a:solidFill>
                <a:latin typeface="Apple SD Gothic Neo"/>
                <a:ea typeface="Apple SD Gothic Neo"/>
                <a:cs typeface="Apple SD Gothic Neo"/>
              </a:defRPr>
            </a:pPr>
            <a:r>
              <a:rPr sz="975" b="0">
                <a:solidFill>
                  <a:srgbClr val="18232E"/>
                </a:solidFill>
                <a:latin typeface="Apple SD Gothic Neo"/>
                <a:ea typeface="Apple SD Gothic Neo"/>
                <a:cs typeface="Apple SD Gothic Neo"/>
              </a:rPr>
              <a:t>Publication Window</a:t>
            </a:r>
          </a:p>
        </p:txBody>
      </p:sp>
      <p:sp>
        <p:nvSpPr>
          <p:cNvPr id="148" name="dp44-comparison / n136 / path">
            <a:extLst xmlns:a="http://schemas.openxmlformats.org/drawingml/2006/main">
              <a:ext uri="{FF2B5EF4-FFF2-40B4-BE49-F238E27FC236}">
                <a16:creationId xmlns:a16="http://schemas.microsoft.com/office/drawing/2014/main" id="{274B4327-E3BF-4175-9925-E8156A4A36A6}"/>
              </a:ext>
            </a:extLst>
          </p:cNvPr>
          <p:cNvSpPr>
            <a:spLocks xmlns:a="http://schemas.openxmlformats.org/drawingml/2006/main" noGrp="1"/>
          </p:cNvSpPr>
          <p:nvPr/>
        </p:nvSpPr>
        <p:spPr>
          <a:xfrm xmlns:a="http://schemas.openxmlformats.org/drawingml/2006/main">
            <a:off x="14049375" y="3990975"/>
            <a:ext cx="1643063" cy="1323975"/>
          </a:xfrm>
          <a:custGeom xmlns:a="http://schemas.openxmlformats.org/drawingml/2006/main">
            <a:pathLst>
              <a:path w="1643063" h="1323975">
                <a:moveTo>
                  <a:pt x="1643063" y="0"/>
                </a:moveTo>
                <a:lnTo>
                  <a:pt x="1643063" y="866775"/>
                </a:lnTo>
                <a:lnTo>
                  <a:pt x="0" y="866775"/>
                </a:lnTo>
                <a:lnTo>
                  <a:pt x="0" y="1323975"/>
                </a:lnTo>
              </a:path>
            </a:pathLst>
          </a:custGeom>
          <a:noFill xmlns:a="http://schemas.openxmlformats.org/drawingml/2006/main"/>
          <a:ln xmlns:a="http://schemas.openxmlformats.org/drawingml/2006/main" w="10478">
            <a:solidFill>
              <a:srgbClr val="000000"/>
            </a:solidFill>
            <a:prstDash val="solid"/>
          </a:ln>
        </p:spPr>
      </p:sp>
      <p:sp>
        <p:nvSpPr>
          <p:cNvPr id="149" name="dp44-comparison / n136 / arrow">
            <a:extLst xmlns:a="http://schemas.openxmlformats.org/drawingml/2006/main">
              <a:ext uri="{FF2B5EF4-FFF2-40B4-BE49-F238E27FC236}">
                <a16:creationId xmlns:a16="http://schemas.microsoft.com/office/drawing/2014/main" id="{52F2B466-6A4B-4688-BEC6-60702E28816C}"/>
              </a:ext>
            </a:extLst>
          </p:cNvPr>
          <p:cNvSpPr>
            <a:spLocks xmlns:a="http://schemas.openxmlformats.org/drawingml/2006/main" noGrp="1"/>
          </p:cNvSpPr>
          <p:nvPr/>
        </p:nvSpPr>
        <p:spPr>
          <a:xfrm xmlns:a="http://schemas.openxmlformats.org/drawingml/2006/main">
            <a:off x="14015847" y="52478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50" name="dp44-comparison / n137 / path">
            <a:extLst xmlns:a="http://schemas.openxmlformats.org/drawingml/2006/main">
              <a:ext uri="{FF2B5EF4-FFF2-40B4-BE49-F238E27FC236}">
                <a16:creationId xmlns:a16="http://schemas.microsoft.com/office/drawing/2014/main" id="{CA0ECAC4-0BF4-48ED-AE88-E24E9802D2C3}"/>
              </a:ext>
            </a:extLst>
          </p:cNvPr>
          <p:cNvSpPr>
            <a:spLocks xmlns:a="http://schemas.openxmlformats.org/drawingml/2006/main" noGrp="1"/>
          </p:cNvSpPr>
          <p:nvPr/>
        </p:nvSpPr>
        <p:spPr>
          <a:xfrm xmlns:a="http://schemas.openxmlformats.org/drawingml/2006/main">
            <a:off x="11501438" y="3990975"/>
            <a:ext cx="2214563" cy="1323975"/>
          </a:xfrm>
          <a:custGeom xmlns:a="http://schemas.openxmlformats.org/drawingml/2006/main">
            <a:pathLst>
              <a:path w="2214563" h="1323975">
                <a:moveTo>
                  <a:pt x="0" y="0"/>
                </a:moveTo>
                <a:lnTo>
                  <a:pt x="0" y="828675"/>
                </a:lnTo>
                <a:lnTo>
                  <a:pt x="2214563" y="828675"/>
                </a:lnTo>
                <a:lnTo>
                  <a:pt x="2214563" y="1323975"/>
                </a:lnTo>
              </a:path>
            </a:pathLst>
          </a:custGeom>
          <a:noFill xmlns:a="http://schemas.openxmlformats.org/drawingml/2006/main"/>
          <a:ln xmlns:a="http://schemas.openxmlformats.org/drawingml/2006/main" w="10478">
            <a:solidFill>
              <a:srgbClr val="000000"/>
            </a:solidFill>
            <a:prstDash val="solid"/>
          </a:ln>
        </p:spPr>
      </p:sp>
      <p:sp>
        <p:nvSpPr>
          <p:cNvPr id="151" name="dp44-comparison / n137 / arrow">
            <a:extLst xmlns:a="http://schemas.openxmlformats.org/drawingml/2006/main">
              <a:ext uri="{FF2B5EF4-FFF2-40B4-BE49-F238E27FC236}">
                <a16:creationId xmlns:a16="http://schemas.microsoft.com/office/drawing/2014/main" id="{91D8B5CB-2DD1-4C2D-A066-743C3739DA38}"/>
              </a:ext>
            </a:extLst>
          </p:cNvPr>
          <p:cNvSpPr>
            <a:spLocks xmlns:a="http://schemas.openxmlformats.org/drawingml/2006/main" noGrp="1"/>
          </p:cNvSpPr>
          <p:nvPr/>
        </p:nvSpPr>
        <p:spPr>
          <a:xfrm xmlns:a="http://schemas.openxmlformats.org/drawingml/2006/main">
            <a:off x="13682472" y="52478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52" name="dp44-comparison / n138 / path">
            <a:extLst xmlns:a="http://schemas.openxmlformats.org/drawingml/2006/main">
              <a:ext uri="{FF2B5EF4-FFF2-40B4-BE49-F238E27FC236}">
                <a16:creationId xmlns:a16="http://schemas.microsoft.com/office/drawing/2014/main" id="{61595338-1920-4D50-A3B3-00A9A4673F6E}"/>
              </a:ext>
            </a:extLst>
          </p:cNvPr>
          <p:cNvSpPr>
            <a:spLocks xmlns:a="http://schemas.openxmlformats.org/drawingml/2006/main" noGrp="1"/>
          </p:cNvSpPr>
          <p:nvPr/>
        </p:nvSpPr>
        <p:spPr>
          <a:xfrm xmlns:a="http://schemas.openxmlformats.org/drawingml/2006/main">
            <a:off x="14811375" y="5472113"/>
            <a:ext cx="428625" cy="953"/>
          </a:xfrm>
          <a:custGeom xmlns:a="http://schemas.openxmlformats.org/drawingml/2006/main">
            <a:pathLst>
              <a:path w="428625" h="953">
                <a:moveTo>
                  <a:pt x="0" y="0"/>
                </a:moveTo>
                <a:lnTo>
                  <a:pt x="428625" y="0"/>
                </a:lnTo>
              </a:path>
            </a:pathLst>
          </a:custGeom>
          <a:noFill xmlns:a="http://schemas.openxmlformats.org/drawingml/2006/main"/>
          <a:ln xmlns:a="http://schemas.openxmlformats.org/drawingml/2006/main" w="10478">
            <a:solidFill>
              <a:srgbClr val="000000"/>
            </a:solidFill>
            <a:prstDash val="solid"/>
          </a:ln>
        </p:spPr>
      </p:sp>
      <p:sp>
        <p:nvSpPr>
          <p:cNvPr id="153" name="dp44-comparison / n138 / arrow">
            <a:extLst xmlns:a="http://schemas.openxmlformats.org/drawingml/2006/main">
              <a:ext uri="{FF2B5EF4-FFF2-40B4-BE49-F238E27FC236}">
                <a16:creationId xmlns:a16="http://schemas.microsoft.com/office/drawing/2014/main" id="{7F5C84FE-C100-4F84-BE6D-E9B33F818649}"/>
              </a:ext>
            </a:extLst>
          </p:cNvPr>
          <p:cNvSpPr>
            <a:spLocks xmlns:a="http://schemas.openxmlformats.org/drawingml/2006/main" noGrp="1"/>
          </p:cNvSpPr>
          <p:nvPr/>
        </p:nvSpPr>
        <p:spPr>
          <a:xfrm xmlns:a="http://schemas.openxmlformats.org/drawingml/2006/main">
            <a:off x="15172944" y="543858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54" name="dp44-comparison / n139 / path">
            <a:extLst xmlns:a="http://schemas.openxmlformats.org/drawingml/2006/main">
              <a:ext uri="{FF2B5EF4-FFF2-40B4-BE49-F238E27FC236}">
                <a16:creationId xmlns:a16="http://schemas.microsoft.com/office/drawing/2014/main" id="{78EC78C1-8394-42D2-BC54-678A20B2DEAC}"/>
              </a:ext>
            </a:extLst>
          </p:cNvPr>
          <p:cNvSpPr>
            <a:spLocks xmlns:a="http://schemas.openxmlformats.org/drawingml/2006/main" noGrp="1"/>
          </p:cNvSpPr>
          <p:nvPr/>
        </p:nvSpPr>
        <p:spPr>
          <a:xfrm xmlns:a="http://schemas.openxmlformats.org/drawingml/2006/main">
            <a:off x="12858750" y="3810000"/>
            <a:ext cx="3786188" cy="1504950"/>
          </a:xfrm>
          <a:custGeom xmlns:a="http://schemas.openxmlformats.org/drawingml/2006/main">
            <a:pathLst>
              <a:path w="3786188" h="1504950">
                <a:moveTo>
                  <a:pt x="0" y="0"/>
                </a:moveTo>
                <a:lnTo>
                  <a:pt x="142875" y="0"/>
                </a:lnTo>
                <a:lnTo>
                  <a:pt x="142875" y="962025"/>
                </a:lnTo>
                <a:lnTo>
                  <a:pt x="3786188" y="962025"/>
                </a:lnTo>
                <a:lnTo>
                  <a:pt x="3786188" y="1504950"/>
                </a:lnTo>
              </a:path>
            </a:pathLst>
          </a:custGeom>
          <a:noFill xmlns:a="http://schemas.openxmlformats.org/drawingml/2006/main"/>
          <a:ln xmlns:a="http://schemas.openxmlformats.org/drawingml/2006/main" w="10478">
            <a:solidFill>
              <a:srgbClr val="000000"/>
            </a:solidFill>
            <a:prstDash val="solid"/>
          </a:ln>
        </p:spPr>
      </p:sp>
      <p:sp>
        <p:nvSpPr>
          <p:cNvPr id="155" name="dp44-comparison / n139 / arrow">
            <a:extLst xmlns:a="http://schemas.openxmlformats.org/drawingml/2006/main">
              <a:ext uri="{FF2B5EF4-FFF2-40B4-BE49-F238E27FC236}">
                <a16:creationId xmlns:a16="http://schemas.microsoft.com/office/drawing/2014/main" id="{D5650CC3-8F4B-4DFF-BCA1-03788EC262D8}"/>
              </a:ext>
            </a:extLst>
          </p:cNvPr>
          <p:cNvSpPr>
            <a:spLocks xmlns:a="http://schemas.openxmlformats.org/drawingml/2006/main" noGrp="1"/>
          </p:cNvSpPr>
          <p:nvPr/>
        </p:nvSpPr>
        <p:spPr>
          <a:xfrm xmlns:a="http://schemas.openxmlformats.org/drawingml/2006/main">
            <a:off x="16611410" y="52478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56" name="dp44-comparison / n142 / path">
            <a:extLst xmlns:a="http://schemas.openxmlformats.org/drawingml/2006/main">
              <a:ext uri="{FF2B5EF4-FFF2-40B4-BE49-F238E27FC236}">
                <a16:creationId xmlns:a16="http://schemas.microsoft.com/office/drawing/2014/main" id="{A0AD97E9-C7C5-455D-A755-FF86156AE88F}"/>
              </a:ext>
            </a:extLst>
          </p:cNvPr>
          <p:cNvSpPr>
            <a:spLocks xmlns:a="http://schemas.openxmlformats.org/drawingml/2006/main" noGrp="1"/>
          </p:cNvSpPr>
          <p:nvPr/>
        </p:nvSpPr>
        <p:spPr>
          <a:xfrm xmlns:a="http://schemas.openxmlformats.org/drawingml/2006/main">
            <a:off x="16787813" y="5629275"/>
            <a:ext cx="953" cy="85725"/>
          </a:xfrm>
          <a:custGeom xmlns:a="http://schemas.openxmlformats.org/drawingml/2006/main">
            <a:pathLst>
              <a:path w="953" h="85725">
                <a:moveTo>
                  <a:pt x="0" y="0"/>
                </a:moveTo>
                <a:lnTo>
                  <a:pt x="0" y="85725"/>
                </a:lnTo>
              </a:path>
            </a:pathLst>
          </a:custGeom>
          <a:noFill xmlns:a="http://schemas.openxmlformats.org/drawingml/2006/main"/>
          <a:ln xmlns:a="http://schemas.openxmlformats.org/drawingml/2006/main" w="10478">
            <a:solidFill>
              <a:srgbClr val="000000"/>
            </a:solidFill>
            <a:prstDash val="solid"/>
          </a:ln>
        </p:spPr>
      </p:sp>
      <p:sp>
        <p:nvSpPr>
          <p:cNvPr id="157" name="dp44-comparison / n142 / arrow">
            <a:extLst xmlns:a="http://schemas.openxmlformats.org/drawingml/2006/main">
              <a:ext uri="{FF2B5EF4-FFF2-40B4-BE49-F238E27FC236}">
                <a16:creationId xmlns:a16="http://schemas.microsoft.com/office/drawing/2014/main" id="{C737D26C-482B-443E-A0ED-AE84DBB7E3AC}"/>
              </a:ext>
            </a:extLst>
          </p:cNvPr>
          <p:cNvSpPr>
            <a:spLocks xmlns:a="http://schemas.openxmlformats.org/drawingml/2006/main" noGrp="1"/>
          </p:cNvSpPr>
          <p:nvPr/>
        </p:nvSpPr>
        <p:spPr>
          <a:xfrm xmlns:a="http://schemas.openxmlformats.org/drawingml/2006/main">
            <a:off x="16754285" y="56479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58" name="dp44-comparison / n143">
            <a:extLst xmlns:a="http://schemas.openxmlformats.org/drawingml/2006/main">
              <a:ext uri="{FF2B5EF4-FFF2-40B4-BE49-F238E27FC236}">
                <a16:creationId xmlns:a16="http://schemas.microsoft.com/office/drawing/2014/main" id="{0D23F9DC-5D9F-4455-A00B-D176D09DAE93}"/>
              </a:ext>
            </a:extLst>
          </p:cNvPr>
          <p:cNvSpPr>
            <a:spLocks xmlns:a="http://schemas.openxmlformats.org/drawingml/2006/main" noGrp="1"/>
          </p:cNvSpPr>
          <p:nvPr/>
        </p:nvSpPr>
        <p:spPr>
          <a:xfrm xmlns:a="http://schemas.openxmlformats.org/drawingml/2006/main">
            <a:off x="12620625" y="5753100"/>
            <a:ext cx="2190750" cy="238125"/>
          </a:xfrm>
          <a:prstGeom xmlns:a="http://schemas.openxmlformats.org/drawingml/2006/main" prst="roundRect">
            <a:avLst>
              <a:gd name="adj" fmla="val 32000"/>
            </a:avLst>
          </a:prstGeom>
          <a:solidFill xmlns:a="http://schemas.openxmlformats.org/drawingml/2006/main">
            <a:srgbClr val="FFFFFF"/>
          </a:solidFill>
          <a:ln xmlns:a="http://schemas.openxmlformats.org/drawingml/2006/main" w="9525">
            <a:solidFill>
              <a:srgbClr val="000000"/>
            </a:solidFill>
            <a:prstDash val="solid"/>
          </a:ln>
        </p:spPr>
      </p:sp>
      <p:sp>
        <p:nvSpPr>
          <p:cNvPr id="159" name="dp44-comparison / n144 / text 1">
            <a:extLst xmlns:a="http://schemas.openxmlformats.org/drawingml/2006/main">
              <a:ext uri="{FF2B5EF4-FFF2-40B4-BE49-F238E27FC236}">
                <a16:creationId xmlns:a16="http://schemas.microsoft.com/office/drawing/2014/main" id="{D945B90B-E3DA-472A-8162-6B48382338AD}"/>
              </a:ext>
            </a:extLst>
          </p:cNvPr>
          <p:cNvSpPr>
            <a:spLocks xmlns:a="http://schemas.openxmlformats.org/drawingml/2006/main" noGrp="1"/>
          </p:cNvSpPr>
          <p:nvPr/>
        </p:nvSpPr>
        <p:spPr>
          <a:xfrm xmlns:a="http://schemas.openxmlformats.org/drawingml/2006/main">
            <a:off x="12706350" y="5779294"/>
            <a:ext cx="20193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Publication Control</a:t>
            </a:r>
          </a:p>
        </p:txBody>
      </p:sp>
      <p:sp>
        <p:nvSpPr>
          <p:cNvPr id="160" name="dp44-comparison / n145 / path">
            <a:extLst xmlns:a="http://schemas.openxmlformats.org/drawingml/2006/main">
              <a:ext uri="{FF2B5EF4-FFF2-40B4-BE49-F238E27FC236}">
                <a16:creationId xmlns:a16="http://schemas.microsoft.com/office/drawing/2014/main" id="{03A4BCE6-BAC8-481D-976A-3DEF96A055D0}"/>
              </a:ext>
            </a:extLst>
          </p:cNvPr>
          <p:cNvSpPr>
            <a:spLocks xmlns:a="http://schemas.openxmlformats.org/drawingml/2006/main" noGrp="1"/>
          </p:cNvSpPr>
          <p:nvPr/>
        </p:nvSpPr>
        <p:spPr>
          <a:xfrm xmlns:a="http://schemas.openxmlformats.org/drawingml/2006/main">
            <a:off x="13716000" y="5629275"/>
            <a:ext cx="2595563" cy="123825"/>
          </a:xfrm>
          <a:custGeom xmlns:a="http://schemas.openxmlformats.org/drawingml/2006/main">
            <a:pathLst>
              <a:path w="2595563" h="123825">
                <a:moveTo>
                  <a:pt x="2595563" y="0"/>
                </a:moveTo>
                <a:lnTo>
                  <a:pt x="2595563" y="57150"/>
                </a:lnTo>
                <a:lnTo>
                  <a:pt x="0" y="57150"/>
                </a:lnTo>
                <a:lnTo>
                  <a:pt x="0" y="123825"/>
                </a:lnTo>
              </a:path>
            </a:pathLst>
          </a:custGeom>
          <a:noFill xmlns:a="http://schemas.openxmlformats.org/drawingml/2006/main"/>
          <a:ln xmlns:a="http://schemas.openxmlformats.org/drawingml/2006/main" w="10478">
            <a:solidFill>
              <a:srgbClr val="000000"/>
            </a:solidFill>
            <a:prstDash val="solid"/>
          </a:ln>
        </p:spPr>
      </p:sp>
      <p:sp>
        <p:nvSpPr>
          <p:cNvPr id="161" name="dp44-comparison / n145 / arrow">
            <a:extLst xmlns:a="http://schemas.openxmlformats.org/drawingml/2006/main">
              <a:ext uri="{FF2B5EF4-FFF2-40B4-BE49-F238E27FC236}">
                <a16:creationId xmlns:a16="http://schemas.microsoft.com/office/drawing/2014/main" id="{8D8E289B-D813-48D0-8E53-E574EBF7481F}"/>
              </a:ext>
            </a:extLst>
          </p:cNvPr>
          <p:cNvSpPr>
            <a:spLocks xmlns:a="http://schemas.openxmlformats.org/drawingml/2006/main" noGrp="1"/>
          </p:cNvSpPr>
          <p:nvPr/>
        </p:nvSpPr>
        <p:spPr>
          <a:xfrm xmlns:a="http://schemas.openxmlformats.org/drawingml/2006/main">
            <a:off x="13682472" y="56860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62" name="dp44-comparison / n146 / path">
            <a:extLst xmlns:a="http://schemas.openxmlformats.org/drawingml/2006/main">
              <a:ext uri="{FF2B5EF4-FFF2-40B4-BE49-F238E27FC236}">
                <a16:creationId xmlns:a16="http://schemas.microsoft.com/office/drawing/2014/main" id="{45B1C893-32D9-48E9-B313-42B034ABDD30}"/>
              </a:ext>
            </a:extLst>
          </p:cNvPr>
          <p:cNvSpPr>
            <a:spLocks xmlns:a="http://schemas.openxmlformats.org/drawingml/2006/main" noGrp="1"/>
          </p:cNvSpPr>
          <p:nvPr/>
        </p:nvSpPr>
        <p:spPr>
          <a:xfrm xmlns:a="http://schemas.openxmlformats.org/drawingml/2006/main">
            <a:off x="9858375" y="3810000"/>
            <a:ext cx="1214438" cy="1285875"/>
          </a:xfrm>
          <a:custGeom xmlns:a="http://schemas.openxmlformats.org/drawingml/2006/main">
            <a:pathLst>
              <a:path w="1214438" h="1285875">
                <a:moveTo>
                  <a:pt x="285750" y="0"/>
                </a:moveTo>
                <a:lnTo>
                  <a:pt x="0" y="0"/>
                </a:lnTo>
                <a:lnTo>
                  <a:pt x="0" y="1171575"/>
                </a:lnTo>
                <a:lnTo>
                  <a:pt x="1214438" y="1171575"/>
                </a:lnTo>
                <a:lnTo>
                  <a:pt x="1214438" y="1285875"/>
                </a:lnTo>
              </a:path>
            </a:pathLst>
          </a:custGeom>
          <a:noFill xmlns:a="http://schemas.openxmlformats.org/drawingml/2006/main"/>
          <a:ln xmlns:a="http://schemas.openxmlformats.org/drawingml/2006/main" w="10478">
            <a:solidFill>
              <a:srgbClr val="000000"/>
            </a:solidFill>
            <a:prstDash val="solid"/>
          </a:ln>
        </p:spPr>
      </p:sp>
      <p:sp>
        <p:nvSpPr>
          <p:cNvPr id="163" name="dp44-comparison / n146 / arrow">
            <a:extLst xmlns:a="http://schemas.openxmlformats.org/drawingml/2006/main">
              <a:ext uri="{FF2B5EF4-FFF2-40B4-BE49-F238E27FC236}">
                <a16:creationId xmlns:a16="http://schemas.microsoft.com/office/drawing/2014/main" id="{EA6EE618-B57D-41BB-A023-424B663FC9D0}"/>
              </a:ext>
            </a:extLst>
          </p:cNvPr>
          <p:cNvSpPr>
            <a:spLocks xmlns:a="http://schemas.openxmlformats.org/drawingml/2006/main" noGrp="1"/>
          </p:cNvSpPr>
          <p:nvPr/>
        </p:nvSpPr>
        <p:spPr>
          <a:xfrm xmlns:a="http://schemas.openxmlformats.org/drawingml/2006/main">
            <a:off x="11039285" y="502881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64" name="dp44-comparison / n147 / path">
            <a:extLst xmlns:a="http://schemas.openxmlformats.org/drawingml/2006/main">
              <a:ext uri="{FF2B5EF4-FFF2-40B4-BE49-F238E27FC236}">
                <a16:creationId xmlns:a16="http://schemas.microsoft.com/office/drawing/2014/main" id="{7610A75F-A592-4E8A-A25A-6CC06CF35649}"/>
              </a:ext>
            </a:extLst>
          </p:cNvPr>
          <p:cNvSpPr>
            <a:spLocks xmlns:a="http://schemas.openxmlformats.org/drawingml/2006/main" noGrp="1"/>
          </p:cNvSpPr>
          <p:nvPr/>
        </p:nvSpPr>
        <p:spPr>
          <a:xfrm xmlns:a="http://schemas.openxmlformats.org/drawingml/2006/main">
            <a:off x="9763125" y="3924300"/>
            <a:ext cx="381000" cy="1333500"/>
          </a:xfrm>
          <a:custGeom xmlns:a="http://schemas.openxmlformats.org/drawingml/2006/main">
            <a:pathLst>
              <a:path w="381000" h="1333500">
                <a:moveTo>
                  <a:pt x="190500" y="1333500"/>
                </a:moveTo>
                <a:lnTo>
                  <a:pt x="0" y="1333500"/>
                </a:lnTo>
                <a:lnTo>
                  <a:pt x="0" y="0"/>
                </a:lnTo>
                <a:lnTo>
                  <a:pt x="381000" y="0"/>
                </a:lnTo>
              </a:path>
            </a:pathLst>
          </a:custGeom>
          <a:noFill xmlns:a="http://schemas.openxmlformats.org/drawingml/2006/main"/>
          <a:ln xmlns:a="http://schemas.openxmlformats.org/drawingml/2006/main" w="10478">
            <a:solidFill>
              <a:srgbClr val="000000"/>
            </a:solidFill>
            <a:prstDash val="dash"/>
          </a:ln>
        </p:spPr>
      </p:sp>
      <p:sp>
        <p:nvSpPr>
          <p:cNvPr id="165" name="dp44-comparison / n147 / arrow">
            <a:extLst xmlns:a="http://schemas.openxmlformats.org/drawingml/2006/main">
              <a:ext uri="{FF2B5EF4-FFF2-40B4-BE49-F238E27FC236}">
                <a16:creationId xmlns:a16="http://schemas.microsoft.com/office/drawing/2014/main" id="{7704A993-3A80-4BFD-8052-3C6FF54CC5B2}"/>
              </a:ext>
            </a:extLst>
          </p:cNvPr>
          <p:cNvSpPr>
            <a:spLocks xmlns:a="http://schemas.openxmlformats.org/drawingml/2006/main" noGrp="1"/>
          </p:cNvSpPr>
          <p:nvPr/>
        </p:nvSpPr>
        <p:spPr>
          <a:xfrm xmlns:a="http://schemas.openxmlformats.org/drawingml/2006/main">
            <a:off x="10077069" y="389077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66" name="dp44-comparison / n152 / path">
            <a:extLst xmlns:a="http://schemas.openxmlformats.org/drawingml/2006/main">
              <a:ext uri="{FF2B5EF4-FFF2-40B4-BE49-F238E27FC236}">
                <a16:creationId xmlns:a16="http://schemas.microsoft.com/office/drawing/2014/main" id="{E903171C-868D-4B2F-9A50-CA0B6480D8A0}"/>
              </a:ext>
            </a:extLst>
          </p:cNvPr>
          <p:cNvSpPr>
            <a:spLocks xmlns:a="http://schemas.openxmlformats.org/drawingml/2006/main" noGrp="1"/>
          </p:cNvSpPr>
          <p:nvPr/>
        </p:nvSpPr>
        <p:spPr>
          <a:xfrm xmlns:a="http://schemas.openxmlformats.org/drawingml/2006/main">
            <a:off x="9858375" y="7029450"/>
            <a:ext cx="7715250" cy="953"/>
          </a:xfrm>
          <a:custGeom xmlns:a="http://schemas.openxmlformats.org/drawingml/2006/main">
            <a:pathLst>
              <a:path w="7715250" h="953">
                <a:moveTo>
                  <a:pt x="0" y="0"/>
                </a:moveTo>
                <a:lnTo>
                  <a:pt x="7715250" y="0"/>
                </a:lnTo>
              </a:path>
            </a:pathLst>
          </a:custGeom>
          <a:noFill xmlns:a="http://schemas.openxmlformats.org/drawingml/2006/main"/>
          <a:ln xmlns:a="http://schemas.openxmlformats.org/drawingml/2006/main" w="10478">
            <a:solidFill>
              <a:srgbClr val="000000"/>
            </a:solidFill>
            <a:prstDash val="solid"/>
          </a:ln>
        </p:spPr>
      </p:sp>
      <p:sp>
        <p:nvSpPr>
          <p:cNvPr id="167" name="dp44-comparison / n104">
            <a:extLst xmlns:a="http://schemas.openxmlformats.org/drawingml/2006/main">
              <a:ext uri="{FF2B5EF4-FFF2-40B4-BE49-F238E27FC236}">
                <a16:creationId xmlns:a16="http://schemas.microsoft.com/office/drawing/2014/main" id="{D8F564E0-2D5F-4EA0-827B-6FE08EC97BFA}"/>
              </a:ext>
            </a:extLst>
          </p:cNvPr>
          <p:cNvSpPr>
            <a:spLocks xmlns:a="http://schemas.openxmlformats.org/drawingml/2006/main" noGrp="1"/>
          </p:cNvSpPr>
          <p:nvPr/>
        </p:nvSpPr>
        <p:spPr>
          <a:xfrm xmlns:a="http://schemas.openxmlformats.org/drawingml/2006/main">
            <a:off x="9934575" y="2762250"/>
            <a:ext cx="243935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8" name="dp44-comparison / n105 / text 1">
            <a:extLst xmlns:a="http://schemas.openxmlformats.org/drawingml/2006/main">
              <a:ext uri="{FF2B5EF4-FFF2-40B4-BE49-F238E27FC236}">
                <a16:creationId xmlns:a16="http://schemas.microsoft.com/office/drawing/2014/main" id="{0B397F58-CE9D-466C-BE9F-1E4EF330113E}"/>
              </a:ext>
            </a:extLst>
          </p:cNvPr>
          <p:cNvSpPr>
            <a:spLocks xmlns:a="http://schemas.openxmlformats.org/drawingml/2006/main" noGrp="1"/>
          </p:cNvSpPr>
          <p:nvPr/>
        </p:nvSpPr>
        <p:spPr>
          <a:xfrm xmlns:a="http://schemas.openxmlformats.org/drawingml/2006/main">
            <a:off x="9953625" y="2771775"/>
            <a:ext cx="3476625"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Input1: “잠깐, 표부터 설명해줘”</a:t>
            </a:r>
          </a:p>
        </p:txBody>
      </p:sp>
      <p:sp>
        <p:nvSpPr>
          <p:cNvPr id="169" name="dp44-comparison / n106">
            <a:extLst xmlns:a="http://schemas.openxmlformats.org/drawingml/2006/main">
              <a:ext uri="{FF2B5EF4-FFF2-40B4-BE49-F238E27FC236}">
                <a16:creationId xmlns:a16="http://schemas.microsoft.com/office/drawing/2014/main" id="{13A7DD7E-BC0D-46A4-A8A9-4B70E2F7F87F}"/>
              </a:ext>
            </a:extLst>
          </p:cNvPr>
          <p:cNvSpPr>
            <a:spLocks xmlns:a="http://schemas.openxmlformats.org/drawingml/2006/main" noGrp="1"/>
          </p:cNvSpPr>
          <p:nvPr/>
        </p:nvSpPr>
        <p:spPr>
          <a:xfrm xmlns:a="http://schemas.openxmlformats.org/drawingml/2006/main">
            <a:off x="14601825" y="2762250"/>
            <a:ext cx="2711196"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0" name="dp44-comparison / n107 / text 1">
            <a:extLst xmlns:a="http://schemas.openxmlformats.org/drawingml/2006/main">
              <a:ext uri="{FF2B5EF4-FFF2-40B4-BE49-F238E27FC236}">
                <a16:creationId xmlns:a16="http://schemas.microsoft.com/office/drawing/2014/main" id="{5985F4AE-15AE-44E3-8887-E82D3B714F75}"/>
              </a:ext>
            </a:extLst>
          </p:cNvPr>
          <p:cNvSpPr>
            <a:spLocks xmlns:a="http://schemas.openxmlformats.org/drawingml/2006/main" noGrp="1"/>
          </p:cNvSpPr>
          <p:nvPr/>
        </p:nvSpPr>
        <p:spPr>
          <a:xfrm xmlns:a="http://schemas.openxmlformats.org/drawingml/2006/main">
            <a:off x="14620875" y="2771775"/>
            <a:ext cx="30003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Task1: 메일 / Question1: 수신자 질문</a:t>
            </a:r>
          </a:p>
        </p:txBody>
      </p:sp>
      <p:sp>
        <p:nvSpPr>
          <p:cNvPr id="171" name="dp44-comparison / n122">
            <a:extLst xmlns:a="http://schemas.openxmlformats.org/drawingml/2006/main">
              <a:ext uri="{FF2B5EF4-FFF2-40B4-BE49-F238E27FC236}">
                <a16:creationId xmlns:a16="http://schemas.microsoft.com/office/drawing/2014/main" id="{932DDACD-12E2-4B0D-85C3-D45E253760FB}"/>
              </a:ext>
            </a:extLst>
          </p:cNvPr>
          <p:cNvSpPr>
            <a:spLocks xmlns:a="http://schemas.openxmlformats.org/drawingml/2006/main" noGrp="1"/>
          </p:cNvSpPr>
          <p:nvPr/>
        </p:nvSpPr>
        <p:spPr>
          <a:xfrm xmlns:a="http://schemas.openxmlformats.org/drawingml/2006/main">
            <a:off x="10125075" y="3990975"/>
            <a:ext cx="1395222"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2" name="dp44-comparison / n123 / text 1">
            <a:extLst xmlns:a="http://schemas.openxmlformats.org/drawingml/2006/main">
              <a:ext uri="{FF2B5EF4-FFF2-40B4-BE49-F238E27FC236}">
                <a16:creationId xmlns:a16="http://schemas.microsoft.com/office/drawing/2014/main" id="{38FDD71F-2C99-4697-AEE1-79434511C7E6}"/>
              </a:ext>
            </a:extLst>
          </p:cNvPr>
          <p:cNvSpPr>
            <a:spLocks xmlns:a="http://schemas.openxmlformats.org/drawingml/2006/main" noGrp="1"/>
          </p:cNvSpPr>
          <p:nvPr/>
        </p:nvSpPr>
        <p:spPr>
          <a:xfrm xmlns:a="http://schemas.openxmlformats.org/drawingml/2006/main">
            <a:off x="10144125" y="4000500"/>
            <a:ext cx="28575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input/job / 정정 세대</a:t>
            </a:r>
          </a:p>
        </p:txBody>
      </p:sp>
      <p:sp>
        <p:nvSpPr>
          <p:cNvPr id="173" name="dp44-comparison / n124">
            <a:extLst xmlns:a="http://schemas.openxmlformats.org/drawingml/2006/main">
              <a:ext uri="{FF2B5EF4-FFF2-40B4-BE49-F238E27FC236}">
                <a16:creationId xmlns:a16="http://schemas.microsoft.com/office/drawing/2014/main" id="{89877A79-0573-4F68-BFFE-E124E39755B2}"/>
              </a:ext>
            </a:extLst>
          </p:cNvPr>
          <p:cNvSpPr>
            <a:spLocks xmlns:a="http://schemas.openxmlformats.org/drawingml/2006/main" noGrp="1"/>
          </p:cNvSpPr>
          <p:nvPr/>
        </p:nvSpPr>
        <p:spPr>
          <a:xfrm xmlns:a="http://schemas.openxmlformats.org/drawingml/2006/main">
            <a:off x="14125575" y="3990975"/>
            <a:ext cx="1322070"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4" name="dp44-comparison / n125 / text 1">
            <a:extLst xmlns:a="http://schemas.openxmlformats.org/drawingml/2006/main">
              <a:ext uri="{FF2B5EF4-FFF2-40B4-BE49-F238E27FC236}">
                <a16:creationId xmlns:a16="http://schemas.microsoft.com/office/drawing/2014/main" id="{0F631789-D8D4-46BE-8379-C4EDE3CEAF7E}"/>
              </a:ext>
            </a:extLst>
          </p:cNvPr>
          <p:cNvSpPr>
            <a:spLocks xmlns:a="http://schemas.openxmlformats.org/drawingml/2006/main" noGrp="1"/>
          </p:cNvSpPr>
          <p:nvPr/>
        </p:nvSpPr>
        <p:spPr>
          <a:xfrm xmlns:a="http://schemas.openxmlformats.org/drawingml/2006/main">
            <a:off x="14144625" y="4000500"/>
            <a:ext cx="30480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질문 참조 / 준비/대기</a:t>
            </a:r>
          </a:p>
        </p:txBody>
      </p:sp>
      <p:sp>
        <p:nvSpPr>
          <p:cNvPr id="175" name="dp44-comparison / n140">
            <a:extLst xmlns:a="http://schemas.openxmlformats.org/drawingml/2006/main">
              <a:ext uri="{FF2B5EF4-FFF2-40B4-BE49-F238E27FC236}">
                <a16:creationId xmlns:a16="http://schemas.microsoft.com/office/drawing/2014/main" id="{7AB23979-1BA6-4B6D-9D16-1A1933E9A6AD}"/>
              </a:ext>
            </a:extLst>
          </p:cNvPr>
          <p:cNvSpPr>
            <a:spLocks xmlns:a="http://schemas.openxmlformats.org/drawingml/2006/main" noGrp="1"/>
          </p:cNvSpPr>
          <p:nvPr/>
        </p:nvSpPr>
        <p:spPr>
          <a:xfrm xmlns:a="http://schemas.openxmlformats.org/drawingml/2006/main">
            <a:off x="15220950" y="4657725"/>
            <a:ext cx="1667256"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6" name="dp44-comparison / n141 / text 1">
            <a:extLst xmlns:a="http://schemas.openxmlformats.org/drawingml/2006/main">
              <a:ext uri="{FF2B5EF4-FFF2-40B4-BE49-F238E27FC236}">
                <a16:creationId xmlns:a16="http://schemas.microsoft.com/office/drawing/2014/main" id="{0372FAB6-A312-44EB-A32B-1E8B399580B1}"/>
              </a:ext>
            </a:extLst>
          </p:cNvPr>
          <p:cNvSpPr>
            <a:spLocks xmlns:a="http://schemas.openxmlformats.org/drawingml/2006/main" noGrp="1"/>
          </p:cNvSpPr>
          <p:nvPr/>
        </p:nvSpPr>
        <p:spPr>
          <a:xfrm xmlns:a="http://schemas.openxmlformats.org/drawingml/2006/main">
            <a:off x="15240000" y="4667250"/>
            <a:ext cx="22383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InputSettled / admission</a:t>
            </a:r>
          </a:p>
        </p:txBody>
      </p:sp>
      <p:sp>
        <p:nvSpPr>
          <p:cNvPr id="177" name="dp44-comparison / n148">
            <a:extLst xmlns:a="http://schemas.openxmlformats.org/drawingml/2006/main">
              <a:ext uri="{FF2B5EF4-FFF2-40B4-BE49-F238E27FC236}">
                <a16:creationId xmlns:a16="http://schemas.microsoft.com/office/drawing/2014/main" id="{CE14D800-818A-4F30-9C6F-F8EE4C4C4049}"/>
              </a:ext>
            </a:extLst>
          </p:cNvPr>
          <p:cNvSpPr>
            <a:spLocks xmlns:a="http://schemas.openxmlformats.org/drawingml/2006/main" noGrp="1"/>
          </p:cNvSpPr>
          <p:nvPr/>
        </p:nvSpPr>
        <p:spPr>
          <a:xfrm xmlns:a="http://schemas.openxmlformats.org/drawingml/2006/main">
            <a:off x="9934575" y="5495925"/>
            <a:ext cx="1509522"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8" name="dp44-comparison / n149 / text 1">
            <a:extLst xmlns:a="http://schemas.openxmlformats.org/drawingml/2006/main">
              <a:ext uri="{FF2B5EF4-FFF2-40B4-BE49-F238E27FC236}">
                <a16:creationId xmlns:a16="http://schemas.microsoft.com/office/drawing/2014/main" id="{F5E964B2-E268-4E1F-9A7B-E0209C58E6C8}"/>
              </a:ext>
            </a:extLst>
          </p:cNvPr>
          <p:cNvSpPr>
            <a:spLocks xmlns:a="http://schemas.openxmlformats.org/drawingml/2006/main" noGrp="1"/>
          </p:cNvSpPr>
          <p:nvPr/>
        </p:nvSpPr>
        <p:spPr>
          <a:xfrm xmlns:a="http://schemas.openxmlformats.org/drawingml/2006/main">
            <a:off x="9953625" y="5505450"/>
            <a:ext cx="22383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job 완료 → 시작한 owner</a:t>
            </a:r>
          </a:p>
        </p:txBody>
      </p:sp>
      <p:sp>
        <p:nvSpPr>
          <p:cNvPr id="179" name="dp44-comparison / n150">
            <a:extLst xmlns:a="http://schemas.openxmlformats.org/drawingml/2006/main">
              <a:ext uri="{FF2B5EF4-FFF2-40B4-BE49-F238E27FC236}">
                <a16:creationId xmlns:a16="http://schemas.microsoft.com/office/drawing/2014/main" id="{031AFA8F-EFD9-43E8-B7AB-1C558B00DF4C}"/>
              </a:ext>
            </a:extLst>
          </p:cNvPr>
          <p:cNvSpPr>
            <a:spLocks xmlns:a="http://schemas.openxmlformats.org/drawingml/2006/main" noGrp="1"/>
          </p:cNvSpPr>
          <p:nvPr/>
        </p:nvSpPr>
        <p:spPr>
          <a:xfrm xmlns:a="http://schemas.openxmlformats.org/drawingml/2006/main">
            <a:off x="9953625" y="6172200"/>
            <a:ext cx="7524750" cy="752475"/>
          </a:xfrm>
          <a:custGeom xmlns:a="http://schemas.openxmlformats.org/drawingml/2006/main">
            <a:pathLst>
              <a:path w="7524750" h="752475">
                <a:moveTo>
                  <a:pt x="0" y="0"/>
                </a:moveTo>
                <a:lnTo>
                  <a:pt x="7353300" y="0"/>
                </a:lnTo>
                <a:lnTo>
                  <a:pt x="7524750" y="171450"/>
                </a:lnTo>
                <a:lnTo>
                  <a:pt x="7524750" y="752475"/>
                </a:lnTo>
                <a:lnTo>
                  <a:pt x="0" y="75247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180" name="dp44-comparison / n150 / fold">
            <a:extLst xmlns:a="http://schemas.openxmlformats.org/drawingml/2006/main">
              <a:ext uri="{FF2B5EF4-FFF2-40B4-BE49-F238E27FC236}">
                <a16:creationId xmlns:a16="http://schemas.microsoft.com/office/drawing/2014/main" id="{3D8B5B82-0C91-4AC3-852A-81C8E58F2E85}"/>
              </a:ext>
            </a:extLst>
          </p:cNvPr>
          <p:cNvSpPr>
            <a:spLocks xmlns:a="http://schemas.openxmlformats.org/drawingml/2006/main" noGrp="1"/>
          </p:cNvSpPr>
          <p:nvPr/>
        </p:nvSpPr>
        <p:spPr>
          <a:xfrm xmlns:a="http://schemas.openxmlformats.org/drawingml/2006/main">
            <a:off x="17306925" y="6172200"/>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181" name="dp44-comparison / n151 / text 1">
            <a:extLst xmlns:a="http://schemas.openxmlformats.org/drawingml/2006/main">
              <a:ext uri="{FF2B5EF4-FFF2-40B4-BE49-F238E27FC236}">
                <a16:creationId xmlns:a16="http://schemas.microsoft.com/office/drawing/2014/main" id="{20B1FB7A-2E0D-4D0C-889B-9A05DD012E3F}"/>
              </a:ext>
            </a:extLst>
          </p:cNvPr>
          <p:cNvSpPr>
            <a:spLocks xmlns:a="http://schemas.openxmlformats.org/drawingml/2006/main" noGrp="1"/>
          </p:cNvSpPr>
          <p:nvPr/>
        </p:nvSpPr>
        <p:spPr>
          <a:xfrm xmlns:a="http://schemas.openxmlformats.org/drawingml/2006/main">
            <a:off x="10048875" y="6229350"/>
            <a:ext cx="72580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연결된 입력: AdoptedMeaning{input_ref:Input1, generation:2, meaning_ref:AdoptedMeaning1}</a:t>
            </a:r>
          </a:p>
        </p:txBody>
      </p:sp>
      <p:sp>
        <p:nvSpPr>
          <p:cNvPr id="182" name="dp44-comparison / n151 / text 2">
            <a:extLst xmlns:a="http://schemas.openxmlformats.org/drawingml/2006/main">
              <a:ext uri="{FF2B5EF4-FFF2-40B4-BE49-F238E27FC236}">
                <a16:creationId xmlns:a16="http://schemas.microsoft.com/office/drawing/2014/main" id="{E3BA5C59-8911-4283-B413-60A262C150BF}"/>
              </a:ext>
            </a:extLst>
          </p:cNvPr>
          <p:cNvSpPr>
            <a:spLocks xmlns:a="http://schemas.openxmlformats.org/drawingml/2006/main" noGrp="1"/>
          </p:cNvSpPr>
          <p:nvPr/>
        </p:nvSpPr>
        <p:spPr>
          <a:xfrm xmlns:a="http://schemas.openxmlformats.org/drawingml/2006/main">
            <a:off x="10048875" y="6377940"/>
            <a:ext cx="72580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NoticeReady{task_ref:Task1, question_ref:Question1, source_revision:3}</a:t>
            </a:r>
          </a:p>
        </p:txBody>
      </p:sp>
      <p:sp>
        <p:nvSpPr>
          <p:cNvPr id="183" name="dp44-comparison / n151 / text 3">
            <a:extLst xmlns:a="http://schemas.openxmlformats.org/drawingml/2006/main">
              <a:ext uri="{FF2B5EF4-FFF2-40B4-BE49-F238E27FC236}">
                <a16:creationId xmlns:a16="http://schemas.microsoft.com/office/drawing/2014/main" id="{CC41151A-D672-469E-9E6C-B883694FF8A2}"/>
              </a:ext>
            </a:extLst>
          </p:cNvPr>
          <p:cNvSpPr>
            <a:spLocks xmlns:a="http://schemas.openxmlformats.org/drawingml/2006/main" noGrp="1"/>
          </p:cNvSpPr>
          <p:nvPr/>
        </p:nvSpPr>
        <p:spPr>
          <a:xfrm xmlns:a="http://schemas.openxmlformats.org/drawingml/2006/main">
            <a:off x="10048875" y="6526530"/>
            <a:ext cx="72580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CandidateReady + 해당 admission / source / 과거 전달 snapshot → Join</a:t>
            </a:r>
          </a:p>
        </p:txBody>
      </p:sp>
      <p:sp>
        <p:nvSpPr>
          <p:cNvPr id="184" name="dp44-comparison / n151 / text 4">
            <a:extLst xmlns:a="http://schemas.openxmlformats.org/drawingml/2006/main">
              <a:ext uri="{FF2B5EF4-FFF2-40B4-BE49-F238E27FC236}">
                <a16:creationId xmlns:a16="http://schemas.microsoft.com/office/drawing/2014/main" id="{578332D6-EB28-4312-81D0-0FAE552A3735}"/>
              </a:ext>
            </a:extLst>
          </p:cNvPr>
          <p:cNvSpPr>
            <a:spLocks xmlns:a="http://schemas.openxmlformats.org/drawingml/2006/main" noGrp="1"/>
          </p:cNvSpPr>
          <p:nvPr/>
        </p:nvSpPr>
        <p:spPr>
          <a:xfrm xmlns:a="http://schemas.openxmlformats.org/drawingml/2006/main">
            <a:off x="10048875" y="6675120"/>
            <a:ext cx="72580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조건 부족: 대기 / 정정으로 무효: 폐기 / 조건 충족: 게시 단계 활성화</a:t>
            </a:r>
          </a:p>
        </p:txBody>
      </p:sp>
      <p:sp>
        <p:nvSpPr>
          <p:cNvPr id="185" name="dp44-comparison / n153">
            <a:extLst xmlns:a="http://schemas.openxmlformats.org/drawingml/2006/main">
              <a:ext uri="{FF2B5EF4-FFF2-40B4-BE49-F238E27FC236}">
                <a16:creationId xmlns:a16="http://schemas.microsoft.com/office/drawing/2014/main" id="{57E546B8-B98C-4C6E-83B7-EBC89C73E0E0}"/>
              </a:ext>
            </a:extLst>
          </p:cNvPr>
          <p:cNvSpPr>
            <a:spLocks xmlns:a="http://schemas.openxmlformats.org/drawingml/2006/main" noGrp="1"/>
          </p:cNvSpPr>
          <p:nvPr/>
        </p:nvSpPr>
        <p:spPr>
          <a:xfrm xmlns:a="http://schemas.openxmlformats.org/drawingml/2006/main">
            <a:off x="9934575" y="7077075"/>
            <a:ext cx="4319588"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86" name="dp44-comparison / n154 / text 1">
            <a:extLst xmlns:a="http://schemas.openxmlformats.org/drawingml/2006/main">
              <a:ext uri="{FF2B5EF4-FFF2-40B4-BE49-F238E27FC236}">
                <a16:creationId xmlns:a16="http://schemas.microsoft.com/office/drawing/2014/main" id="{4658DDF8-91A7-406A-8574-F3E4D5CDA27A}"/>
              </a:ext>
            </a:extLst>
          </p:cNvPr>
          <p:cNvSpPr>
            <a:spLocks xmlns:a="http://schemas.openxmlformats.org/drawingml/2006/main" noGrp="1"/>
          </p:cNvSpPr>
          <p:nvPr/>
        </p:nvSpPr>
        <p:spPr>
          <a:xfrm xmlns:a="http://schemas.openxmlformats.org/drawingml/2006/main">
            <a:off x="9953625" y="7086600"/>
            <a:ext cx="75247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같은 겹침: 새 입력 + 별도 업무 질문 + 이전 응답 준비 완료</a:t>
            </a:r>
          </a:p>
        </p:txBody>
      </p:sp>
      <p:sp>
        <p:nvSpPr>
          <p:cNvPr id="187" name="dp44-comparison / n155">
            <a:extLst xmlns:a="http://schemas.openxmlformats.org/drawingml/2006/main">
              <a:ext uri="{FF2B5EF4-FFF2-40B4-BE49-F238E27FC236}">
                <a16:creationId xmlns:a16="http://schemas.microsoft.com/office/drawing/2014/main" id="{41EAA99E-6AB9-4318-A9AF-4B5482DE6345}"/>
              </a:ext>
            </a:extLst>
          </p:cNvPr>
          <p:cNvSpPr>
            <a:spLocks xmlns:a="http://schemas.openxmlformats.org/drawingml/2006/main" noGrp="1"/>
          </p:cNvSpPr>
          <p:nvPr/>
        </p:nvSpPr>
        <p:spPr>
          <a:xfrm xmlns:a="http://schemas.openxmlformats.org/drawingml/2006/main">
            <a:off x="9934575" y="7286625"/>
            <a:ext cx="4191000"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88" name="dp44-comparison / n156 / text 1">
            <a:extLst xmlns:a="http://schemas.openxmlformats.org/drawingml/2006/main">
              <a:ext uri="{FF2B5EF4-FFF2-40B4-BE49-F238E27FC236}">
                <a16:creationId xmlns:a16="http://schemas.microsoft.com/office/drawing/2014/main" id="{4E8D8394-6005-4710-B000-335F22FF6EB4}"/>
              </a:ext>
            </a:extLst>
          </p:cNvPr>
          <p:cNvSpPr>
            <a:spLocks xmlns:a="http://schemas.openxmlformats.org/drawingml/2006/main" noGrp="1"/>
          </p:cNvSpPr>
          <p:nvPr/>
        </p:nvSpPr>
        <p:spPr>
          <a:xfrm xmlns:a="http://schemas.openxmlformats.org/drawingml/2006/main">
            <a:off x="9953625" y="7296150"/>
            <a:ext cx="75247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완료가 연결된 소비자의 입력이 됨 / 중앙 회수 없이 이어감</a:t>
            </a:r>
          </a:p>
        </p:txBody>
      </p:sp>
    </p:spTree>
    <p:extLst>
      <p:ext uri="{BB962C8B-B14F-4D97-AF65-F5344CB8AC3E}">
        <p14:creationId xmlns:p14="http://schemas.microsoft.com/office/powerpoint/2010/main" val="977243360"/>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4" name="dp45-background / n1">
            <a:extLst xmlns:a="http://schemas.openxmlformats.org/drawingml/2006/main">
              <a:ext uri="{FF2B5EF4-FFF2-40B4-BE49-F238E27FC236}">
                <a16:creationId xmlns:a16="http://schemas.microsoft.com/office/drawing/2014/main" id="{7A772645-6BFE-484A-9FCA-FE99186AC493}"/>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5-background / n2 / text 1">
            <a:extLst xmlns:a="http://schemas.openxmlformats.org/drawingml/2006/main">
              <a:ext uri="{FF2B5EF4-FFF2-40B4-BE49-F238E27FC236}">
                <a16:creationId xmlns:a16="http://schemas.microsoft.com/office/drawing/2014/main" id="{FE67F6E9-2622-40E6-A51C-4FF194408EB6}"/>
              </a:ext>
            </a:extLst>
          </p:cNvPr>
          <p:cNvSpPr>
            <a:spLocks xmlns:a="http://schemas.openxmlformats.org/drawingml/2006/main" noGrp="1"/>
          </p:cNvSpPr>
          <p:nvPr/>
        </p:nvSpPr>
        <p:spPr>
          <a:xfrm xmlns:a="http://schemas.openxmlformats.org/drawingml/2006/main">
            <a:off x="609600" y="238125"/>
            <a:ext cx="119062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1">
                <a:solidFill>
                  <a:srgbClr val="087E8B"/>
                </a:solidFill>
                <a:latin typeface="Apple SD Gothic Neo"/>
                <a:ea typeface="Apple SD Gothic Neo"/>
                <a:cs typeface="Apple SD Gothic Neo"/>
              </a:defRPr>
            </a:pPr>
            <a:r>
              <a:rPr sz="1500" b="1">
                <a:solidFill>
                  <a:srgbClr val="087E8B"/>
                </a:solidFill>
                <a:latin typeface="Apple SD Gothic Neo"/>
                <a:ea typeface="Apple SD Gothic Neo"/>
                <a:cs typeface="Apple SD Gothic Neo"/>
              </a:rPr>
              <a:t>VIA SOFTWARE ARCHITECTURE / DP 배경</a:t>
            </a:r>
          </a:p>
        </p:txBody>
      </p:sp>
      <p:sp>
        <p:nvSpPr>
          <p:cNvPr id="3" name="dp45-background / n3 / text 1">
            <a:extLst xmlns:a="http://schemas.openxmlformats.org/drawingml/2006/main">
              <a:ext uri="{FF2B5EF4-FFF2-40B4-BE49-F238E27FC236}">
                <a16:creationId xmlns:a16="http://schemas.microsoft.com/office/drawing/2014/main" id="{703445BB-570F-462B-BC62-D0D55A078729}"/>
              </a:ext>
            </a:extLst>
          </p:cNvPr>
          <p:cNvSpPr>
            <a:spLocks xmlns:a="http://schemas.openxmlformats.org/drawingml/2006/main" noGrp="1"/>
          </p:cNvSpPr>
          <p:nvPr/>
        </p:nvSpPr>
        <p:spPr>
          <a:xfrm xmlns:a="http://schemas.openxmlformats.org/drawingml/2006/main">
            <a:off x="15011400" y="238125"/>
            <a:ext cx="2667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04-45</a:t>
            </a:r>
          </a:p>
        </p:txBody>
      </p:sp>
      <p:sp>
        <p:nvSpPr>
          <p:cNvPr id="4" name="dp45-background / n4 / text 1">
            <a:extLst xmlns:a="http://schemas.openxmlformats.org/drawingml/2006/main">
              <a:ext uri="{FF2B5EF4-FFF2-40B4-BE49-F238E27FC236}">
                <a16:creationId xmlns:a16="http://schemas.microsoft.com/office/drawing/2014/main" id="{C03AC5E3-C196-4FB0-ADDF-3869546EABF5}"/>
              </a:ext>
            </a:extLst>
          </p:cNvPr>
          <p:cNvSpPr>
            <a:spLocks xmlns:a="http://schemas.openxmlformats.org/drawingml/2006/main" noGrp="1"/>
          </p:cNvSpPr>
          <p:nvPr/>
        </p:nvSpPr>
        <p:spPr>
          <a:xfrm xmlns:a="http://schemas.openxmlformats.org/drawingml/2006/main">
            <a:off x="609600" y="619125"/>
            <a:ext cx="1695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3000" b="1">
                <a:solidFill>
                  <a:srgbClr val="18232E"/>
                </a:solidFill>
                <a:latin typeface="Apple SD Gothic Neo"/>
                <a:ea typeface="Apple SD Gothic Neo"/>
                <a:cs typeface="Apple SD Gothic Neo"/>
              </a:defRPr>
            </a:pPr>
            <a:r>
              <a:rPr sz="3000" b="1">
                <a:solidFill>
                  <a:srgbClr val="18232E"/>
                </a:solidFill>
                <a:latin typeface="Apple SD Gothic Neo"/>
                <a:ea typeface="Apple SD Gothic Neo"/>
                <a:cs typeface="Apple SD Gothic Neo"/>
              </a:rPr>
              <a:t>04-45. 기능 정확성을 위한 VIA 기억과 Context 제공 설계</a:t>
            </a:r>
          </a:p>
        </p:txBody>
      </p:sp>
      <p:sp>
        <p:nvSpPr>
          <p:cNvPr id="5" name="dp45-background / n5 / path">
            <a:extLst xmlns:a="http://schemas.openxmlformats.org/drawingml/2006/main">
              <a:ext uri="{FF2B5EF4-FFF2-40B4-BE49-F238E27FC236}">
                <a16:creationId xmlns:a16="http://schemas.microsoft.com/office/drawing/2014/main" id="{1EB6DE68-C3C8-498A-B235-559246EB532C}"/>
              </a:ext>
            </a:extLst>
          </p:cNvPr>
          <p:cNvSpPr>
            <a:spLocks xmlns:a="http://schemas.openxmlformats.org/drawingml/2006/main" noGrp="1"/>
          </p:cNvSpPr>
          <p:nvPr/>
        </p:nvSpPr>
        <p:spPr>
          <a:xfrm xmlns:a="http://schemas.openxmlformats.org/drawingml/2006/main">
            <a:off x="609600" y="1209675"/>
            <a:ext cx="17068800" cy="953"/>
          </a:xfrm>
          <a:custGeom xmlns:a="http://schemas.openxmlformats.org/drawingml/2006/main">
            <a:pathLst>
              <a:path w="17068800" h="953">
                <a:moveTo>
                  <a:pt x="0" y="0"/>
                </a:moveTo>
                <a:lnTo>
                  <a:pt x="17068800" y="0"/>
                </a:lnTo>
              </a:path>
            </a:pathLst>
          </a:custGeom>
          <a:noFill xmlns:a="http://schemas.openxmlformats.org/drawingml/2006/main"/>
          <a:ln xmlns:a="http://schemas.openxmlformats.org/drawingml/2006/main" w="19050">
            <a:solidFill>
              <a:srgbClr val="CDD6DE"/>
            </a:solidFill>
            <a:prstDash val="solid"/>
          </a:ln>
        </p:spPr>
      </p:sp>
      <p:sp>
        <p:nvSpPr>
          <p:cNvPr id="6" name="dp45-background / n6">
            <a:extLst xmlns:a="http://schemas.openxmlformats.org/drawingml/2006/main">
              <a:ext uri="{FF2B5EF4-FFF2-40B4-BE49-F238E27FC236}">
                <a16:creationId xmlns:a16="http://schemas.microsoft.com/office/drawing/2014/main" id="{6C10F472-5381-4CFA-B377-4051D70B5BDE}"/>
              </a:ext>
            </a:extLst>
          </p:cNvPr>
          <p:cNvSpPr>
            <a:spLocks xmlns:a="http://schemas.openxmlformats.org/drawingml/2006/main" noGrp="1"/>
          </p:cNvSpPr>
          <p:nvPr/>
        </p:nvSpPr>
        <p:spPr>
          <a:xfrm xmlns:a="http://schemas.openxmlformats.org/drawingml/2006/main">
            <a:off x="609600" y="1438275"/>
            <a:ext cx="17068800" cy="609600"/>
          </a:xfrm>
          <a:prstGeom xmlns:a="http://schemas.openxmlformats.org/drawingml/2006/main" prst="rect">
            <a:avLst/>
          </a:prstGeom>
          <a:solidFill xmlns:a="http://schemas.openxmlformats.org/drawingml/2006/main">
            <a:srgbClr val="FFF4A8"/>
          </a:solidFill>
          <a:ln xmlns:a="http://schemas.openxmlformats.org/drawingml/2006/main" w="0">
            <a:noFill/>
            <a:prstDash val="solid"/>
          </a:ln>
        </p:spPr>
      </p:sp>
      <p:sp>
        <p:nvSpPr>
          <p:cNvPr id="7" name="dp45-background / n7 / text 1">
            <a:extLst xmlns:a="http://schemas.openxmlformats.org/drawingml/2006/main">
              <a:ext uri="{FF2B5EF4-FFF2-40B4-BE49-F238E27FC236}">
                <a16:creationId xmlns:a16="http://schemas.microsoft.com/office/drawing/2014/main" id="{7B474045-A716-4E06-B4E6-3449B515392E}"/>
              </a:ext>
            </a:extLst>
          </p:cNvPr>
          <p:cNvSpPr>
            <a:spLocks xmlns:a="http://schemas.openxmlformats.org/drawingml/2006/main" noGrp="1"/>
          </p:cNvSpPr>
          <p:nvPr/>
        </p:nvSpPr>
        <p:spPr>
          <a:xfrm xmlns:a="http://schemas.openxmlformats.org/drawingml/2006/main">
            <a:off x="781050" y="1571625"/>
            <a:ext cx="16725900" cy="49720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700" b="1">
                <a:solidFill>
                  <a:srgbClr val="18232E"/>
                </a:solidFill>
                <a:latin typeface="Apple SD Gothic Neo"/>
                <a:ea typeface="Apple SD Gothic Neo"/>
                <a:cs typeface="Apple SD Gothic Neo"/>
              </a:defRPr>
            </a:pPr>
            <a:r>
              <a:rPr sz="2700" b="1">
                <a:solidFill>
                  <a:srgbClr val="18232E"/>
                </a:solidFill>
                <a:latin typeface="Apple SD Gothic Neo"/>
                <a:ea typeface="Apple SD Gothic Neo"/>
                <a:cs typeface="Apple SD Gothic Neo"/>
              </a:rPr>
              <a:t>여러 활동의 과거 근거 누락과 실제 전달 내용의 오연결 위험</a:t>
            </a:r>
          </a:p>
        </p:txBody>
      </p:sp>
      <p:sp>
        <p:nvSpPr>
          <p:cNvPr id="8" name="dp45-background / n8 / path">
            <a:extLst xmlns:a="http://schemas.openxmlformats.org/drawingml/2006/main">
              <a:ext uri="{FF2B5EF4-FFF2-40B4-BE49-F238E27FC236}">
                <a16:creationId xmlns:a16="http://schemas.microsoft.com/office/drawing/2014/main" id="{EEDBD477-4898-4F52-8596-2738A17AD23F}"/>
              </a:ext>
            </a:extLst>
          </p:cNvPr>
          <p:cNvSpPr>
            <a:spLocks xmlns:a="http://schemas.openxmlformats.org/drawingml/2006/main" noGrp="1"/>
          </p:cNvSpPr>
          <p:nvPr/>
        </p:nvSpPr>
        <p:spPr>
          <a:xfrm xmlns:a="http://schemas.openxmlformats.org/drawingml/2006/main">
            <a:off x="11553825" y="2686050"/>
            <a:ext cx="953" cy="5495925"/>
          </a:xfrm>
          <a:custGeom xmlns:a="http://schemas.openxmlformats.org/drawingml/2006/main">
            <a:pathLst>
              <a:path w="953" h="5495925">
                <a:moveTo>
                  <a:pt x="0" y="0"/>
                </a:moveTo>
                <a:lnTo>
                  <a:pt x="0" y="5495925"/>
                </a:lnTo>
              </a:path>
            </a:pathLst>
          </a:custGeom>
          <a:noFill xmlns:a="http://schemas.openxmlformats.org/drawingml/2006/main"/>
          <a:ln xmlns:a="http://schemas.openxmlformats.org/drawingml/2006/main" w="19050">
            <a:solidFill>
              <a:srgbClr val="CDD6DE"/>
            </a:solidFill>
            <a:prstDash val="solid"/>
          </a:ln>
        </p:spPr>
      </p:sp>
      <p:sp>
        <p:nvSpPr>
          <p:cNvPr id="9" name="dp45-background / n9 / text 1">
            <a:extLst xmlns:a="http://schemas.openxmlformats.org/drawingml/2006/main">
              <a:ext uri="{FF2B5EF4-FFF2-40B4-BE49-F238E27FC236}">
                <a16:creationId xmlns:a16="http://schemas.microsoft.com/office/drawing/2014/main" id="{49BC1BB1-C311-4DBE-A6C3-2C8461DA21A0}"/>
              </a:ext>
            </a:extLst>
          </p:cNvPr>
          <p:cNvSpPr>
            <a:spLocks xmlns:a="http://schemas.openxmlformats.org/drawingml/2006/main" noGrp="1"/>
          </p:cNvSpPr>
          <p:nvPr/>
        </p:nvSpPr>
        <p:spPr>
          <a:xfrm xmlns:a="http://schemas.openxmlformats.org/drawingml/2006/main">
            <a:off x="12001500" y="2695575"/>
            <a:ext cx="567690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5F6B77"/>
                </a:solidFill>
                <a:latin typeface="Apple SD Gothic Neo"/>
                <a:ea typeface="Apple SD Gothic Neo"/>
                <a:cs typeface="Apple SD Gothic Neo"/>
              </a:defRPr>
            </a:pPr>
            <a:r>
              <a:rPr sz="1950" b="1">
                <a:solidFill>
                  <a:srgbClr val="5F6B77"/>
                </a:solidFill>
                <a:latin typeface="Apple SD Gothic Neo"/>
                <a:ea typeface="Apple SD Gothic Neo"/>
                <a:cs typeface="Apple SD Gothic Neo"/>
              </a:rPr>
              <a:t>설계 고려 사항</a:t>
            </a:r>
          </a:p>
        </p:txBody>
      </p:sp>
      <p:sp>
        <p:nvSpPr>
          <p:cNvPr id="10" name="dp45-background / n10 / path">
            <a:extLst xmlns:a="http://schemas.openxmlformats.org/drawingml/2006/main">
              <a:ext uri="{FF2B5EF4-FFF2-40B4-BE49-F238E27FC236}">
                <a16:creationId xmlns:a16="http://schemas.microsoft.com/office/drawing/2014/main" id="{BD70A6D5-19E3-447B-A95A-705E082E0523}"/>
              </a:ext>
            </a:extLst>
          </p:cNvPr>
          <p:cNvSpPr>
            <a:spLocks xmlns:a="http://schemas.openxmlformats.org/drawingml/2006/main" noGrp="1"/>
          </p:cNvSpPr>
          <p:nvPr/>
        </p:nvSpPr>
        <p:spPr>
          <a:xfrm xmlns:a="http://schemas.openxmlformats.org/drawingml/2006/main">
            <a:off x="609600" y="8458200"/>
            <a:ext cx="17068800" cy="953"/>
          </a:xfrm>
          <a:custGeom xmlns:a="http://schemas.openxmlformats.org/drawingml/2006/main">
            <a:pathLst>
              <a:path w="17068800" h="953">
                <a:moveTo>
                  <a:pt x="0" y="0"/>
                </a:moveTo>
                <a:lnTo>
                  <a:pt x="17068800" y="0"/>
                </a:lnTo>
              </a:path>
            </a:pathLst>
          </a:custGeom>
          <a:noFill xmlns:a="http://schemas.openxmlformats.org/drawingml/2006/main"/>
          <a:ln xmlns:a="http://schemas.openxmlformats.org/drawingml/2006/main" w="19050">
            <a:solidFill>
              <a:srgbClr val="CDD6DE"/>
            </a:solidFill>
            <a:prstDash val="solid"/>
          </a:ln>
        </p:spPr>
      </p:sp>
      <p:sp>
        <p:nvSpPr>
          <p:cNvPr id="11" name="dp45-background / n11 / text 1">
            <a:extLst xmlns:a="http://schemas.openxmlformats.org/drawingml/2006/main">
              <a:ext uri="{FF2B5EF4-FFF2-40B4-BE49-F238E27FC236}">
                <a16:creationId xmlns:a16="http://schemas.microsoft.com/office/drawing/2014/main" id="{83733F0E-D48E-4A89-AACA-EAA61C8DA33C}"/>
              </a:ext>
            </a:extLst>
          </p:cNvPr>
          <p:cNvSpPr>
            <a:spLocks xmlns:a="http://schemas.openxmlformats.org/drawingml/2006/main" noGrp="1"/>
          </p:cNvSpPr>
          <p:nvPr/>
        </p:nvSpPr>
        <p:spPr>
          <a:xfrm xmlns:a="http://schemas.openxmlformats.org/drawingml/2006/main">
            <a:off x="609600" y="8810625"/>
            <a:ext cx="1571625"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B63732"/>
                </a:solidFill>
                <a:latin typeface="Apple SD Gothic Neo"/>
                <a:ea typeface="Apple SD Gothic Neo"/>
                <a:cs typeface="Apple SD Gothic Neo"/>
              </a:defRPr>
            </a:pPr>
            <a:r>
              <a:rPr sz="1950" b="1">
                <a:solidFill>
                  <a:srgbClr val="B63732"/>
                </a:solidFill>
                <a:latin typeface="Apple SD Gothic Neo"/>
                <a:ea typeface="Apple SD Gothic Neo"/>
                <a:cs typeface="Apple SD Gothic Neo"/>
              </a:rPr>
              <a:t>설계 과제</a:t>
            </a:r>
          </a:p>
        </p:txBody>
      </p:sp>
      <p:sp>
        <p:nvSpPr>
          <p:cNvPr id="12" name="dp45-background / n12 / text 1">
            <a:extLst xmlns:a="http://schemas.openxmlformats.org/drawingml/2006/main">
              <a:ext uri="{FF2B5EF4-FFF2-40B4-BE49-F238E27FC236}">
                <a16:creationId xmlns:a16="http://schemas.microsoft.com/office/drawing/2014/main" id="{291507DE-3544-466A-A7C3-34B732815B95}"/>
              </a:ext>
            </a:extLst>
          </p:cNvPr>
          <p:cNvSpPr>
            <a:spLocks xmlns:a="http://schemas.openxmlformats.org/drawingml/2006/main" noGrp="1"/>
          </p:cNvSpPr>
          <p:nvPr/>
        </p:nvSpPr>
        <p:spPr>
          <a:xfrm xmlns:a="http://schemas.openxmlformats.org/drawingml/2006/main">
            <a:off x="2286000" y="8763000"/>
            <a:ext cx="15392400" cy="42814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325" b="1">
                <a:solidFill>
                  <a:srgbClr val="18232E"/>
                </a:solidFill>
                <a:latin typeface="Apple SD Gothic Neo"/>
                <a:ea typeface="Apple SD Gothic Neo"/>
                <a:cs typeface="Apple SD Gothic Neo"/>
              </a:defRPr>
            </a:pPr>
            <a:r>
              <a:rPr sz="2325" b="1">
                <a:solidFill>
                  <a:srgbClr val="18232E"/>
                </a:solidFill>
                <a:latin typeface="Apple SD Gothic Neo"/>
                <a:ea typeface="Apple SD Gothic Neo"/>
                <a:cs typeface="Apple SD Gothic Neo"/>
              </a:rPr>
              <a:t>과거 근거를 연결하는 Context의 생산, 조회와 갱신 책임 설계</a:t>
            </a:r>
          </a:p>
        </p:txBody>
      </p:sp>
      <p:sp>
        <p:nvSpPr>
          <p:cNvPr id="13" name="dp45-background / n13 / text 1">
            <a:extLst xmlns:a="http://schemas.openxmlformats.org/drawingml/2006/main">
              <a:ext uri="{FF2B5EF4-FFF2-40B4-BE49-F238E27FC236}">
                <a16:creationId xmlns:a16="http://schemas.microsoft.com/office/drawing/2014/main" id="{180B0AE8-A394-46E2-8937-3C3A29F988FC}"/>
              </a:ext>
            </a:extLst>
          </p:cNvPr>
          <p:cNvSpPr>
            <a:spLocks xmlns:a="http://schemas.openxmlformats.org/drawingml/2006/main" noGrp="1"/>
          </p:cNvSpPr>
          <p:nvPr/>
        </p:nvSpPr>
        <p:spPr>
          <a:xfrm xmlns:a="http://schemas.openxmlformats.org/drawingml/2006/main">
            <a:off x="2286000" y="9277350"/>
            <a:ext cx="153924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5F6B77"/>
                </a:solidFill>
                <a:latin typeface="Apple SD Gothic Neo"/>
                <a:ea typeface="Apple SD Gothic Neo"/>
                <a:cs typeface="Apple SD Gothic Neo"/>
              </a:defRPr>
            </a:pPr>
            <a:r>
              <a:rPr sz="1575" b="0">
                <a:solidFill>
                  <a:srgbClr val="5F6B77"/>
                </a:solidFill>
                <a:latin typeface="Apple SD Gothic Neo"/>
                <a:ea typeface="Apple SD Gothic Neo"/>
                <a:cs typeface="Apple SD Gothic Neo"/>
              </a:rPr>
              <a:t>VIA는 허용 근거를 연결 / 업무 판단과 제안서 작성은 Downstream Agent</a:t>
            </a:r>
          </a:p>
        </p:txBody>
      </p:sp>
      <p:sp>
        <p:nvSpPr>
          <p:cNvPr id="14" name="dp45-background / n14 / text 1">
            <a:extLst xmlns:a="http://schemas.openxmlformats.org/drawingml/2006/main">
              <a:ext uri="{FF2B5EF4-FFF2-40B4-BE49-F238E27FC236}">
                <a16:creationId xmlns:a16="http://schemas.microsoft.com/office/drawing/2014/main" id="{9AE7E139-5AA9-4A8C-963D-A51C1E61F04D}"/>
              </a:ext>
            </a:extLst>
          </p:cNvPr>
          <p:cNvSpPr>
            <a:spLocks xmlns:a="http://schemas.openxmlformats.org/drawingml/2006/main" noGrp="1"/>
          </p:cNvSpPr>
          <p:nvPr/>
        </p:nvSpPr>
        <p:spPr>
          <a:xfrm xmlns:a="http://schemas.openxmlformats.org/drawingml/2006/main">
            <a:off x="609600" y="9858375"/>
            <a:ext cx="12001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5F6B77"/>
                </a:solidFill>
                <a:latin typeface="Apple SD Gothic Neo"/>
                <a:ea typeface="Apple SD Gothic Neo"/>
                <a:cs typeface="Apple SD Gothic Neo"/>
              </a:defRPr>
            </a:pPr>
            <a:r>
              <a:rPr sz="1350" b="0">
                <a:solidFill>
                  <a:srgbClr val="5F6B77"/>
                </a:solidFill>
                <a:latin typeface="Apple SD Gothic Neo"/>
                <a:ea typeface="Apple SD Gothic Neo"/>
                <a:cs typeface="Apple SD Gothic Neo"/>
              </a:rPr>
              <a:t>품질 관점: 기능 정확성 / 반응성 / 자원 활용성</a:t>
            </a:r>
          </a:p>
        </p:txBody>
      </p:sp>
      <p:sp>
        <p:nvSpPr>
          <p:cNvPr id="15" name="dp45-background / n15 / text 1">
            <a:extLst xmlns:a="http://schemas.openxmlformats.org/drawingml/2006/main">
              <a:ext uri="{FF2B5EF4-FFF2-40B4-BE49-F238E27FC236}">
                <a16:creationId xmlns:a16="http://schemas.microsoft.com/office/drawing/2014/main" id="{686AC35B-01F1-4AE2-B349-D44C2BBFC0A6}"/>
              </a:ext>
            </a:extLst>
          </p:cNvPr>
          <p:cNvSpPr>
            <a:spLocks xmlns:a="http://schemas.openxmlformats.org/drawingml/2006/main" noGrp="1"/>
          </p:cNvSpPr>
          <p:nvPr/>
        </p:nvSpPr>
        <p:spPr>
          <a:xfrm xmlns:a="http://schemas.openxmlformats.org/drawingml/2006/main">
            <a:off x="13106400" y="9858375"/>
            <a:ext cx="4572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350" b="0">
                <a:solidFill>
                  <a:srgbClr val="5F6B77"/>
                </a:solidFill>
                <a:latin typeface="Apple SD Gothic Neo"/>
                <a:ea typeface="Apple SD Gothic Neo"/>
                <a:cs typeface="Apple SD Gothic Neo"/>
              </a:defRPr>
            </a:pPr>
            <a:r>
              <a:rPr sz="1350" b="0">
                <a:solidFill>
                  <a:srgbClr val="5F6B77"/>
                </a:solidFill>
                <a:latin typeface="Apple SD Gothic Neo"/>
                <a:ea typeface="Apple SD Gothic Neo"/>
                <a:cs typeface="Apple SD Gothic Neo"/>
              </a:rPr>
              <a:t>구조 후보 / 미선정 / 미측정</a:t>
            </a:r>
          </a:p>
        </p:txBody>
      </p:sp>
      <p:sp>
        <p:nvSpPr>
          <p:cNvPr id="16" name="dp45-background / n16 / text 1">
            <a:extLst xmlns:a="http://schemas.openxmlformats.org/drawingml/2006/main">
              <a:ext uri="{FF2B5EF4-FFF2-40B4-BE49-F238E27FC236}">
                <a16:creationId xmlns:a16="http://schemas.microsoft.com/office/drawing/2014/main" id="{F004D699-0A42-4707-AD86-36D8E71A699C}"/>
              </a:ext>
            </a:extLst>
          </p:cNvPr>
          <p:cNvSpPr>
            <a:spLocks xmlns:a="http://schemas.openxmlformats.org/drawingml/2006/main" noGrp="1"/>
          </p:cNvSpPr>
          <p:nvPr/>
        </p:nvSpPr>
        <p:spPr>
          <a:xfrm xmlns:a="http://schemas.openxmlformats.org/drawingml/2006/main">
            <a:off x="609600" y="2505075"/>
            <a:ext cx="105727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0">
                <a:solidFill>
                  <a:srgbClr val="5F6B77"/>
                </a:solidFill>
                <a:latin typeface="Apple SD Gothic Neo"/>
                <a:ea typeface="Apple SD Gothic Neo"/>
                <a:cs typeface="Apple SD Gothic Neo"/>
              </a:defRPr>
            </a:pPr>
            <a:r>
              <a:rPr sz="1800" b="0">
                <a:solidFill>
                  <a:srgbClr val="5F6B77"/>
                </a:solidFill>
                <a:latin typeface="Apple SD Gothic Neo"/>
                <a:ea typeface="Apple SD Gothic Neo"/>
                <a:cs typeface="Apple SD Gothic Neo"/>
              </a:rPr>
              <a:t>과거 활동의 시간 흐름 / VIA가 받은 기록과 허용된 참조</a:t>
            </a:r>
          </a:p>
        </p:txBody>
      </p:sp>
      <p:sp>
        <p:nvSpPr>
          <p:cNvPr id="17" name="dp45-background / n17">
            <a:extLst xmlns:a="http://schemas.openxmlformats.org/drawingml/2006/main">
              <a:ext uri="{FF2B5EF4-FFF2-40B4-BE49-F238E27FC236}">
                <a16:creationId xmlns:a16="http://schemas.microsoft.com/office/drawing/2014/main" id="{40018322-1B73-4056-BEF2-DBC3C050643F}"/>
              </a:ext>
            </a:extLst>
          </p:cNvPr>
          <p:cNvSpPr>
            <a:spLocks xmlns:a="http://schemas.openxmlformats.org/drawingml/2006/main" noGrp="1"/>
          </p:cNvSpPr>
          <p:nvPr/>
        </p:nvSpPr>
        <p:spPr>
          <a:xfrm xmlns:a="http://schemas.openxmlformats.org/drawingml/2006/main">
            <a:off x="609600" y="3133725"/>
            <a:ext cx="3333750" cy="2733675"/>
          </a:xfrm>
          <a:custGeom xmlns:a="http://schemas.openxmlformats.org/drawingml/2006/main">
            <a:pathLst>
              <a:path w="3333750" h="2733675">
                <a:moveTo>
                  <a:pt x="0" y="0"/>
                </a:moveTo>
                <a:lnTo>
                  <a:pt x="3162300" y="0"/>
                </a:lnTo>
                <a:lnTo>
                  <a:pt x="3333750" y="171450"/>
                </a:lnTo>
                <a:lnTo>
                  <a:pt x="3333750" y="2733675"/>
                </a:lnTo>
                <a:lnTo>
                  <a:pt x="0" y="2733675"/>
                </a:lnTo>
                <a:close/>
              </a:path>
            </a:pathLst>
          </a:custGeom>
          <a:solidFill xmlns:a="http://schemas.openxmlformats.org/drawingml/2006/main">
            <a:srgbClr val="F4F6F8"/>
          </a:solidFill>
          <a:ln xmlns:a="http://schemas.openxmlformats.org/drawingml/2006/main" w="16193">
            <a:solidFill>
              <a:srgbClr val="CDD6DE"/>
            </a:solidFill>
            <a:prstDash val="solid"/>
          </a:ln>
        </p:spPr>
      </p:sp>
      <p:sp>
        <p:nvSpPr>
          <p:cNvPr id="18" name="dp45-background / n17 / fold">
            <a:extLst xmlns:a="http://schemas.openxmlformats.org/drawingml/2006/main">
              <a:ext uri="{FF2B5EF4-FFF2-40B4-BE49-F238E27FC236}">
                <a16:creationId xmlns:a16="http://schemas.microsoft.com/office/drawing/2014/main" id="{534AAE77-B601-466C-AACE-49363C32E56D}"/>
              </a:ext>
            </a:extLst>
          </p:cNvPr>
          <p:cNvSpPr>
            <a:spLocks xmlns:a="http://schemas.openxmlformats.org/drawingml/2006/main" noGrp="1"/>
          </p:cNvSpPr>
          <p:nvPr/>
        </p:nvSpPr>
        <p:spPr>
          <a:xfrm xmlns:a="http://schemas.openxmlformats.org/drawingml/2006/main">
            <a:off x="3771900" y="31337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16193">
            <a:solidFill>
              <a:srgbClr val="CDD6DE"/>
            </a:solidFill>
            <a:prstDash val="solid"/>
          </a:ln>
        </p:spPr>
      </p:sp>
      <p:sp>
        <p:nvSpPr>
          <p:cNvPr id="19" name="dp45-background / n18">
            <a:extLst xmlns:a="http://schemas.openxmlformats.org/drawingml/2006/main">
              <a:ext uri="{FF2B5EF4-FFF2-40B4-BE49-F238E27FC236}">
                <a16:creationId xmlns:a16="http://schemas.microsoft.com/office/drawing/2014/main" id="{2715C1C8-18C3-43DC-AC06-2FB5AD5B003E}"/>
              </a:ext>
            </a:extLst>
          </p:cNvPr>
          <p:cNvSpPr>
            <a:spLocks xmlns:a="http://schemas.openxmlformats.org/drawingml/2006/main" noGrp="1"/>
          </p:cNvSpPr>
          <p:nvPr/>
        </p:nvSpPr>
        <p:spPr>
          <a:xfrm xmlns:a="http://schemas.openxmlformats.org/drawingml/2006/main">
            <a:off x="4229100" y="3133725"/>
            <a:ext cx="3333750" cy="2733675"/>
          </a:xfrm>
          <a:custGeom xmlns:a="http://schemas.openxmlformats.org/drawingml/2006/main">
            <a:pathLst>
              <a:path w="3333750" h="2733675">
                <a:moveTo>
                  <a:pt x="0" y="0"/>
                </a:moveTo>
                <a:lnTo>
                  <a:pt x="3162300" y="0"/>
                </a:lnTo>
                <a:lnTo>
                  <a:pt x="3333750" y="171450"/>
                </a:lnTo>
                <a:lnTo>
                  <a:pt x="3333750" y="2733675"/>
                </a:lnTo>
                <a:lnTo>
                  <a:pt x="0" y="2733675"/>
                </a:lnTo>
                <a:close/>
              </a:path>
            </a:pathLst>
          </a:custGeom>
          <a:solidFill xmlns:a="http://schemas.openxmlformats.org/drawingml/2006/main">
            <a:srgbClr val="F4F6F8"/>
          </a:solidFill>
          <a:ln xmlns:a="http://schemas.openxmlformats.org/drawingml/2006/main" w="16193">
            <a:solidFill>
              <a:srgbClr val="CDD6DE"/>
            </a:solidFill>
            <a:prstDash val="solid"/>
          </a:ln>
        </p:spPr>
      </p:sp>
      <p:sp>
        <p:nvSpPr>
          <p:cNvPr id="20" name="dp45-background / n18 / fold">
            <a:extLst xmlns:a="http://schemas.openxmlformats.org/drawingml/2006/main">
              <a:ext uri="{FF2B5EF4-FFF2-40B4-BE49-F238E27FC236}">
                <a16:creationId xmlns:a16="http://schemas.microsoft.com/office/drawing/2014/main" id="{B7CA18B6-9C63-4CD7-91C3-10A31062A762}"/>
              </a:ext>
            </a:extLst>
          </p:cNvPr>
          <p:cNvSpPr>
            <a:spLocks xmlns:a="http://schemas.openxmlformats.org/drawingml/2006/main" noGrp="1"/>
          </p:cNvSpPr>
          <p:nvPr/>
        </p:nvSpPr>
        <p:spPr>
          <a:xfrm xmlns:a="http://schemas.openxmlformats.org/drawingml/2006/main">
            <a:off x="7391400" y="31337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16193">
            <a:solidFill>
              <a:srgbClr val="CDD6DE"/>
            </a:solidFill>
            <a:prstDash val="solid"/>
          </a:ln>
        </p:spPr>
      </p:sp>
      <p:sp>
        <p:nvSpPr>
          <p:cNvPr id="21" name="dp45-background / n19">
            <a:extLst xmlns:a="http://schemas.openxmlformats.org/drawingml/2006/main">
              <a:ext uri="{FF2B5EF4-FFF2-40B4-BE49-F238E27FC236}">
                <a16:creationId xmlns:a16="http://schemas.microsoft.com/office/drawing/2014/main" id="{6BB19DFC-AEB3-42E4-AB19-23C0B4A33AA3}"/>
              </a:ext>
            </a:extLst>
          </p:cNvPr>
          <p:cNvSpPr>
            <a:spLocks xmlns:a="http://schemas.openxmlformats.org/drawingml/2006/main" noGrp="1"/>
          </p:cNvSpPr>
          <p:nvPr/>
        </p:nvSpPr>
        <p:spPr>
          <a:xfrm xmlns:a="http://schemas.openxmlformats.org/drawingml/2006/main">
            <a:off x="7848600" y="3133725"/>
            <a:ext cx="3333750" cy="2733675"/>
          </a:xfrm>
          <a:custGeom xmlns:a="http://schemas.openxmlformats.org/drawingml/2006/main">
            <a:pathLst>
              <a:path w="3333750" h="2733675">
                <a:moveTo>
                  <a:pt x="0" y="0"/>
                </a:moveTo>
                <a:lnTo>
                  <a:pt x="3162300" y="0"/>
                </a:lnTo>
                <a:lnTo>
                  <a:pt x="3333750" y="171450"/>
                </a:lnTo>
                <a:lnTo>
                  <a:pt x="3333750" y="2733675"/>
                </a:lnTo>
                <a:lnTo>
                  <a:pt x="0" y="2733675"/>
                </a:lnTo>
                <a:close/>
              </a:path>
            </a:pathLst>
          </a:custGeom>
          <a:solidFill xmlns:a="http://schemas.openxmlformats.org/drawingml/2006/main">
            <a:srgbClr val="F4F6F8"/>
          </a:solidFill>
          <a:ln xmlns:a="http://schemas.openxmlformats.org/drawingml/2006/main" w="16193">
            <a:solidFill>
              <a:srgbClr val="CDD6DE"/>
            </a:solidFill>
            <a:prstDash val="solid"/>
          </a:ln>
        </p:spPr>
      </p:sp>
      <p:sp>
        <p:nvSpPr>
          <p:cNvPr id="22" name="dp45-background / n19 / fold">
            <a:extLst xmlns:a="http://schemas.openxmlformats.org/drawingml/2006/main">
              <a:ext uri="{FF2B5EF4-FFF2-40B4-BE49-F238E27FC236}">
                <a16:creationId xmlns:a16="http://schemas.microsoft.com/office/drawing/2014/main" id="{83C90A47-DDD7-455A-B4F8-BFA7E56476E8}"/>
              </a:ext>
            </a:extLst>
          </p:cNvPr>
          <p:cNvSpPr>
            <a:spLocks xmlns:a="http://schemas.openxmlformats.org/drawingml/2006/main" noGrp="1"/>
          </p:cNvSpPr>
          <p:nvPr/>
        </p:nvSpPr>
        <p:spPr>
          <a:xfrm xmlns:a="http://schemas.openxmlformats.org/drawingml/2006/main">
            <a:off x="11010900" y="31337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16193">
            <a:solidFill>
              <a:srgbClr val="CDD6DE"/>
            </a:solidFill>
            <a:prstDash val="solid"/>
          </a:ln>
        </p:spPr>
      </p:sp>
      <p:sp>
        <p:nvSpPr>
          <p:cNvPr id="23" name="dp45-background / n20 / text 1">
            <a:extLst xmlns:a="http://schemas.openxmlformats.org/drawingml/2006/main">
              <a:ext uri="{FF2B5EF4-FFF2-40B4-BE49-F238E27FC236}">
                <a16:creationId xmlns:a16="http://schemas.microsoft.com/office/drawing/2014/main" id="{61CED0F1-6C2E-43AB-ACC6-49DF312139E5}"/>
              </a:ext>
            </a:extLst>
          </p:cNvPr>
          <p:cNvSpPr>
            <a:spLocks xmlns:a="http://schemas.openxmlformats.org/drawingml/2006/main" noGrp="1"/>
          </p:cNvSpPr>
          <p:nvPr/>
        </p:nvSpPr>
        <p:spPr>
          <a:xfrm xmlns:a="http://schemas.openxmlformats.org/drawingml/2006/main">
            <a:off x="800100" y="3305175"/>
            <a:ext cx="29527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앞선 대화 C20</a:t>
            </a:r>
          </a:p>
        </p:txBody>
      </p:sp>
      <p:sp>
        <p:nvSpPr>
          <p:cNvPr id="24" name="dp45-background / n21 / text 1">
            <a:extLst xmlns:a="http://schemas.openxmlformats.org/drawingml/2006/main">
              <a:ext uri="{FF2B5EF4-FFF2-40B4-BE49-F238E27FC236}">
                <a16:creationId xmlns:a16="http://schemas.microsoft.com/office/drawing/2014/main" id="{3989A51A-2AC6-4035-AD7D-5999849B34C4}"/>
              </a:ext>
            </a:extLst>
          </p:cNvPr>
          <p:cNvSpPr>
            <a:spLocks xmlns:a="http://schemas.openxmlformats.org/drawingml/2006/main" noGrp="1"/>
          </p:cNvSpPr>
          <p:nvPr/>
        </p:nvSpPr>
        <p:spPr>
          <a:xfrm xmlns:a="http://schemas.openxmlformats.org/drawingml/2006/main">
            <a:off x="800100" y="3829050"/>
            <a:ext cx="29527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VIA의 직접 설명 E20</a:t>
            </a:r>
          </a:p>
        </p:txBody>
      </p:sp>
      <p:sp>
        <p:nvSpPr>
          <p:cNvPr id="25" name="dp45-background / n21 / text 2">
            <a:extLst xmlns:a="http://schemas.openxmlformats.org/drawingml/2006/main">
              <a:ext uri="{FF2B5EF4-FFF2-40B4-BE49-F238E27FC236}">
                <a16:creationId xmlns:a16="http://schemas.microsoft.com/office/drawing/2014/main" id="{D6EA698A-B565-4344-B9B1-A7E5B9760FAE}"/>
              </a:ext>
            </a:extLst>
          </p:cNvPr>
          <p:cNvSpPr>
            <a:spLocks xmlns:a="http://schemas.openxmlformats.org/drawingml/2006/main" noGrp="1"/>
          </p:cNvSpPr>
          <p:nvPr/>
        </p:nvSpPr>
        <p:spPr>
          <a:xfrm xmlns:a="http://schemas.openxmlformats.org/drawingml/2006/main">
            <a:off x="800100" y="4181475"/>
            <a:ext cx="29527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평가 기준</a:t>
            </a:r>
          </a:p>
        </p:txBody>
      </p:sp>
      <p:sp>
        <p:nvSpPr>
          <p:cNvPr id="26" name="dp45-background / n22 / text 1">
            <a:extLst xmlns:a="http://schemas.openxmlformats.org/drawingml/2006/main">
              <a:ext uri="{FF2B5EF4-FFF2-40B4-BE49-F238E27FC236}">
                <a16:creationId xmlns:a16="http://schemas.microsoft.com/office/drawing/2014/main" id="{4A21350E-AF9E-4AF6-B3EA-B445DC5AE15B}"/>
              </a:ext>
            </a:extLst>
          </p:cNvPr>
          <p:cNvSpPr>
            <a:spLocks xmlns:a="http://schemas.openxmlformats.org/drawingml/2006/main" noGrp="1"/>
          </p:cNvSpPr>
          <p:nvPr/>
        </p:nvSpPr>
        <p:spPr>
          <a:xfrm xmlns:a="http://schemas.openxmlformats.org/drawingml/2006/main">
            <a:off x="800100" y="4714875"/>
            <a:ext cx="295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087E8B"/>
                </a:solidFill>
                <a:latin typeface="Apple SD Gothic Neo"/>
                <a:ea typeface="Apple SD Gothic Neo"/>
                <a:cs typeface="Apple SD Gothic Neo"/>
              </a:defRPr>
            </a:pPr>
            <a:r>
              <a:rPr sz="1725" b="1">
                <a:solidFill>
                  <a:srgbClr val="087E8B"/>
                </a:solidFill>
                <a:latin typeface="Apple SD Gothic Neo"/>
                <a:ea typeface="Apple SD Gothic Neo"/>
                <a:cs typeface="Apple SD Gothic Neo"/>
              </a:rPr>
              <a:t>실제 전달 P20의</a:t>
            </a:r>
          </a:p>
        </p:txBody>
      </p:sp>
      <p:sp>
        <p:nvSpPr>
          <p:cNvPr id="27" name="dp45-background / n22 / text 2">
            <a:extLst xmlns:a="http://schemas.openxmlformats.org/drawingml/2006/main">
              <a:ext uri="{FF2B5EF4-FFF2-40B4-BE49-F238E27FC236}">
                <a16:creationId xmlns:a16="http://schemas.microsoft.com/office/drawing/2014/main" id="{F2D52654-6F67-4129-8ED9-F4E824519586}"/>
              </a:ext>
            </a:extLst>
          </p:cNvPr>
          <p:cNvSpPr>
            <a:spLocks xmlns:a="http://schemas.openxmlformats.org/drawingml/2006/main" noGrp="1"/>
          </p:cNvSpPr>
          <p:nvPr/>
        </p:nvSpPr>
        <p:spPr>
          <a:xfrm xmlns:a="http://schemas.openxmlformats.org/drawingml/2006/main">
            <a:off x="800100" y="5038725"/>
            <a:ext cx="295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087E8B"/>
                </a:solidFill>
                <a:latin typeface="Apple SD Gothic Neo"/>
                <a:ea typeface="Apple SD Gothic Neo"/>
                <a:cs typeface="Apple SD Gothic Neo"/>
              </a:defRPr>
            </a:pPr>
            <a:r>
              <a:rPr sz="1725" b="1">
                <a:solidFill>
                  <a:srgbClr val="087E8B"/>
                </a:solidFill>
                <a:latin typeface="Apple SD Gothic Neo"/>
                <a:ea typeface="Apple SD Gothic Neo"/>
                <a:cs typeface="Apple SD Gothic Neo"/>
              </a:rPr>
              <a:t>설명 내용과 범위</a:t>
            </a:r>
          </a:p>
        </p:txBody>
      </p:sp>
      <p:sp>
        <p:nvSpPr>
          <p:cNvPr id="28" name="dp45-background / n23 / text 1">
            <a:extLst xmlns:a="http://schemas.openxmlformats.org/drawingml/2006/main">
              <a:ext uri="{FF2B5EF4-FFF2-40B4-BE49-F238E27FC236}">
                <a16:creationId xmlns:a16="http://schemas.microsoft.com/office/drawing/2014/main" id="{360EE4B3-0EEC-414A-91D9-F36CADFBCBC6}"/>
              </a:ext>
            </a:extLst>
          </p:cNvPr>
          <p:cNvSpPr>
            <a:spLocks xmlns:a="http://schemas.openxmlformats.org/drawingml/2006/main" noGrp="1"/>
          </p:cNvSpPr>
          <p:nvPr/>
        </p:nvSpPr>
        <p:spPr>
          <a:xfrm xmlns:a="http://schemas.openxmlformats.org/drawingml/2006/main">
            <a:off x="800100" y="5524500"/>
            <a:ext cx="29527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생성과 실제 전달 구별</a:t>
            </a:r>
          </a:p>
        </p:txBody>
      </p:sp>
      <p:sp>
        <p:nvSpPr>
          <p:cNvPr id="29" name="dp45-background / n24 / text 1">
            <a:extLst xmlns:a="http://schemas.openxmlformats.org/drawingml/2006/main">
              <a:ext uri="{FF2B5EF4-FFF2-40B4-BE49-F238E27FC236}">
                <a16:creationId xmlns:a16="http://schemas.microsoft.com/office/drawing/2014/main" id="{4740CE16-7F4E-4976-9489-A8E6E45B1844}"/>
              </a:ext>
            </a:extLst>
          </p:cNvPr>
          <p:cNvSpPr>
            <a:spLocks xmlns:a="http://schemas.openxmlformats.org/drawingml/2006/main" noGrp="1"/>
          </p:cNvSpPr>
          <p:nvPr/>
        </p:nvSpPr>
        <p:spPr>
          <a:xfrm xmlns:a="http://schemas.openxmlformats.org/drawingml/2006/main">
            <a:off x="4419600" y="3305175"/>
            <a:ext cx="29527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이후 제품 조사 T21</a:t>
            </a:r>
          </a:p>
        </p:txBody>
      </p:sp>
      <p:sp>
        <p:nvSpPr>
          <p:cNvPr id="30" name="dp45-background / n25 / text 1">
            <a:extLst xmlns:a="http://schemas.openxmlformats.org/drawingml/2006/main">
              <a:ext uri="{FF2B5EF4-FFF2-40B4-BE49-F238E27FC236}">
                <a16:creationId xmlns:a16="http://schemas.microsoft.com/office/drawing/2014/main" id="{24E5F3B5-1385-4465-B51D-B9D77FA1BF00}"/>
              </a:ext>
            </a:extLst>
          </p:cNvPr>
          <p:cNvSpPr>
            <a:spLocks xmlns:a="http://schemas.openxmlformats.org/drawingml/2006/main" noGrp="1"/>
          </p:cNvSpPr>
          <p:nvPr/>
        </p:nvSpPr>
        <p:spPr>
          <a:xfrm xmlns:a="http://schemas.openxmlformats.org/drawingml/2006/main">
            <a:off x="4419600" y="3829050"/>
            <a:ext cx="295275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한 Downstream Agent</a:t>
            </a:r>
          </a:p>
        </p:txBody>
      </p:sp>
      <p:sp>
        <p:nvSpPr>
          <p:cNvPr id="31" name="dp45-background / n25 / text 2">
            <a:extLst xmlns:a="http://schemas.openxmlformats.org/drawingml/2006/main">
              <a:ext uri="{FF2B5EF4-FFF2-40B4-BE49-F238E27FC236}">
                <a16:creationId xmlns:a16="http://schemas.microsoft.com/office/drawing/2014/main" id="{89A65DF9-CBE5-4C9D-ABE2-F6531B12BB81}"/>
              </a:ext>
            </a:extLst>
          </p:cNvPr>
          <p:cNvSpPr>
            <a:spLocks xmlns:a="http://schemas.openxmlformats.org/drawingml/2006/main" noGrp="1"/>
          </p:cNvSpPr>
          <p:nvPr/>
        </p:nvSpPr>
        <p:spPr>
          <a:xfrm xmlns:a="http://schemas.openxmlformats.org/drawingml/2006/main">
            <a:off x="4419600" y="4181475"/>
            <a:ext cx="295275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제품 비교 수행</a:t>
            </a:r>
          </a:p>
        </p:txBody>
      </p:sp>
      <p:sp>
        <p:nvSpPr>
          <p:cNvPr id="32" name="dp45-background / n26 / text 1">
            <a:extLst xmlns:a="http://schemas.openxmlformats.org/drawingml/2006/main">
              <a:ext uri="{FF2B5EF4-FFF2-40B4-BE49-F238E27FC236}">
                <a16:creationId xmlns:a16="http://schemas.microsoft.com/office/drawing/2014/main" id="{53A1D9D8-C13B-4CD6-B9D5-F64A55C777FC}"/>
              </a:ext>
            </a:extLst>
          </p:cNvPr>
          <p:cNvSpPr>
            <a:spLocks xmlns:a="http://schemas.openxmlformats.org/drawingml/2006/main" noGrp="1"/>
          </p:cNvSpPr>
          <p:nvPr/>
        </p:nvSpPr>
        <p:spPr>
          <a:xfrm xmlns:a="http://schemas.openxmlformats.org/drawingml/2006/main">
            <a:off x="4419600" y="4714875"/>
            <a:ext cx="295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087E8B"/>
                </a:solidFill>
                <a:latin typeface="Apple SD Gothic Neo"/>
                <a:ea typeface="Apple SD Gothic Neo"/>
                <a:cs typeface="Apple SD Gothic Neo"/>
              </a:defRPr>
            </a:pPr>
            <a:r>
              <a:rPr sz="1725" b="1">
                <a:solidFill>
                  <a:srgbClr val="087E8B"/>
                </a:solidFill>
                <a:latin typeface="Apple SD Gothic Neo"/>
                <a:ea typeface="Apple SD Gothic Neo"/>
                <a:cs typeface="Apple SD Gothic Neo"/>
              </a:rPr>
              <a:t>VIA가 확인한 결과 참조</a:t>
            </a:r>
          </a:p>
        </p:txBody>
      </p:sp>
      <p:sp>
        <p:nvSpPr>
          <p:cNvPr id="33" name="dp45-background / n26 / text 2">
            <a:extLst xmlns:a="http://schemas.openxmlformats.org/drawingml/2006/main">
              <a:ext uri="{FF2B5EF4-FFF2-40B4-BE49-F238E27FC236}">
                <a16:creationId xmlns:a16="http://schemas.microsoft.com/office/drawing/2014/main" id="{83F79A77-D2DC-41F2-BA3E-968A9ABDF749}"/>
              </a:ext>
            </a:extLst>
          </p:cNvPr>
          <p:cNvSpPr>
            <a:spLocks xmlns:a="http://schemas.openxmlformats.org/drawingml/2006/main" noGrp="1"/>
          </p:cNvSpPr>
          <p:nvPr/>
        </p:nvSpPr>
        <p:spPr>
          <a:xfrm xmlns:a="http://schemas.openxmlformats.org/drawingml/2006/main">
            <a:off x="4419600" y="5038725"/>
            <a:ext cx="295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087E8B"/>
                </a:solidFill>
                <a:latin typeface="Apple SD Gothic Neo"/>
                <a:ea typeface="Apple SD Gothic Neo"/>
                <a:cs typeface="Apple SD Gothic Neo"/>
              </a:defRPr>
            </a:pPr>
            <a:r>
              <a:rPr sz="1725" b="1">
                <a:solidFill>
                  <a:srgbClr val="087E8B"/>
                </a:solidFill>
                <a:latin typeface="Apple SD Gothic Neo"/>
                <a:ea typeface="Apple SD Gothic Neo"/>
                <a:cs typeface="Apple SD Gothic Neo"/>
              </a:rPr>
              <a:t>D21@v2</a:t>
            </a:r>
          </a:p>
        </p:txBody>
      </p:sp>
      <p:sp>
        <p:nvSpPr>
          <p:cNvPr id="34" name="dp45-background / n27 / text 1">
            <a:extLst xmlns:a="http://schemas.openxmlformats.org/drawingml/2006/main">
              <a:ext uri="{FF2B5EF4-FFF2-40B4-BE49-F238E27FC236}">
                <a16:creationId xmlns:a16="http://schemas.microsoft.com/office/drawing/2014/main" id="{028DA93E-9251-42ED-9987-805627BBDD15}"/>
              </a:ext>
            </a:extLst>
          </p:cNvPr>
          <p:cNvSpPr>
            <a:spLocks xmlns:a="http://schemas.openxmlformats.org/drawingml/2006/main" noGrp="1"/>
          </p:cNvSpPr>
          <p:nvPr/>
        </p:nvSpPr>
        <p:spPr>
          <a:xfrm xmlns:a="http://schemas.openxmlformats.org/drawingml/2006/main">
            <a:off x="4419600" y="5524500"/>
            <a:ext cx="29527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C21 대화에 연결</a:t>
            </a:r>
          </a:p>
        </p:txBody>
      </p:sp>
      <p:sp>
        <p:nvSpPr>
          <p:cNvPr id="35" name="dp45-background / n28 / text 1">
            <a:extLst xmlns:a="http://schemas.openxmlformats.org/drawingml/2006/main">
              <a:ext uri="{FF2B5EF4-FFF2-40B4-BE49-F238E27FC236}">
                <a16:creationId xmlns:a16="http://schemas.microsoft.com/office/drawing/2014/main" id="{E9E1AC5E-B80C-456B-A08C-89E497D02492}"/>
              </a:ext>
            </a:extLst>
          </p:cNvPr>
          <p:cNvSpPr>
            <a:spLocks xmlns:a="http://schemas.openxmlformats.org/drawingml/2006/main" noGrp="1"/>
          </p:cNvSpPr>
          <p:nvPr/>
        </p:nvSpPr>
        <p:spPr>
          <a:xfrm xmlns:a="http://schemas.openxmlformats.org/drawingml/2006/main">
            <a:off x="8039100" y="3305175"/>
            <a:ext cx="29527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이후 견적 업무 T22</a:t>
            </a:r>
          </a:p>
        </p:txBody>
      </p:sp>
      <p:sp>
        <p:nvSpPr>
          <p:cNvPr id="36" name="dp45-background / n29 / text 1">
            <a:extLst xmlns:a="http://schemas.openxmlformats.org/drawingml/2006/main">
              <a:ext uri="{FF2B5EF4-FFF2-40B4-BE49-F238E27FC236}">
                <a16:creationId xmlns:a16="http://schemas.microsoft.com/office/drawing/2014/main" id="{CFC51EB2-4E9D-4236-8C2D-EBDB295D6F76}"/>
              </a:ext>
            </a:extLst>
          </p:cNvPr>
          <p:cNvSpPr>
            <a:spLocks xmlns:a="http://schemas.openxmlformats.org/drawingml/2006/main" noGrp="1"/>
          </p:cNvSpPr>
          <p:nvPr/>
        </p:nvSpPr>
        <p:spPr>
          <a:xfrm xmlns:a="http://schemas.openxmlformats.org/drawingml/2006/main">
            <a:off x="8039100" y="3829050"/>
            <a:ext cx="295275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다른 Downstream Agent</a:t>
            </a:r>
          </a:p>
        </p:txBody>
      </p:sp>
      <p:sp>
        <p:nvSpPr>
          <p:cNvPr id="37" name="dp45-background / n29 / text 2">
            <a:extLst xmlns:a="http://schemas.openxmlformats.org/drawingml/2006/main">
              <a:ext uri="{FF2B5EF4-FFF2-40B4-BE49-F238E27FC236}">
                <a16:creationId xmlns:a16="http://schemas.microsoft.com/office/drawing/2014/main" id="{ED33CDC7-7AE0-4C8B-854C-8BF314DC1BA0}"/>
              </a:ext>
            </a:extLst>
          </p:cNvPr>
          <p:cNvSpPr>
            <a:spLocks xmlns:a="http://schemas.openxmlformats.org/drawingml/2006/main" noGrp="1"/>
          </p:cNvSpPr>
          <p:nvPr/>
        </p:nvSpPr>
        <p:spPr>
          <a:xfrm xmlns:a="http://schemas.openxmlformats.org/drawingml/2006/main">
            <a:off x="8039100" y="4181475"/>
            <a:ext cx="295275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견적 업무 수행</a:t>
            </a:r>
          </a:p>
        </p:txBody>
      </p:sp>
      <p:sp>
        <p:nvSpPr>
          <p:cNvPr id="38" name="dp45-background / n30 / text 1">
            <a:extLst xmlns:a="http://schemas.openxmlformats.org/drawingml/2006/main">
              <a:ext uri="{FF2B5EF4-FFF2-40B4-BE49-F238E27FC236}">
                <a16:creationId xmlns:a16="http://schemas.microsoft.com/office/drawing/2014/main" id="{F75C4CC2-0C94-4416-BFCC-5DFB674C8989}"/>
              </a:ext>
            </a:extLst>
          </p:cNvPr>
          <p:cNvSpPr>
            <a:spLocks xmlns:a="http://schemas.openxmlformats.org/drawingml/2006/main" noGrp="1"/>
          </p:cNvSpPr>
          <p:nvPr/>
        </p:nvSpPr>
        <p:spPr>
          <a:xfrm xmlns:a="http://schemas.openxmlformats.org/drawingml/2006/main">
            <a:off x="8039100" y="4714875"/>
            <a:ext cx="295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087E8B"/>
                </a:solidFill>
                <a:latin typeface="Apple SD Gothic Neo"/>
                <a:ea typeface="Apple SD Gothic Neo"/>
                <a:cs typeface="Apple SD Gothic Neo"/>
              </a:defRPr>
            </a:pPr>
            <a:r>
              <a:rPr sz="1725" b="1">
                <a:solidFill>
                  <a:srgbClr val="087E8B"/>
                </a:solidFill>
                <a:latin typeface="Apple SD Gothic Neo"/>
                <a:ea typeface="Apple SD Gothic Neo"/>
                <a:cs typeface="Apple SD Gothic Neo"/>
              </a:rPr>
              <a:t>VIA가 확인한 결과 참조</a:t>
            </a:r>
          </a:p>
        </p:txBody>
      </p:sp>
      <p:sp>
        <p:nvSpPr>
          <p:cNvPr id="39" name="dp45-background / n30 / text 2">
            <a:extLst xmlns:a="http://schemas.openxmlformats.org/drawingml/2006/main">
              <a:ext uri="{FF2B5EF4-FFF2-40B4-BE49-F238E27FC236}">
                <a16:creationId xmlns:a16="http://schemas.microsoft.com/office/drawing/2014/main" id="{C373B61F-5275-47FD-B218-0A4458A223EC}"/>
              </a:ext>
            </a:extLst>
          </p:cNvPr>
          <p:cNvSpPr>
            <a:spLocks xmlns:a="http://schemas.openxmlformats.org/drawingml/2006/main" noGrp="1"/>
          </p:cNvSpPr>
          <p:nvPr/>
        </p:nvSpPr>
        <p:spPr>
          <a:xfrm xmlns:a="http://schemas.openxmlformats.org/drawingml/2006/main">
            <a:off x="8039100" y="5038725"/>
            <a:ext cx="295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087E8B"/>
                </a:solidFill>
                <a:latin typeface="Apple SD Gothic Neo"/>
                <a:ea typeface="Apple SD Gothic Neo"/>
                <a:cs typeface="Apple SD Gothic Neo"/>
              </a:defRPr>
            </a:pPr>
            <a:r>
              <a:rPr sz="1725" b="1">
                <a:solidFill>
                  <a:srgbClr val="087E8B"/>
                </a:solidFill>
                <a:latin typeface="Apple SD Gothic Neo"/>
                <a:ea typeface="Apple SD Gothic Neo"/>
                <a:cs typeface="Apple SD Gothic Neo"/>
              </a:rPr>
              <a:t>D22@v1</a:t>
            </a:r>
          </a:p>
        </p:txBody>
      </p:sp>
      <p:sp>
        <p:nvSpPr>
          <p:cNvPr id="40" name="dp45-background / n31 / text 1">
            <a:extLst xmlns:a="http://schemas.openxmlformats.org/drawingml/2006/main">
              <a:ext uri="{FF2B5EF4-FFF2-40B4-BE49-F238E27FC236}">
                <a16:creationId xmlns:a16="http://schemas.microsoft.com/office/drawing/2014/main" id="{95463C63-0F9F-4411-9CE5-C87EEC8F88B8}"/>
              </a:ext>
            </a:extLst>
          </p:cNvPr>
          <p:cNvSpPr>
            <a:spLocks xmlns:a="http://schemas.openxmlformats.org/drawingml/2006/main" noGrp="1"/>
          </p:cNvSpPr>
          <p:nvPr/>
        </p:nvSpPr>
        <p:spPr>
          <a:xfrm xmlns:a="http://schemas.openxmlformats.org/drawingml/2006/main">
            <a:off x="8039100" y="5524500"/>
            <a:ext cx="29527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C22 대화에 연결</a:t>
            </a:r>
          </a:p>
        </p:txBody>
      </p:sp>
      <p:sp>
        <p:nvSpPr>
          <p:cNvPr id="41" name="dp45-background / n32 / path">
            <a:extLst xmlns:a="http://schemas.openxmlformats.org/drawingml/2006/main">
              <a:ext uri="{FF2B5EF4-FFF2-40B4-BE49-F238E27FC236}">
                <a16:creationId xmlns:a16="http://schemas.microsoft.com/office/drawing/2014/main" id="{54A9F10F-151E-47DC-BA80-1FFF0639A9CC}"/>
              </a:ext>
            </a:extLst>
          </p:cNvPr>
          <p:cNvSpPr>
            <a:spLocks xmlns:a="http://schemas.openxmlformats.org/drawingml/2006/main" noGrp="1"/>
          </p:cNvSpPr>
          <p:nvPr/>
        </p:nvSpPr>
        <p:spPr>
          <a:xfrm xmlns:a="http://schemas.openxmlformats.org/drawingml/2006/main">
            <a:off x="3962400" y="3495675"/>
            <a:ext cx="247650" cy="953"/>
          </a:xfrm>
          <a:custGeom xmlns:a="http://schemas.openxmlformats.org/drawingml/2006/main">
            <a:pathLst>
              <a:path w="247650" h="953">
                <a:moveTo>
                  <a:pt x="0" y="0"/>
                </a:moveTo>
                <a:lnTo>
                  <a:pt x="247650" y="0"/>
                </a:lnTo>
              </a:path>
            </a:pathLst>
          </a:custGeom>
          <a:noFill xmlns:a="http://schemas.openxmlformats.org/drawingml/2006/main"/>
          <a:ln xmlns:a="http://schemas.openxmlformats.org/drawingml/2006/main" w="19050">
            <a:solidFill>
              <a:srgbClr val="5F6B77"/>
            </a:solidFill>
            <a:prstDash val="solid"/>
          </a:ln>
        </p:spPr>
      </p:sp>
      <p:sp>
        <p:nvSpPr>
          <p:cNvPr id="42" name="dp45-background / n32 / arrow">
            <a:extLst xmlns:a="http://schemas.openxmlformats.org/drawingml/2006/main">
              <a:ext uri="{FF2B5EF4-FFF2-40B4-BE49-F238E27FC236}">
                <a16:creationId xmlns:a16="http://schemas.microsoft.com/office/drawing/2014/main" id="{2C689E77-6242-4AAF-AF28-00AFB5107437}"/>
              </a:ext>
            </a:extLst>
          </p:cNvPr>
          <p:cNvSpPr>
            <a:spLocks xmlns:a="http://schemas.openxmlformats.org/drawingml/2006/main" noGrp="1"/>
          </p:cNvSpPr>
          <p:nvPr/>
        </p:nvSpPr>
        <p:spPr>
          <a:xfrm xmlns:a="http://schemas.openxmlformats.org/drawingml/2006/main">
            <a:off x="4088130" y="3434715"/>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5F6B77"/>
            </a:solidFill>
            <a:prstDash val="solid"/>
          </a:ln>
        </p:spPr>
      </p:sp>
      <p:sp>
        <p:nvSpPr>
          <p:cNvPr id="43" name="dp45-background / n33 / path">
            <a:extLst xmlns:a="http://schemas.openxmlformats.org/drawingml/2006/main">
              <a:ext uri="{FF2B5EF4-FFF2-40B4-BE49-F238E27FC236}">
                <a16:creationId xmlns:a16="http://schemas.microsoft.com/office/drawing/2014/main" id="{554482BF-2332-416E-9817-761B704C258D}"/>
              </a:ext>
            </a:extLst>
          </p:cNvPr>
          <p:cNvSpPr>
            <a:spLocks xmlns:a="http://schemas.openxmlformats.org/drawingml/2006/main" noGrp="1"/>
          </p:cNvSpPr>
          <p:nvPr/>
        </p:nvSpPr>
        <p:spPr>
          <a:xfrm xmlns:a="http://schemas.openxmlformats.org/drawingml/2006/main">
            <a:off x="7581900" y="3495675"/>
            <a:ext cx="247650" cy="953"/>
          </a:xfrm>
          <a:custGeom xmlns:a="http://schemas.openxmlformats.org/drawingml/2006/main">
            <a:pathLst>
              <a:path w="247650" h="953">
                <a:moveTo>
                  <a:pt x="0" y="0"/>
                </a:moveTo>
                <a:lnTo>
                  <a:pt x="247650" y="0"/>
                </a:lnTo>
              </a:path>
            </a:pathLst>
          </a:custGeom>
          <a:noFill xmlns:a="http://schemas.openxmlformats.org/drawingml/2006/main"/>
          <a:ln xmlns:a="http://schemas.openxmlformats.org/drawingml/2006/main" w="19050">
            <a:solidFill>
              <a:srgbClr val="5F6B77"/>
            </a:solidFill>
            <a:prstDash val="solid"/>
          </a:ln>
        </p:spPr>
      </p:sp>
      <p:sp>
        <p:nvSpPr>
          <p:cNvPr id="44" name="dp45-background / n33 / arrow">
            <a:extLst xmlns:a="http://schemas.openxmlformats.org/drawingml/2006/main">
              <a:ext uri="{FF2B5EF4-FFF2-40B4-BE49-F238E27FC236}">
                <a16:creationId xmlns:a16="http://schemas.microsoft.com/office/drawing/2014/main" id="{31B16916-4212-429E-9E50-95A20E1C29AC}"/>
              </a:ext>
            </a:extLst>
          </p:cNvPr>
          <p:cNvSpPr>
            <a:spLocks xmlns:a="http://schemas.openxmlformats.org/drawingml/2006/main" noGrp="1"/>
          </p:cNvSpPr>
          <p:nvPr/>
        </p:nvSpPr>
        <p:spPr>
          <a:xfrm xmlns:a="http://schemas.openxmlformats.org/drawingml/2006/main">
            <a:off x="7707630" y="3434715"/>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5F6B77"/>
            </a:solidFill>
            <a:prstDash val="solid"/>
          </a:ln>
        </p:spPr>
      </p:sp>
      <p:sp>
        <p:nvSpPr>
          <p:cNvPr id="45" name="dp45-background / n34 / path">
            <a:extLst xmlns:a="http://schemas.openxmlformats.org/drawingml/2006/main">
              <a:ext uri="{FF2B5EF4-FFF2-40B4-BE49-F238E27FC236}">
                <a16:creationId xmlns:a16="http://schemas.microsoft.com/office/drawing/2014/main" id="{F24F78B5-7895-4C11-89E7-F9C7CC084BF0}"/>
              </a:ext>
            </a:extLst>
          </p:cNvPr>
          <p:cNvSpPr>
            <a:spLocks xmlns:a="http://schemas.openxmlformats.org/drawingml/2006/main" noGrp="1"/>
          </p:cNvSpPr>
          <p:nvPr/>
        </p:nvSpPr>
        <p:spPr>
          <a:xfrm xmlns:a="http://schemas.openxmlformats.org/drawingml/2006/main">
            <a:off x="2276475" y="5924550"/>
            <a:ext cx="953" cy="219075"/>
          </a:xfrm>
          <a:custGeom xmlns:a="http://schemas.openxmlformats.org/drawingml/2006/main">
            <a:pathLst>
              <a:path w="953" h="219075">
                <a:moveTo>
                  <a:pt x="0" y="0"/>
                </a:moveTo>
                <a:lnTo>
                  <a:pt x="0" y="219075"/>
                </a:lnTo>
              </a:path>
            </a:pathLst>
          </a:custGeom>
          <a:noFill xmlns:a="http://schemas.openxmlformats.org/drawingml/2006/main"/>
          <a:ln xmlns:a="http://schemas.openxmlformats.org/drawingml/2006/main" w="19050">
            <a:solidFill>
              <a:srgbClr val="087E8B"/>
            </a:solidFill>
            <a:prstDash val="dash"/>
          </a:ln>
        </p:spPr>
      </p:sp>
      <p:sp>
        <p:nvSpPr>
          <p:cNvPr id="46" name="dp45-background / n35 / path">
            <a:extLst xmlns:a="http://schemas.openxmlformats.org/drawingml/2006/main">
              <a:ext uri="{FF2B5EF4-FFF2-40B4-BE49-F238E27FC236}">
                <a16:creationId xmlns:a16="http://schemas.microsoft.com/office/drawing/2014/main" id="{52872266-91EC-43F3-BD46-E0E189E9B850}"/>
              </a:ext>
            </a:extLst>
          </p:cNvPr>
          <p:cNvSpPr>
            <a:spLocks xmlns:a="http://schemas.openxmlformats.org/drawingml/2006/main" noGrp="1"/>
          </p:cNvSpPr>
          <p:nvPr/>
        </p:nvSpPr>
        <p:spPr>
          <a:xfrm xmlns:a="http://schemas.openxmlformats.org/drawingml/2006/main">
            <a:off x="5895975" y="5924550"/>
            <a:ext cx="953" cy="219075"/>
          </a:xfrm>
          <a:custGeom xmlns:a="http://schemas.openxmlformats.org/drawingml/2006/main">
            <a:pathLst>
              <a:path w="953" h="219075">
                <a:moveTo>
                  <a:pt x="0" y="0"/>
                </a:moveTo>
                <a:lnTo>
                  <a:pt x="0" y="219075"/>
                </a:lnTo>
              </a:path>
            </a:pathLst>
          </a:custGeom>
          <a:noFill xmlns:a="http://schemas.openxmlformats.org/drawingml/2006/main"/>
          <a:ln xmlns:a="http://schemas.openxmlformats.org/drawingml/2006/main" w="19050">
            <a:solidFill>
              <a:srgbClr val="087E8B"/>
            </a:solidFill>
            <a:prstDash val="dash"/>
          </a:ln>
        </p:spPr>
      </p:sp>
      <p:sp>
        <p:nvSpPr>
          <p:cNvPr id="47" name="dp45-background / n36 / path">
            <a:extLst xmlns:a="http://schemas.openxmlformats.org/drawingml/2006/main">
              <a:ext uri="{FF2B5EF4-FFF2-40B4-BE49-F238E27FC236}">
                <a16:creationId xmlns:a16="http://schemas.microsoft.com/office/drawing/2014/main" id="{DCB05BB5-4948-4171-BCC4-323B8330A62E}"/>
              </a:ext>
            </a:extLst>
          </p:cNvPr>
          <p:cNvSpPr>
            <a:spLocks xmlns:a="http://schemas.openxmlformats.org/drawingml/2006/main" noGrp="1"/>
          </p:cNvSpPr>
          <p:nvPr/>
        </p:nvSpPr>
        <p:spPr>
          <a:xfrm xmlns:a="http://schemas.openxmlformats.org/drawingml/2006/main">
            <a:off x="9515475" y="5924550"/>
            <a:ext cx="953" cy="219075"/>
          </a:xfrm>
          <a:custGeom xmlns:a="http://schemas.openxmlformats.org/drawingml/2006/main">
            <a:pathLst>
              <a:path w="953" h="219075">
                <a:moveTo>
                  <a:pt x="0" y="0"/>
                </a:moveTo>
                <a:lnTo>
                  <a:pt x="0" y="219075"/>
                </a:lnTo>
              </a:path>
            </a:pathLst>
          </a:custGeom>
          <a:noFill xmlns:a="http://schemas.openxmlformats.org/drawingml/2006/main"/>
          <a:ln xmlns:a="http://schemas.openxmlformats.org/drawingml/2006/main" w="19050">
            <a:solidFill>
              <a:srgbClr val="087E8B"/>
            </a:solidFill>
            <a:prstDash val="dash"/>
          </a:ln>
        </p:spPr>
      </p:sp>
      <p:sp>
        <p:nvSpPr>
          <p:cNvPr id="48" name="dp45-background / n37 / path">
            <a:extLst xmlns:a="http://schemas.openxmlformats.org/drawingml/2006/main">
              <a:ext uri="{FF2B5EF4-FFF2-40B4-BE49-F238E27FC236}">
                <a16:creationId xmlns:a16="http://schemas.microsoft.com/office/drawing/2014/main" id="{97DB88DC-61AE-4DAB-898F-0B8BE81AA6ED}"/>
              </a:ext>
            </a:extLst>
          </p:cNvPr>
          <p:cNvSpPr>
            <a:spLocks xmlns:a="http://schemas.openxmlformats.org/drawingml/2006/main" noGrp="1"/>
          </p:cNvSpPr>
          <p:nvPr/>
        </p:nvSpPr>
        <p:spPr>
          <a:xfrm xmlns:a="http://schemas.openxmlformats.org/drawingml/2006/main">
            <a:off x="2276475" y="6143625"/>
            <a:ext cx="9077325" cy="1866900"/>
          </a:xfrm>
          <a:custGeom xmlns:a="http://schemas.openxmlformats.org/drawingml/2006/main">
            <a:pathLst>
              <a:path w="9077325" h="1866900">
                <a:moveTo>
                  <a:pt x="0" y="0"/>
                </a:moveTo>
                <a:lnTo>
                  <a:pt x="9077325" y="0"/>
                </a:lnTo>
                <a:lnTo>
                  <a:pt x="9077325" y="1866900"/>
                </a:lnTo>
                <a:lnTo>
                  <a:pt x="8905875" y="1866900"/>
                </a:lnTo>
              </a:path>
            </a:pathLst>
          </a:custGeom>
          <a:noFill xmlns:a="http://schemas.openxmlformats.org/drawingml/2006/main"/>
          <a:ln xmlns:a="http://schemas.openxmlformats.org/drawingml/2006/main" w="19050">
            <a:solidFill>
              <a:srgbClr val="087E8B"/>
            </a:solidFill>
            <a:prstDash val="dash"/>
          </a:ln>
        </p:spPr>
      </p:sp>
      <p:sp>
        <p:nvSpPr>
          <p:cNvPr id="49" name="dp45-background / n37 / arrow">
            <a:extLst xmlns:a="http://schemas.openxmlformats.org/drawingml/2006/main">
              <a:ext uri="{FF2B5EF4-FFF2-40B4-BE49-F238E27FC236}">
                <a16:creationId xmlns:a16="http://schemas.microsoft.com/office/drawing/2014/main" id="{73AFD600-4385-4372-B311-B9615CD77E86}"/>
              </a:ext>
            </a:extLst>
          </p:cNvPr>
          <p:cNvSpPr>
            <a:spLocks xmlns:a="http://schemas.openxmlformats.org/drawingml/2006/main" noGrp="1"/>
          </p:cNvSpPr>
          <p:nvPr/>
        </p:nvSpPr>
        <p:spPr>
          <a:xfrm xmlns:a="http://schemas.openxmlformats.org/drawingml/2006/main">
            <a:off x="11182350" y="7949565"/>
            <a:ext cx="121920" cy="121920"/>
          </a:xfrm>
          <a:custGeom xmlns:a="http://schemas.openxmlformats.org/drawingml/2006/main">
            <a:pathLst>
              <a:path w="121920" h="121920">
                <a:moveTo>
                  <a:pt x="121920" y="0"/>
                </a:moveTo>
                <a:lnTo>
                  <a:pt x="0" y="60960"/>
                </a:lnTo>
                <a:lnTo>
                  <a:pt x="121920" y="121920"/>
                </a:lnTo>
              </a:path>
            </a:pathLst>
          </a:custGeom>
          <a:noFill xmlns:a="http://schemas.openxmlformats.org/drawingml/2006/main"/>
          <a:ln xmlns:a="http://schemas.openxmlformats.org/drawingml/2006/main" w="24384">
            <a:solidFill>
              <a:srgbClr val="087E8B"/>
            </a:solidFill>
            <a:prstDash val="solid"/>
          </a:ln>
        </p:spPr>
      </p:sp>
      <p:sp>
        <p:nvSpPr>
          <p:cNvPr id="50" name="dp45-background / n38 / text 1">
            <a:extLst xmlns:a="http://schemas.openxmlformats.org/drawingml/2006/main">
              <a:ext uri="{FF2B5EF4-FFF2-40B4-BE49-F238E27FC236}">
                <a16:creationId xmlns:a16="http://schemas.microsoft.com/office/drawing/2014/main" id="{16C9A6EC-8BB0-478D-82C0-96E0114007AB}"/>
              </a:ext>
            </a:extLst>
          </p:cNvPr>
          <p:cNvSpPr>
            <a:spLocks xmlns:a="http://schemas.openxmlformats.org/drawingml/2006/main" noGrp="1"/>
          </p:cNvSpPr>
          <p:nvPr/>
        </p:nvSpPr>
        <p:spPr>
          <a:xfrm xmlns:a="http://schemas.openxmlformats.org/drawingml/2006/main">
            <a:off x="609600" y="6305550"/>
            <a:ext cx="1057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이번 C23 / R23: 여러 활동을 참조하는 새 제안서 요청</a:t>
            </a:r>
          </a:p>
        </p:txBody>
      </p:sp>
      <p:sp>
        <p:nvSpPr>
          <p:cNvPr id="51" name="dp45-background / n39">
            <a:extLst xmlns:a="http://schemas.openxmlformats.org/drawingml/2006/main">
              <a:ext uri="{FF2B5EF4-FFF2-40B4-BE49-F238E27FC236}">
                <a16:creationId xmlns:a16="http://schemas.microsoft.com/office/drawing/2014/main" id="{A1D793DE-12AE-4D4D-A7EB-35F75AB51B3C}"/>
              </a:ext>
            </a:extLst>
          </p:cNvPr>
          <p:cNvSpPr>
            <a:spLocks xmlns:a="http://schemas.openxmlformats.org/drawingml/2006/main" noGrp="1"/>
          </p:cNvSpPr>
          <p:nvPr/>
        </p:nvSpPr>
        <p:spPr>
          <a:xfrm xmlns:a="http://schemas.openxmlformats.org/drawingml/2006/main">
            <a:off x="609600" y="6686550"/>
            <a:ext cx="10572750" cy="981075"/>
          </a:xfrm>
          <a:prstGeom xmlns:a="http://schemas.openxmlformats.org/drawingml/2006/main" prst="rect">
            <a:avLst/>
          </a:prstGeom>
          <a:solidFill xmlns:a="http://schemas.openxmlformats.org/drawingml/2006/main">
            <a:srgbClr val="EAF0F8"/>
          </a:solidFill>
          <a:ln xmlns:a="http://schemas.openxmlformats.org/drawingml/2006/main" w="0">
            <a:noFill/>
            <a:prstDash val="solid"/>
          </a:ln>
        </p:spPr>
      </p:sp>
      <p:sp>
        <p:nvSpPr>
          <p:cNvPr id="52" name="dp45-background / n40 / text 1">
            <a:extLst xmlns:a="http://schemas.openxmlformats.org/drawingml/2006/main">
              <a:ext uri="{FF2B5EF4-FFF2-40B4-BE49-F238E27FC236}">
                <a16:creationId xmlns:a16="http://schemas.microsoft.com/office/drawing/2014/main" id="{0C81048F-4771-4D7A-952B-8ADD8B8A3B91}"/>
              </a:ext>
            </a:extLst>
          </p:cNvPr>
          <p:cNvSpPr>
            <a:spLocks xmlns:a="http://schemas.openxmlformats.org/drawingml/2006/main" noGrp="1"/>
          </p:cNvSpPr>
          <p:nvPr/>
        </p:nvSpPr>
        <p:spPr>
          <a:xfrm xmlns:a="http://schemas.openxmlformats.org/drawingml/2006/main">
            <a:off x="800100" y="6829425"/>
            <a:ext cx="101917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“지난번 네가 설명한 평가 기준에 맞춰, 앞서 조사한 제품 비교 결과와</a:t>
            </a:r>
          </a:p>
        </p:txBody>
      </p:sp>
      <p:sp>
        <p:nvSpPr>
          <p:cNvPr id="53" name="dp45-background / n40 / text 2">
            <a:extLst xmlns:a="http://schemas.openxmlformats.org/drawingml/2006/main">
              <a:ext uri="{FF2B5EF4-FFF2-40B4-BE49-F238E27FC236}">
                <a16:creationId xmlns:a16="http://schemas.microsoft.com/office/drawing/2014/main" id="{1AF641A5-C977-4102-889D-8BEA99286F36}"/>
              </a:ext>
            </a:extLst>
          </p:cNvPr>
          <p:cNvSpPr>
            <a:spLocks xmlns:a="http://schemas.openxmlformats.org/drawingml/2006/main" noGrp="1"/>
          </p:cNvSpPr>
          <p:nvPr/>
        </p:nvSpPr>
        <p:spPr>
          <a:xfrm xmlns:a="http://schemas.openxmlformats.org/drawingml/2006/main">
            <a:off x="800100" y="7181850"/>
            <a:ext cx="101917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받아둔 견적을 이번 제안서에 반영해줘.”</a:t>
            </a:r>
          </a:p>
        </p:txBody>
      </p:sp>
      <p:sp>
        <p:nvSpPr>
          <p:cNvPr id="54" name="dp45-background / n41">
            <a:extLst xmlns:a="http://schemas.openxmlformats.org/drawingml/2006/main">
              <a:ext uri="{FF2B5EF4-FFF2-40B4-BE49-F238E27FC236}">
                <a16:creationId xmlns:a16="http://schemas.microsoft.com/office/drawing/2014/main" id="{2EAD342C-8C78-49B5-91EB-71B21CFC6597}"/>
              </a:ext>
            </a:extLst>
          </p:cNvPr>
          <p:cNvSpPr>
            <a:spLocks xmlns:a="http://schemas.openxmlformats.org/drawingml/2006/main" noGrp="1"/>
          </p:cNvSpPr>
          <p:nvPr/>
        </p:nvSpPr>
        <p:spPr>
          <a:xfrm xmlns:a="http://schemas.openxmlformats.org/drawingml/2006/main">
            <a:off x="609600" y="7820025"/>
            <a:ext cx="10572750" cy="438150"/>
          </a:xfrm>
          <a:prstGeom xmlns:a="http://schemas.openxmlformats.org/drawingml/2006/main" prst="rect">
            <a:avLst/>
          </a:prstGeom>
          <a:solidFill xmlns:a="http://schemas.openxmlformats.org/drawingml/2006/main">
            <a:srgbClr val="F0F8F7"/>
          </a:solidFill>
          <a:ln xmlns:a="http://schemas.openxmlformats.org/drawingml/2006/main" w="0">
            <a:noFill/>
            <a:prstDash val="solid"/>
          </a:ln>
        </p:spPr>
      </p:sp>
      <p:sp>
        <p:nvSpPr>
          <p:cNvPr id="55" name="dp45-background / n42 / text 1">
            <a:extLst xmlns:a="http://schemas.openxmlformats.org/drawingml/2006/main">
              <a:ext uri="{FF2B5EF4-FFF2-40B4-BE49-F238E27FC236}">
                <a16:creationId xmlns:a16="http://schemas.microsoft.com/office/drawing/2014/main" id="{A237500E-5EA3-4838-A7D1-2419201DAAE0}"/>
              </a:ext>
            </a:extLst>
          </p:cNvPr>
          <p:cNvSpPr>
            <a:spLocks xmlns:a="http://schemas.openxmlformats.org/drawingml/2006/main" noGrp="1"/>
          </p:cNvSpPr>
          <p:nvPr/>
        </p:nvSpPr>
        <p:spPr>
          <a:xfrm xmlns:a="http://schemas.openxmlformats.org/drawingml/2006/main">
            <a:off x="800100" y="7915275"/>
            <a:ext cx="10191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18232E"/>
                </a:solidFill>
                <a:latin typeface="Apple SD Gothic Neo"/>
                <a:ea typeface="Apple SD Gothic Neo"/>
                <a:cs typeface="Apple SD Gothic Neo"/>
              </a:defRPr>
            </a:pPr>
            <a:r>
              <a:rPr sz="1725" b="1">
                <a:solidFill>
                  <a:srgbClr val="18232E"/>
                </a:solidFill>
                <a:latin typeface="Apple SD Gothic Neo"/>
                <a:ea typeface="Apple SD Gothic Neo"/>
                <a:cs typeface="Apple SD Gothic Neo"/>
              </a:rPr>
              <a:t>VIA: P20 전달 범위와 D21/D22 발췌 또는 참조를 이번 Context에 연결</a:t>
            </a:r>
          </a:p>
        </p:txBody>
      </p:sp>
      <p:sp>
        <p:nvSpPr>
          <p:cNvPr id="56" name="dp45-background / n43 / text 1">
            <a:extLst xmlns:a="http://schemas.openxmlformats.org/drawingml/2006/main">
              <a:ext uri="{FF2B5EF4-FFF2-40B4-BE49-F238E27FC236}">
                <a16:creationId xmlns:a16="http://schemas.microsoft.com/office/drawing/2014/main" id="{727FF82E-7B86-480B-A685-EBE97CBBBF4C}"/>
              </a:ext>
            </a:extLst>
          </p:cNvPr>
          <p:cNvSpPr>
            <a:spLocks xmlns:a="http://schemas.openxmlformats.org/drawingml/2006/main" noGrp="1"/>
          </p:cNvSpPr>
          <p:nvPr/>
        </p:nvSpPr>
        <p:spPr>
          <a:xfrm xmlns:a="http://schemas.openxmlformats.org/drawingml/2006/main">
            <a:off x="12001500" y="3381375"/>
            <a:ext cx="56769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여러 활동의 근거 연결</a:t>
            </a:r>
          </a:p>
        </p:txBody>
      </p:sp>
      <p:sp>
        <p:nvSpPr>
          <p:cNvPr id="57" name="dp45-background / n44 / text 1">
            <a:extLst xmlns:a="http://schemas.openxmlformats.org/drawingml/2006/main">
              <a:ext uri="{FF2B5EF4-FFF2-40B4-BE49-F238E27FC236}">
                <a16:creationId xmlns:a16="http://schemas.microsoft.com/office/drawing/2014/main" id="{9F09DC99-3BF4-4171-AFE0-A7075A8BD598}"/>
              </a:ext>
            </a:extLst>
          </p:cNvPr>
          <p:cNvSpPr>
            <a:spLocks xmlns:a="http://schemas.openxmlformats.org/drawingml/2006/main" noGrp="1"/>
          </p:cNvSpPr>
          <p:nvPr/>
        </p:nvSpPr>
        <p:spPr>
          <a:xfrm xmlns:a="http://schemas.openxmlformats.org/drawingml/2006/main">
            <a:off x="12001500" y="3781425"/>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직접 설명과 두 업무 결과의 후보 및 버전 확인</a:t>
            </a:r>
          </a:p>
        </p:txBody>
      </p:sp>
      <p:sp>
        <p:nvSpPr>
          <p:cNvPr id="58" name="dp45-background / n45 / text 1">
            <a:extLst xmlns:a="http://schemas.openxmlformats.org/drawingml/2006/main">
              <a:ext uri="{FF2B5EF4-FFF2-40B4-BE49-F238E27FC236}">
                <a16:creationId xmlns:a16="http://schemas.microsoft.com/office/drawing/2014/main" id="{B62044D0-2A9A-4685-8535-2AFB3C3FAFAE}"/>
              </a:ext>
            </a:extLst>
          </p:cNvPr>
          <p:cNvSpPr>
            <a:spLocks xmlns:a="http://schemas.openxmlformats.org/drawingml/2006/main" noGrp="1"/>
          </p:cNvSpPr>
          <p:nvPr/>
        </p:nvSpPr>
        <p:spPr>
          <a:xfrm xmlns:a="http://schemas.openxmlformats.org/drawingml/2006/main">
            <a:off x="12001500" y="4905375"/>
            <a:ext cx="56769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실제 전달과 자료 범위</a:t>
            </a:r>
          </a:p>
        </p:txBody>
      </p:sp>
      <p:sp>
        <p:nvSpPr>
          <p:cNvPr id="59" name="dp45-background / n46 / text 1">
            <a:extLst xmlns:a="http://schemas.openxmlformats.org/drawingml/2006/main">
              <a:ext uri="{FF2B5EF4-FFF2-40B4-BE49-F238E27FC236}">
                <a16:creationId xmlns:a16="http://schemas.microsoft.com/office/drawing/2014/main" id="{2BB015FE-7296-4EE5-8B1F-8C865B00463B}"/>
              </a:ext>
            </a:extLst>
          </p:cNvPr>
          <p:cNvSpPr>
            <a:spLocks xmlns:a="http://schemas.openxmlformats.org/drawingml/2006/main" noGrp="1"/>
          </p:cNvSpPr>
          <p:nvPr/>
        </p:nvSpPr>
        <p:spPr>
          <a:xfrm xmlns:a="http://schemas.openxmlformats.org/drawingml/2006/main">
            <a:off x="12001500" y="5305425"/>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설명 원문과 실제 표시/재생 범위 구별</a:t>
            </a:r>
          </a:p>
        </p:txBody>
      </p:sp>
      <p:sp>
        <p:nvSpPr>
          <p:cNvPr id="60" name="dp45-background / n46 / text 2">
            <a:extLst xmlns:a="http://schemas.openxmlformats.org/drawingml/2006/main">
              <a:ext uri="{FF2B5EF4-FFF2-40B4-BE49-F238E27FC236}">
                <a16:creationId xmlns:a16="http://schemas.microsoft.com/office/drawing/2014/main" id="{91E7A74B-6F88-42ED-B4BA-D9E4D19F8F9B}"/>
              </a:ext>
            </a:extLst>
          </p:cNvPr>
          <p:cNvSpPr>
            <a:spLocks xmlns:a="http://schemas.openxmlformats.org/drawingml/2006/main" noGrp="1"/>
          </p:cNvSpPr>
          <p:nvPr/>
        </p:nvSpPr>
        <p:spPr>
          <a:xfrm xmlns:a="http://schemas.openxmlformats.org/drawingml/2006/main">
            <a:off x="12001500" y="5619750"/>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결과 본문과 허용된 참조 구별</a:t>
            </a:r>
          </a:p>
        </p:txBody>
      </p:sp>
      <p:sp>
        <p:nvSpPr>
          <p:cNvPr id="61" name="dp45-background / n47 / text 1">
            <a:extLst xmlns:a="http://schemas.openxmlformats.org/drawingml/2006/main">
              <a:ext uri="{FF2B5EF4-FFF2-40B4-BE49-F238E27FC236}">
                <a16:creationId xmlns:a16="http://schemas.microsoft.com/office/drawing/2014/main" id="{D4F5749C-0736-43ED-8A04-E828FFEC78CB}"/>
              </a:ext>
            </a:extLst>
          </p:cNvPr>
          <p:cNvSpPr>
            <a:spLocks xmlns:a="http://schemas.openxmlformats.org/drawingml/2006/main" noGrp="1"/>
          </p:cNvSpPr>
          <p:nvPr/>
        </p:nvSpPr>
        <p:spPr>
          <a:xfrm xmlns:a="http://schemas.openxmlformats.org/drawingml/2006/main">
            <a:off x="12001500" y="6429375"/>
            <a:ext cx="56769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제공 방식과 비용</a:t>
            </a:r>
          </a:p>
        </p:txBody>
      </p:sp>
      <p:sp>
        <p:nvSpPr>
          <p:cNvPr id="62" name="dp45-background / n48 / text 1">
            <a:extLst xmlns:a="http://schemas.openxmlformats.org/drawingml/2006/main">
              <a:ext uri="{FF2B5EF4-FFF2-40B4-BE49-F238E27FC236}">
                <a16:creationId xmlns:a16="http://schemas.microsoft.com/office/drawing/2014/main" id="{2B195F3E-9FD3-4FA5-B4FA-6B44E10C81BE}"/>
              </a:ext>
            </a:extLst>
          </p:cNvPr>
          <p:cNvSpPr>
            <a:spLocks xmlns:a="http://schemas.openxmlformats.org/drawingml/2006/main" noGrp="1"/>
          </p:cNvSpPr>
          <p:nvPr/>
        </p:nvSpPr>
        <p:spPr>
          <a:xfrm xmlns:a="http://schemas.openxmlformats.org/drawingml/2006/main">
            <a:off x="12001500" y="6829425"/>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단순 실행 맥락이나 index/cache로 충분한지</a:t>
            </a:r>
          </a:p>
        </p:txBody>
      </p:sp>
      <p:sp>
        <p:nvSpPr>
          <p:cNvPr id="63" name="dp45-background / n48 / text 2">
            <a:extLst xmlns:a="http://schemas.openxmlformats.org/drawingml/2006/main">
              <a:ext uri="{FF2B5EF4-FFF2-40B4-BE49-F238E27FC236}">
                <a16:creationId xmlns:a16="http://schemas.microsoft.com/office/drawing/2014/main" id="{CC1B92C0-6D7F-4FA0-B9CC-01BC6993FDC8}"/>
              </a:ext>
            </a:extLst>
          </p:cNvPr>
          <p:cNvSpPr>
            <a:spLocks xmlns:a="http://schemas.openxmlformats.org/drawingml/2006/main" noGrp="1"/>
          </p:cNvSpPr>
          <p:nvPr/>
        </p:nvSpPr>
        <p:spPr>
          <a:xfrm xmlns:a="http://schemas.openxmlformats.org/drawingml/2006/main">
            <a:off x="12001500" y="7143750"/>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공통 파생 관계의 유지가 필요한지 검토</a:t>
            </a:r>
          </a:p>
        </p:txBody>
      </p:sp>
    </p:spTree>
    <p:extLst>
      <p:ext uri="{BB962C8B-B14F-4D97-AF65-F5344CB8AC3E}">
        <p14:creationId xmlns:p14="http://schemas.microsoft.com/office/powerpoint/2010/main" val="697274463"/>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32" name="dp45-comparison / n1">
            <a:extLst xmlns:a="http://schemas.openxmlformats.org/drawingml/2006/main">
              <a:ext uri="{FF2B5EF4-FFF2-40B4-BE49-F238E27FC236}">
                <a16:creationId xmlns:a16="http://schemas.microsoft.com/office/drawing/2014/main" id="{1234F3AE-1315-4BF4-8068-6C220E60F344}"/>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5-comparison / n2 / text 1">
            <a:extLst xmlns:a="http://schemas.openxmlformats.org/drawingml/2006/main">
              <a:ext uri="{FF2B5EF4-FFF2-40B4-BE49-F238E27FC236}">
                <a16:creationId xmlns:a16="http://schemas.microsoft.com/office/drawing/2014/main" id="{DAF0686A-0419-44AB-B955-29C6ACE995CB}"/>
              </a:ext>
            </a:extLst>
          </p:cNvPr>
          <p:cNvSpPr>
            <a:spLocks xmlns:a="http://schemas.openxmlformats.org/drawingml/2006/main" noGrp="1"/>
          </p:cNvSpPr>
          <p:nvPr/>
        </p:nvSpPr>
        <p:spPr>
          <a:xfrm xmlns:a="http://schemas.openxmlformats.org/drawingml/2006/main">
            <a:off x="381000" y="209550"/>
            <a:ext cx="123825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1">
                <a:solidFill>
                  <a:srgbClr val="087E8B"/>
                </a:solidFill>
                <a:latin typeface="Apple SD Gothic Neo"/>
                <a:ea typeface="Apple SD Gothic Neo"/>
                <a:cs typeface="Apple SD Gothic Neo"/>
              </a:defRPr>
            </a:pPr>
            <a:r>
              <a:rPr sz="1425" b="1">
                <a:solidFill>
                  <a:srgbClr val="087E8B"/>
                </a:solidFill>
                <a:latin typeface="Apple SD Gothic Neo"/>
                <a:ea typeface="Apple SD Gothic Neo"/>
                <a:cs typeface="Apple SD Gothic Neo"/>
              </a:rPr>
              <a:t>VIA SOFTWARE ARCHITECTURE / DP 설계 비교</a:t>
            </a:r>
          </a:p>
        </p:txBody>
      </p:sp>
      <p:sp>
        <p:nvSpPr>
          <p:cNvPr id="3" name="dp45-comparison / n3 / text 1">
            <a:extLst xmlns:a="http://schemas.openxmlformats.org/drawingml/2006/main">
              <a:ext uri="{FF2B5EF4-FFF2-40B4-BE49-F238E27FC236}">
                <a16:creationId xmlns:a16="http://schemas.microsoft.com/office/drawing/2014/main" id="{4589B18C-9453-4909-858C-858F21ADC714}"/>
              </a:ext>
            </a:extLst>
          </p:cNvPr>
          <p:cNvSpPr>
            <a:spLocks xmlns:a="http://schemas.openxmlformats.org/drawingml/2006/main" noGrp="1"/>
          </p:cNvSpPr>
          <p:nvPr/>
        </p:nvSpPr>
        <p:spPr>
          <a:xfrm xmlns:a="http://schemas.openxmlformats.org/drawingml/2006/main">
            <a:off x="13620750" y="209550"/>
            <a:ext cx="42862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구조 비교 / 장단점 / QA Trade-off</a:t>
            </a:r>
          </a:p>
        </p:txBody>
      </p:sp>
      <p:sp>
        <p:nvSpPr>
          <p:cNvPr id="4" name="dp45-comparison / n4 / text 1">
            <a:extLst xmlns:a="http://schemas.openxmlformats.org/drawingml/2006/main">
              <a:ext uri="{FF2B5EF4-FFF2-40B4-BE49-F238E27FC236}">
                <a16:creationId xmlns:a16="http://schemas.microsoft.com/office/drawing/2014/main" id="{6FFAC009-2188-491B-95ED-8D60B6BC6D8D}"/>
              </a:ext>
            </a:extLst>
          </p:cNvPr>
          <p:cNvSpPr>
            <a:spLocks xmlns:a="http://schemas.openxmlformats.org/drawingml/2006/main" noGrp="1"/>
          </p:cNvSpPr>
          <p:nvPr/>
        </p:nvSpPr>
        <p:spPr>
          <a:xfrm xmlns:a="http://schemas.openxmlformats.org/drawingml/2006/main">
            <a:off x="381000" y="619125"/>
            <a:ext cx="17526000" cy="53863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925" b="1">
                <a:solidFill>
                  <a:srgbClr val="18232E"/>
                </a:solidFill>
                <a:latin typeface="Apple SD Gothic Neo"/>
                <a:ea typeface="Apple SD Gothic Neo"/>
                <a:cs typeface="Apple SD Gothic Neo"/>
              </a:defRPr>
            </a:pPr>
            <a:r>
              <a:rPr sz="2925" b="1">
                <a:solidFill>
                  <a:srgbClr val="18232E"/>
                </a:solidFill>
                <a:latin typeface="Apple SD Gothic Neo"/>
                <a:ea typeface="Apple SD Gothic Neo"/>
                <a:cs typeface="Apple SD Gothic Neo"/>
              </a:rPr>
              <a:t>04-45. VIA 과거 근거의 요청별 구성과 공통 생산/조회</a:t>
            </a:r>
          </a:p>
        </p:txBody>
      </p:sp>
      <p:sp>
        <p:nvSpPr>
          <p:cNvPr id="5" name="dp45-comparison / n5 / path">
            <a:extLst xmlns:a="http://schemas.openxmlformats.org/drawingml/2006/main">
              <a:ext uri="{FF2B5EF4-FFF2-40B4-BE49-F238E27FC236}">
                <a16:creationId xmlns:a16="http://schemas.microsoft.com/office/drawing/2014/main" id="{BDA4BF2E-33A8-4617-8A75-FAE1E9DF33F8}"/>
              </a:ext>
            </a:extLst>
          </p:cNvPr>
          <p:cNvSpPr>
            <a:spLocks xmlns:a="http://schemas.openxmlformats.org/drawingml/2006/main" noGrp="1"/>
          </p:cNvSpPr>
          <p:nvPr/>
        </p:nvSpPr>
        <p:spPr>
          <a:xfrm xmlns:a="http://schemas.openxmlformats.org/drawingml/2006/main">
            <a:off x="381000" y="11525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6" name="dp45-comparison / n6 / text 1">
            <a:extLst xmlns:a="http://schemas.openxmlformats.org/drawingml/2006/main">
              <a:ext uri="{FF2B5EF4-FFF2-40B4-BE49-F238E27FC236}">
                <a16:creationId xmlns:a16="http://schemas.microsoft.com/office/drawing/2014/main" id="{15E980D3-C69D-4553-A79F-11B314E064B9}"/>
              </a:ext>
            </a:extLst>
          </p:cNvPr>
          <p:cNvSpPr>
            <a:spLocks xmlns:a="http://schemas.openxmlformats.org/drawingml/2006/main" noGrp="1"/>
          </p:cNvSpPr>
          <p:nvPr/>
        </p:nvSpPr>
        <p:spPr>
          <a:xfrm xmlns:a="http://schemas.openxmlformats.org/drawingml/2006/main">
            <a:off x="381000" y="1285875"/>
            <a:ext cx="17526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R23 “지난번 네가 설명한 평가 기준에 맞춰, 앞서 조사한 제품 비교 결과와 받아둔 견적을 이번 제안서에 반영해줘.”</a:t>
            </a:r>
          </a:p>
        </p:txBody>
      </p:sp>
      <p:sp>
        <p:nvSpPr>
          <p:cNvPr id="7" name="dp45-comparison / n7 / text 1">
            <a:extLst xmlns:a="http://schemas.openxmlformats.org/drawingml/2006/main">
              <a:ext uri="{FF2B5EF4-FFF2-40B4-BE49-F238E27FC236}">
                <a16:creationId xmlns:a16="http://schemas.microsoft.com/office/drawing/2014/main" id="{71B82403-876F-41DB-A482-28601DF3463B}"/>
              </a:ext>
            </a:extLst>
          </p:cNvPr>
          <p:cNvSpPr>
            <a:spLocks xmlns:a="http://schemas.openxmlformats.org/drawingml/2006/main" noGrp="1"/>
          </p:cNvSpPr>
          <p:nvPr/>
        </p:nvSpPr>
        <p:spPr>
          <a:xfrm xmlns:a="http://schemas.openxmlformats.org/drawingml/2006/main">
            <a:off x="381000" y="1600200"/>
            <a:ext cx="17526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같은 원본 / 현재 T23 연결은 판단 결과 / VIA: 허용 근거 연결, Agent: 기준 적용과 제안서 작성</a:t>
            </a:r>
          </a:p>
        </p:txBody>
      </p:sp>
      <p:sp>
        <p:nvSpPr>
          <p:cNvPr id="8" name="dp45-comparison / n8 / text 1">
            <a:extLst xmlns:a="http://schemas.openxmlformats.org/drawingml/2006/main">
              <a:ext uri="{FF2B5EF4-FFF2-40B4-BE49-F238E27FC236}">
                <a16:creationId xmlns:a16="http://schemas.microsoft.com/office/drawing/2014/main" id="{37399942-F6A3-4D2C-840F-62494B494FF1}"/>
              </a:ext>
            </a:extLst>
          </p:cNvPr>
          <p:cNvSpPr>
            <a:spLocks xmlns:a="http://schemas.openxmlformats.org/drawingml/2006/main" noGrp="1"/>
          </p:cNvSpPr>
          <p:nvPr/>
        </p:nvSpPr>
        <p:spPr>
          <a:xfrm xmlns:a="http://schemas.openxmlformats.org/drawingml/2006/main">
            <a:off x="1504950" y="1828800"/>
            <a:ext cx="781050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A 원본 서비스 조합형</a:t>
            </a:r>
          </a:p>
        </p:txBody>
      </p:sp>
      <p:sp>
        <p:nvSpPr>
          <p:cNvPr id="9" name="dp45-comparison / n9 / text 1">
            <a:extLst xmlns:a="http://schemas.openxmlformats.org/drawingml/2006/main">
              <a:ext uri="{FF2B5EF4-FFF2-40B4-BE49-F238E27FC236}">
                <a16:creationId xmlns:a16="http://schemas.microsoft.com/office/drawing/2014/main" id="{B80309B8-A85C-4365-BE8E-C68B7F4E7050}"/>
              </a:ext>
            </a:extLst>
          </p:cNvPr>
          <p:cNvSpPr>
            <a:spLocks xmlns:a="http://schemas.openxmlformats.org/drawingml/2006/main" noGrp="1"/>
          </p:cNvSpPr>
          <p:nvPr/>
        </p:nvSpPr>
        <p:spPr>
          <a:xfrm xmlns:a="http://schemas.openxmlformats.org/drawingml/2006/main">
            <a:off x="1504950" y="2152650"/>
            <a:ext cx="78105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현재 요청의 owner 읽기 결과 조합 / 누락 해결</a:t>
            </a:r>
          </a:p>
        </p:txBody>
      </p:sp>
      <p:sp>
        <p:nvSpPr>
          <p:cNvPr id="10" name="dp45-comparison / n10 / text 1">
            <a:extLst xmlns:a="http://schemas.openxmlformats.org/drawingml/2006/main">
              <a:ext uri="{FF2B5EF4-FFF2-40B4-BE49-F238E27FC236}">
                <a16:creationId xmlns:a16="http://schemas.microsoft.com/office/drawing/2014/main" id="{84871A9F-626B-4D7B-ABCE-4203EBF3A82F}"/>
              </a:ext>
            </a:extLst>
          </p:cNvPr>
          <p:cNvSpPr>
            <a:spLocks xmlns:a="http://schemas.openxmlformats.org/drawingml/2006/main" noGrp="1"/>
          </p:cNvSpPr>
          <p:nvPr/>
        </p:nvSpPr>
        <p:spPr>
          <a:xfrm xmlns:a="http://schemas.openxmlformats.org/drawingml/2006/main">
            <a:off x="9791700" y="1828800"/>
            <a:ext cx="781050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B 공통 파생 기억 저장소형</a:t>
            </a:r>
          </a:p>
        </p:txBody>
      </p:sp>
      <p:sp>
        <p:nvSpPr>
          <p:cNvPr id="11" name="dp45-comparison / n11 / text 1">
            <a:extLst xmlns:a="http://schemas.openxmlformats.org/drawingml/2006/main">
              <a:ext uri="{FF2B5EF4-FFF2-40B4-BE49-F238E27FC236}">
                <a16:creationId xmlns:a16="http://schemas.microsoft.com/office/drawing/2014/main" id="{F23F338D-29CA-4095-9974-DD193728989D}"/>
              </a:ext>
            </a:extLst>
          </p:cNvPr>
          <p:cNvSpPr>
            <a:spLocks xmlns:a="http://schemas.openxmlformats.org/drawingml/2006/main" noGrp="1"/>
          </p:cNvSpPr>
          <p:nvPr/>
        </p:nvSpPr>
        <p:spPr>
          <a:xfrm xmlns:a="http://schemas.openxmlformats.org/drawingml/2006/main">
            <a:off x="9791700" y="2152650"/>
            <a:ext cx="78105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과거 관계 생산 / 검증 / 게시 / 공통 읽기 계약 소비</a:t>
            </a:r>
          </a:p>
        </p:txBody>
      </p:sp>
      <p:sp>
        <p:nvSpPr>
          <p:cNvPr id="12" name="dp45-comparison / n12 / path">
            <a:extLst xmlns:a="http://schemas.openxmlformats.org/drawingml/2006/main">
              <a:ext uri="{FF2B5EF4-FFF2-40B4-BE49-F238E27FC236}">
                <a16:creationId xmlns:a16="http://schemas.microsoft.com/office/drawing/2014/main" id="{68FF5201-6E77-4CE0-9FA1-F2B25053C36A}"/>
              </a:ext>
            </a:extLst>
          </p:cNvPr>
          <p:cNvSpPr>
            <a:spLocks xmlns:a="http://schemas.openxmlformats.org/drawingml/2006/main" noGrp="1"/>
          </p:cNvSpPr>
          <p:nvPr/>
        </p:nvSpPr>
        <p:spPr>
          <a:xfrm xmlns:a="http://schemas.openxmlformats.org/drawingml/2006/main">
            <a:off x="9429750" y="1857375"/>
            <a:ext cx="953" cy="5715000"/>
          </a:xfrm>
          <a:custGeom xmlns:a="http://schemas.openxmlformats.org/drawingml/2006/main">
            <a:pathLst>
              <a:path w="953" h="5715000">
                <a:moveTo>
                  <a:pt x="0" y="0"/>
                </a:moveTo>
                <a:lnTo>
                  <a:pt x="0" y="5715000"/>
                </a:lnTo>
              </a:path>
            </a:pathLst>
          </a:custGeom>
          <a:noFill xmlns:a="http://schemas.openxmlformats.org/drawingml/2006/main"/>
          <a:ln xmlns:a="http://schemas.openxmlformats.org/drawingml/2006/main" w="19050">
            <a:solidFill>
              <a:srgbClr val="CDD6DE"/>
            </a:solidFill>
            <a:prstDash val="solid"/>
          </a:ln>
        </p:spPr>
      </p:sp>
      <p:sp>
        <p:nvSpPr>
          <p:cNvPr id="13" name="dp45-comparison / n13 / text 1">
            <a:extLst xmlns:a="http://schemas.openxmlformats.org/drawingml/2006/main">
              <a:ext uri="{FF2B5EF4-FFF2-40B4-BE49-F238E27FC236}">
                <a16:creationId xmlns:a16="http://schemas.microsoft.com/office/drawing/2014/main" id="{2DC90AC7-E529-4005-9E75-8D275AC19746}"/>
              </a:ext>
            </a:extLst>
          </p:cNvPr>
          <p:cNvSpPr>
            <a:spLocks xmlns:a="http://schemas.openxmlformats.org/drawingml/2006/main" noGrp="1"/>
          </p:cNvSpPr>
          <p:nvPr/>
        </p:nvSpPr>
        <p:spPr>
          <a:xfrm xmlns:a="http://schemas.openxmlformats.org/drawingml/2006/main">
            <a:off x="381000" y="7486650"/>
            <a:ext cx="17526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장면: 첫 요청 → 필요한 원본 / 미게시 생산 | 반복 R24 → warm cache / 유효 게시 | 정정 직후 → fence 후 갱신 | 표현 밖 새 관계 → 미지원</a:t>
            </a:r>
          </a:p>
        </p:txBody>
      </p:sp>
      <p:sp>
        <p:nvSpPr>
          <p:cNvPr id="14" name="dp45-comparison / n14">
            <a:extLst xmlns:a="http://schemas.openxmlformats.org/drawingml/2006/main">
              <a:ext uri="{FF2B5EF4-FFF2-40B4-BE49-F238E27FC236}">
                <a16:creationId xmlns:a16="http://schemas.microsoft.com/office/drawing/2014/main" id="{D9614892-2E31-4B28-A39D-C9A47A102F52}"/>
              </a:ext>
            </a:extLst>
          </p:cNvPr>
          <p:cNvSpPr>
            <a:spLocks xmlns:a="http://schemas.openxmlformats.org/drawingml/2006/main" noGrp="1"/>
          </p:cNvSpPr>
          <p:nvPr/>
        </p:nvSpPr>
        <p:spPr>
          <a:xfrm xmlns:a="http://schemas.openxmlformats.org/drawingml/2006/main">
            <a:off x="1238250" y="7762875"/>
            <a:ext cx="1071563" cy="228600"/>
          </a:xfrm>
          <a:prstGeom xmlns:a="http://schemas.openxmlformats.org/drawingml/2006/main" prst="rect">
            <a:avLst/>
          </a:prstGeom>
          <a:solidFill xmlns:a="http://schemas.openxmlformats.org/drawingml/2006/main">
            <a:srgbClr val="FFFFFF"/>
          </a:solidFill>
          <a:ln xmlns:a="http://schemas.openxmlformats.org/drawingml/2006/main" w="7144">
            <a:solidFill>
              <a:srgbClr val="000000"/>
            </a:solidFill>
            <a:prstDash val="solid"/>
          </a:ln>
        </p:spPr>
      </p:sp>
      <p:sp>
        <p:nvSpPr>
          <p:cNvPr id="15" name="dp45-comparison / n15 / text 1">
            <a:extLst xmlns:a="http://schemas.openxmlformats.org/drawingml/2006/main">
              <a:ext uri="{FF2B5EF4-FFF2-40B4-BE49-F238E27FC236}">
                <a16:creationId xmlns:a16="http://schemas.microsoft.com/office/drawing/2014/main" id="{C760A609-9244-4B75-A916-09CBF4C75EC4}"/>
              </a:ext>
            </a:extLst>
          </p:cNvPr>
          <p:cNvSpPr>
            <a:spLocks xmlns:a="http://schemas.openxmlformats.org/drawingml/2006/main" noGrp="1"/>
          </p:cNvSpPr>
          <p:nvPr/>
        </p:nvSpPr>
        <p:spPr>
          <a:xfrm xmlns:a="http://schemas.openxmlformats.org/drawingml/2006/main">
            <a:off x="1288256" y="7810310"/>
            <a:ext cx="9715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0" b="1">
                <a:solidFill>
                  <a:srgbClr val="000000"/>
                </a:solidFill>
                <a:latin typeface="Apple SD Gothic Neo"/>
                <a:ea typeface="Apple SD Gothic Neo"/>
                <a:cs typeface="Apple SD Gothic Neo"/>
              </a:defRPr>
            </a:pPr>
            <a:r>
              <a:rPr sz="900" b="1">
                <a:solidFill>
                  <a:srgbClr val="000000"/>
                </a:solidFill>
                <a:latin typeface="Apple SD Gothic Neo"/>
                <a:ea typeface="Apple SD Gothic Neo"/>
                <a:cs typeface="Apple SD Gothic Neo"/>
              </a:rPr>
              <a:t>Component</a:t>
            </a:r>
          </a:p>
        </p:txBody>
      </p:sp>
      <p:sp>
        <p:nvSpPr>
          <p:cNvPr id="16" name="dp45-comparison / n16">
            <a:extLst xmlns:a="http://schemas.openxmlformats.org/drawingml/2006/main">
              <a:ext uri="{FF2B5EF4-FFF2-40B4-BE49-F238E27FC236}">
                <a16:creationId xmlns:a16="http://schemas.microsoft.com/office/drawing/2014/main" id="{17B295D0-D16C-438C-8154-5A847062EED1}"/>
              </a:ext>
            </a:extLst>
          </p:cNvPr>
          <p:cNvSpPr>
            <a:spLocks xmlns:a="http://schemas.openxmlformats.org/drawingml/2006/main" noGrp="1"/>
          </p:cNvSpPr>
          <p:nvPr/>
        </p:nvSpPr>
        <p:spPr>
          <a:xfrm xmlns:a="http://schemas.openxmlformats.org/drawingml/2006/main">
            <a:off x="2702719" y="7762875"/>
            <a:ext cx="1071563" cy="228600"/>
          </a:xfrm>
          <a:prstGeom xmlns:a="http://schemas.openxmlformats.org/drawingml/2006/main" prst="roundRect">
            <a:avLst>
              <a:gd name="adj" fmla="val 33333"/>
            </a:avLst>
          </a:prstGeom>
          <a:solidFill xmlns:a="http://schemas.openxmlformats.org/drawingml/2006/main">
            <a:srgbClr val="FFFFFF"/>
          </a:solidFill>
          <a:ln xmlns:a="http://schemas.openxmlformats.org/drawingml/2006/main" w="7144">
            <a:solidFill>
              <a:srgbClr val="000000"/>
            </a:solidFill>
            <a:prstDash val="solid"/>
          </a:ln>
        </p:spPr>
      </p:sp>
      <p:sp>
        <p:nvSpPr>
          <p:cNvPr id="17" name="dp45-comparison / n17 / text 1">
            <a:extLst xmlns:a="http://schemas.openxmlformats.org/drawingml/2006/main">
              <a:ext uri="{FF2B5EF4-FFF2-40B4-BE49-F238E27FC236}">
                <a16:creationId xmlns:a16="http://schemas.microsoft.com/office/drawing/2014/main" id="{AC60C3E1-D009-4B09-B103-A3CD88EE2106}"/>
              </a:ext>
            </a:extLst>
          </p:cNvPr>
          <p:cNvSpPr>
            <a:spLocks xmlns:a="http://schemas.openxmlformats.org/drawingml/2006/main" noGrp="1"/>
          </p:cNvSpPr>
          <p:nvPr/>
        </p:nvSpPr>
        <p:spPr>
          <a:xfrm xmlns:a="http://schemas.openxmlformats.org/drawingml/2006/main">
            <a:off x="2752725" y="7810310"/>
            <a:ext cx="9715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0" b="1">
                <a:solidFill>
                  <a:srgbClr val="000000"/>
                </a:solidFill>
                <a:latin typeface="Apple SD Gothic Neo"/>
                <a:ea typeface="Apple SD Gothic Neo"/>
                <a:cs typeface="Apple SD Gothic Neo"/>
              </a:defRPr>
            </a:pPr>
            <a:r>
              <a:rPr sz="900" b="1">
                <a:solidFill>
                  <a:srgbClr val="000000"/>
                </a:solidFill>
                <a:latin typeface="Apple SD Gothic Neo"/>
                <a:ea typeface="Apple SD Gothic Neo"/>
                <a:cs typeface="Apple SD Gothic Neo"/>
              </a:rPr>
              <a:t>Module</a:t>
            </a:r>
          </a:p>
        </p:txBody>
      </p:sp>
      <p:sp>
        <p:nvSpPr>
          <p:cNvPr id="18" name="dp45-comparison / n18">
            <a:extLst xmlns:a="http://schemas.openxmlformats.org/drawingml/2006/main">
              <a:ext uri="{FF2B5EF4-FFF2-40B4-BE49-F238E27FC236}">
                <a16:creationId xmlns:a16="http://schemas.microsoft.com/office/drawing/2014/main" id="{9F3917F3-9375-4322-9AD7-E5A7E92E6266}"/>
              </a:ext>
            </a:extLst>
          </p:cNvPr>
          <p:cNvSpPr>
            <a:spLocks xmlns:a="http://schemas.openxmlformats.org/drawingml/2006/main" noGrp="1"/>
          </p:cNvSpPr>
          <p:nvPr/>
        </p:nvSpPr>
        <p:spPr>
          <a:xfrm xmlns:a="http://schemas.openxmlformats.org/drawingml/2006/main">
            <a:off x="4095750" y="7762875"/>
            <a:ext cx="1071563" cy="228600"/>
          </a:xfrm>
          <a:prstGeom xmlns:a="http://schemas.openxmlformats.org/drawingml/2006/main" prst="can">
            <a:avLst>
              <a:gd name="adj" fmla="val 20000"/>
            </a:avLst>
          </a:prstGeom>
          <a:solidFill xmlns:a="http://schemas.openxmlformats.org/drawingml/2006/main">
            <a:srgbClr val="FFFFFF"/>
          </a:solidFill>
          <a:ln xmlns:a="http://schemas.openxmlformats.org/drawingml/2006/main" w="7144">
            <a:solidFill>
              <a:srgbClr val="000000"/>
            </a:solidFill>
            <a:prstDash val="solid"/>
          </a:ln>
        </p:spPr>
      </p:sp>
      <p:sp>
        <p:nvSpPr>
          <p:cNvPr id="19" name="dp45-comparison / n19 / text 1">
            <a:extLst xmlns:a="http://schemas.openxmlformats.org/drawingml/2006/main">
              <a:ext uri="{FF2B5EF4-FFF2-40B4-BE49-F238E27FC236}">
                <a16:creationId xmlns:a16="http://schemas.microsoft.com/office/drawing/2014/main" id="{6A3FD8D8-48AA-4CC7-94FC-6A4FECCCA44E}"/>
              </a:ext>
            </a:extLst>
          </p:cNvPr>
          <p:cNvSpPr>
            <a:spLocks xmlns:a="http://schemas.openxmlformats.org/drawingml/2006/main" noGrp="1"/>
          </p:cNvSpPr>
          <p:nvPr/>
        </p:nvSpPr>
        <p:spPr>
          <a:xfrm xmlns:a="http://schemas.openxmlformats.org/drawingml/2006/main">
            <a:off x="4145756" y="7838885"/>
            <a:ext cx="9715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0" b="1">
                <a:solidFill>
                  <a:srgbClr val="000000"/>
                </a:solidFill>
                <a:latin typeface="Apple SD Gothic Neo"/>
                <a:ea typeface="Apple SD Gothic Neo"/>
                <a:cs typeface="Apple SD Gothic Neo"/>
              </a:defRPr>
            </a:pPr>
            <a:r>
              <a:rPr sz="900" b="1">
                <a:solidFill>
                  <a:srgbClr val="000000"/>
                </a:solidFill>
                <a:latin typeface="Apple SD Gothic Neo"/>
                <a:ea typeface="Apple SD Gothic Neo"/>
                <a:cs typeface="Apple SD Gothic Neo"/>
              </a:rPr>
              <a:t>State</a:t>
            </a:r>
          </a:p>
        </p:txBody>
      </p:sp>
      <p:sp>
        <p:nvSpPr>
          <p:cNvPr id="20" name="dp45-comparison / n20">
            <a:extLst xmlns:a="http://schemas.openxmlformats.org/drawingml/2006/main">
              <a:ext uri="{FF2B5EF4-FFF2-40B4-BE49-F238E27FC236}">
                <a16:creationId xmlns:a16="http://schemas.microsoft.com/office/drawing/2014/main" id="{5450D387-194E-4B45-9F1E-0606426224CA}"/>
              </a:ext>
            </a:extLst>
          </p:cNvPr>
          <p:cNvSpPr>
            <a:spLocks xmlns:a="http://schemas.openxmlformats.org/drawingml/2006/main" noGrp="1"/>
          </p:cNvSpPr>
          <p:nvPr/>
        </p:nvSpPr>
        <p:spPr>
          <a:xfrm xmlns:a="http://schemas.openxmlformats.org/drawingml/2006/main">
            <a:off x="9310688" y="7762875"/>
            <a:ext cx="1071563" cy="228600"/>
          </a:xfrm>
          <a:prstGeom xmlns:a="http://schemas.openxmlformats.org/drawingml/2006/main" prst="roundRect">
            <a:avLst>
              <a:gd name="adj" fmla="val 33333"/>
            </a:avLst>
          </a:prstGeom>
          <a:solidFill xmlns:a="http://schemas.openxmlformats.org/drawingml/2006/main">
            <a:srgbClr val="FFF0DD"/>
          </a:solidFill>
          <a:ln xmlns:a="http://schemas.openxmlformats.org/drawingml/2006/main" w="12859">
            <a:solidFill>
              <a:srgbClr val="B8753F"/>
            </a:solidFill>
            <a:prstDash val="solid"/>
          </a:ln>
        </p:spPr>
      </p:sp>
      <p:sp>
        <p:nvSpPr>
          <p:cNvPr id="21" name="dp45-comparison / n21 / text 1">
            <a:extLst xmlns:a="http://schemas.openxmlformats.org/drawingml/2006/main">
              <a:ext uri="{FF2B5EF4-FFF2-40B4-BE49-F238E27FC236}">
                <a16:creationId xmlns:a16="http://schemas.microsoft.com/office/drawing/2014/main" id="{26D145EE-DA91-45E5-A55F-CCEB2FC3C01E}"/>
              </a:ext>
            </a:extLst>
          </p:cNvPr>
          <p:cNvSpPr>
            <a:spLocks xmlns:a="http://schemas.openxmlformats.org/drawingml/2006/main" noGrp="1"/>
          </p:cNvSpPr>
          <p:nvPr/>
        </p:nvSpPr>
        <p:spPr>
          <a:xfrm xmlns:a="http://schemas.openxmlformats.org/drawingml/2006/main">
            <a:off x="9360694" y="7810310"/>
            <a:ext cx="9715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0" b="1">
                <a:solidFill>
                  <a:srgbClr val="000000"/>
                </a:solidFill>
                <a:latin typeface="Apple SD Gothic Neo"/>
                <a:ea typeface="Apple SD Gothic Neo"/>
                <a:cs typeface="Apple SD Gothic Neo"/>
              </a:defRPr>
            </a:pPr>
            <a:r>
              <a:rPr sz="900" b="1">
                <a:solidFill>
                  <a:srgbClr val="000000"/>
                </a:solidFill>
                <a:latin typeface="Apple SD Gothic Neo"/>
                <a:ea typeface="Apple SD Gothic Neo"/>
                <a:cs typeface="Apple SD Gothic Neo"/>
              </a:rPr>
              <a:t>Module</a:t>
            </a:r>
          </a:p>
        </p:txBody>
      </p:sp>
      <p:sp>
        <p:nvSpPr>
          <p:cNvPr id="22" name="dp45-comparison / n22">
            <a:extLst xmlns:a="http://schemas.openxmlformats.org/drawingml/2006/main">
              <a:ext uri="{FF2B5EF4-FFF2-40B4-BE49-F238E27FC236}">
                <a16:creationId xmlns:a16="http://schemas.microsoft.com/office/drawing/2014/main" id="{435C47FA-EE3D-4C0E-BD37-50AF7B37C5B5}"/>
              </a:ext>
            </a:extLst>
          </p:cNvPr>
          <p:cNvSpPr>
            <a:spLocks xmlns:a="http://schemas.openxmlformats.org/drawingml/2006/main" noGrp="1"/>
          </p:cNvSpPr>
          <p:nvPr/>
        </p:nvSpPr>
        <p:spPr>
          <a:xfrm xmlns:a="http://schemas.openxmlformats.org/drawingml/2006/main">
            <a:off x="12882563" y="7762875"/>
            <a:ext cx="1071563" cy="228600"/>
          </a:xfrm>
          <a:prstGeom xmlns:a="http://schemas.openxmlformats.org/drawingml/2006/main" prst="hexagon">
            <a:avLst/>
          </a:prstGeom>
          <a:solidFill xmlns:a="http://schemas.openxmlformats.org/drawingml/2006/main">
            <a:srgbClr val="FFFFFF"/>
          </a:solidFill>
          <a:ln xmlns:a="http://schemas.openxmlformats.org/drawingml/2006/main" w="7144">
            <a:solidFill>
              <a:srgbClr val="000000"/>
            </a:solidFill>
            <a:prstDash val="solid"/>
          </a:ln>
        </p:spPr>
      </p:sp>
      <p:sp>
        <p:nvSpPr>
          <p:cNvPr id="23" name="dp45-comparison / n23 / text 1">
            <a:extLst xmlns:a="http://schemas.openxmlformats.org/drawingml/2006/main">
              <a:ext uri="{FF2B5EF4-FFF2-40B4-BE49-F238E27FC236}">
                <a16:creationId xmlns:a16="http://schemas.microsoft.com/office/drawing/2014/main" id="{A8B15A92-07AA-409A-86BB-0B6C51292B01}"/>
              </a:ext>
            </a:extLst>
          </p:cNvPr>
          <p:cNvSpPr>
            <a:spLocks xmlns:a="http://schemas.openxmlformats.org/drawingml/2006/main" noGrp="1"/>
          </p:cNvSpPr>
          <p:nvPr/>
        </p:nvSpPr>
        <p:spPr>
          <a:xfrm xmlns:a="http://schemas.openxmlformats.org/drawingml/2006/main">
            <a:off x="12932569" y="7810310"/>
            <a:ext cx="9715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0" b="1">
                <a:solidFill>
                  <a:srgbClr val="000000"/>
                </a:solidFill>
                <a:latin typeface="Apple SD Gothic Neo"/>
                <a:ea typeface="Apple SD Gothic Neo"/>
                <a:cs typeface="Apple SD Gothic Neo"/>
              </a:defRPr>
            </a:pPr>
            <a:r>
              <a:rPr sz="900" b="1">
                <a:solidFill>
                  <a:srgbClr val="000000"/>
                </a:solidFill>
                <a:latin typeface="Apple SD Gothic Neo"/>
                <a:ea typeface="Apple SD Gothic Neo"/>
                <a:cs typeface="Apple SD Gothic Neo"/>
              </a:rPr>
              <a:t>Dependency</a:t>
            </a:r>
          </a:p>
        </p:txBody>
      </p:sp>
      <p:sp>
        <p:nvSpPr>
          <p:cNvPr id="24" name="dp45-comparison / n24">
            <a:extLst xmlns:a="http://schemas.openxmlformats.org/drawingml/2006/main">
              <a:ext uri="{FF2B5EF4-FFF2-40B4-BE49-F238E27FC236}">
                <a16:creationId xmlns:a16="http://schemas.microsoft.com/office/drawing/2014/main" id="{EAC5B135-9CDE-445C-8CA3-6A37C5D49184}"/>
              </a:ext>
            </a:extLst>
          </p:cNvPr>
          <p:cNvSpPr>
            <a:spLocks xmlns:a="http://schemas.openxmlformats.org/drawingml/2006/main" noGrp="1"/>
          </p:cNvSpPr>
          <p:nvPr/>
        </p:nvSpPr>
        <p:spPr>
          <a:xfrm xmlns:a="http://schemas.openxmlformats.org/drawingml/2006/main">
            <a:off x="366713" y="7777163"/>
            <a:ext cx="525780" cy="188595"/>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5" name="dp45-comparison / n25 / text 1">
            <a:extLst xmlns:a="http://schemas.openxmlformats.org/drawingml/2006/main">
              <a:ext uri="{FF2B5EF4-FFF2-40B4-BE49-F238E27FC236}">
                <a16:creationId xmlns:a16="http://schemas.microsoft.com/office/drawing/2014/main" id="{12225242-FC7A-438B-AE54-8979B94A7731}"/>
              </a:ext>
            </a:extLst>
          </p:cNvPr>
          <p:cNvSpPr>
            <a:spLocks xmlns:a="http://schemas.openxmlformats.org/drawingml/2006/main" noGrp="1"/>
          </p:cNvSpPr>
          <p:nvPr/>
        </p:nvSpPr>
        <p:spPr>
          <a:xfrm xmlns:a="http://schemas.openxmlformats.org/drawingml/2006/main">
            <a:off x="381000" y="7784306"/>
            <a:ext cx="785813"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Legend</a:t>
            </a:r>
          </a:p>
        </p:txBody>
      </p:sp>
      <p:sp>
        <p:nvSpPr>
          <p:cNvPr id="26" name="dp45-comparison / n26">
            <a:extLst xmlns:a="http://schemas.openxmlformats.org/drawingml/2006/main">
              <a:ext uri="{FF2B5EF4-FFF2-40B4-BE49-F238E27FC236}">
                <a16:creationId xmlns:a16="http://schemas.microsoft.com/office/drawing/2014/main" id="{EC7003F7-BCEE-4F82-AE37-0FC1971B8FCA}"/>
              </a:ext>
            </a:extLst>
          </p:cNvPr>
          <p:cNvSpPr>
            <a:spLocks xmlns:a="http://schemas.openxmlformats.org/drawingml/2006/main" noGrp="1"/>
          </p:cNvSpPr>
          <p:nvPr/>
        </p:nvSpPr>
        <p:spPr>
          <a:xfrm xmlns:a="http://schemas.openxmlformats.org/drawingml/2006/main">
            <a:off x="1223963" y="8034338"/>
            <a:ext cx="584787" cy="1635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7" name="dp45-comparison / n27 / text 1">
            <a:extLst xmlns:a="http://schemas.openxmlformats.org/drawingml/2006/main">
              <a:ext uri="{FF2B5EF4-FFF2-40B4-BE49-F238E27FC236}">
                <a16:creationId xmlns:a16="http://schemas.microsoft.com/office/drawing/2014/main" id="{EC544BBE-15A6-4A3E-A114-2AA5815C43B6}"/>
              </a:ext>
            </a:extLst>
          </p:cNvPr>
          <p:cNvSpPr>
            <a:spLocks xmlns:a="http://schemas.openxmlformats.org/drawingml/2006/main" noGrp="1"/>
          </p:cNvSpPr>
          <p:nvPr/>
        </p:nvSpPr>
        <p:spPr>
          <a:xfrm xmlns:a="http://schemas.openxmlformats.org/drawingml/2006/main">
            <a:off x="1238250" y="8041481"/>
            <a:ext cx="3000375" cy="17609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56" b="0">
                <a:solidFill>
                  <a:srgbClr val="000000"/>
                </a:solidFill>
                <a:latin typeface="Apple SD Gothic Neo"/>
                <a:ea typeface="Apple SD Gothic Neo"/>
                <a:cs typeface="Apple SD Gothic Neo"/>
              </a:defRPr>
            </a:pPr>
            <a:r>
              <a:rPr sz="956" b="0">
                <a:solidFill>
                  <a:srgbClr val="000000"/>
                </a:solidFill>
                <a:latin typeface="Apple SD Gothic Neo"/>
                <a:ea typeface="Apple SD Gothic Neo"/>
                <a:cs typeface="Apple SD Gothic Neo"/>
              </a:rPr>
              <a:t>논리 책임</a:t>
            </a:r>
          </a:p>
        </p:txBody>
      </p:sp>
      <p:sp>
        <p:nvSpPr>
          <p:cNvPr id="28" name="dp45-comparison / n28">
            <a:extLst xmlns:a="http://schemas.openxmlformats.org/drawingml/2006/main">
              <a:ext uri="{FF2B5EF4-FFF2-40B4-BE49-F238E27FC236}">
                <a16:creationId xmlns:a16="http://schemas.microsoft.com/office/drawing/2014/main" id="{92672E70-C418-41A3-8D2A-406C26AF1511}"/>
              </a:ext>
            </a:extLst>
          </p:cNvPr>
          <p:cNvSpPr>
            <a:spLocks xmlns:a="http://schemas.openxmlformats.org/drawingml/2006/main" noGrp="1"/>
          </p:cNvSpPr>
          <p:nvPr/>
        </p:nvSpPr>
        <p:spPr>
          <a:xfrm xmlns:a="http://schemas.openxmlformats.org/drawingml/2006/main">
            <a:off x="2688431" y="8034338"/>
            <a:ext cx="764524" cy="1635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9" name="dp45-comparison / n29 / text 1">
            <a:extLst xmlns:a="http://schemas.openxmlformats.org/drawingml/2006/main">
              <a:ext uri="{FF2B5EF4-FFF2-40B4-BE49-F238E27FC236}">
                <a16:creationId xmlns:a16="http://schemas.microsoft.com/office/drawing/2014/main" id="{F6771870-1D8E-4AD1-B5E8-1EE80F67B9A9}"/>
              </a:ext>
            </a:extLst>
          </p:cNvPr>
          <p:cNvSpPr>
            <a:spLocks xmlns:a="http://schemas.openxmlformats.org/drawingml/2006/main" noGrp="1"/>
          </p:cNvSpPr>
          <p:nvPr/>
        </p:nvSpPr>
        <p:spPr>
          <a:xfrm xmlns:a="http://schemas.openxmlformats.org/drawingml/2006/main">
            <a:off x="2702719" y="8041481"/>
            <a:ext cx="3000375" cy="17609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56" b="0">
                <a:solidFill>
                  <a:srgbClr val="000000"/>
                </a:solidFill>
                <a:latin typeface="Apple SD Gothic Neo"/>
                <a:ea typeface="Apple SD Gothic Neo"/>
                <a:cs typeface="Apple SD Gothic Neo"/>
              </a:defRPr>
            </a:pPr>
            <a:r>
              <a:rPr sz="956" b="0">
                <a:solidFill>
                  <a:srgbClr val="000000"/>
                </a:solidFill>
                <a:latin typeface="Apple SD Gothic Neo"/>
                <a:ea typeface="Apple SD Gothic Neo"/>
                <a:cs typeface="Apple SD Gothic Neo"/>
              </a:rPr>
              <a:t>내부 Module</a:t>
            </a:r>
          </a:p>
        </p:txBody>
      </p:sp>
      <p:sp>
        <p:nvSpPr>
          <p:cNvPr id="30" name="dp45-comparison / n30">
            <a:extLst xmlns:a="http://schemas.openxmlformats.org/drawingml/2006/main">
              <a:ext uri="{FF2B5EF4-FFF2-40B4-BE49-F238E27FC236}">
                <a16:creationId xmlns:a16="http://schemas.microsoft.com/office/drawing/2014/main" id="{8AEBC683-B792-4F8D-9C90-910C4603F73B}"/>
              </a:ext>
            </a:extLst>
          </p:cNvPr>
          <p:cNvSpPr>
            <a:spLocks xmlns:a="http://schemas.openxmlformats.org/drawingml/2006/main" noGrp="1"/>
          </p:cNvSpPr>
          <p:nvPr/>
        </p:nvSpPr>
        <p:spPr>
          <a:xfrm xmlns:a="http://schemas.openxmlformats.org/drawingml/2006/main">
            <a:off x="4081463" y="8034338"/>
            <a:ext cx="706231" cy="1635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1" name="dp45-comparison / n31 / text 1">
            <a:extLst xmlns:a="http://schemas.openxmlformats.org/drawingml/2006/main">
              <a:ext uri="{FF2B5EF4-FFF2-40B4-BE49-F238E27FC236}">
                <a16:creationId xmlns:a16="http://schemas.microsoft.com/office/drawing/2014/main" id="{FE7CF21A-B28C-4C03-A038-724495C602C8}"/>
              </a:ext>
            </a:extLst>
          </p:cNvPr>
          <p:cNvSpPr>
            <a:spLocks xmlns:a="http://schemas.openxmlformats.org/drawingml/2006/main" noGrp="1"/>
          </p:cNvSpPr>
          <p:nvPr/>
        </p:nvSpPr>
        <p:spPr>
          <a:xfrm xmlns:a="http://schemas.openxmlformats.org/drawingml/2006/main">
            <a:off x="4095750" y="8041481"/>
            <a:ext cx="3000375" cy="17609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56" b="0">
                <a:solidFill>
                  <a:srgbClr val="000000"/>
                </a:solidFill>
                <a:latin typeface="Apple SD Gothic Neo"/>
                <a:ea typeface="Apple SD Gothic Neo"/>
                <a:cs typeface="Apple SD Gothic Neo"/>
              </a:defRPr>
            </a:pPr>
            <a:r>
              <a:rPr sz="956" b="0">
                <a:solidFill>
                  <a:srgbClr val="000000"/>
                </a:solidFill>
                <a:latin typeface="Apple SD Gothic Neo"/>
                <a:ea typeface="Apple SD Gothic Neo"/>
                <a:cs typeface="Apple SD Gothic Neo"/>
              </a:rPr>
              <a:t>데이터 상태</a:t>
            </a:r>
          </a:p>
        </p:txBody>
      </p:sp>
      <p:sp>
        <p:nvSpPr>
          <p:cNvPr id="32" name="dp45-comparison / n32">
            <a:extLst xmlns:a="http://schemas.openxmlformats.org/drawingml/2006/main">
              <a:ext uri="{FF2B5EF4-FFF2-40B4-BE49-F238E27FC236}">
                <a16:creationId xmlns:a16="http://schemas.microsoft.com/office/drawing/2014/main" id="{1979BF5D-6FA4-4140-A0DD-D7F205A431F1}"/>
              </a:ext>
            </a:extLst>
          </p:cNvPr>
          <p:cNvSpPr>
            <a:spLocks xmlns:a="http://schemas.openxmlformats.org/drawingml/2006/main" noGrp="1"/>
          </p:cNvSpPr>
          <p:nvPr/>
        </p:nvSpPr>
        <p:spPr>
          <a:xfrm xmlns:a="http://schemas.openxmlformats.org/drawingml/2006/main">
            <a:off x="9296400" y="8034338"/>
            <a:ext cx="1665637" cy="1635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3" name="dp45-comparison / n33 / text 1">
            <a:extLst xmlns:a="http://schemas.openxmlformats.org/drawingml/2006/main">
              <a:ext uri="{FF2B5EF4-FFF2-40B4-BE49-F238E27FC236}">
                <a16:creationId xmlns:a16="http://schemas.microsoft.com/office/drawing/2014/main" id="{7D60337B-9AF3-4BE9-A52D-ED833F81DDF0}"/>
              </a:ext>
            </a:extLst>
          </p:cNvPr>
          <p:cNvSpPr>
            <a:spLocks xmlns:a="http://schemas.openxmlformats.org/drawingml/2006/main" noGrp="1"/>
          </p:cNvSpPr>
          <p:nvPr/>
        </p:nvSpPr>
        <p:spPr>
          <a:xfrm xmlns:a="http://schemas.openxmlformats.org/drawingml/2006/main">
            <a:off x="9310688" y="8041481"/>
            <a:ext cx="3000375" cy="17609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56" b="0">
                <a:solidFill>
                  <a:srgbClr val="000000"/>
                </a:solidFill>
                <a:latin typeface="Apple SD Gothic Neo"/>
                <a:ea typeface="Apple SD Gothic Neo"/>
                <a:cs typeface="Apple SD Gothic Neo"/>
              </a:defRPr>
            </a:pPr>
            <a:r>
              <a:rPr sz="956" b="0">
                <a:solidFill>
                  <a:srgbClr val="000000"/>
                </a:solidFill>
                <a:latin typeface="Apple SD Gothic Neo"/>
                <a:ea typeface="Apple SD Gothic Neo"/>
                <a:cs typeface="Apple SD Gothic Neo"/>
              </a:rPr>
              <a:t>차이: 살구색 / 짙은 테두리</a:t>
            </a:r>
          </a:p>
        </p:txBody>
      </p:sp>
      <p:sp>
        <p:nvSpPr>
          <p:cNvPr id="34" name="dp45-comparison / n34">
            <a:extLst xmlns:a="http://schemas.openxmlformats.org/drawingml/2006/main">
              <a:ext uri="{FF2B5EF4-FFF2-40B4-BE49-F238E27FC236}">
                <a16:creationId xmlns:a16="http://schemas.microsoft.com/office/drawing/2014/main" id="{2BBFD3ED-2761-41A0-8191-1A7407DD069A}"/>
              </a:ext>
            </a:extLst>
          </p:cNvPr>
          <p:cNvSpPr>
            <a:spLocks xmlns:a="http://schemas.openxmlformats.org/drawingml/2006/main" noGrp="1"/>
          </p:cNvSpPr>
          <p:nvPr/>
        </p:nvSpPr>
        <p:spPr>
          <a:xfrm xmlns:a="http://schemas.openxmlformats.org/drawingml/2006/main">
            <a:off x="12868275" y="8034338"/>
            <a:ext cx="1148286" cy="1635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5" name="dp45-comparison / n35 / text 1">
            <a:extLst xmlns:a="http://schemas.openxmlformats.org/drawingml/2006/main">
              <a:ext uri="{FF2B5EF4-FFF2-40B4-BE49-F238E27FC236}">
                <a16:creationId xmlns:a16="http://schemas.microsoft.com/office/drawing/2014/main" id="{7CCA933C-DB03-47BC-880A-F71B686FEC14}"/>
              </a:ext>
            </a:extLst>
          </p:cNvPr>
          <p:cNvSpPr>
            <a:spLocks xmlns:a="http://schemas.openxmlformats.org/drawingml/2006/main" noGrp="1"/>
          </p:cNvSpPr>
          <p:nvPr/>
        </p:nvSpPr>
        <p:spPr>
          <a:xfrm xmlns:a="http://schemas.openxmlformats.org/drawingml/2006/main">
            <a:off x="12882563" y="8041481"/>
            <a:ext cx="3000375" cy="17609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56" b="0">
                <a:solidFill>
                  <a:srgbClr val="000000"/>
                </a:solidFill>
                <a:latin typeface="Apple SD Gothic Neo"/>
                <a:ea typeface="Apple SD Gothic Neo"/>
                <a:cs typeface="Apple SD Gothic Neo"/>
              </a:defRPr>
            </a:pPr>
            <a:r>
              <a:rPr sz="956" b="0">
                <a:solidFill>
                  <a:srgbClr val="000000"/>
                </a:solidFill>
                <a:latin typeface="Apple SD Gothic Neo"/>
                <a:ea typeface="Apple SD Gothic Neo"/>
                <a:cs typeface="Apple SD Gothic Neo"/>
              </a:rPr>
              <a:t>외부 Agent / 모델</a:t>
            </a:r>
          </a:p>
        </p:txBody>
      </p:sp>
      <p:sp>
        <p:nvSpPr>
          <p:cNvPr id="36" name="dp45-comparison / n36 / path">
            <a:extLst xmlns:a="http://schemas.openxmlformats.org/drawingml/2006/main">
              <a:ext uri="{FF2B5EF4-FFF2-40B4-BE49-F238E27FC236}">
                <a16:creationId xmlns:a16="http://schemas.microsoft.com/office/drawing/2014/main" id="{A8996E5B-8FE2-4EA6-9C26-6AEAF7E1145F}"/>
              </a:ext>
            </a:extLst>
          </p:cNvPr>
          <p:cNvSpPr>
            <a:spLocks xmlns:a="http://schemas.openxmlformats.org/drawingml/2006/main" noGrp="1"/>
          </p:cNvSpPr>
          <p:nvPr/>
        </p:nvSpPr>
        <p:spPr>
          <a:xfrm xmlns:a="http://schemas.openxmlformats.org/drawingml/2006/main">
            <a:off x="5667375" y="7877175"/>
            <a:ext cx="1071563" cy="953"/>
          </a:xfrm>
          <a:custGeom xmlns:a="http://schemas.openxmlformats.org/drawingml/2006/main">
            <a:pathLst>
              <a:path w="1071563" h="953">
                <a:moveTo>
                  <a:pt x="0" y="0"/>
                </a:moveTo>
                <a:lnTo>
                  <a:pt x="1071563" y="0"/>
                </a:lnTo>
              </a:path>
            </a:pathLst>
          </a:custGeom>
          <a:noFill xmlns:a="http://schemas.openxmlformats.org/drawingml/2006/main"/>
          <a:ln xmlns:a="http://schemas.openxmlformats.org/drawingml/2006/main" w="7858">
            <a:solidFill>
              <a:srgbClr val="000000"/>
            </a:solidFill>
            <a:prstDash val="solid"/>
          </a:ln>
        </p:spPr>
      </p:sp>
      <p:sp>
        <p:nvSpPr>
          <p:cNvPr id="37" name="dp45-comparison / n36 / arrow">
            <a:extLst xmlns:a="http://schemas.openxmlformats.org/drawingml/2006/main">
              <a:ext uri="{FF2B5EF4-FFF2-40B4-BE49-F238E27FC236}">
                <a16:creationId xmlns:a16="http://schemas.microsoft.com/office/drawing/2014/main" id="{14C68EDB-B2E0-416A-B542-90222B371081}"/>
              </a:ext>
            </a:extLst>
          </p:cNvPr>
          <p:cNvSpPr>
            <a:spLocks xmlns:a="http://schemas.openxmlformats.org/drawingml/2006/main" noGrp="1"/>
          </p:cNvSpPr>
          <p:nvPr/>
        </p:nvSpPr>
        <p:spPr>
          <a:xfrm xmlns:a="http://schemas.openxmlformats.org/drawingml/2006/main">
            <a:off x="6688646" y="7852029"/>
            <a:ext cx="50292" cy="50292"/>
          </a:xfrm>
          <a:custGeom xmlns:a="http://schemas.openxmlformats.org/drawingml/2006/main">
            <a:pathLst>
              <a:path w="50292" h="50292">
                <a:moveTo>
                  <a:pt x="0" y="50292"/>
                </a:moveTo>
                <a:lnTo>
                  <a:pt x="50292" y="25146"/>
                </a:lnTo>
                <a:lnTo>
                  <a:pt x="0" y="0"/>
                </a:lnTo>
              </a:path>
            </a:pathLst>
          </a:custGeom>
          <a:noFill xmlns:a="http://schemas.openxmlformats.org/drawingml/2006/main"/>
          <a:ln xmlns:a="http://schemas.openxmlformats.org/drawingml/2006/main" w="10058">
            <a:solidFill>
              <a:srgbClr val="000000"/>
            </a:solidFill>
            <a:prstDash val="solid"/>
          </a:ln>
        </p:spPr>
      </p:sp>
      <p:sp>
        <p:nvSpPr>
          <p:cNvPr id="38" name="dp45-comparison / n37">
            <a:extLst xmlns:a="http://schemas.openxmlformats.org/drawingml/2006/main">
              <a:ext uri="{FF2B5EF4-FFF2-40B4-BE49-F238E27FC236}">
                <a16:creationId xmlns:a16="http://schemas.microsoft.com/office/drawing/2014/main" id="{D936B3E5-5122-49B7-8FFE-3D6BBE79DC64}"/>
              </a:ext>
            </a:extLst>
          </p:cNvPr>
          <p:cNvSpPr>
            <a:spLocks xmlns:a="http://schemas.openxmlformats.org/drawingml/2006/main" noGrp="1"/>
          </p:cNvSpPr>
          <p:nvPr/>
        </p:nvSpPr>
        <p:spPr>
          <a:xfrm xmlns:a="http://schemas.openxmlformats.org/drawingml/2006/main">
            <a:off x="5653088" y="8034338"/>
            <a:ext cx="725662" cy="1635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9" name="dp45-comparison / n38 / text 1">
            <a:extLst xmlns:a="http://schemas.openxmlformats.org/drawingml/2006/main">
              <a:ext uri="{FF2B5EF4-FFF2-40B4-BE49-F238E27FC236}">
                <a16:creationId xmlns:a16="http://schemas.microsoft.com/office/drawing/2014/main" id="{F8E73D5F-ACB3-40EF-875F-C4EFC53E7034}"/>
              </a:ext>
            </a:extLst>
          </p:cNvPr>
          <p:cNvSpPr>
            <a:spLocks xmlns:a="http://schemas.openxmlformats.org/drawingml/2006/main" noGrp="1"/>
          </p:cNvSpPr>
          <p:nvPr/>
        </p:nvSpPr>
        <p:spPr>
          <a:xfrm xmlns:a="http://schemas.openxmlformats.org/drawingml/2006/main">
            <a:off x="5667375" y="8041481"/>
            <a:ext cx="1571625" cy="17609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56" b="0">
                <a:solidFill>
                  <a:srgbClr val="000000"/>
                </a:solidFill>
                <a:latin typeface="Apple SD Gothic Neo"/>
                <a:ea typeface="Apple SD Gothic Neo"/>
                <a:cs typeface="Apple SD Gothic Neo"/>
              </a:defRPr>
            </a:pPr>
            <a:r>
              <a:rPr sz="956" b="0">
                <a:solidFill>
                  <a:srgbClr val="000000"/>
                </a:solidFill>
                <a:latin typeface="Apple SD Gothic Neo"/>
                <a:ea typeface="Apple SD Gothic Neo"/>
                <a:cs typeface="Apple SD Gothic Neo"/>
              </a:rPr>
              <a:t>요청 / 전달</a:t>
            </a:r>
          </a:p>
        </p:txBody>
      </p:sp>
      <p:sp>
        <p:nvSpPr>
          <p:cNvPr id="40" name="dp45-comparison / n39 / path">
            <a:extLst xmlns:a="http://schemas.openxmlformats.org/drawingml/2006/main">
              <a:ext uri="{FF2B5EF4-FFF2-40B4-BE49-F238E27FC236}">
                <a16:creationId xmlns:a16="http://schemas.microsoft.com/office/drawing/2014/main" id="{8594997E-657C-4918-820D-52F155C2D11A}"/>
              </a:ext>
            </a:extLst>
          </p:cNvPr>
          <p:cNvSpPr>
            <a:spLocks xmlns:a="http://schemas.openxmlformats.org/drawingml/2006/main" noGrp="1"/>
          </p:cNvSpPr>
          <p:nvPr/>
        </p:nvSpPr>
        <p:spPr>
          <a:xfrm xmlns:a="http://schemas.openxmlformats.org/drawingml/2006/main">
            <a:off x="7381875" y="7877175"/>
            <a:ext cx="1071563" cy="953"/>
          </a:xfrm>
          <a:custGeom xmlns:a="http://schemas.openxmlformats.org/drawingml/2006/main">
            <a:pathLst>
              <a:path w="1071563" h="953">
                <a:moveTo>
                  <a:pt x="0" y="0"/>
                </a:moveTo>
                <a:lnTo>
                  <a:pt x="1071563" y="0"/>
                </a:lnTo>
              </a:path>
            </a:pathLst>
          </a:custGeom>
          <a:noFill xmlns:a="http://schemas.openxmlformats.org/drawingml/2006/main"/>
          <a:ln xmlns:a="http://schemas.openxmlformats.org/drawingml/2006/main" w="7858">
            <a:solidFill>
              <a:srgbClr val="000000"/>
            </a:solidFill>
            <a:prstDash val="dash"/>
          </a:ln>
        </p:spPr>
      </p:sp>
      <p:sp>
        <p:nvSpPr>
          <p:cNvPr id="41" name="dp45-comparison / n39 / arrow">
            <a:extLst xmlns:a="http://schemas.openxmlformats.org/drawingml/2006/main">
              <a:ext uri="{FF2B5EF4-FFF2-40B4-BE49-F238E27FC236}">
                <a16:creationId xmlns:a16="http://schemas.microsoft.com/office/drawing/2014/main" id="{5178FD33-ABE3-41F7-B6A8-41DDBA865B39}"/>
              </a:ext>
            </a:extLst>
          </p:cNvPr>
          <p:cNvSpPr>
            <a:spLocks xmlns:a="http://schemas.openxmlformats.org/drawingml/2006/main" noGrp="1"/>
          </p:cNvSpPr>
          <p:nvPr/>
        </p:nvSpPr>
        <p:spPr>
          <a:xfrm xmlns:a="http://schemas.openxmlformats.org/drawingml/2006/main">
            <a:off x="8403146" y="7852029"/>
            <a:ext cx="50292" cy="50292"/>
          </a:xfrm>
          <a:custGeom xmlns:a="http://schemas.openxmlformats.org/drawingml/2006/main">
            <a:pathLst>
              <a:path w="50292" h="50292">
                <a:moveTo>
                  <a:pt x="0" y="50292"/>
                </a:moveTo>
                <a:lnTo>
                  <a:pt x="50292" y="25146"/>
                </a:lnTo>
                <a:lnTo>
                  <a:pt x="0" y="0"/>
                </a:lnTo>
              </a:path>
            </a:pathLst>
          </a:custGeom>
          <a:noFill xmlns:a="http://schemas.openxmlformats.org/drawingml/2006/main"/>
          <a:ln xmlns:a="http://schemas.openxmlformats.org/drawingml/2006/main" w="10058">
            <a:solidFill>
              <a:srgbClr val="000000"/>
            </a:solidFill>
            <a:prstDash val="solid"/>
          </a:ln>
        </p:spPr>
      </p:sp>
      <p:sp>
        <p:nvSpPr>
          <p:cNvPr id="42" name="dp45-comparison / n40">
            <a:extLst xmlns:a="http://schemas.openxmlformats.org/drawingml/2006/main">
              <a:ext uri="{FF2B5EF4-FFF2-40B4-BE49-F238E27FC236}">
                <a16:creationId xmlns:a16="http://schemas.microsoft.com/office/drawing/2014/main" id="{6D841D71-68B3-42E7-9904-95971775F064}"/>
              </a:ext>
            </a:extLst>
          </p:cNvPr>
          <p:cNvSpPr>
            <a:spLocks xmlns:a="http://schemas.openxmlformats.org/drawingml/2006/main" noGrp="1"/>
          </p:cNvSpPr>
          <p:nvPr/>
        </p:nvSpPr>
        <p:spPr>
          <a:xfrm xmlns:a="http://schemas.openxmlformats.org/drawingml/2006/main">
            <a:off x="7367588" y="8034338"/>
            <a:ext cx="725662" cy="1635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3" name="dp45-comparison / n41 / text 1">
            <a:extLst xmlns:a="http://schemas.openxmlformats.org/drawingml/2006/main">
              <a:ext uri="{FF2B5EF4-FFF2-40B4-BE49-F238E27FC236}">
                <a16:creationId xmlns:a16="http://schemas.microsoft.com/office/drawing/2014/main" id="{0AF0669C-72CD-49FE-8695-85E42AB92164}"/>
              </a:ext>
            </a:extLst>
          </p:cNvPr>
          <p:cNvSpPr>
            <a:spLocks xmlns:a="http://schemas.openxmlformats.org/drawingml/2006/main" noGrp="1"/>
          </p:cNvSpPr>
          <p:nvPr/>
        </p:nvSpPr>
        <p:spPr>
          <a:xfrm xmlns:a="http://schemas.openxmlformats.org/drawingml/2006/main">
            <a:off x="7381875" y="8041481"/>
            <a:ext cx="1571625" cy="17609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56" b="0">
                <a:solidFill>
                  <a:srgbClr val="000000"/>
                </a:solidFill>
                <a:latin typeface="Apple SD Gothic Neo"/>
                <a:ea typeface="Apple SD Gothic Neo"/>
                <a:cs typeface="Apple SD Gothic Neo"/>
              </a:defRPr>
            </a:pPr>
            <a:r>
              <a:rPr sz="956" b="0">
                <a:solidFill>
                  <a:srgbClr val="000000"/>
                </a:solidFill>
                <a:latin typeface="Apple SD Gothic Neo"/>
                <a:ea typeface="Apple SD Gothic Neo"/>
                <a:cs typeface="Apple SD Gothic Neo"/>
              </a:rPr>
              <a:t>응답 / 반환</a:t>
            </a:r>
          </a:p>
        </p:txBody>
      </p:sp>
      <p:sp>
        <p:nvSpPr>
          <p:cNvPr id="44" name="dp45-comparison / n42">
            <a:extLst xmlns:a="http://schemas.openxmlformats.org/drawingml/2006/main">
              <a:ext uri="{FF2B5EF4-FFF2-40B4-BE49-F238E27FC236}">
                <a16:creationId xmlns:a16="http://schemas.microsoft.com/office/drawing/2014/main" id="{59051E94-C9CC-4DA7-9100-B3E330339E96}"/>
              </a:ext>
            </a:extLst>
          </p:cNvPr>
          <p:cNvSpPr>
            <a:spLocks xmlns:a="http://schemas.openxmlformats.org/drawingml/2006/main" noGrp="1"/>
          </p:cNvSpPr>
          <p:nvPr/>
        </p:nvSpPr>
        <p:spPr>
          <a:xfrm xmlns:a="http://schemas.openxmlformats.org/drawingml/2006/main">
            <a:off x="11082338" y="7777163"/>
            <a:ext cx="1109424" cy="1635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5" name="dp45-comparison / n43 / text 1">
            <a:extLst xmlns:a="http://schemas.openxmlformats.org/drawingml/2006/main">
              <a:ext uri="{FF2B5EF4-FFF2-40B4-BE49-F238E27FC236}">
                <a16:creationId xmlns:a16="http://schemas.microsoft.com/office/drawing/2014/main" id="{0270F1B3-EDF0-4FD2-B7F9-3ADEE6F751AB}"/>
              </a:ext>
            </a:extLst>
          </p:cNvPr>
          <p:cNvSpPr>
            <a:spLocks xmlns:a="http://schemas.openxmlformats.org/drawingml/2006/main" noGrp="1"/>
          </p:cNvSpPr>
          <p:nvPr/>
        </p:nvSpPr>
        <p:spPr>
          <a:xfrm xmlns:a="http://schemas.openxmlformats.org/drawingml/2006/main">
            <a:off x="11096625" y="7784306"/>
            <a:ext cx="1678781" cy="17609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56" b="0">
                <a:solidFill>
                  <a:srgbClr val="000000"/>
                </a:solidFill>
                <a:latin typeface="Apple SD Gothic Neo"/>
                <a:ea typeface="Apple SD Gothic Neo"/>
                <a:cs typeface="Apple SD Gothic Neo"/>
              </a:defRPr>
            </a:pPr>
            <a:r>
              <a:rPr sz="956" b="0">
                <a:solidFill>
                  <a:srgbClr val="000000"/>
                </a:solidFill>
                <a:latin typeface="Apple SD Gothic Neo"/>
                <a:ea typeface="Apple SD Gothic Neo"/>
                <a:cs typeface="Apple SD Gothic Neo"/>
              </a:rPr>
              <a:t>공통: 흰색 / 검정</a:t>
            </a:r>
          </a:p>
        </p:txBody>
      </p:sp>
      <p:sp>
        <p:nvSpPr>
          <p:cNvPr id="46" name="dp45-comparison / n44">
            <a:extLst xmlns:a="http://schemas.openxmlformats.org/drawingml/2006/main">
              <a:ext uri="{FF2B5EF4-FFF2-40B4-BE49-F238E27FC236}">
                <a16:creationId xmlns:a16="http://schemas.microsoft.com/office/drawing/2014/main" id="{561BF827-7AC9-4E1C-BF63-046B926F7E59}"/>
              </a:ext>
            </a:extLst>
          </p:cNvPr>
          <p:cNvSpPr>
            <a:spLocks xmlns:a="http://schemas.openxmlformats.org/drawingml/2006/main" noGrp="1"/>
          </p:cNvSpPr>
          <p:nvPr/>
        </p:nvSpPr>
        <p:spPr>
          <a:xfrm xmlns:a="http://schemas.openxmlformats.org/drawingml/2006/main">
            <a:off x="14725650" y="7777163"/>
            <a:ext cx="1524762" cy="1635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7" name="dp45-comparison / n45 / text 1">
            <a:extLst xmlns:a="http://schemas.openxmlformats.org/drawingml/2006/main">
              <a:ext uri="{FF2B5EF4-FFF2-40B4-BE49-F238E27FC236}">
                <a16:creationId xmlns:a16="http://schemas.microsoft.com/office/drawing/2014/main" id="{0F464816-836C-4E6D-B71B-EA886AC753F7}"/>
              </a:ext>
            </a:extLst>
          </p:cNvPr>
          <p:cNvSpPr>
            <a:spLocks xmlns:a="http://schemas.openxmlformats.org/drawingml/2006/main" noGrp="1"/>
          </p:cNvSpPr>
          <p:nvPr/>
        </p:nvSpPr>
        <p:spPr>
          <a:xfrm xmlns:a="http://schemas.openxmlformats.org/drawingml/2006/main">
            <a:off x="14739938" y="7784306"/>
            <a:ext cx="3000375" cy="17609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56" b="0">
                <a:solidFill>
                  <a:srgbClr val="000000"/>
                </a:solidFill>
                <a:latin typeface="Apple SD Gothic Neo"/>
                <a:ea typeface="Apple SD Gothic Neo"/>
                <a:cs typeface="Apple SD Gothic Neo"/>
              </a:defRPr>
            </a:pPr>
            <a:r>
              <a:rPr sz="956" b="0">
                <a:solidFill>
                  <a:srgbClr val="000000"/>
                </a:solidFill>
                <a:latin typeface="Apple SD Gothic Neo"/>
                <a:ea typeface="Apple SD Gothic Neo"/>
                <a:cs typeface="Apple SD Gothic Neo"/>
              </a:rPr>
              <a:t>좌우 칸: 배치용 레이아웃</a:t>
            </a:r>
          </a:p>
        </p:txBody>
      </p:sp>
      <p:sp>
        <p:nvSpPr>
          <p:cNvPr id="48" name="dp45-comparison / n46">
            <a:extLst xmlns:a="http://schemas.openxmlformats.org/drawingml/2006/main">
              <a:ext uri="{FF2B5EF4-FFF2-40B4-BE49-F238E27FC236}">
                <a16:creationId xmlns:a16="http://schemas.microsoft.com/office/drawing/2014/main" id="{8008C2D8-ED45-476A-BEBF-1DA4B51E00E4}"/>
              </a:ext>
            </a:extLst>
          </p:cNvPr>
          <p:cNvSpPr>
            <a:spLocks xmlns:a="http://schemas.openxmlformats.org/drawingml/2006/main" noGrp="1"/>
          </p:cNvSpPr>
          <p:nvPr/>
        </p:nvSpPr>
        <p:spPr>
          <a:xfrm xmlns:a="http://schemas.openxmlformats.org/drawingml/2006/main">
            <a:off x="14725650" y="8034338"/>
            <a:ext cx="1787081" cy="1635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9" name="dp45-comparison / n47 / text 1">
            <a:extLst xmlns:a="http://schemas.openxmlformats.org/drawingml/2006/main">
              <a:ext uri="{FF2B5EF4-FFF2-40B4-BE49-F238E27FC236}">
                <a16:creationId xmlns:a16="http://schemas.microsoft.com/office/drawing/2014/main" id="{CB67D471-2123-46AF-A8AC-48D0E45E38AA}"/>
              </a:ext>
            </a:extLst>
          </p:cNvPr>
          <p:cNvSpPr>
            <a:spLocks xmlns:a="http://schemas.openxmlformats.org/drawingml/2006/main" noGrp="1"/>
          </p:cNvSpPr>
          <p:nvPr/>
        </p:nvSpPr>
        <p:spPr>
          <a:xfrm xmlns:a="http://schemas.openxmlformats.org/drawingml/2006/main">
            <a:off x="14739938" y="8041481"/>
            <a:ext cx="3000375" cy="17609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56" b="0">
                <a:solidFill>
                  <a:srgbClr val="000000"/>
                </a:solidFill>
                <a:latin typeface="Apple SD Gothic Neo"/>
                <a:ea typeface="Apple SD Gothic Neo"/>
                <a:cs typeface="Apple SD Gothic Neo"/>
              </a:defRPr>
            </a:pPr>
            <a:r>
              <a:rPr sz="956" b="0">
                <a:solidFill>
                  <a:srgbClr val="000000"/>
                </a:solidFill>
                <a:latin typeface="Apple SD Gothic Neo"/>
                <a:ea typeface="Apple SD Gothic Neo"/>
                <a:cs typeface="Apple SD Gothic Neo"/>
              </a:rPr>
              <a:t>실행 / 서비스 경계 추가 없음</a:t>
            </a:r>
          </a:p>
        </p:txBody>
      </p:sp>
      <p:sp>
        <p:nvSpPr>
          <p:cNvPr id="50" name="dp45-comparison / n48 / path">
            <a:extLst xmlns:a="http://schemas.openxmlformats.org/drawingml/2006/main">
              <a:ext uri="{FF2B5EF4-FFF2-40B4-BE49-F238E27FC236}">
                <a16:creationId xmlns:a16="http://schemas.microsoft.com/office/drawing/2014/main" id="{7480B9DE-ED08-4C3B-B03F-10F583A4CB88}"/>
              </a:ext>
            </a:extLst>
          </p:cNvPr>
          <p:cNvSpPr>
            <a:spLocks xmlns:a="http://schemas.openxmlformats.org/drawingml/2006/main" noGrp="1"/>
          </p:cNvSpPr>
          <p:nvPr/>
        </p:nvSpPr>
        <p:spPr>
          <a:xfrm xmlns:a="http://schemas.openxmlformats.org/drawingml/2006/main">
            <a:off x="381000" y="8248650"/>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51" name="dp45-comparison / n49 / text 1">
            <a:extLst xmlns:a="http://schemas.openxmlformats.org/drawingml/2006/main">
              <a:ext uri="{FF2B5EF4-FFF2-40B4-BE49-F238E27FC236}">
                <a16:creationId xmlns:a16="http://schemas.microsoft.com/office/drawing/2014/main" id="{9EFA1FA6-2EA2-473E-B415-7244A549FCC7}"/>
              </a:ext>
            </a:extLst>
          </p:cNvPr>
          <p:cNvSpPr>
            <a:spLocks xmlns:a="http://schemas.openxmlformats.org/drawingml/2006/main" noGrp="1"/>
          </p:cNvSpPr>
          <p:nvPr/>
        </p:nvSpPr>
        <p:spPr>
          <a:xfrm xmlns:a="http://schemas.openxmlformats.org/drawingml/2006/main">
            <a:off x="400050" y="8296275"/>
            <a:ext cx="25336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1">
                <a:solidFill>
                  <a:srgbClr val="18232E"/>
                </a:solidFill>
                <a:latin typeface="Apple SD Gothic Neo"/>
                <a:ea typeface="Apple SD Gothic Neo"/>
                <a:cs typeface="Apple SD Gothic Neo"/>
              </a:defRPr>
            </a:pPr>
            <a:r>
              <a:rPr sz="1200" b="1">
                <a:solidFill>
                  <a:srgbClr val="18232E"/>
                </a:solidFill>
                <a:latin typeface="Apple SD Gothic Neo"/>
                <a:ea typeface="Apple SD Gothic Neo"/>
                <a:cs typeface="Apple SD Gothic Neo"/>
              </a:rPr>
              <a:t>새 관계 / 미묘한 조건</a:t>
            </a:r>
          </a:p>
        </p:txBody>
      </p:sp>
      <p:sp>
        <p:nvSpPr>
          <p:cNvPr id="52" name="dp45-comparison / n50 / text 1">
            <a:extLst xmlns:a="http://schemas.openxmlformats.org/drawingml/2006/main">
              <a:ext uri="{FF2B5EF4-FFF2-40B4-BE49-F238E27FC236}">
                <a16:creationId xmlns:a16="http://schemas.microsoft.com/office/drawing/2014/main" id="{08CDD13B-62C0-4A02-9113-4231B1CF3089}"/>
              </a:ext>
            </a:extLst>
          </p:cNvPr>
          <p:cNvSpPr>
            <a:spLocks xmlns:a="http://schemas.openxmlformats.org/drawingml/2006/main" noGrp="1"/>
          </p:cNvSpPr>
          <p:nvPr/>
        </p:nvSpPr>
        <p:spPr>
          <a:xfrm xmlns:a="http://schemas.openxmlformats.org/drawingml/2006/main">
            <a:off x="3000375" y="8296275"/>
            <a:ext cx="70961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요청 목적에 맞춘 원문 구성의 유연성; 검색 누락 가능</a:t>
            </a:r>
          </a:p>
        </p:txBody>
      </p:sp>
      <p:sp>
        <p:nvSpPr>
          <p:cNvPr id="53" name="dp45-comparison / n51 / text 1">
            <a:extLst xmlns:a="http://schemas.openxmlformats.org/drawingml/2006/main">
              <a:ext uri="{FF2B5EF4-FFF2-40B4-BE49-F238E27FC236}">
                <a16:creationId xmlns:a16="http://schemas.microsoft.com/office/drawing/2014/main" id="{ED49F2FA-2C8E-4880-9D27-D2921AC945B9}"/>
              </a:ext>
            </a:extLst>
          </p:cNvPr>
          <p:cNvSpPr>
            <a:spLocks xmlns:a="http://schemas.openxmlformats.org/drawingml/2006/main" noGrp="1"/>
          </p:cNvSpPr>
          <p:nvPr/>
        </p:nvSpPr>
        <p:spPr>
          <a:xfrm xmlns:a="http://schemas.openxmlformats.org/drawingml/2006/main">
            <a:off x="10287000" y="8296275"/>
            <a:ext cx="75723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지원 표현 / 추출 조건에 제한; 정확성의 고정 우열 없음</a:t>
            </a:r>
          </a:p>
        </p:txBody>
      </p:sp>
      <p:sp>
        <p:nvSpPr>
          <p:cNvPr id="54" name="dp45-comparison / n52 / path">
            <a:extLst xmlns:a="http://schemas.openxmlformats.org/drawingml/2006/main">
              <a:ext uri="{FF2B5EF4-FFF2-40B4-BE49-F238E27FC236}">
                <a16:creationId xmlns:a16="http://schemas.microsoft.com/office/drawing/2014/main" id="{85ECE955-A865-412A-A99D-160F03E035D8}"/>
              </a:ext>
            </a:extLst>
          </p:cNvPr>
          <p:cNvSpPr>
            <a:spLocks xmlns:a="http://schemas.openxmlformats.org/drawingml/2006/main" noGrp="1"/>
          </p:cNvSpPr>
          <p:nvPr/>
        </p:nvSpPr>
        <p:spPr>
          <a:xfrm xmlns:a="http://schemas.openxmlformats.org/drawingml/2006/main">
            <a:off x="381000" y="85248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55" name="dp45-comparison / n53 / text 1">
            <a:extLst xmlns:a="http://schemas.openxmlformats.org/drawingml/2006/main">
              <a:ext uri="{FF2B5EF4-FFF2-40B4-BE49-F238E27FC236}">
                <a16:creationId xmlns:a16="http://schemas.microsoft.com/office/drawing/2014/main" id="{B36560AB-948D-4CD5-9271-2DFBCA0AFA25}"/>
              </a:ext>
            </a:extLst>
          </p:cNvPr>
          <p:cNvSpPr>
            <a:spLocks xmlns:a="http://schemas.openxmlformats.org/drawingml/2006/main" noGrp="1"/>
          </p:cNvSpPr>
          <p:nvPr/>
        </p:nvSpPr>
        <p:spPr>
          <a:xfrm xmlns:a="http://schemas.openxmlformats.org/drawingml/2006/main">
            <a:off x="400050" y="8572500"/>
            <a:ext cx="25336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1">
                <a:solidFill>
                  <a:srgbClr val="18232E"/>
                </a:solidFill>
                <a:latin typeface="Apple SD Gothic Neo"/>
                <a:ea typeface="Apple SD Gothic Neo"/>
                <a:cs typeface="Apple SD Gothic Neo"/>
              </a:defRPr>
            </a:pPr>
            <a:r>
              <a:rPr sz="1200" b="1">
                <a:solidFill>
                  <a:srgbClr val="18232E"/>
                </a:solidFill>
                <a:latin typeface="Apple SD Gothic Neo"/>
                <a:ea typeface="Apple SD Gothic Neo"/>
                <a:cs typeface="Apple SD Gothic Neo"/>
              </a:rPr>
              <a:t>준비된 반복 조회 R24</a:t>
            </a:r>
          </a:p>
        </p:txBody>
      </p:sp>
      <p:sp>
        <p:nvSpPr>
          <p:cNvPr id="56" name="dp45-comparison / n54 / text 1">
            <a:extLst xmlns:a="http://schemas.openxmlformats.org/drawingml/2006/main">
              <a:ext uri="{FF2B5EF4-FFF2-40B4-BE49-F238E27FC236}">
                <a16:creationId xmlns:a16="http://schemas.microsoft.com/office/drawing/2014/main" id="{6E443A8C-1442-43BB-A15A-D14BF8210B61}"/>
              </a:ext>
            </a:extLst>
          </p:cNvPr>
          <p:cNvSpPr>
            <a:spLocks xmlns:a="http://schemas.openxmlformats.org/drawingml/2006/main" noGrp="1"/>
          </p:cNvSpPr>
          <p:nvPr/>
        </p:nvSpPr>
        <p:spPr>
          <a:xfrm xmlns:a="http://schemas.openxmlformats.org/drawingml/2006/main">
            <a:off x="3000375" y="8572500"/>
            <a:ext cx="70961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warm 관계 cache로 조회 / 재해석 축소 가능</a:t>
            </a:r>
          </a:p>
        </p:txBody>
      </p:sp>
      <p:sp>
        <p:nvSpPr>
          <p:cNvPr id="57" name="dp45-comparison / n55 / text 1">
            <a:extLst xmlns:a="http://schemas.openxmlformats.org/drawingml/2006/main">
              <a:ext uri="{FF2B5EF4-FFF2-40B4-BE49-F238E27FC236}">
                <a16:creationId xmlns:a16="http://schemas.microsoft.com/office/drawing/2014/main" id="{19A07608-CA39-4E07-96DC-AD4FF2EF2FDF}"/>
              </a:ext>
            </a:extLst>
          </p:cNvPr>
          <p:cNvSpPr>
            <a:spLocks xmlns:a="http://schemas.openxmlformats.org/drawingml/2006/main" noGrp="1"/>
          </p:cNvSpPr>
          <p:nvPr/>
        </p:nvSpPr>
        <p:spPr>
          <a:xfrm xmlns:a="http://schemas.openxmlformats.org/drawingml/2006/main">
            <a:off x="10287000" y="8572500"/>
            <a:ext cx="75723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유효 게시가 원본 교차 결합을 대체하면 경로 단축 가능</a:t>
            </a:r>
          </a:p>
        </p:txBody>
      </p:sp>
      <p:sp>
        <p:nvSpPr>
          <p:cNvPr id="58" name="dp45-comparison / n56 / path">
            <a:extLst xmlns:a="http://schemas.openxmlformats.org/drawingml/2006/main">
              <a:ext uri="{FF2B5EF4-FFF2-40B4-BE49-F238E27FC236}">
                <a16:creationId xmlns:a16="http://schemas.microsoft.com/office/drawing/2014/main" id="{79E42E14-7524-4330-9740-8A71F101C03B}"/>
              </a:ext>
            </a:extLst>
          </p:cNvPr>
          <p:cNvSpPr>
            <a:spLocks xmlns:a="http://schemas.openxmlformats.org/drawingml/2006/main" noGrp="1"/>
          </p:cNvSpPr>
          <p:nvPr/>
        </p:nvSpPr>
        <p:spPr>
          <a:xfrm xmlns:a="http://schemas.openxmlformats.org/drawingml/2006/main">
            <a:off x="381000" y="8801100"/>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59" name="dp45-comparison / n57 / text 1">
            <a:extLst xmlns:a="http://schemas.openxmlformats.org/drawingml/2006/main">
              <a:ext uri="{FF2B5EF4-FFF2-40B4-BE49-F238E27FC236}">
                <a16:creationId xmlns:a16="http://schemas.microsoft.com/office/drawing/2014/main" id="{ABBBBEE1-B796-4C28-A7E9-5FDF37C4FF57}"/>
              </a:ext>
            </a:extLst>
          </p:cNvPr>
          <p:cNvSpPr>
            <a:spLocks xmlns:a="http://schemas.openxmlformats.org/drawingml/2006/main" noGrp="1"/>
          </p:cNvSpPr>
          <p:nvPr/>
        </p:nvSpPr>
        <p:spPr>
          <a:xfrm xmlns:a="http://schemas.openxmlformats.org/drawingml/2006/main">
            <a:off x="400050" y="8848725"/>
            <a:ext cx="25336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1">
                <a:solidFill>
                  <a:srgbClr val="18232E"/>
                </a:solidFill>
                <a:latin typeface="Apple SD Gothic Neo"/>
                <a:ea typeface="Apple SD Gothic Neo"/>
                <a:cs typeface="Apple SD Gothic Neo"/>
              </a:defRPr>
            </a:pPr>
            <a:r>
              <a:rPr sz="1200" b="1">
                <a:solidFill>
                  <a:srgbClr val="18232E"/>
                </a:solidFill>
                <a:latin typeface="Apple SD Gothic Neo"/>
                <a:ea typeface="Apple SD Gothic Neo"/>
                <a:cs typeface="Apple SD Gothic Neo"/>
              </a:rPr>
              <a:t>첫 조회 / 정정 직후</a:t>
            </a:r>
          </a:p>
        </p:txBody>
      </p:sp>
      <p:sp>
        <p:nvSpPr>
          <p:cNvPr id="60" name="dp45-comparison / n58 / text 1">
            <a:extLst xmlns:a="http://schemas.openxmlformats.org/drawingml/2006/main">
              <a:ext uri="{FF2B5EF4-FFF2-40B4-BE49-F238E27FC236}">
                <a16:creationId xmlns:a16="http://schemas.microsoft.com/office/drawing/2014/main" id="{6C9F69F4-BC23-41EA-815A-1F1AB648450D}"/>
              </a:ext>
            </a:extLst>
          </p:cNvPr>
          <p:cNvSpPr>
            <a:spLocks xmlns:a="http://schemas.openxmlformats.org/drawingml/2006/main" noGrp="1"/>
          </p:cNvSpPr>
          <p:nvPr/>
        </p:nvSpPr>
        <p:spPr>
          <a:xfrm xmlns:a="http://schemas.openxmlformats.org/drawingml/2006/main">
            <a:off x="3000375" y="8848725"/>
            <a:ext cx="70961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현재 원본으로 구성; fan-out / 해석 비용</a:t>
            </a:r>
          </a:p>
        </p:txBody>
      </p:sp>
      <p:sp>
        <p:nvSpPr>
          <p:cNvPr id="61" name="dp45-comparison / n59 / text 1">
            <a:extLst xmlns:a="http://schemas.openxmlformats.org/drawingml/2006/main">
              <a:ext uri="{FF2B5EF4-FFF2-40B4-BE49-F238E27FC236}">
                <a16:creationId xmlns:a16="http://schemas.microsoft.com/office/drawing/2014/main" id="{2E45603F-30DE-448C-B60F-B0E5BFE8457F}"/>
              </a:ext>
            </a:extLst>
          </p:cNvPr>
          <p:cNvSpPr>
            <a:spLocks xmlns:a="http://schemas.openxmlformats.org/drawingml/2006/main" noGrp="1"/>
          </p:cNvSpPr>
          <p:nvPr/>
        </p:nvSpPr>
        <p:spPr>
          <a:xfrm xmlns:a="http://schemas.openxmlformats.org/drawingml/2006/main">
            <a:off x="10287000" y="8848725"/>
            <a:ext cx="75723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생산 / 갱신 게시 대기; NOT_COVERED와 미지원 구별</a:t>
            </a:r>
          </a:p>
        </p:txBody>
      </p:sp>
      <p:sp>
        <p:nvSpPr>
          <p:cNvPr id="62" name="dp45-comparison / n60 / path">
            <a:extLst xmlns:a="http://schemas.openxmlformats.org/drawingml/2006/main">
              <a:ext uri="{FF2B5EF4-FFF2-40B4-BE49-F238E27FC236}">
                <a16:creationId xmlns:a16="http://schemas.microsoft.com/office/drawing/2014/main" id="{027B853B-0BB3-4319-A1E6-90A610AAB082}"/>
              </a:ext>
            </a:extLst>
          </p:cNvPr>
          <p:cNvSpPr>
            <a:spLocks xmlns:a="http://schemas.openxmlformats.org/drawingml/2006/main" noGrp="1"/>
          </p:cNvSpPr>
          <p:nvPr/>
        </p:nvSpPr>
        <p:spPr>
          <a:xfrm xmlns:a="http://schemas.openxmlformats.org/drawingml/2006/main">
            <a:off x="381000" y="90773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63" name="dp45-comparison / n61 / text 1">
            <a:extLst xmlns:a="http://schemas.openxmlformats.org/drawingml/2006/main">
              <a:ext uri="{FF2B5EF4-FFF2-40B4-BE49-F238E27FC236}">
                <a16:creationId xmlns:a16="http://schemas.microsoft.com/office/drawing/2014/main" id="{F7435605-E866-4A6E-A8F2-8890215CAF08}"/>
              </a:ext>
            </a:extLst>
          </p:cNvPr>
          <p:cNvSpPr>
            <a:spLocks xmlns:a="http://schemas.openxmlformats.org/drawingml/2006/main" noGrp="1"/>
          </p:cNvSpPr>
          <p:nvPr/>
        </p:nvSpPr>
        <p:spPr>
          <a:xfrm xmlns:a="http://schemas.openxmlformats.org/drawingml/2006/main">
            <a:off x="400050" y="9124950"/>
            <a:ext cx="25336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1">
                <a:solidFill>
                  <a:srgbClr val="18232E"/>
                </a:solidFill>
                <a:latin typeface="Apple SD Gothic Neo"/>
                <a:ea typeface="Apple SD Gothic Neo"/>
                <a:cs typeface="Apple SD Gothic Neo"/>
              </a:defRPr>
            </a:pPr>
            <a:r>
              <a:rPr sz="1200" b="1">
                <a:solidFill>
                  <a:srgbClr val="18232E"/>
                </a:solidFill>
                <a:latin typeface="Apple SD Gothic Neo"/>
                <a:ea typeface="Apple SD Gothic Neo"/>
                <a:cs typeface="Apple SD Gothic Neo"/>
              </a:rPr>
              <a:t>전체 모델 호출 / 자원</a:t>
            </a:r>
          </a:p>
        </p:txBody>
      </p:sp>
      <p:sp>
        <p:nvSpPr>
          <p:cNvPr id="64" name="dp45-comparison / n62 / text 1">
            <a:extLst xmlns:a="http://schemas.openxmlformats.org/drawingml/2006/main">
              <a:ext uri="{FF2B5EF4-FFF2-40B4-BE49-F238E27FC236}">
                <a16:creationId xmlns:a16="http://schemas.microsoft.com/office/drawing/2014/main" id="{78381614-D94F-4554-8F09-BA07540D6A4F}"/>
              </a:ext>
            </a:extLst>
          </p:cNvPr>
          <p:cNvSpPr>
            <a:spLocks xmlns:a="http://schemas.openxmlformats.org/drawingml/2006/main" noGrp="1"/>
          </p:cNvSpPr>
          <p:nvPr/>
        </p:nvSpPr>
        <p:spPr>
          <a:xfrm xmlns:a="http://schemas.openxmlformats.org/drawingml/2006/main">
            <a:off x="3000375" y="9124950"/>
            <a:ext cx="70961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cache 생산 / 유지 + 요청 구성 / 재검증 포함</a:t>
            </a:r>
          </a:p>
        </p:txBody>
      </p:sp>
      <p:sp>
        <p:nvSpPr>
          <p:cNvPr id="65" name="dp45-comparison / n63 / text 1">
            <a:extLst xmlns:a="http://schemas.openxmlformats.org/drawingml/2006/main">
              <a:ext uri="{FF2B5EF4-FFF2-40B4-BE49-F238E27FC236}">
                <a16:creationId xmlns:a16="http://schemas.microsoft.com/office/drawing/2014/main" id="{F2A0B2AC-B868-496F-B9A8-CC9C7E339565}"/>
              </a:ext>
            </a:extLst>
          </p:cNvPr>
          <p:cNvSpPr>
            <a:spLocks xmlns:a="http://schemas.openxmlformats.org/drawingml/2006/main" noGrp="1"/>
          </p:cNvSpPr>
          <p:nvPr/>
        </p:nvSpPr>
        <p:spPr>
          <a:xfrm xmlns:a="http://schemas.openxmlformats.org/drawingml/2006/main">
            <a:off x="10287000" y="9124950"/>
            <a:ext cx="75723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초기 / 갱신 / backfill / 미사용 생산 포함; 고정 우열 없음</a:t>
            </a:r>
          </a:p>
        </p:txBody>
      </p:sp>
      <p:sp>
        <p:nvSpPr>
          <p:cNvPr id="66" name="dp45-comparison / n64 / path">
            <a:extLst xmlns:a="http://schemas.openxmlformats.org/drawingml/2006/main">
              <a:ext uri="{FF2B5EF4-FFF2-40B4-BE49-F238E27FC236}">
                <a16:creationId xmlns:a16="http://schemas.microsoft.com/office/drawing/2014/main" id="{85FBBBA7-6763-4409-854F-191EC453951F}"/>
              </a:ext>
            </a:extLst>
          </p:cNvPr>
          <p:cNvSpPr>
            <a:spLocks xmlns:a="http://schemas.openxmlformats.org/drawingml/2006/main" noGrp="1"/>
          </p:cNvSpPr>
          <p:nvPr/>
        </p:nvSpPr>
        <p:spPr>
          <a:xfrm xmlns:a="http://schemas.openxmlformats.org/drawingml/2006/main">
            <a:off x="381000" y="9353550"/>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67" name="dp45-comparison / n65 / text 1">
            <a:extLst xmlns:a="http://schemas.openxmlformats.org/drawingml/2006/main">
              <a:ext uri="{FF2B5EF4-FFF2-40B4-BE49-F238E27FC236}">
                <a16:creationId xmlns:a16="http://schemas.microsoft.com/office/drawing/2014/main" id="{255B84A2-CBEB-4CB4-A3FA-11BFF8E2ACD1}"/>
              </a:ext>
            </a:extLst>
          </p:cNvPr>
          <p:cNvSpPr>
            <a:spLocks xmlns:a="http://schemas.openxmlformats.org/drawingml/2006/main" noGrp="1"/>
          </p:cNvSpPr>
          <p:nvPr/>
        </p:nvSpPr>
        <p:spPr>
          <a:xfrm xmlns:a="http://schemas.openxmlformats.org/drawingml/2006/main">
            <a:off x="400050" y="9401175"/>
            <a:ext cx="25336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1">
                <a:solidFill>
                  <a:srgbClr val="18232E"/>
                </a:solidFill>
                <a:latin typeface="Apple SD Gothic Neo"/>
                <a:ea typeface="Apple SD Gothic Neo"/>
                <a:cs typeface="Apple SD Gothic Neo"/>
              </a:defRPr>
            </a:pPr>
            <a:r>
              <a:rPr sz="1200" b="1">
                <a:solidFill>
                  <a:srgbClr val="18232E"/>
                </a:solidFill>
                <a:latin typeface="Apple SD Gothic Neo"/>
                <a:ea typeface="Apple SD Gothic Neo"/>
                <a:cs typeface="Apple SD Gothic Neo"/>
              </a:rPr>
              <a:t>변경 용이성</a:t>
            </a:r>
          </a:p>
        </p:txBody>
      </p:sp>
      <p:sp>
        <p:nvSpPr>
          <p:cNvPr id="68" name="dp45-comparison / n66 / text 1">
            <a:extLst xmlns:a="http://schemas.openxmlformats.org/drawingml/2006/main">
              <a:ext uri="{FF2B5EF4-FFF2-40B4-BE49-F238E27FC236}">
                <a16:creationId xmlns:a16="http://schemas.microsoft.com/office/drawing/2014/main" id="{3348C2E4-5CB9-446C-925D-5A5CE93AA70A}"/>
              </a:ext>
            </a:extLst>
          </p:cNvPr>
          <p:cNvSpPr>
            <a:spLocks xmlns:a="http://schemas.openxmlformats.org/drawingml/2006/main" noGrp="1"/>
          </p:cNvSpPr>
          <p:nvPr/>
        </p:nvSpPr>
        <p:spPr>
          <a:xfrm xmlns:a="http://schemas.openxmlformats.org/drawingml/2006/main">
            <a:off x="3000375" y="9401175"/>
            <a:ext cx="70961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Source adapter로 국소화; cache schema 변경은 무효화</a:t>
            </a:r>
          </a:p>
        </p:txBody>
      </p:sp>
      <p:sp>
        <p:nvSpPr>
          <p:cNvPr id="69" name="dp45-comparison / n67 / text 1">
            <a:extLst xmlns:a="http://schemas.openxmlformats.org/drawingml/2006/main">
              <a:ext uri="{FF2B5EF4-FFF2-40B4-BE49-F238E27FC236}">
                <a16:creationId xmlns:a16="http://schemas.microsoft.com/office/drawing/2014/main" id="{A2D84E23-A1FB-46D9-B535-6AC1A0FA0B70}"/>
              </a:ext>
            </a:extLst>
          </p:cNvPr>
          <p:cNvSpPr>
            <a:spLocks xmlns:a="http://schemas.openxmlformats.org/drawingml/2006/main" noGrp="1"/>
          </p:cNvSpPr>
          <p:nvPr/>
        </p:nvSpPr>
        <p:spPr>
          <a:xfrm xmlns:a="http://schemas.openxmlformats.org/drawingml/2006/main">
            <a:off x="10287000" y="9401175"/>
            <a:ext cx="75723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Source 형식은 adapter; 관계 의미는 schema / 재생산 / 독자 변경</a:t>
            </a:r>
          </a:p>
        </p:txBody>
      </p:sp>
      <p:sp>
        <p:nvSpPr>
          <p:cNvPr id="70" name="dp45-comparison / n68 / text 1">
            <a:extLst xmlns:a="http://schemas.openxmlformats.org/drawingml/2006/main">
              <a:ext uri="{FF2B5EF4-FFF2-40B4-BE49-F238E27FC236}">
                <a16:creationId xmlns:a16="http://schemas.microsoft.com/office/drawing/2014/main" id="{7F0041CD-53E0-4E14-97F7-4BFDCF61E494}"/>
              </a:ext>
            </a:extLst>
          </p:cNvPr>
          <p:cNvSpPr>
            <a:spLocks xmlns:a="http://schemas.openxmlformats.org/drawingml/2006/main" noGrp="1"/>
          </p:cNvSpPr>
          <p:nvPr/>
        </p:nvSpPr>
        <p:spPr>
          <a:xfrm xmlns:a="http://schemas.openxmlformats.org/drawingml/2006/main">
            <a:off x="381000" y="9715500"/>
            <a:ext cx="175260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18232E"/>
                </a:solidFill>
                <a:latin typeface="Apple SD Gothic Neo"/>
                <a:ea typeface="Apple SD Gothic Neo"/>
                <a:cs typeface="Apple SD Gothic Neo"/>
              </a:defRPr>
            </a:pPr>
            <a:r>
              <a:rPr sz="1125" b="0">
                <a:solidFill>
                  <a:srgbClr val="18232E"/>
                </a:solidFill>
                <a:latin typeface="Apple SD Gothic Neo"/>
                <a:ea typeface="Apple SD Gothic Neo"/>
                <a:cs typeface="Apple SD Gothic Neo"/>
              </a:rPr>
              <a:t>미선정 / 미측정. A cache의 같은 효과는 B 고유 이익을 줄인다. B+ 원본 조합 우회는 명시적 혼합안.</a:t>
            </a:r>
          </a:p>
        </p:txBody>
      </p:sp>
      <p:sp>
        <p:nvSpPr>
          <p:cNvPr id="71" name="dp45-comparison / n69 / text 1">
            <a:extLst xmlns:a="http://schemas.openxmlformats.org/drawingml/2006/main">
              <a:ext uri="{FF2B5EF4-FFF2-40B4-BE49-F238E27FC236}">
                <a16:creationId xmlns:a16="http://schemas.microsoft.com/office/drawing/2014/main" id="{CD7DB5C5-EEEC-447E-9F4B-0B66A4435751}"/>
              </a:ext>
            </a:extLst>
          </p:cNvPr>
          <p:cNvSpPr>
            <a:spLocks xmlns:a="http://schemas.openxmlformats.org/drawingml/2006/main" noGrp="1"/>
          </p:cNvSpPr>
          <p:nvPr/>
        </p:nvSpPr>
        <p:spPr>
          <a:xfrm xmlns:a="http://schemas.openxmlformats.org/drawingml/2006/main">
            <a:off x="381000" y="9963150"/>
            <a:ext cx="175260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18232E"/>
                </a:solidFill>
                <a:latin typeface="Apple SD Gothic Neo"/>
                <a:ea typeface="Apple SD Gothic Neo"/>
                <a:cs typeface="Apple SD Gothic Neo"/>
              </a:defRPr>
            </a:pPr>
            <a:r>
              <a:rPr sz="1125" b="0">
                <a:solidFill>
                  <a:srgbClr val="18232E"/>
                </a:solidFill>
                <a:latin typeface="Apple SD Gothic Neo"/>
                <a:ea typeface="Apple SD Gothic Neo"/>
                <a:cs typeface="Apple SD Gothic Neo"/>
              </a:rPr>
              <a:t>Reference (§9): A LangChain Retrieval / B LangMem Background + Memory API / 실행 Delayed Processing / 연결 참고 Mem0 Graph (typed 관계 증거 아님)</a:t>
            </a:r>
          </a:p>
        </p:txBody>
      </p:sp>
      <p:sp>
        <p:nvSpPr>
          <p:cNvPr id="72" name="dp45-comparison / n70 / text 1">
            <a:extLst xmlns:a="http://schemas.openxmlformats.org/drawingml/2006/main">
              <a:ext uri="{FF2B5EF4-FFF2-40B4-BE49-F238E27FC236}">
                <a16:creationId xmlns:a16="http://schemas.microsoft.com/office/drawing/2014/main" id="{95C75D48-2BD9-40A3-A600-E8AD18CE9603}"/>
              </a:ext>
            </a:extLst>
          </p:cNvPr>
          <p:cNvSpPr>
            <a:spLocks xmlns:a="http://schemas.openxmlformats.org/drawingml/2006/main" noGrp="1"/>
          </p:cNvSpPr>
          <p:nvPr/>
        </p:nvSpPr>
        <p:spPr>
          <a:xfrm xmlns:a="http://schemas.openxmlformats.org/drawingml/2006/main">
            <a:off x="381000" y="10163175"/>
            <a:ext cx="175260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5F6B77"/>
                </a:solidFill>
                <a:latin typeface="Apple SD Gothic Neo"/>
                <a:ea typeface="Apple SD Gothic Neo"/>
                <a:cs typeface="Apple SD Gothic Neo"/>
              </a:defRPr>
            </a:pPr>
            <a:r>
              <a:rPr sz="750" b="0">
                <a:solidFill>
                  <a:srgbClr val="5F6B77"/>
                </a:solidFill>
                <a:latin typeface="Apple SD Gothic Neo"/>
                <a:ea typeface="Apple SD Gothic Neo"/>
                <a:cs typeface="Apple SD Gothic Neo"/>
              </a:rPr>
              <a:t>공식 메커니즘 선례 / VIA 구현 / 성능 증거 아님 / 실행 / 서비스 경계 추가 없음</a:t>
            </a:r>
          </a:p>
        </p:txBody>
      </p:sp>
      <p:sp>
        <p:nvSpPr>
          <p:cNvPr id="73" name="dp45-comparison / n71">
            <a:extLst xmlns:a="http://schemas.openxmlformats.org/drawingml/2006/main">
              <a:ext uri="{FF2B5EF4-FFF2-40B4-BE49-F238E27FC236}">
                <a16:creationId xmlns:a16="http://schemas.microsoft.com/office/drawing/2014/main" id="{C51F700C-6CF7-4C10-8981-90B53DBBDDD7}"/>
              </a:ext>
            </a:extLst>
          </p:cNvPr>
          <p:cNvSpPr>
            <a:spLocks xmlns:a="http://schemas.openxmlformats.org/drawingml/2006/main" noGrp="1"/>
          </p:cNvSpPr>
          <p:nvPr/>
        </p:nvSpPr>
        <p:spPr>
          <a:xfrm xmlns:a="http://schemas.openxmlformats.org/drawingml/2006/main">
            <a:off x="1472565" y="2615565"/>
            <a:ext cx="2085975" cy="382429"/>
          </a:xfrm>
          <a:prstGeom xmlns:a="http://schemas.openxmlformats.org/drawingml/2006/main" prst="rect">
            <a:avLst/>
          </a:prstGeom>
          <a:solidFill xmlns:a="http://schemas.openxmlformats.org/drawingml/2006/main">
            <a:srgbClr val="FFFFFF"/>
          </a:solidFill>
          <a:ln xmlns:a="http://schemas.openxmlformats.org/drawingml/2006/main" w="6953">
            <a:solidFill>
              <a:srgbClr val="000000"/>
            </a:solidFill>
            <a:prstDash val="solid"/>
          </a:ln>
        </p:spPr>
      </p:sp>
      <p:sp>
        <p:nvSpPr>
          <p:cNvPr id="74" name="dp45-comparison / n72 / text 1">
            <a:extLst xmlns:a="http://schemas.openxmlformats.org/drawingml/2006/main">
              <a:ext uri="{FF2B5EF4-FFF2-40B4-BE49-F238E27FC236}">
                <a16:creationId xmlns:a16="http://schemas.microsoft.com/office/drawing/2014/main" id="{8D16CD39-5EAC-4799-8D4D-13E2652213BC}"/>
              </a:ext>
            </a:extLst>
          </p:cNvPr>
          <p:cNvSpPr>
            <a:spLocks xmlns:a="http://schemas.openxmlformats.org/drawingml/2006/main" noGrp="1"/>
          </p:cNvSpPr>
          <p:nvPr/>
        </p:nvSpPr>
        <p:spPr>
          <a:xfrm xmlns:a="http://schemas.openxmlformats.org/drawingml/2006/main">
            <a:off x="1521238" y="2713223"/>
            <a:ext cx="1988630"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Request Controller</a:t>
            </a:r>
          </a:p>
        </p:txBody>
      </p:sp>
      <p:sp>
        <p:nvSpPr>
          <p:cNvPr id="75" name="dp45-comparison / n73">
            <a:extLst xmlns:a="http://schemas.openxmlformats.org/drawingml/2006/main">
              <a:ext uri="{FF2B5EF4-FFF2-40B4-BE49-F238E27FC236}">
                <a16:creationId xmlns:a16="http://schemas.microsoft.com/office/drawing/2014/main" id="{3F1E4464-F999-4643-AE96-0A094557A7FC}"/>
              </a:ext>
            </a:extLst>
          </p:cNvPr>
          <p:cNvSpPr>
            <a:spLocks xmlns:a="http://schemas.openxmlformats.org/drawingml/2006/main" noGrp="1"/>
          </p:cNvSpPr>
          <p:nvPr/>
        </p:nvSpPr>
        <p:spPr>
          <a:xfrm xmlns:a="http://schemas.openxmlformats.org/drawingml/2006/main">
            <a:off x="4323398" y="2615565"/>
            <a:ext cx="1946910" cy="382429"/>
          </a:xfrm>
          <a:prstGeom xmlns:a="http://schemas.openxmlformats.org/drawingml/2006/main" prst="rect">
            <a:avLst/>
          </a:prstGeom>
          <a:solidFill xmlns:a="http://schemas.openxmlformats.org/drawingml/2006/main">
            <a:srgbClr val="FFFFFF"/>
          </a:solidFill>
          <a:ln xmlns:a="http://schemas.openxmlformats.org/drawingml/2006/main" w="6953">
            <a:solidFill>
              <a:srgbClr val="000000"/>
            </a:solidFill>
            <a:prstDash val="solid"/>
          </a:ln>
        </p:spPr>
      </p:sp>
      <p:sp>
        <p:nvSpPr>
          <p:cNvPr id="76" name="dp45-comparison / n74 / text 1">
            <a:extLst xmlns:a="http://schemas.openxmlformats.org/drawingml/2006/main">
              <a:ext uri="{FF2B5EF4-FFF2-40B4-BE49-F238E27FC236}">
                <a16:creationId xmlns:a16="http://schemas.microsoft.com/office/drawing/2014/main" id="{8B2A397C-BDD5-4362-9109-5E61E26173A0}"/>
              </a:ext>
            </a:extLst>
          </p:cNvPr>
          <p:cNvSpPr>
            <a:spLocks xmlns:a="http://schemas.openxmlformats.org/drawingml/2006/main" noGrp="1"/>
          </p:cNvSpPr>
          <p:nvPr/>
        </p:nvSpPr>
        <p:spPr>
          <a:xfrm xmlns:a="http://schemas.openxmlformats.org/drawingml/2006/main">
            <a:off x="4372070" y="2713223"/>
            <a:ext cx="1849565"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Response Manager</a:t>
            </a:r>
          </a:p>
        </p:txBody>
      </p:sp>
      <p:sp>
        <p:nvSpPr>
          <p:cNvPr id="77" name="dp45-comparison / n75">
            <a:extLst xmlns:a="http://schemas.openxmlformats.org/drawingml/2006/main">
              <a:ext uri="{FF2B5EF4-FFF2-40B4-BE49-F238E27FC236}">
                <a16:creationId xmlns:a16="http://schemas.microsoft.com/office/drawing/2014/main" id="{F1C4E073-E613-4C15-9056-FBC19A74E8D3}"/>
              </a:ext>
            </a:extLst>
          </p:cNvPr>
          <p:cNvSpPr>
            <a:spLocks xmlns:a="http://schemas.openxmlformats.org/drawingml/2006/main" noGrp="1"/>
          </p:cNvSpPr>
          <p:nvPr/>
        </p:nvSpPr>
        <p:spPr>
          <a:xfrm xmlns:a="http://schemas.openxmlformats.org/drawingml/2006/main">
            <a:off x="7035165" y="2615565"/>
            <a:ext cx="2155508" cy="382429"/>
          </a:xfrm>
          <a:prstGeom xmlns:a="http://schemas.openxmlformats.org/drawingml/2006/main" prst="rect">
            <a:avLst/>
          </a:prstGeom>
          <a:solidFill xmlns:a="http://schemas.openxmlformats.org/drawingml/2006/main">
            <a:srgbClr val="FFFFFF"/>
          </a:solidFill>
          <a:ln xmlns:a="http://schemas.openxmlformats.org/drawingml/2006/main" w="6953">
            <a:solidFill>
              <a:srgbClr val="000000"/>
            </a:solidFill>
            <a:prstDash val="solid"/>
          </a:ln>
        </p:spPr>
      </p:sp>
      <p:sp>
        <p:nvSpPr>
          <p:cNvPr id="78" name="dp45-comparison / n76 / text 1">
            <a:extLst xmlns:a="http://schemas.openxmlformats.org/drawingml/2006/main">
              <a:ext uri="{FF2B5EF4-FFF2-40B4-BE49-F238E27FC236}">
                <a16:creationId xmlns:a16="http://schemas.microsoft.com/office/drawing/2014/main" id="{53DCF274-FDCB-4E37-8AF9-D09B6DC6AD1A}"/>
              </a:ext>
            </a:extLst>
          </p:cNvPr>
          <p:cNvSpPr>
            <a:spLocks xmlns:a="http://schemas.openxmlformats.org/drawingml/2006/main" noGrp="1"/>
          </p:cNvSpPr>
          <p:nvPr/>
        </p:nvSpPr>
        <p:spPr>
          <a:xfrm xmlns:a="http://schemas.openxmlformats.org/drawingml/2006/main">
            <a:off x="7083838" y="2713223"/>
            <a:ext cx="2058162"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Task Manager</a:t>
            </a:r>
          </a:p>
        </p:txBody>
      </p:sp>
      <p:sp>
        <p:nvSpPr>
          <p:cNvPr id="79" name="dp45-comparison / n77">
            <a:extLst xmlns:a="http://schemas.openxmlformats.org/drawingml/2006/main">
              <a:ext uri="{FF2B5EF4-FFF2-40B4-BE49-F238E27FC236}">
                <a16:creationId xmlns:a16="http://schemas.microsoft.com/office/drawing/2014/main" id="{86BD21AE-0347-402A-B80C-5FDC442696A1}"/>
              </a:ext>
            </a:extLst>
          </p:cNvPr>
          <p:cNvSpPr>
            <a:spLocks xmlns:a="http://schemas.openxmlformats.org/drawingml/2006/main" noGrp="1"/>
          </p:cNvSpPr>
          <p:nvPr/>
        </p:nvSpPr>
        <p:spPr>
          <a:xfrm xmlns:a="http://schemas.openxmlformats.org/drawingml/2006/main">
            <a:off x="3975735" y="3693319"/>
            <a:ext cx="5249704" cy="2850833"/>
          </a:xfrm>
          <a:prstGeom xmlns:a="http://schemas.openxmlformats.org/drawingml/2006/main" prst="rect">
            <a:avLst/>
          </a:prstGeom>
          <a:solidFill xmlns:a="http://schemas.openxmlformats.org/drawingml/2006/main">
            <a:srgbClr val="FFFFFF"/>
          </a:solidFill>
          <a:ln xmlns:a="http://schemas.openxmlformats.org/drawingml/2006/main" w="6953">
            <a:solidFill>
              <a:srgbClr val="000000"/>
            </a:solidFill>
            <a:prstDash val="solid"/>
          </a:ln>
        </p:spPr>
      </p:sp>
      <p:sp>
        <p:nvSpPr>
          <p:cNvPr id="80" name="dp45-comparison / n78 / text 1">
            <a:extLst xmlns:a="http://schemas.openxmlformats.org/drawingml/2006/main">
              <a:ext uri="{FF2B5EF4-FFF2-40B4-BE49-F238E27FC236}">
                <a16:creationId xmlns:a16="http://schemas.microsoft.com/office/drawing/2014/main" id="{32015FE7-EB50-436C-A6F8-A8DE7B8A1E1D}"/>
              </a:ext>
            </a:extLst>
          </p:cNvPr>
          <p:cNvSpPr>
            <a:spLocks xmlns:a="http://schemas.openxmlformats.org/drawingml/2006/main" noGrp="1"/>
          </p:cNvSpPr>
          <p:nvPr/>
        </p:nvSpPr>
        <p:spPr>
          <a:xfrm xmlns:a="http://schemas.openxmlformats.org/drawingml/2006/main">
            <a:off x="4059174" y="3755898"/>
            <a:ext cx="5082826" cy="25205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69" b="1">
                <a:solidFill>
                  <a:srgbClr val="000000"/>
                </a:solidFill>
                <a:latin typeface="Apple SD Gothic Neo"/>
                <a:ea typeface="Apple SD Gothic Neo"/>
                <a:cs typeface="Apple SD Gothic Neo"/>
              </a:defRPr>
            </a:pPr>
            <a:r>
              <a:rPr sz="1369" b="1">
                <a:solidFill>
                  <a:srgbClr val="000000"/>
                </a:solidFill>
                <a:latin typeface="Apple SD Gothic Neo"/>
                <a:ea typeface="Apple SD Gothic Neo"/>
                <a:cs typeface="Apple SD Gothic Neo"/>
              </a:rPr>
              <a:t>Context Manager</a:t>
            </a:r>
          </a:p>
        </p:txBody>
      </p:sp>
      <p:sp>
        <p:nvSpPr>
          <p:cNvPr id="81" name="dp45-comparison / n79">
            <a:extLst xmlns:a="http://schemas.openxmlformats.org/drawingml/2006/main">
              <a:ext uri="{FF2B5EF4-FFF2-40B4-BE49-F238E27FC236}">
                <a16:creationId xmlns:a16="http://schemas.microsoft.com/office/drawing/2014/main" id="{4A20D37F-FC96-4840-970C-B12E32E07ADB}"/>
              </a:ext>
            </a:extLst>
          </p:cNvPr>
          <p:cNvSpPr>
            <a:spLocks xmlns:a="http://schemas.openxmlformats.org/drawingml/2006/main" noGrp="1"/>
          </p:cNvSpPr>
          <p:nvPr/>
        </p:nvSpPr>
        <p:spPr>
          <a:xfrm xmlns:a="http://schemas.openxmlformats.org/drawingml/2006/main">
            <a:off x="1472565" y="5674995"/>
            <a:ext cx="2085975" cy="347663"/>
          </a:xfrm>
          <a:prstGeom xmlns:a="http://schemas.openxmlformats.org/drawingml/2006/main" prst="rect">
            <a:avLst/>
          </a:prstGeom>
          <a:solidFill xmlns:a="http://schemas.openxmlformats.org/drawingml/2006/main">
            <a:srgbClr val="FFFFFF"/>
          </a:solidFill>
          <a:ln xmlns:a="http://schemas.openxmlformats.org/drawingml/2006/main" w="6953">
            <a:solidFill>
              <a:srgbClr val="000000"/>
            </a:solidFill>
            <a:prstDash val="solid"/>
          </a:ln>
        </p:spPr>
      </p:sp>
      <p:sp>
        <p:nvSpPr>
          <p:cNvPr id="82" name="dp45-comparison / n80 / text 1">
            <a:extLst xmlns:a="http://schemas.openxmlformats.org/drawingml/2006/main">
              <a:ext uri="{FF2B5EF4-FFF2-40B4-BE49-F238E27FC236}">
                <a16:creationId xmlns:a16="http://schemas.microsoft.com/office/drawing/2014/main" id="{38EC9151-030A-438A-934F-D0264249E42F}"/>
              </a:ext>
            </a:extLst>
          </p:cNvPr>
          <p:cNvSpPr>
            <a:spLocks xmlns:a="http://schemas.openxmlformats.org/drawingml/2006/main" noGrp="1"/>
          </p:cNvSpPr>
          <p:nvPr/>
        </p:nvSpPr>
        <p:spPr>
          <a:xfrm xmlns:a="http://schemas.openxmlformats.org/drawingml/2006/main">
            <a:off x="1521238" y="5755270"/>
            <a:ext cx="1988630"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Request Interpreter</a:t>
            </a:r>
          </a:p>
        </p:txBody>
      </p:sp>
      <p:sp>
        <p:nvSpPr>
          <p:cNvPr id="83" name="dp45-comparison / n81">
            <a:extLst xmlns:a="http://schemas.openxmlformats.org/drawingml/2006/main">
              <a:ext uri="{FF2B5EF4-FFF2-40B4-BE49-F238E27FC236}">
                <a16:creationId xmlns:a16="http://schemas.microsoft.com/office/drawing/2014/main" id="{BADBF9B3-F409-4E5C-B31B-EBBD82EF2A1F}"/>
              </a:ext>
            </a:extLst>
          </p:cNvPr>
          <p:cNvSpPr>
            <a:spLocks xmlns:a="http://schemas.openxmlformats.org/drawingml/2006/main" noGrp="1"/>
          </p:cNvSpPr>
          <p:nvPr/>
        </p:nvSpPr>
        <p:spPr>
          <a:xfrm xmlns:a="http://schemas.openxmlformats.org/drawingml/2006/main">
            <a:off x="1472565" y="6822281"/>
            <a:ext cx="2085975" cy="312896"/>
          </a:xfrm>
          <a:prstGeom xmlns:a="http://schemas.openxmlformats.org/drawingml/2006/main" prst="rect">
            <a:avLst/>
          </a:prstGeom>
          <a:solidFill xmlns:a="http://schemas.openxmlformats.org/drawingml/2006/main">
            <a:srgbClr val="FFFFFF"/>
          </a:solidFill>
          <a:ln xmlns:a="http://schemas.openxmlformats.org/drawingml/2006/main" w="6953">
            <a:solidFill>
              <a:srgbClr val="000000"/>
            </a:solidFill>
            <a:prstDash val="solid"/>
          </a:ln>
        </p:spPr>
      </p:sp>
      <p:sp>
        <p:nvSpPr>
          <p:cNvPr id="84" name="dp45-comparison / n82 / text 1">
            <a:extLst xmlns:a="http://schemas.openxmlformats.org/drawingml/2006/main">
              <a:ext uri="{FF2B5EF4-FFF2-40B4-BE49-F238E27FC236}">
                <a16:creationId xmlns:a16="http://schemas.microsoft.com/office/drawing/2014/main" id="{728B4478-6950-4546-979C-488906C2C321}"/>
              </a:ext>
            </a:extLst>
          </p:cNvPr>
          <p:cNvSpPr>
            <a:spLocks xmlns:a="http://schemas.openxmlformats.org/drawingml/2006/main" noGrp="1"/>
          </p:cNvSpPr>
          <p:nvPr/>
        </p:nvSpPr>
        <p:spPr>
          <a:xfrm xmlns:a="http://schemas.openxmlformats.org/drawingml/2006/main">
            <a:off x="1521238" y="6885173"/>
            <a:ext cx="1988630"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Model Access</a:t>
            </a:r>
          </a:p>
        </p:txBody>
      </p:sp>
      <p:sp>
        <p:nvSpPr>
          <p:cNvPr id="85" name="dp45-comparison / n83">
            <a:extLst xmlns:a="http://schemas.openxmlformats.org/drawingml/2006/main">
              <a:ext uri="{FF2B5EF4-FFF2-40B4-BE49-F238E27FC236}">
                <a16:creationId xmlns:a16="http://schemas.microsoft.com/office/drawing/2014/main" id="{9D08094A-51E9-4EA5-A0FC-9617BAF5A96B}"/>
              </a:ext>
            </a:extLst>
          </p:cNvPr>
          <p:cNvSpPr>
            <a:spLocks xmlns:a="http://schemas.openxmlformats.org/drawingml/2006/main" noGrp="1"/>
          </p:cNvSpPr>
          <p:nvPr/>
        </p:nvSpPr>
        <p:spPr>
          <a:xfrm xmlns:a="http://schemas.openxmlformats.org/drawingml/2006/main">
            <a:off x="4392930" y="6822281"/>
            <a:ext cx="1738313" cy="312896"/>
          </a:xfrm>
          <a:prstGeom xmlns:a="http://schemas.openxmlformats.org/drawingml/2006/main" prst="hexagon">
            <a:avLst/>
          </a:prstGeom>
          <a:solidFill xmlns:a="http://schemas.openxmlformats.org/drawingml/2006/main">
            <a:srgbClr val="FFFFFF"/>
          </a:solidFill>
          <a:ln xmlns:a="http://schemas.openxmlformats.org/drawingml/2006/main" w="6953">
            <a:solidFill>
              <a:srgbClr val="000000"/>
            </a:solidFill>
            <a:prstDash val="solid"/>
          </a:ln>
        </p:spPr>
      </p:sp>
      <p:sp>
        <p:nvSpPr>
          <p:cNvPr id="86" name="dp45-comparison / n84 / text 1">
            <a:extLst xmlns:a="http://schemas.openxmlformats.org/drawingml/2006/main">
              <a:ext uri="{FF2B5EF4-FFF2-40B4-BE49-F238E27FC236}">
                <a16:creationId xmlns:a16="http://schemas.microsoft.com/office/drawing/2014/main" id="{0C8454EF-B201-4A75-A9BF-649D3F52C34C}"/>
              </a:ext>
            </a:extLst>
          </p:cNvPr>
          <p:cNvSpPr>
            <a:spLocks xmlns:a="http://schemas.openxmlformats.org/drawingml/2006/main" noGrp="1"/>
          </p:cNvSpPr>
          <p:nvPr/>
        </p:nvSpPr>
        <p:spPr>
          <a:xfrm xmlns:a="http://schemas.openxmlformats.org/drawingml/2006/main">
            <a:off x="4441603" y="6885173"/>
            <a:ext cx="1640967"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Shared Omni</a:t>
            </a:r>
          </a:p>
        </p:txBody>
      </p:sp>
      <p:sp>
        <p:nvSpPr>
          <p:cNvPr id="87" name="dp45-comparison / n85">
            <a:extLst xmlns:a="http://schemas.openxmlformats.org/drawingml/2006/main">
              <a:ext uri="{FF2B5EF4-FFF2-40B4-BE49-F238E27FC236}">
                <a16:creationId xmlns:a16="http://schemas.microsoft.com/office/drawing/2014/main" id="{7F4A3523-C8EE-482B-BE29-B68F3E65C9DA}"/>
              </a:ext>
            </a:extLst>
          </p:cNvPr>
          <p:cNvSpPr>
            <a:spLocks xmlns:a="http://schemas.openxmlformats.org/drawingml/2006/main" noGrp="1"/>
          </p:cNvSpPr>
          <p:nvPr/>
        </p:nvSpPr>
        <p:spPr>
          <a:xfrm xmlns:a="http://schemas.openxmlformats.org/drawingml/2006/main">
            <a:off x="7382828" y="6140863"/>
            <a:ext cx="1668780" cy="319850"/>
          </a:xfrm>
          <a:prstGeom xmlns:a="http://schemas.openxmlformats.org/drawingml/2006/main" prst="can">
            <a:avLst>
              <a:gd name="adj" fmla="val 20000"/>
            </a:avLst>
          </a:prstGeom>
          <a:solidFill xmlns:a="http://schemas.openxmlformats.org/drawingml/2006/main">
            <a:srgbClr val="FFFFFF"/>
          </a:solidFill>
          <a:ln xmlns:a="http://schemas.openxmlformats.org/drawingml/2006/main" w="6953">
            <a:solidFill>
              <a:srgbClr val="000000"/>
            </a:solidFill>
            <a:prstDash val="solid"/>
          </a:ln>
        </p:spPr>
      </p:sp>
      <p:sp>
        <p:nvSpPr>
          <p:cNvPr id="88" name="dp45-comparison / n86 / text 1">
            <a:extLst xmlns:a="http://schemas.openxmlformats.org/drawingml/2006/main">
              <a:ext uri="{FF2B5EF4-FFF2-40B4-BE49-F238E27FC236}">
                <a16:creationId xmlns:a16="http://schemas.microsoft.com/office/drawing/2014/main" id="{F6CCB1D2-6838-4504-A92F-D84F11FD3177}"/>
              </a:ext>
            </a:extLst>
          </p:cNvPr>
          <p:cNvSpPr>
            <a:spLocks xmlns:a="http://schemas.openxmlformats.org/drawingml/2006/main" noGrp="1"/>
          </p:cNvSpPr>
          <p:nvPr/>
        </p:nvSpPr>
        <p:spPr>
          <a:xfrm xmlns:a="http://schemas.openxmlformats.org/drawingml/2006/main">
            <a:off x="7431500" y="6243180"/>
            <a:ext cx="1571435" cy="21172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50" b="1">
                <a:solidFill>
                  <a:srgbClr val="000000"/>
                </a:solidFill>
                <a:latin typeface="Apple SD Gothic Neo"/>
                <a:ea typeface="Apple SD Gothic Neo"/>
                <a:cs typeface="Apple SD Gothic Neo"/>
              </a:defRPr>
            </a:pPr>
            <a:r>
              <a:rPr sz="1150" b="1">
                <a:solidFill>
                  <a:srgbClr val="000000"/>
                </a:solidFill>
                <a:latin typeface="Apple SD Gothic Neo"/>
                <a:ea typeface="Apple SD Gothic Neo"/>
                <a:cs typeface="Apple SD Gothic Neo"/>
              </a:rPr>
              <a:t>User Memory</a:t>
            </a:r>
          </a:p>
        </p:txBody>
      </p:sp>
      <p:sp>
        <p:nvSpPr>
          <p:cNvPr id="89" name="dp45-comparison / n95">
            <a:extLst xmlns:a="http://schemas.openxmlformats.org/drawingml/2006/main">
              <a:ext uri="{FF2B5EF4-FFF2-40B4-BE49-F238E27FC236}">
                <a16:creationId xmlns:a16="http://schemas.microsoft.com/office/drawing/2014/main" id="{40CEB053-5220-4D81-A6E7-DCDEFCD6AA0F}"/>
              </a:ext>
            </a:extLst>
          </p:cNvPr>
          <p:cNvSpPr>
            <a:spLocks xmlns:a="http://schemas.openxmlformats.org/drawingml/2006/main" noGrp="1"/>
          </p:cNvSpPr>
          <p:nvPr/>
        </p:nvSpPr>
        <p:spPr>
          <a:xfrm xmlns:a="http://schemas.openxmlformats.org/drawingml/2006/main">
            <a:off x="5401151" y="4159186"/>
            <a:ext cx="2085975" cy="382429"/>
          </a:xfrm>
          <a:prstGeom xmlns:a="http://schemas.openxmlformats.org/drawingml/2006/main" prst="roundRect">
            <a:avLst>
              <a:gd name="adj" fmla="val 19925"/>
            </a:avLst>
          </a:prstGeom>
          <a:solidFill xmlns:a="http://schemas.openxmlformats.org/drawingml/2006/main">
            <a:srgbClr val="FFF0DD"/>
          </a:solidFill>
          <a:ln xmlns:a="http://schemas.openxmlformats.org/drawingml/2006/main" w="12516">
            <a:solidFill>
              <a:srgbClr val="B8753F"/>
            </a:solidFill>
            <a:prstDash val="solid"/>
          </a:ln>
        </p:spPr>
      </p:sp>
      <p:sp>
        <p:nvSpPr>
          <p:cNvPr id="90" name="dp45-comparison / n96 / text 1">
            <a:extLst xmlns:a="http://schemas.openxmlformats.org/drawingml/2006/main">
              <a:ext uri="{FF2B5EF4-FFF2-40B4-BE49-F238E27FC236}">
                <a16:creationId xmlns:a16="http://schemas.microsoft.com/office/drawing/2014/main" id="{F2F81108-7776-46C1-98BD-7BA1CC06E389}"/>
              </a:ext>
            </a:extLst>
          </p:cNvPr>
          <p:cNvSpPr>
            <a:spLocks xmlns:a="http://schemas.openxmlformats.org/drawingml/2006/main" noGrp="1"/>
          </p:cNvSpPr>
          <p:nvPr/>
        </p:nvSpPr>
        <p:spPr>
          <a:xfrm xmlns:a="http://schemas.openxmlformats.org/drawingml/2006/main">
            <a:off x="5449824" y="4252777"/>
            <a:ext cx="1988630" cy="24197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14" b="1">
                <a:solidFill>
                  <a:srgbClr val="000000"/>
                </a:solidFill>
                <a:latin typeface="Apple SD Gothic Neo"/>
                <a:ea typeface="Apple SD Gothic Neo"/>
                <a:cs typeface="Apple SD Gothic Neo"/>
              </a:defRPr>
            </a:pPr>
            <a:r>
              <a:rPr sz="1314" b="1">
                <a:solidFill>
                  <a:srgbClr val="000000"/>
                </a:solidFill>
                <a:latin typeface="Apple SD Gothic Neo"/>
                <a:ea typeface="Apple SD Gothic Neo"/>
                <a:cs typeface="Apple SD Gothic Neo"/>
              </a:rPr>
              <a:t>Context Composer</a:t>
            </a:r>
          </a:p>
        </p:txBody>
      </p:sp>
      <p:sp>
        <p:nvSpPr>
          <p:cNvPr id="91" name="dp45-comparison / n97">
            <a:extLst xmlns:a="http://schemas.openxmlformats.org/drawingml/2006/main">
              <a:ext uri="{FF2B5EF4-FFF2-40B4-BE49-F238E27FC236}">
                <a16:creationId xmlns:a16="http://schemas.microsoft.com/office/drawing/2014/main" id="{0044D023-6B44-44A0-AD0D-155C0F11351E}"/>
              </a:ext>
            </a:extLst>
          </p:cNvPr>
          <p:cNvSpPr>
            <a:spLocks xmlns:a="http://schemas.openxmlformats.org/drawingml/2006/main" noGrp="1"/>
          </p:cNvSpPr>
          <p:nvPr/>
        </p:nvSpPr>
        <p:spPr>
          <a:xfrm xmlns:a="http://schemas.openxmlformats.org/drawingml/2006/main">
            <a:off x="4323398" y="5104829"/>
            <a:ext cx="1981676" cy="417195"/>
          </a:xfrm>
          <a:prstGeom xmlns:a="http://schemas.openxmlformats.org/drawingml/2006/main" prst="can">
            <a:avLst>
              <a:gd name="adj" fmla="val 20000"/>
            </a:avLst>
          </a:prstGeom>
          <a:solidFill xmlns:a="http://schemas.openxmlformats.org/drawingml/2006/main">
            <a:srgbClr val="FFFFFF"/>
          </a:solidFill>
          <a:ln xmlns:a="http://schemas.openxmlformats.org/drawingml/2006/main" w="6953">
            <a:solidFill>
              <a:srgbClr val="000000"/>
            </a:solidFill>
            <a:prstDash val="solid"/>
          </a:ln>
        </p:spPr>
      </p:sp>
      <p:sp>
        <p:nvSpPr>
          <p:cNvPr id="92" name="dp45-comparison / n98 / text 1">
            <a:extLst xmlns:a="http://schemas.openxmlformats.org/drawingml/2006/main">
              <a:ext uri="{FF2B5EF4-FFF2-40B4-BE49-F238E27FC236}">
                <a16:creationId xmlns:a16="http://schemas.microsoft.com/office/drawing/2014/main" id="{67FEED5F-71B2-43D4-A00F-C1728C72A2AD}"/>
              </a:ext>
            </a:extLst>
          </p:cNvPr>
          <p:cNvSpPr>
            <a:spLocks xmlns:a="http://schemas.openxmlformats.org/drawingml/2006/main" noGrp="1"/>
          </p:cNvSpPr>
          <p:nvPr/>
        </p:nvSpPr>
        <p:spPr>
          <a:xfrm xmlns:a="http://schemas.openxmlformats.org/drawingml/2006/main">
            <a:off x="4372070" y="5255818"/>
            <a:ext cx="1884331" cy="21172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50" b="1">
                <a:solidFill>
                  <a:srgbClr val="000000"/>
                </a:solidFill>
                <a:latin typeface="Apple SD Gothic Neo"/>
                <a:ea typeface="Apple SD Gothic Neo"/>
                <a:cs typeface="Apple SD Gothic Neo"/>
              </a:defRPr>
            </a:pPr>
            <a:r>
              <a:rPr sz="1150" b="1">
                <a:solidFill>
                  <a:srgbClr val="000000"/>
                </a:solidFill>
                <a:latin typeface="Apple SD Gothic Neo"/>
                <a:ea typeface="Apple SD Gothic Neo"/>
                <a:cs typeface="Apple SD Gothic Neo"/>
              </a:rPr>
              <a:t>Source View Cache</a:t>
            </a:r>
          </a:p>
        </p:txBody>
      </p:sp>
      <p:sp>
        <p:nvSpPr>
          <p:cNvPr id="93" name="dp45-comparison / n99">
            <a:extLst xmlns:a="http://schemas.openxmlformats.org/drawingml/2006/main">
              <a:ext uri="{FF2B5EF4-FFF2-40B4-BE49-F238E27FC236}">
                <a16:creationId xmlns:a16="http://schemas.microsoft.com/office/drawing/2014/main" id="{D06BDF96-D70A-404F-A545-9608D2F83F14}"/>
              </a:ext>
            </a:extLst>
          </p:cNvPr>
          <p:cNvSpPr>
            <a:spLocks xmlns:a="http://schemas.openxmlformats.org/drawingml/2006/main" noGrp="1"/>
          </p:cNvSpPr>
          <p:nvPr/>
        </p:nvSpPr>
        <p:spPr>
          <a:xfrm xmlns:a="http://schemas.openxmlformats.org/drawingml/2006/main">
            <a:off x="6965633" y="5104829"/>
            <a:ext cx="2051209" cy="417195"/>
          </a:xfrm>
          <a:prstGeom xmlns:a="http://schemas.openxmlformats.org/drawingml/2006/main" prst="can">
            <a:avLst>
              <a:gd name="adj" fmla="val 20000"/>
            </a:avLst>
          </a:prstGeom>
          <a:solidFill xmlns:a="http://schemas.openxmlformats.org/drawingml/2006/main">
            <a:srgbClr val="FFF0DD"/>
          </a:solidFill>
          <a:ln xmlns:a="http://schemas.openxmlformats.org/drawingml/2006/main" w="12516">
            <a:solidFill>
              <a:srgbClr val="B8753F"/>
            </a:solidFill>
            <a:prstDash val="solid"/>
          </a:ln>
        </p:spPr>
      </p:sp>
      <p:sp>
        <p:nvSpPr>
          <p:cNvPr id="94" name="dp45-comparison / n100 / text 1">
            <a:extLst xmlns:a="http://schemas.openxmlformats.org/drawingml/2006/main">
              <a:ext uri="{FF2B5EF4-FFF2-40B4-BE49-F238E27FC236}">
                <a16:creationId xmlns:a16="http://schemas.microsoft.com/office/drawing/2014/main" id="{C792FABC-07D0-4D12-A34B-CF1AFE7E33F1}"/>
              </a:ext>
            </a:extLst>
          </p:cNvPr>
          <p:cNvSpPr>
            <a:spLocks xmlns:a="http://schemas.openxmlformats.org/drawingml/2006/main" noGrp="1"/>
          </p:cNvSpPr>
          <p:nvPr/>
        </p:nvSpPr>
        <p:spPr>
          <a:xfrm xmlns:a="http://schemas.openxmlformats.org/drawingml/2006/main">
            <a:off x="7014305" y="5259886"/>
            <a:ext cx="1953863" cy="20164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95" b="1">
                <a:solidFill>
                  <a:srgbClr val="000000"/>
                </a:solidFill>
                <a:latin typeface="Apple SD Gothic Neo"/>
                <a:ea typeface="Apple SD Gothic Neo"/>
                <a:cs typeface="Apple SD Gothic Neo"/>
              </a:defRPr>
            </a:pPr>
            <a:r>
              <a:rPr sz="1095" b="1">
                <a:solidFill>
                  <a:srgbClr val="000000"/>
                </a:solidFill>
                <a:latin typeface="Apple SD Gothic Neo"/>
                <a:ea typeface="Apple SD Gothic Neo"/>
                <a:cs typeface="Apple SD Gothic Neo"/>
              </a:rPr>
              <a:t>Request Evidence Set</a:t>
            </a:r>
          </a:p>
        </p:txBody>
      </p:sp>
      <p:sp>
        <p:nvSpPr>
          <p:cNvPr id="95" name="dp45-comparison / n101 / path">
            <a:extLst xmlns:a="http://schemas.openxmlformats.org/drawingml/2006/main">
              <a:ext uri="{FF2B5EF4-FFF2-40B4-BE49-F238E27FC236}">
                <a16:creationId xmlns:a16="http://schemas.microsoft.com/office/drawing/2014/main" id="{FE9DC326-B374-4054-AA28-2FC4E41E4450}"/>
              </a:ext>
            </a:extLst>
          </p:cNvPr>
          <p:cNvSpPr>
            <a:spLocks xmlns:a="http://schemas.openxmlformats.org/drawingml/2006/main" noGrp="1"/>
          </p:cNvSpPr>
          <p:nvPr/>
        </p:nvSpPr>
        <p:spPr>
          <a:xfrm xmlns:a="http://schemas.openxmlformats.org/drawingml/2006/main">
            <a:off x="2446020" y="2997994"/>
            <a:ext cx="3914680" cy="1161193"/>
          </a:xfrm>
          <a:custGeom xmlns:a="http://schemas.openxmlformats.org/drawingml/2006/main">
            <a:pathLst>
              <a:path w="3914680" h="1161193">
                <a:moveTo>
                  <a:pt x="3914680" y="1161193"/>
                </a:moveTo>
                <a:lnTo>
                  <a:pt x="0" y="1161193"/>
                </a:lnTo>
                <a:lnTo>
                  <a:pt x="0" y="0"/>
                </a:lnTo>
              </a:path>
            </a:pathLst>
          </a:custGeom>
          <a:noFill xmlns:a="http://schemas.openxmlformats.org/drawingml/2006/main"/>
          <a:ln xmlns:a="http://schemas.openxmlformats.org/drawingml/2006/main" w="7649">
            <a:solidFill>
              <a:srgbClr val="000000"/>
            </a:solidFill>
            <a:prstDash val="solid"/>
          </a:ln>
        </p:spPr>
      </p:sp>
      <p:sp>
        <p:nvSpPr>
          <p:cNvPr id="96" name="dp45-comparison / n101 / arrow">
            <a:extLst xmlns:a="http://schemas.openxmlformats.org/drawingml/2006/main">
              <a:ext uri="{FF2B5EF4-FFF2-40B4-BE49-F238E27FC236}">
                <a16:creationId xmlns:a16="http://schemas.microsoft.com/office/drawing/2014/main" id="{61719F52-DDEE-48F6-AD95-15B901983E6A}"/>
              </a:ext>
            </a:extLst>
          </p:cNvPr>
          <p:cNvSpPr>
            <a:spLocks xmlns:a="http://schemas.openxmlformats.org/drawingml/2006/main" noGrp="1"/>
          </p:cNvSpPr>
          <p:nvPr/>
        </p:nvSpPr>
        <p:spPr>
          <a:xfrm xmlns:a="http://schemas.openxmlformats.org/drawingml/2006/main">
            <a:off x="2421545" y="2997994"/>
            <a:ext cx="48951" cy="48951"/>
          </a:xfrm>
          <a:custGeom xmlns:a="http://schemas.openxmlformats.org/drawingml/2006/main">
            <a:pathLst>
              <a:path w="48951" h="48951">
                <a:moveTo>
                  <a:pt x="48951" y="48951"/>
                </a:moveTo>
                <a:lnTo>
                  <a:pt x="24475" y="0"/>
                </a:lnTo>
                <a:lnTo>
                  <a:pt x="0" y="48951"/>
                </a:lnTo>
              </a:path>
            </a:pathLst>
          </a:custGeom>
          <a:noFill xmlns:a="http://schemas.openxmlformats.org/drawingml/2006/main"/>
          <a:ln xmlns:a="http://schemas.openxmlformats.org/drawingml/2006/main" w="9790">
            <a:solidFill>
              <a:srgbClr val="000000"/>
            </a:solidFill>
            <a:prstDash val="solid"/>
          </a:ln>
        </p:spPr>
      </p:sp>
      <p:sp>
        <p:nvSpPr>
          <p:cNvPr id="97" name="dp45-comparison / n102 / path">
            <a:extLst xmlns:a="http://schemas.openxmlformats.org/drawingml/2006/main">
              <a:ext uri="{FF2B5EF4-FFF2-40B4-BE49-F238E27FC236}">
                <a16:creationId xmlns:a16="http://schemas.microsoft.com/office/drawing/2014/main" id="{A86D610C-8BCA-42E7-B415-4DAE455DCD0B}"/>
              </a:ext>
            </a:extLst>
          </p:cNvPr>
          <p:cNvSpPr>
            <a:spLocks xmlns:a="http://schemas.openxmlformats.org/drawingml/2006/main" noGrp="1"/>
          </p:cNvSpPr>
          <p:nvPr/>
        </p:nvSpPr>
        <p:spPr>
          <a:xfrm xmlns:a="http://schemas.openxmlformats.org/drawingml/2006/main">
            <a:off x="2585085" y="2997994"/>
            <a:ext cx="3942493" cy="1161193"/>
          </a:xfrm>
          <a:custGeom xmlns:a="http://schemas.openxmlformats.org/drawingml/2006/main">
            <a:pathLst>
              <a:path w="3942493" h="1161193">
                <a:moveTo>
                  <a:pt x="0" y="0"/>
                </a:moveTo>
                <a:lnTo>
                  <a:pt x="0" y="1161193"/>
                </a:lnTo>
                <a:lnTo>
                  <a:pt x="3942493" y="1161193"/>
                </a:lnTo>
              </a:path>
            </a:pathLst>
          </a:custGeom>
          <a:noFill xmlns:a="http://schemas.openxmlformats.org/drawingml/2006/main"/>
          <a:ln xmlns:a="http://schemas.openxmlformats.org/drawingml/2006/main" w="7649">
            <a:solidFill>
              <a:srgbClr val="000000"/>
            </a:solidFill>
            <a:prstDash val="dash"/>
          </a:ln>
        </p:spPr>
      </p:sp>
      <p:sp>
        <p:nvSpPr>
          <p:cNvPr id="98" name="dp45-comparison / n102 / arrow">
            <a:extLst xmlns:a="http://schemas.openxmlformats.org/drawingml/2006/main">
              <a:ext uri="{FF2B5EF4-FFF2-40B4-BE49-F238E27FC236}">
                <a16:creationId xmlns:a16="http://schemas.microsoft.com/office/drawing/2014/main" id="{378685FA-03F3-4F07-BB8B-A1E952C9FA98}"/>
              </a:ext>
            </a:extLst>
          </p:cNvPr>
          <p:cNvSpPr>
            <a:spLocks xmlns:a="http://schemas.openxmlformats.org/drawingml/2006/main" noGrp="1"/>
          </p:cNvSpPr>
          <p:nvPr/>
        </p:nvSpPr>
        <p:spPr>
          <a:xfrm xmlns:a="http://schemas.openxmlformats.org/drawingml/2006/main">
            <a:off x="6478627" y="4134711"/>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99" name="dp45-comparison / n103 / path">
            <a:extLst xmlns:a="http://schemas.openxmlformats.org/drawingml/2006/main">
              <a:ext uri="{FF2B5EF4-FFF2-40B4-BE49-F238E27FC236}">
                <a16:creationId xmlns:a16="http://schemas.microsoft.com/office/drawing/2014/main" id="{3DCC9897-FAA6-4DF9-9420-82D0F2526806}"/>
              </a:ext>
            </a:extLst>
          </p:cNvPr>
          <p:cNvSpPr>
            <a:spLocks xmlns:a="http://schemas.openxmlformats.org/drawingml/2006/main" noGrp="1"/>
          </p:cNvSpPr>
          <p:nvPr/>
        </p:nvSpPr>
        <p:spPr>
          <a:xfrm xmlns:a="http://schemas.openxmlformats.org/drawingml/2006/main">
            <a:off x="3913156" y="2997994"/>
            <a:ext cx="2447544" cy="1161193"/>
          </a:xfrm>
          <a:custGeom xmlns:a="http://schemas.openxmlformats.org/drawingml/2006/main">
            <a:pathLst>
              <a:path w="2447544" h="1161193">
                <a:moveTo>
                  <a:pt x="2447544" y="1161193"/>
                </a:moveTo>
                <a:lnTo>
                  <a:pt x="0" y="1161193"/>
                </a:lnTo>
                <a:lnTo>
                  <a:pt x="0" y="0"/>
                </a:lnTo>
                <a:lnTo>
                  <a:pt x="1314164" y="0"/>
                </a:lnTo>
              </a:path>
            </a:pathLst>
          </a:custGeom>
          <a:noFill xmlns:a="http://schemas.openxmlformats.org/drawingml/2006/main"/>
          <a:ln xmlns:a="http://schemas.openxmlformats.org/drawingml/2006/main" w="7649">
            <a:solidFill>
              <a:srgbClr val="000000"/>
            </a:solidFill>
            <a:prstDash val="solid"/>
          </a:ln>
        </p:spPr>
      </p:sp>
      <p:sp>
        <p:nvSpPr>
          <p:cNvPr id="100" name="dp45-comparison / n103 / arrow">
            <a:extLst xmlns:a="http://schemas.openxmlformats.org/drawingml/2006/main">
              <a:ext uri="{FF2B5EF4-FFF2-40B4-BE49-F238E27FC236}">
                <a16:creationId xmlns:a16="http://schemas.microsoft.com/office/drawing/2014/main" id="{A916D488-F06C-4E19-AFCE-722A076C361F}"/>
              </a:ext>
            </a:extLst>
          </p:cNvPr>
          <p:cNvSpPr>
            <a:spLocks xmlns:a="http://schemas.openxmlformats.org/drawingml/2006/main" noGrp="1"/>
          </p:cNvSpPr>
          <p:nvPr/>
        </p:nvSpPr>
        <p:spPr>
          <a:xfrm xmlns:a="http://schemas.openxmlformats.org/drawingml/2006/main">
            <a:off x="5178369" y="2973518"/>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101" name="dp45-comparison / n104 / path">
            <a:extLst xmlns:a="http://schemas.openxmlformats.org/drawingml/2006/main">
              <a:ext uri="{FF2B5EF4-FFF2-40B4-BE49-F238E27FC236}">
                <a16:creationId xmlns:a16="http://schemas.microsoft.com/office/drawing/2014/main" id="{1913B723-724D-42A7-ABFA-0856DA26AA3E}"/>
              </a:ext>
            </a:extLst>
          </p:cNvPr>
          <p:cNvSpPr>
            <a:spLocks xmlns:a="http://schemas.openxmlformats.org/drawingml/2006/main" noGrp="1"/>
          </p:cNvSpPr>
          <p:nvPr/>
        </p:nvSpPr>
        <p:spPr>
          <a:xfrm xmlns:a="http://schemas.openxmlformats.org/drawingml/2006/main">
            <a:off x="3913156" y="2997994"/>
            <a:ext cx="2614422" cy="1161193"/>
          </a:xfrm>
          <a:custGeom xmlns:a="http://schemas.openxmlformats.org/drawingml/2006/main">
            <a:pathLst>
              <a:path w="2614422" h="1161193">
                <a:moveTo>
                  <a:pt x="1453229" y="0"/>
                </a:moveTo>
                <a:lnTo>
                  <a:pt x="0" y="0"/>
                </a:lnTo>
                <a:lnTo>
                  <a:pt x="0" y="1161193"/>
                </a:lnTo>
                <a:lnTo>
                  <a:pt x="2614422" y="1161193"/>
                </a:lnTo>
              </a:path>
            </a:pathLst>
          </a:custGeom>
          <a:noFill xmlns:a="http://schemas.openxmlformats.org/drawingml/2006/main"/>
          <a:ln xmlns:a="http://schemas.openxmlformats.org/drawingml/2006/main" w="7649">
            <a:solidFill>
              <a:srgbClr val="000000"/>
            </a:solidFill>
            <a:prstDash val="dash"/>
          </a:ln>
        </p:spPr>
      </p:sp>
      <p:sp>
        <p:nvSpPr>
          <p:cNvPr id="102" name="dp45-comparison / n104 / arrow">
            <a:extLst xmlns:a="http://schemas.openxmlformats.org/drawingml/2006/main">
              <a:ext uri="{FF2B5EF4-FFF2-40B4-BE49-F238E27FC236}">
                <a16:creationId xmlns:a16="http://schemas.microsoft.com/office/drawing/2014/main" id="{F7E4A8CD-50D8-4FBC-95E6-7BDD6624B3FE}"/>
              </a:ext>
            </a:extLst>
          </p:cNvPr>
          <p:cNvSpPr>
            <a:spLocks xmlns:a="http://schemas.openxmlformats.org/drawingml/2006/main" noGrp="1"/>
          </p:cNvSpPr>
          <p:nvPr/>
        </p:nvSpPr>
        <p:spPr>
          <a:xfrm xmlns:a="http://schemas.openxmlformats.org/drawingml/2006/main">
            <a:off x="6478627" y="4134711"/>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103" name="dp45-comparison / n105 / path">
            <a:extLst xmlns:a="http://schemas.openxmlformats.org/drawingml/2006/main">
              <a:ext uri="{FF2B5EF4-FFF2-40B4-BE49-F238E27FC236}">
                <a16:creationId xmlns:a16="http://schemas.microsoft.com/office/drawing/2014/main" id="{ED3F270F-8FA6-41BA-B358-3573F13F9A4F}"/>
              </a:ext>
            </a:extLst>
          </p:cNvPr>
          <p:cNvSpPr>
            <a:spLocks xmlns:a="http://schemas.openxmlformats.org/drawingml/2006/main" noGrp="1"/>
          </p:cNvSpPr>
          <p:nvPr/>
        </p:nvSpPr>
        <p:spPr>
          <a:xfrm xmlns:a="http://schemas.openxmlformats.org/drawingml/2006/main">
            <a:off x="6360700" y="2997994"/>
            <a:ext cx="2892552" cy="1161193"/>
          </a:xfrm>
          <a:custGeom xmlns:a="http://schemas.openxmlformats.org/drawingml/2006/main">
            <a:pathLst>
              <a:path w="2892552" h="1161193">
                <a:moveTo>
                  <a:pt x="0" y="1161193"/>
                </a:moveTo>
                <a:lnTo>
                  <a:pt x="2892552" y="1161193"/>
                </a:lnTo>
                <a:lnTo>
                  <a:pt x="2892552" y="0"/>
                </a:lnTo>
                <a:lnTo>
                  <a:pt x="1682686" y="0"/>
                </a:lnTo>
              </a:path>
            </a:pathLst>
          </a:custGeom>
          <a:noFill xmlns:a="http://schemas.openxmlformats.org/drawingml/2006/main"/>
          <a:ln xmlns:a="http://schemas.openxmlformats.org/drawingml/2006/main" w="7649">
            <a:solidFill>
              <a:srgbClr val="000000"/>
            </a:solidFill>
            <a:prstDash val="solid"/>
          </a:ln>
        </p:spPr>
      </p:sp>
      <p:sp>
        <p:nvSpPr>
          <p:cNvPr id="104" name="dp45-comparison / n105 / arrow">
            <a:extLst xmlns:a="http://schemas.openxmlformats.org/drawingml/2006/main">
              <a:ext uri="{FF2B5EF4-FFF2-40B4-BE49-F238E27FC236}">
                <a16:creationId xmlns:a16="http://schemas.microsoft.com/office/drawing/2014/main" id="{EFB21E71-941A-49AF-B545-057EDECDCF67}"/>
              </a:ext>
            </a:extLst>
          </p:cNvPr>
          <p:cNvSpPr>
            <a:spLocks xmlns:a="http://schemas.openxmlformats.org/drawingml/2006/main" noGrp="1"/>
          </p:cNvSpPr>
          <p:nvPr/>
        </p:nvSpPr>
        <p:spPr>
          <a:xfrm xmlns:a="http://schemas.openxmlformats.org/drawingml/2006/main">
            <a:off x="8043386" y="2973518"/>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105" name="dp45-comparison / n106 / path">
            <a:extLst xmlns:a="http://schemas.openxmlformats.org/drawingml/2006/main">
              <a:ext uri="{FF2B5EF4-FFF2-40B4-BE49-F238E27FC236}">
                <a16:creationId xmlns:a16="http://schemas.microsoft.com/office/drawing/2014/main" id="{4F3C299D-9B3C-49F1-9F1F-05EACD3723C6}"/>
              </a:ext>
            </a:extLst>
          </p:cNvPr>
          <p:cNvSpPr>
            <a:spLocks xmlns:a="http://schemas.openxmlformats.org/drawingml/2006/main" noGrp="1"/>
          </p:cNvSpPr>
          <p:nvPr/>
        </p:nvSpPr>
        <p:spPr>
          <a:xfrm xmlns:a="http://schemas.openxmlformats.org/drawingml/2006/main">
            <a:off x="6527578" y="2997994"/>
            <a:ext cx="2725674" cy="1161193"/>
          </a:xfrm>
          <a:custGeom xmlns:a="http://schemas.openxmlformats.org/drawingml/2006/main">
            <a:pathLst>
              <a:path w="2725674" h="1161193">
                <a:moveTo>
                  <a:pt x="1654874" y="0"/>
                </a:moveTo>
                <a:lnTo>
                  <a:pt x="2725674" y="0"/>
                </a:lnTo>
                <a:lnTo>
                  <a:pt x="2725674" y="1161193"/>
                </a:lnTo>
                <a:lnTo>
                  <a:pt x="0" y="1161193"/>
                </a:lnTo>
              </a:path>
            </a:pathLst>
          </a:custGeom>
          <a:noFill xmlns:a="http://schemas.openxmlformats.org/drawingml/2006/main"/>
          <a:ln xmlns:a="http://schemas.openxmlformats.org/drawingml/2006/main" w="7649">
            <a:solidFill>
              <a:srgbClr val="000000"/>
            </a:solidFill>
            <a:prstDash val="dash"/>
          </a:ln>
        </p:spPr>
      </p:sp>
      <p:sp>
        <p:nvSpPr>
          <p:cNvPr id="106" name="dp45-comparison / n106 / arrow">
            <a:extLst xmlns:a="http://schemas.openxmlformats.org/drawingml/2006/main">
              <a:ext uri="{FF2B5EF4-FFF2-40B4-BE49-F238E27FC236}">
                <a16:creationId xmlns:a16="http://schemas.microsoft.com/office/drawing/2014/main" id="{A0B31DCF-A345-4121-B747-3E7A504B643E}"/>
              </a:ext>
            </a:extLst>
          </p:cNvPr>
          <p:cNvSpPr>
            <a:spLocks xmlns:a="http://schemas.openxmlformats.org/drawingml/2006/main" noGrp="1"/>
          </p:cNvSpPr>
          <p:nvPr/>
        </p:nvSpPr>
        <p:spPr>
          <a:xfrm xmlns:a="http://schemas.openxmlformats.org/drawingml/2006/main">
            <a:off x="6527578" y="4134711"/>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107" name="dp45-comparison / n109 / path">
            <a:extLst xmlns:a="http://schemas.openxmlformats.org/drawingml/2006/main">
              <a:ext uri="{FF2B5EF4-FFF2-40B4-BE49-F238E27FC236}">
                <a16:creationId xmlns:a16="http://schemas.microsoft.com/office/drawing/2014/main" id="{231DD6FC-20BA-4344-8E8C-AB67DA5B9D61}"/>
              </a:ext>
            </a:extLst>
          </p:cNvPr>
          <p:cNvSpPr>
            <a:spLocks xmlns:a="http://schemas.openxmlformats.org/drawingml/2006/main" noGrp="1"/>
          </p:cNvSpPr>
          <p:nvPr/>
        </p:nvSpPr>
        <p:spPr>
          <a:xfrm xmlns:a="http://schemas.openxmlformats.org/drawingml/2006/main">
            <a:off x="5314236" y="4350401"/>
            <a:ext cx="86916" cy="754428"/>
          </a:xfrm>
          <a:custGeom xmlns:a="http://schemas.openxmlformats.org/drawingml/2006/main">
            <a:pathLst>
              <a:path w="86916" h="754428">
                <a:moveTo>
                  <a:pt x="86916" y="0"/>
                </a:moveTo>
                <a:lnTo>
                  <a:pt x="86916" y="754428"/>
                </a:lnTo>
                <a:lnTo>
                  <a:pt x="0" y="754428"/>
                </a:lnTo>
              </a:path>
            </a:pathLst>
          </a:custGeom>
          <a:noFill xmlns:a="http://schemas.openxmlformats.org/drawingml/2006/main"/>
          <a:ln xmlns:a="http://schemas.openxmlformats.org/drawingml/2006/main" w="7649">
            <a:solidFill>
              <a:srgbClr val="000000"/>
            </a:solidFill>
            <a:prstDash val="solid"/>
          </a:ln>
        </p:spPr>
      </p:sp>
      <p:sp>
        <p:nvSpPr>
          <p:cNvPr id="108" name="dp45-comparison / n109 / arrow">
            <a:extLst xmlns:a="http://schemas.openxmlformats.org/drawingml/2006/main">
              <a:ext uri="{FF2B5EF4-FFF2-40B4-BE49-F238E27FC236}">
                <a16:creationId xmlns:a16="http://schemas.microsoft.com/office/drawing/2014/main" id="{BE2FD1C7-25B7-436D-A891-3153388EFC48}"/>
              </a:ext>
            </a:extLst>
          </p:cNvPr>
          <p:cNvSpPr>
            <a:spLocks xmlns:a="http://schemas.openxmlformats.org/drawingml/2006/main" noGrp="1"/>
          </p:cNvSpPr>
          <p:nvPr/>
        </p:nvSpPr>
        <p:spPr>
          <a:xfrm xmlns:a="http://schemas.openxmlformats.org/drawingml/2006/main">
            <a:off x="5314236" y="5080353"/>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109" name="dp45-comparison / n110 / path">
            <a:extLst xmlns:a="http://schemas.openxmlformats.org/drawingml/2006/main">
              <a:ext uri="{FF2B5EF4-FFF2-40B4-BE49-F238E27FC236}">
                <a16:creationId xmlns:a16="http://schemas.microsoft.com/office/drawing/2014/main" id="{76C35040-3AE6-44DA-BA40-EC83B1B45AEA}"/>
              </a:ext>
            </a:extLst>
          </p:cNvPr>
          <p:cNvSpPr>
            <a:spLocks xmlns:a="http://schemas.openxmlformats.org/drawingml/2006/main" noGrp="1"/>
          </p:cNvSpPr>
          <p:nvPr/>
        </p:nvSpPr>
        <p:spPr>
          <a:xfrm xmlns:a="http://schemas.openxmlformats.org/drawingml/2006/main">
            <a:off x="5401151" y="4433840"/>
            <a:ext cx="66056" cy="670989"/>
          </a:xfrm>
          <a:custGeom xmlns:a="http://schemas.openxmlformats.org/drawingml/2006/main">
            <a:pathLst>
              <a:path w="66056" h="670989">
                <a:moveTo>
                  <a:pt x="66056" y="670989"/>
                </a:moveTo>
                <a:lnTo>
                  <a:pt x="0" y="670989"/>
                </a:lnTo>
                <a:lnTo>
                  <a:pt x="0" y="0"/>
                </a:lnTo>
              </a:path>
            </a:pathLst>
          </a:custGeom>
          <a:noFill xmlns:a="http://schemas.openxmlformats.org/drawingml/2006/main"/>
          <a:ln xmlns:a="http://schemas.openxmlformats.org/drawingml/2006/main" w="7649">
            <a:solidFill>
              <a:srgbClr val="000000"/>
            </a:solidFill>
            <a:prstDash val="dash"/>
          </a:ln>
        </p:spPr>
      </p:sp>
      <p:sp>
        <p:nvSpPr>
          <p:cNvPr id="110" name="dp45-comparison / n110 / arrow">
            <a:extLst xmlns:a="http://schemas.openxmlformats.org/drawingml/2006/main">
              <a:ext uri="{FF2B5EF4-FFF2-40B4-BE49-F238E27FC236}">
                <a16:creationId xmlns:a16="http://schemas.microsoft.com/office/drawing/2014/main" id="{4F203FA5-9412-44C5-BA67-2B8A78FC405B}"/>
              </a:ext>
            </a:extLst>
          </p:cNvPr>
          <p:cNvSpPr>
            <a:spLocks xmlns:a="http://schemas.openxmlformats.org/drawingml/2006/main" noGrp="1"/>
          </p:cNvSpPr>
          <p:nvPr/>
        </p:nvSpPr>
        <p:spPr>
          <a:xfrm xmlns:a="http://schemas.openxmlformats.org/drawingml/2006/main">
            <a:off x="5376676" y="4433840"/>
            <a:ext cx="48951" cy="48951"/>
          </a:xfrm>
          <a:custGeom xmlns:a="http://schemas.openxmlformats.org/drawingml/2006/main">
            <a:pathLst>
              <a:path w="48951" h="48951">
                <a:moveTo>
                  <a:pt x="48951" y="48951"/>
                </a:moveTo>
                <a:lnTo>
                  <a:pt x="24475" y="0"/>
                </a:lnTo>
                <a:lnTo>
                  <a:pt x="0" y="48951"/>
                </a:lnTo>
              </a:path>
            </a:pathLst>
          </a:custGeom>
          <a:noFill xmlns:a="http://schemas.openxmlformats.org/drawingml/2006/main"/>
          <a:ln xmlns:a="http://schemas.openxmlformats.org/drawingml/2006/main" w="9790">
            <a:solidFill>
              <a:srgbClr val="000000"/>
            </a:solidFill>
            <a:prstDash val="solid"/>
          </a:ln>
        </p:spPr>
      </p:sp>
      <p:sp>
        <p:nvSpPr>
          <p:cNvPr id="111" name="dp45-comparison / n111 / path">
            <a:extLst xmlns:a="http://schemas.openxmlformats.org/drawingml/2006/main">
              <a:ext uri="{FF2B5EF4-FFF2-40B4-BE49-F238E27FC236}">
                <a16:creationId xmlns:a16="http://schemas.microsoft.com/office/drawing/2014/main" id="{2E318A6B-BC73-4278-B809-9A3585C3550E}"/>
              </a:ext>
            </a:extLst>
          </p:cNvPr>
          <p:cNvSpPr>
            <a:spLocks xmlns:a="http://schemas.openxmlformats.org/drawingml/2006/main" noGrp="1"/>
          </p:cNvSpPr>
          <p:nvPr/>
        </p:nvSpPr>
        <p:spPr>
          <a:xfrm xmlns:a="http://schemas.openxmlformats.org/drawingml/2006/main">
            <a:off x="7487126" y="4350401"/>
            <a:ext cx="504111" cy="754428"/>
          </a:xfrm>
          <a:custGeom xmlns:a="http://schemas.openxmlformats.org/drawingml/2006/main">
            <a:pathLst>
              <a:path w="504111" h="754428">
                <a:moveTo>
                  <a:pt x="0" y="0"/>
                </a:moveTo>
                <a:lnTo>
                  <a:pt x="0" y="754428"/>
                </a:lnTo>
                <a:lnTo>
                  <a:pt x="504111" y="754428"/>
                </a:lnTo>
              </a:path>
            </a:pathLst>
          </a:custGeom>
          <a:noFill xmlns:a="http://schemas.openxmlformats.org/drawingml/2006/main"/>
          <a:ln xmlns:a="http://schemas.openxmlformats.org/drawingml/2006/main" w="7649">
            <a:solidFill>
              <a:srgbClr val="000000"/>
            </a:solidFill>
            <a:prstDash val="solid"/>
          </a:ln>
        </p:spPr>
      </p:sp>
      <p:sp>
        <p:nvSpPr>
          <p:cNvPr id="112" name="dp45-comparison / n111 / arrow">
            <a:extLst xmlns:a="http://schemas.openxmlformats.org/drawingml/2006/main">
              <a:ext uri="{FF2B5EF4-FFF2-40B4-BE49-F238E27FC236}">
                <a16:creationId xmlns:a16="http://schemas.microsoft.com/office/drawing/2014/main" id="{F8208419-025E-482A-8EC5-05D3D42C5E51}"/>
              </a:ext>
            </a:extLst>
          </p:cNvPr>
          <p:cNvSpPr>
            <a:spLocks xmlns:a="http://schemas.openxmlformats.org/drawingml/2006/main" noGrp="1"/>
          </p:cNvSpPr>
          <p:nvPr/>
        </p:nvSpPr>
        <p:spPr>
          <a:xfrm xmlns:a="http://schemas.openxmlformats.org/drawingml/2006/main">
            <a:off x="7942286" y="5080353"/>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113" name="dp45-comparison / n120 / path">
            <a:extLst xmlns:a="http://schemas.openxmlformats.org/drawingml/2006/main">
              <a:ext uri="{FF2B5EF4-FFF2-40B4-BE49-F238E27FC236}">
                <a16:creationId xmlns:a16="http://schemas.microsoft.com/office/drawing/2014/main" id="{2D048ECD-E156-478A-8424-CF5D51042935}"/>
              </a:ext>
            </a:extLst>
          </p:cNvPr>
          <p:cNvSpPr>
            <a:spLocks xmlns:a="http://schemas.openxmlformats.org/drawingml/2006/main" noGrp="1"/>
          </p:cNvSpPr>
          <p:nvPr/>
        </p:nvSpPr>
        <p:spPr>
          <a:xfrm xmlns:a="http://schemas.openxmlformats.org/drawingml/2006/main">
            <a:off x="3558540" y="2911078"/>
            <a:ext cx="764857" cy="2402348"/>
          </a:xfrm>
          <a:custGeom xmlns:a="http://schemas.openxmlformats.org/drawingml/2006/main">
            <a:pathLst>
              <a:path w="764857" h="2402348">
                <a:moveTo>
                  <a:pt x="0" y="0"/>
                </a:moveTo>
                <a:lnTo>
                  <a:pt x="0" y="2402348"/>
                </a:lnTo>
                <a:lnTo>
                  <a:pt x="764857" y="2402348"/>
                </a:lnTo>
              </a:path>
            </a:pathLst>
          </a:custGeom>
          <a:noFill xmlns:a="http://schemas.openxmlformats.org/drawingml/2006/main"/>
          <a:ln xmlns:a="http://schemas.openxmlformats.org/drawingml/2006/main" w="7649">
            <a:solidFill>
              <a:srgbClr val="000000"/>
            </a:solidFill>
            <a:prstDash val="solid"/>
          </a:ln>
        </p:spPr>
      </p:sp>
      <p:sp>
        <p:nvSpPr>
          <p:cNvPr id="114" name="dp45-comparison / n120 / arrow">
            <a:extLst xmlns:a="http://schemas.openxmlformats.org/drawingml/2006/main">
              <a:ext uri="{FF2B5EF4-FFF2-40B4-BE49-F238E27FC236}">
                <a16:creationId xmlns:a16="http://schemas.microsoft.com/office/drawing/2014/main" id="{6780421E-E6F7-4AA8-B4A5-6C5C2DBCEA77}"/>
              </a:ext>
            </a:extLst>
          </p:cNvPr>
          <p:cNvSpPr>
            <a:spLocks xmlns:a="http://schemas.openxmlformats.org/drawingml/2006/main" noGrp="1"/>
          </p:cNvSpPr>
          <p:nvPr/>
        </p:nvSpPr>
        <p:spPr>
          <a:xfrm xmlns:a="http://schemas.openxmlformats.org/drawingml/2006/main">
            <a:off x="4274447" y="5288951"/>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115" name="dp45-comparison / n123 / path">
            <a:extLst xmlns:a="http://schemas.openxmlformats.org/drawingml/2006/main">
              <a:ext uri="{FF2B5EF4-FFF2-40B4-BE49-F238E27FC236}">
                <a16:creationId xmlns:a16="http://schemas.microsoft.com/office/drawing/2014/main" id="{F6CE8501-6388-416A-93AE-F436DDE912B7}"/>
              </a:ext>
            </a:extLst>
          </p:cNvPr>
          <p:cNvSpPr>
            <a:spLocks xmlns:a="http://schemas.openxmlformats.org/drawingml/2006/main" noGrp="1"/>
          </p:cNvSpPr>
          <p:nvPr/>
        </p:nvSpPr>
        <p:spPr>
          <a:xfrm xmlns:a="http://schemas.openxmlformats.org/drawingml/2006/main">
            <a:off x="3558540" y="2723340"/>
            <a:ext cx="1842611" cy="1557528"/>
          </a:xfrm>
          <a:custGeom xmlns:a="http://schemas.openxmlformats.org/drawingml/2006/main">
            <a:pathLst>
              <a:path w="1842611" h="1557528">
                <a:moveTo>
                  <a:pt x="0" y="0"/>
                </a:moveTo>
                <a:lnTo>
                  <a:pt x="0" y="1557528"/>
                </a:lnTo>
                <a:lnTo>
                  <a:pt x="1842611" y="1557528"/>
                </a:lnTo>
              </a:path>
            </a:pathLst>
          </a:custGeom>
          <a:noFill xmlns:a="http://schemas.openxmlformats.org/drawingml/2006/main"/>
          <a:ln xmlns:a="http://schemas.openxmlformats.org/drawingml/2006/main" w="7649">
            <a:solidFill>
              <a:srgbClr val="000000"/>
            </a:solidFill>
            <a:prstDash val="solid"/>
          </a:ln>
        </p:spPr>
      </p:sp>
      <p:sp>
        <p:nvSpPr>
          <p:cNvPr id="116" name="dp45-comparison / n123 / arrow">
            <a:extLst xmlns:a="http://schemas.openxmlformats.org/drawingml/2006/main">
              <a:ext uri="{FF2B5EF4-FFF2-40B4-BE49-F238E27FC236}">
                <a16:creationId xmlns:a16="http://schemas.microsoft.com/office/drawing/2014/main" id="{B34DDFA8-4CCA-413F-AB04-F81C60A87E02}"/>
              </a:ext>
            </a:extLst>
          </p:cNvPr>
          <p:cNvSpPr>
            <a:spLocks xmlns:a="http://schemas.openxmlformats.org/drawingml/2006/main" noGrp="1"/>
          </p:cNvSpPr>
          <p:nvPr/>
        </p:nvSpPr>
        <p:spPr>
          <a:xfrm xmlns:a="http://schemas.openxmlformats.org/drawingml/2006/main">
            <a:off x="5352200" y="4256393"/>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117" name="dp45-comparison / n124 / path">
            <a:extLst xmlns:a="http://schemas.openxmlformats.org/drawingml/2006/main">
              <a:ext uri="{FF2B5EF4-FFF2-40B4-BE49-F238E27FC236}">
                <a16:creationId xmlns:a16="http://schemas.microsoft.com/office/drawing/2014/main" id="{8EF64041-1146-4EF6-BB4F-E48788D5FA1B}"/>
              </a:ext>
            </a:extLst>
          </p:cNvPr>
          <p:cNvSpPr>
            <a:spLocks xmlns:a="http://schemas.openxmlformats.org/drawingml/2006/main" noGrp="1"/>
          </p:cNvSpPr>
          <p:nvPr/>
        </p:nvSpPr>
        <p:spPr>
          <a:xfrm xmlns:a="http://schemas.openxmlformats.org/drawingml/2006/main">
            <a:off x="3558540" y="2890218"/>
            <a:ext cx="1842611" cy="1529715"/>
          </a:xfrm>
          <a:custGeom xmlns:a="http://schemas.openxmlformats.org/drawingml/2006/main">
            <a:pathLst>
              <a:path w="1842611" h="1529715">
                <a:moveTo>
                  <a:pt x="1842611" y="1529715"/>
                </a:moveTo>
                <a:lnTo>
                  <a:pt x="0" y="1529715"/>
                </a:lnTo>
                <a:lnTo>
                  <a:pt x="0" y="0"/>
                </a:lnTo>
              </a:path>
            </a:pathLst>
          </a:custGeom>
          <a:noFill xmlns:a="http://schemas.openxmlformats.org/drawingml/2006/main"/>
          <a:ln xmlns:a="http://schemas.openxmlformats.org/drawingml/2006/main" w="7649">
            <a:solidFill>
              <a:srgbClr val="000000"/>
            </a:solidFill>
            <a:prstDash val="dash"/>
          </a:ln>
        </p:spPr>
      </p:sp>
      <p:sp>
        <p:nvSpPr>
          <p:cNvPr id="118" name="dp45-comparison / n124 / arrow">
            <a:extLst xmlns:a="http://schemas.openxmlformats.org/drawingml/2006/main">
              <a:ext uri="{FF2B5EF4-FFF2-40B4-BE49-F238E27FC236}">
                <a16:creationId xmlns:a16="http://schemas.microsoft.com/office/drawing/2014/main" id="{46652C6A-4929-459A-B7E4-6F6A50BFBB9E}"/>
              </a:ext>
            </a:extLst>
          </p:cNvPr>
          <p:cNvSpPr>
            <a:spLocks xmlns:a="http://schemas.openxmlformats.org/drawingml/2006/main" noGrp="1"/>
          </p:cNvSpPr>
          <p:nvPr/>
        </p:nvSpPr>
        <p:spPr>
          <a:xfrm xmlns:a="http://schemas.openxmlformats.org/drawingml/2006/main">
            <a:off x="3534065" y="2890218"/>
            <a:ext cx="48951" cy="48951"/>
          </a:xfrm>
          <a:custGeom xmlns:a="http://schemas.openxmlformats.org/drawingml/2006/main">
            <a:pathLst>
              <a:path w="48951" h="48951">
                <a:moveTo>
                  <a:pt x="48951" y="48951"/>
                </a:moveTo>
                <a:lnTo>
                  <a:pt x="24475" y="0"/>
                </a:lnTo>
                <a:lnTo>
                  <a:pt x="0" y="48951"/>
                </a:lnTo>
              </a:path>
            </a:pathLst>
          </a:custGeom>
          <a:noFill xmlns:a="http://schemas.openxmlformats.org/drawingml/2006/main"/>
          <a:ln xmlns:a="http://schemas.openxmlformats.org/drawingml/2006/main" w="9790">
            <a:solidFill>
              <a:srgbClr val="000000"/>
            </a:solidFill>
            <a:prstDash val="solid"/>
          </a:ln>
        </p:spPr>
      </p:sp>
      <p:sp>
        <p:nvSpPr>
          <p:cNvPr id="119" name="dp45-comparison / n129 / path">
            <a:extLst xmlns:a="http://schemas.openxmlformats.org/drawingml/2006/main">
              <a:ext uri="{FF2B5EF4-FFF2-40B4-BE49-F238E27FC236}">
                <a16:creationId xmlns:a16="http://schemas.microsoft.com/office/drawing/2014/main" id="{EAD6339D-A874-4CC3-94E6-F4C384AA818A}"/>
              </a:ext>
            </a:extLst>
          </p:cNvPr>
          <p:cNvSpPr>
            <a:spLocks xmlns:a="http://schemas.openxmlformats.org/drawingml/2006/main" noGrp="1"/>
          </p:cNvSpPr>
          <p:nvPr/>
        </p:nvSpPr>
        <p:spPr>
          <a:xfrm xmlns:a="http://schemas.openxmlformats.org/drawingml/2006/main">
            <a:off x="1472565" y="2744200"/>
            <a:ext cx="953" cy="3042047"/>
          </a:xfrm>
          <a:custGeom xmlns:a="http://schemas.openxmlformats.org/drawingml/2006/main">
            <a:pathLst>
              <a:path w="953" h="3042047">
                <a:moveTo>
                  <a:pt x="0" y="0"/>
                </a:moveTo>
                <a:lnTo>
                  <a:pt x="0" y="3042047"/>
                </a:lnTo>
              </a:path>
            </a:pathLst>
          </a:custGeom>
          <a:noFill xmlns:a="http://schemas.openxmlformats.org/drawingml/2006/main"/>
          <a:ln xmlns:a="http://schemas.openxmlformats.org/drawingml/2006/main" w="7649">
            <a:solidFill>
              <a:srgbClr val="000000"/>
            </a:solidFill>
            <a:prstDash val="solid"/>
          </a:ln>
        </p:spPr>
      </p:sp>
      <p:sp>
        <p:nvSpPr>
          <p:cNvPr id="120" name="dp45-comparison / n129 / arrow">
            <a:extLst xmlns:a="http://schemas.openxmlformats.org/drawingml/2006/main">
              <a:ext uri="{FF2B5EF4-FFF2-40B4-BE49-F238E27FC236}">
                <a16:creationId xmlns:a16="http://schemas.microsoft.com/office/drawing/2014/main" id="{6D8637DC-2E6C-4514-9CBE-A19C337BBE57}"/>
              </a:ext>
            </a:extLst>
          </p:cNvPr>
          <p:cNvSpPr>
            <a:spLocks xmlns:a="http://schemas.openxmlformats.org/drawingml/2006/main" noGrp="1"/>
          </p:cNvSpPr>
          <p:nvPr/>
        </p:nvSpPr>
        <p:spPr>
          <a:xfrm xmlns:a="http://schemas.openxmlformats.org/drawingml/2006/main">
            <a:off x="1448090" y="5737296"/>
            <a:ext cx="48951" cy="48951"/>
          </a:xfrm>
          <a:custGeom xmlns:a="http://schemas.openxmlformats.org/drawingml/2006/main">
            <a:pathLst>
              <a:path w="48951" h="48951">
                <a:moveTo>
                  <a:pt x="0" y="0"/>
                </a:moveTo>
                <a:lnTo>
                  <a:pt x="24475" y="48951"/>
                </a:lnTo>
                <a:lnTo>
                  <a:pt x="48951" y="0"/>
                </a:lnTo>
              </a:path>
            </a:pathLst>
          </a:custGeom>
          <a:noFill xmlns:a="http://schemas.openxmlformats.org/drawingml/2006/main"/>
          <a:ln xmlns:a="http://schemas.openxmlformats.org/drawingml/2006/main" w="9790">
            <a:solidFill>
              <a:srgbClr val="000000"/>
            </a:solidFill>
            <a:prstDash val="solid"/>
          </a:ln>
        </p:spPr>
      </p:sp>
      <p:sp>
        <p:nvSpPr>
          <p:cNvPr id="121" name="dp45-comparison / n130 / path">
            <a:extLst xmlns:a="http://schemas.openxmlformats.org/drawingml/2006/main">
              <a:ext uri="{FF2B5EF4-FFF2-40B4-BE49-F238E27FC236}">
                <a16:creationId xmlns:a16="http://schemas.microsoft.com/office/drawing/2014/main" id="{B44B9835-E584-46C5-AB55-E5E1DC38C588}"/>
              </a:ext>
            </a:extLst>
          </p:cNvPr>
          <p:cNvSpPr>
            <a:spLocks xmlns:a="http://schemas.openxmlformats.org/drawingml/2006/main" noGrp="1"/>
          </p:cNvSpPr>
          <p:nvPr/>
        </p:nvSpPr>
        <p:spPr>
          <a:xfrm xmlns:a="http://schemas.openxmlformats.org/drawingml/2006/main">
            <a:off x="3558540" y="2973657"/>
            <a:ext cx="953" cy="2958608"/>
          </a:xfrm>
          <a:custGeom xmlns:a="http://schemas.openxmlformats.org/drawingml/2006/main">
            <a:pathLst>
              <a:path w="953" h="2958608">
                <a:moveTo>
                  <a:pt x="0" y="2958608"/>
                </a:moveTo>
                <a:lnTo>
                  <a:pt x="0" y="0"/>
                </a:lnTo>
              </a:path>
            </a:pathLst>
          </a:custGeom>
          <a:noFill xmlns:a="http://schemas.openxmlformats.org/drawingml/2006/main"/>
          <a:ln xmlns:a="http://schemas.openxmlformats.org/drawingml/2006/main" w="7649">
            <a:solidFill>
              <a:srgbClr val="000000"/>
            </a:solidFill>
            <a:prstDash val="dash"/>
          </a:ln>
        </p:spPr>
      </p:sp>
      <p:sp>
        <p:nvSpPr>
          <p:cNvPr id="122" name="dp45-comparison / n130 / arrow">
            <a:extLst xmlns:a="http://schemas.openxmlformats.org/drawingml/2006/main">
              <a:ext uri="{FF2B5EF4-FFF2-40B4-BE49-F238E27FC236}">
                <a16:creationId xmlns:a16="http://schemas.microsoft.com/office/drawing/2014/main" id="{3441F8B3-873D-45EB-8A0E-8D0CF1E780E6}"/>
              </a:ext>
            </a:extLst>
          </p:cNvPr>
          <p:cNvSpPr>
            <a:spLocks xmlns:a="http://schemas.openxmlformats.org/drawingml/2006/main" noGrp="1"/>
          </p:cNvSpPr>
          <p:nvPr/>
        </p:nvSpPr>
        <p:spPr>
          <a:xfrm xmlns:a="http://schemas.openxmlformats.org/drawingml/2006/main">
            <a:off x="3534065" y="2973657"/>
            <a:ext cx="48951" cy="48951"/>
          </a:xfrm>
          <a:custGeom xmlns:a="http://schemas.openxmlformats.org/drawingml/2006/main">
            <a:pathLst>
              <a:path w="48951" h="48951">
                <a:moveTo>
                  <a:pt x="48951" y="48951"/>
                </a:moveTo>
                <a:lnTo>
                  <a:pt x="24475" y="0"/>
                </a:lnTo>
                <a:lnTo>
                  <a:pt x="0" y="48951"/>
                </a:lnTo>
              </a:path>
            </a:pathLst>
          </a:custGeom>
          <a:noFill xmlns:a="http://schemas.openxmlformats.org/drawingml/2006/main"/>
          <a:ln xmlns:a="http://schemas.openxmlformats.org/drawingml/2006/main" w="9790">
            <a:solidFill>
              <a:srgbClr val="000000"/>
            </a:solidFill>
            <a:prstDash val="solid"/>
          </a:ln>
        </p:spPr>
      </p:sp>
      <p:sp>
        <p:nvSpPr>
          <p:cNvPr id="123" name="dp45-comparison / n133 / path">
            <a:extLst xmlns:a="http://schemas.openxmlformats.org/drawingml/2006/main">
              <a:ext uri="{FF2B5EF4-FFF2-40B4-BE49-F238E27FC236}">
                <a16:creationId xmlns:a16="http://schemas.microsoft.com/office/drawing/2014/main" id="{20D1A4CA-202D-4CF2-8548-B960F692F073}"/>
              </a:ext>
            </a:extLst>
          </p:cNvPr>
          <p:cNvSpPr>
            <a:spLocks xmlns:a="http://schemas.openxmlformats.org/drawingml/2006/main" noGrp="1"/>
          </p:cNvSpPr>
          <p:nvPr/>
        </p:nvSpPr>
        <p:spPr>
          <a:xfrm xmlns:a="http://schemas.openxmlformats.org/drawingml/2006/main">
            <a:off x="2515553" y="2615565"/>
            <a:ext cx="5597366" cy="953"/>
          </a:xfrm>
          <a:custGeom xmlns:a="http://schemas.openxmlformats.org/drawingml/2006/main">
            <a:pathLst>
              <a:path w="5597366" h="953">
                <a:moveTo>
                  <a:pt x="0" y="0"/>
                </a:moveTo>
                <a:lnTo>
                  <a:pt x="5597366" y="0"/>
                </a:lnTo>
              </a:path>
            </a:pathLst>
          </a:custGeom>
          <a:noFill xmlns:a="http://schemas.openxmlformats.org/drawingml/2006/main"/>
          <a:ln xmlns:a="http://schemas.openxmlformats.org/drawingml/2006/main" w="7649">
            <a:solidFill>
              <a:srgbClr val="000000"/>
            </a:solidFill>
            <a:prstDash val="solid"/>
          </a:ln>
        </p:spPr>
      </p:sp>
      <p:sp>
        <p:nvSpPr>
          <p:cNvPr id="124" name="dp45-comparison / n133 / arrow">
            <a:extLst xmlns:a="http://schemas.openxmlformats.org/drawingml/2006/main">
              <a:ext uri="{FF2B5EF4-FFF2-40B4-BE49-F238E27FC236}">
                <a16:creationId xmlns:a16="http://schemas.microsoft.com/office/drawing/2014/main" id="{2944B5B7-8353-43BF-9FB3-2B5E3E000E43}"/>
              </a:ext>
            </a:extLst>
          </p:cNvPr>
          <p:cNvSpPr>
            <a:spLocks xmlns:a="http://schemas.openxmlformats.org/drawingml/2006/main" noGrp="1"/>
          </p:cNvSpPr>
          <p:nvPr/>
        </p:nvSpPr>
        <p:spPr>
          <a:xfrm xmlns:a="http://schemas.openxmlformats.org/drawingml/2006/main">
            <a:off x="8063968" y="2591090"/>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125" name="dp45-comparison / n136 / path">
            <a:extLst xmlns:a="http://schemas.openxmlformats.org/drawingml/2006/main">
              <a:ext uri="{FF2B5EF4-FFF2-40B4-BE49-F238E27FC236}">
                <a16:creationId xmlns:a16="http://schemas.microsoft.com/office/drawing/2014/main" id="{C0FF3DAD-E109-4451-9CE4-CB0692D5BC8F}"/>
              </a:ext>
            </a:extLst>
          </p:cNvPr>
          <p:cNvSpPr>
            <a:spLocks xmlns:a="http://schemas.openxmlformats.org/drawingml/2006/main" noGrp="1"/>
          </p:cNvSpPr>
          <p:nvPr/>
        </p:nvSpPr>
        <p:spPr>
          <a:xfrm xmlns:a="http://schemas.openxmlformats.org/drawingml/2006/main">
            <a:off x="2237423" y="2997994"/>
            <a:ext cx="5145405" cy="3302794"/>
          </a:xfrm>
          <a:custGeom xmlns:a="http://schemas.openxmlformats.org/drawingml/2006/main">
            <a:pathLst>
              <a:path w="5145405" h="3302794">
                <a:moveTo>
                  <a:pt x="0" y="0"/>
                </a:moveTo>
                <a:lnTo>
                  <a:pt x="1675733" y="0"/>
                </a:lnTo>
                <a:lnTo>
                  <a:pt x="1675733" y="3302794"/>
                </a:lnTo>
                <a:lnTo>
                  <a:pt x="5145405" y="3302794"/>
                </a:lnTo>
              </a:path>
            </a:pathLst>
          </a:custGeom>
          <a:noFill xmlns:a="http://schemas.openxmlformats.org/drawingml/2006/main"/>
          <a:ln xmlns:a="http://schemas.openxmlformats.org/drawingml/2006/main" w="7649">
            <a:solidFill>
              <a:srgbClr val="000000"/>
            </a:solidFill>
            <a:prstDash val="solid"/>
          </a:ln>
        </p:spPr>
      </p:sp>
      <p:sp>
        <p:nvSpPr>
          <p:cNvPr id="126" name="dp45-comparison / n136 / arrow">
            <a:extLst xmlns:a="http://schemas.openxmlformats.org/drawingml/2006/main">
              <a:ext uri="{FF2B5EF4-FFF2-40B4-BE49-F238E27FC236}">
                <a16:creationId xmlns:a16="http://schemas.microsoft.com/office/drawing/2014/main" id="{A7355524-DE52-44A3-95EA-F15CB4EA8027}"/>
              </a:ext>
            </a:extLst>
          </p:cNvPr>
          <p:cNvSpPr>
            <a:spLocks xmlns:a="http://schemas.openxmlformats.org/drawingml/2006/main" noGrp="1"/>
          </p:cNvSpPr>
          <p:nvPr/>
        </p:nvSpPr>
        <p:spPr>
          <a:xfrm xmlns:a="http://schemas.openxmlformats.org/drawingml/2006/main">
            <a:off x="7333877" y="6276312"/>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127" name="dp45-comparison / n137 / path">
            <a:extLst xmlns:a="http://schemas.openxmlformats.org/drawingml/2006/main">
              <a:ext uri="{FF2B5EF4-FFF2-40B4-BE49-F238E27FC236}">
                <a16:creationId xmlns:a16="http://schemas.microsoft.com/office/drawing/2014/main" id="{8468960B-C033-484F-887A-D1C616B66DC1}"/>
              </a:ext>
            </a:extLst>
          </p:cNvPr>
          <p:cNvSpPr>
            <a:spLocks xmlns:a="http://schemas.openxmlformats.org/drawingml/2006/main" noGrp="1"/>
          </p:cNvSpPr>
          <p:nvPr/>
        </p:nvSpPr>
        <p:spPr>
          <a:xfrm xmlns:a="http://schemas.openxmlformats.org/drawingml/2006/main">
            <a:off x="2411254" y="2997994"/>
            <a:ext cx="4971574" cy="3386233"/>
          </a:xfrm>
          <a:custGeom xmlns:a="http://schemas.openxmlformats.org/drawingml/2006/main">
            <a:pathLst>
              <a:path w="4971574" h="3386233">
                <a:moveTo>
                  <a:pt x="4971574" y="3386233"/>
                </a:moveTo>
                <a:lnTo>
                  <a:pt x="1209865" y="3386233"/>
                </a:lnTo>
                <a:lnTo>
                  <a:pt x="1209865" y="0"/>
                </a:lnTo>
                <a:lnTo>
                  <a:pt x="0" y="0"/>
                </a:lnTo>
              </a:path>
            </a:pathLst>
          </a:custGeom>
          <a:noFill xmlns:a="http://schemas.openxmlformats.org/drawingml/2006/main"/>
          <a:ln xmlns:a="http://schemas.openxmlformats.org/drawingml/2006/main" w="7649">
            <a:solidFill>
              <a:srgbClr val="000000"/>
            </a:solidFill>
            <a:prstDash val="dash"/>
          </a:ln>
        </p:spPr>
      </p:sp>
      <p:sp>
        <p:nvSpPr>
          <p:cNvPr id="128" name="dp45-comparison / n137 / arrow">
            <a:extLst xmlns:a="http://schemas.openxmlformats.org/drawingml/2006/main">
              <a:ext uri="{FF2B5EF4-FFF2-40B4-BE49-F238E27FC236}">
                <a16:creationId xmlns:a16="http://schemas.microsoft.com/office/drawing/2014/main" id="{DB1B713F-2663-4CDC-B389-1F8F24C90F54}"/>
              </a:ext>
            </a:extLst>
          </p:cNvPr>
          <p:cNvSpPr>
            <a:spLocks xmlns:a="http://schemas.openxmlformats.org/drawingml/2006/main" noGrp="1"/>
          </p:cNvSpPr>
          <p:nvPr/>
        </p:nvSpPr>
        <p:spPr>
          <a:xfrm xmlns:a="http://schemas.openxmlformats.org/drawingml/2006/main">
            <a:off x="2411254" y="2973518"/>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129" name="dp45-comparison / n140 / path">
            <a:extLst xmlns:a="http://schemas.openxmlformats.org/drawingml/2006/main">
              <a:ext uri="{FF2B5EF4-FFF2-40B4-BE49-F238E27FC236}">
                <a16:creationId xmlns:a16="http://schemas.microsoft.com/office/drawing/2014/main" id="{AACC041C-1A19-4688-B59E-92F215CA8182}"/>
              </a:ext>
            </a:extLst>
          </p:cNvPr>
          <p:cNvSpPr>
            <a:spLocks xmlns:a="http://schemas.openxmlformats.org/drawingml/2006/main" noGrp="1"/>
          </p:cNvSpPr>
          <p:nvPr/>
        </p:nvSpPr>
        <p:spPr>
          <a:xfrm xmlns:a="http://schemas.openxmlformats.org/drawingml/2006/main">
            <a:off x="2515553" y="6022658"/>
            <a:ext cx="953" cy="799624"/>
          </a:xfrm>
          <a:custGeom xmlns:a="http://schemas.openxmlformats.org/drawingml/2006/main">
            <a:pathLst>
              <a:path w="953" h="799624">
                <a:moveTo>
                  <a:pt x="0" y="0"/>
                </a:moveTo>
                <a:lnTo>
                  <a:pt x="0" y="799624"/>
                </a:lnTo>
              </a:path>
            </a:pathLst>
          </a:custGeom>
          <a:noFill xmlns:a="http://schemas.openxmlformats.org/drawingml/2006/main"/>
          <a:ln xmlns:a="http://schemas.openxmlformats.org/drawingml/2006/main" w="7649">
            <a:solidFill>
              <a:srgbClr val="000000"/>
            </a:solidFill>
            <a:prstDash val="solid"/>
          </a:ln>
        </p:spPr>
      </p:sp>
      <p:sp>
        <p:nvSpPr>
          <p:cNvPr id="130" name="dp45-comparison / n140 / arrow">
            <a:extLst xmlns:a="http://schemas.openxmlformats.org/drawingml/2006/main">
              <a:ext uri="{FF2B5EF4-FFF2-40B4-BE49-F238E27FC236}">
                <a16:creationId xmlns:a16="http://schemas.microsoft.com/office/drawing/2014/main" id="{076A8A3E-C137-455B-9FE5-8211BD62FD6D}"/>
              </a:ext>
            </a:extLst>
          </p:cNvPr>
          <p:cNvSpPr>
            <a:spLocks xmlns:a="http://schemas.openxmlformats.org/drawingml/2006/main" noGrp="1"/>
          </p:cNvSpPr>
          <p:nvPr/>
        </p:nvSpPr>
        <p:spPr>
          <a:xfrm xmlns:a="http://schemas.openxmlformats.org/drawingml/2006/main">
            <a:off x="2491077" y="6773330"/>
            <a:ext cx="48951" cy="48951"/>
          </a:xfrm>
          <a:custGeom xmlns:a="http://schemas.openxmlformats.org/drawingml/2006/main">
            <a:pathLst>
              <a:path w="48951" h="48951">
                <a:moveTo>
                  <a:pt x="0" y="0"/>
                </a:moveTo>
                <a:lnTo>
                  <a:pt x="24475" y="48951"/>
                </a:lnTo>
                <a:lnTo>
                  <a:pt x="48951" y="0"/>
                </a:lnTo>
              </a:path>
            </a:pathLst>
          </a:custGeom>
          <a:noFill xmlns:a="http://schemas.openxmlformats.org/drawingml/2006/main"/>
          <a:ln xmlns:a="http://schemas.openxmlformats.org/drawingml/2006/main" w="9790">
            <a:solidFill>
              <a:srgbClr val="000000"/>
            </a:solidFill>
            <a:prstDash val="solid"/>
          </a:ln>
        </p:spPr>
      </p:sp>
      <p:sp>
        <p:nvSpPr>
          <p:cNvPr id="131" name="dp45-comparison / n141 / path">
            <a:extLst xmlns:a="http://schemas.openxmlformats.org/drawingml/2006/main">
              <a:ext uri="{FF2B5EF4-FFF2-40B4-BE49-F238E27FC236}">
                <a16:creationId xmlns:a16="http://schemas.microsoft.com/office/drawing/2014/main" id="{2A078610-2876-4CF5-B5E1-0F8C758EAD16}"/>
              </a:ext>
            </a:extLst>
          </p:cNvPr>
          <p:cNvSpPr>
            <a:spLocks xmlns:a="http://schemas.openxmlformats.org/drawingml/2006/main" noGrp="1"/>
          </p:cNvSpPr>
          <p:nvPr/>
        </p:nvSpPr>
        <p:spPr>
          <a:xfrm xmlns:a="http://schemas.openxmlformats.org/drawingml/2006/main">
            <a:off x="2689384" y="6022658"/>
            <a:ext cx="953" cy="799624"/>
          </a:xfrm>
          <a:custGeom xmlns:a="http://schemas.openxmlformats.org/drawingml/2006/main">
            <a:pathLst>
              <a:path w="953" h="799624">
                <a:moveTo>
                  <a:pt x="0" y="799624"/>
                </a:moveTo>
                <a:lnTo>
                  <a:pt x="0" y="0"/>
                </a:lnTo>
              </a:path>
            </a:pathLst>
          </a:custGeom>
          <a:noFill xmlns:a="http://schemas.openxmlformats.org/drawingml/2006/main"/>
          <a:ln xmlns:a="http://schemas.openxmlformats.org/drawingml/2006/main" w="7649">
            <a:solidFill>
              <a:srgbClr val="000000"/>
            </a:solidFill>
            <a:prstDash val="dash"/>
          </a:ln>
        </p:spPr>
      </p:sp>
      <p:sp>
        <p:nvSpPr>
          <p:cNvPr id="132" name="dp45-comparison / n141 / arrow">
            <a:extLst xmlns:a="http://schemas.openxmlformats.org/drawingml/2006/main">
              <a:ext uri="{FF2B5EF4-FFF2-40B4-BE49-F238E27FC236}">
                <a16:creationId xmlns:a16="http://schemas.microsoft.com/office/drawing/2014/main" id="{66B6F700-5C1B-439D-B0F3-EE14F3D061FE}"/>
              </a:ext>
            </a:extLst>
          </p:cNvPr>
          <p:cNvSpPr>
            <a:spLocks xmlns:a="http://schemas.openxmlformats.org/drawingml/2006/main" noGrp="1"/>
          </p:cNvSpPr>
          <p:nvPr/>
        </p:nvSpPr>
        <p:spPr>
          <a:xfrm xmlns:a="http://schemas.openxmlformats.org/drawingml/2006/main">
            <a:off x="2664908" y="6022658"/>
            <a:ext cx="48951" cy="48951"/>
          </a:xfrm>
          <a:custGeom xmlns:a="http://schemas.openxmlformats.org/drawingml/2006/main">
            <a:pathLst>
              <a:path w="48951" h="48951">
                <a:moveTo>
                  <a:pt x="48951" y="48951"/>
                </a:moveTo>
                <a:lnTo>
                  <a:pt x="24475" y="0"/>
                </a:lnTo>
                <a:lnTo>
                  <a:pt x="0" y="48951"/>
                </a:lnTo>
              </a:path>
            </a:pathLst>
          </a:custGeom>
          <a:noFill xmlns:a="http://schemas.openxmlformats.org/drawingml/2006/main"/>
          <a:ln xmlns:a="http://schemas.openxmlformats.org/drawingml/2006/main" w="9790">
            <a:solidFill>
              <a:srgbClr val="000000"/>
            </a:solidFill>
            <a:prstDash val="solid"/>
          </a:ln>
        </p:spPr>
      </p:sp>
      <p:sp>
        <p:nvSpPr>
          <p:cNvPr id="133" name="dp45-comparison / n142 / path">
            <a:extLst xmlns:a="http://schemas.openxmlformats.org/drawingml/2006/main">
              <a:ext uri="{FF2B5EF4-FFF2-40B4-BE49-F238E27FC236}">
                <a16:creationId xmlns:a16="http://schemas.microsoft.com/office/drawing/2014/main" id="{3671B8BC-3EBD-4D20-A83B-3CE8391DF345}"/>
              </a:ext>
            </a:extLst>
          </p:cNvPr>
          <p:cNvSpPr>
            <a:spLocks xmlns:a="http://schemas.openxmlformats.org/drawingml/2006/main" noGrp="1"/>
          </p:cNvSpPr>
          <p:nvPr/>
        </p:nvSpPr>
        <p:spPr>
          <a:xfrm xmlns:a="http://schemas.openxmlformats.org/drawingml/2006/main">
            <a:off x="3558540" y="6978729"/>
            <a:ext cx="834390" cy="953"/>
          </a:xfrm>
          <a:custGeom xmlns:a="http://schemas.openxmlformats.org/drawingml/2006/main">
            <a:pathLst>
              <a:path w="834390" h="953">
                <a:moveTo>
                  <a:pt x="0" y="0"/>
                </a:moveTo>
                <a:lnTo>
                  <a:pt x="834390" y="0"/>
                </a:lnTo>
              </a:path>
            </a:pathLst>
          </a:custGeom>
          <a:noFill xmlns:a="http://schemas.openxmlformats.org/drawingml/2006/main"/>
          <a:ln xmlns:a="http://schemas.openxmlformats.org/drawingml/2006/main" w="7649">
            <a:solidFill>
              <a:srgbClr val="000000"/>
            </a:solidFill>
            <a:prstDash val="solid"/>
          </a:ln>
        </p:spPr>
      </p:sp>
      <p:sp>
        <p:nvSpPr>
          <p:cNvPr id="134" name="dp45-comparison / n142 / arrow">
            <a:extLst xmlns:a="http://schemas.openxmlformats.org/drawingml/2006/main">
              <a:ext uri="{FF2B5EF4-FFF2-40B4-BE49-F238E27FC236}">
                <a16:creationId xmlns:a16="http://schemas.microsoft.com/office/drawing/2014/main" id="{EE8D3D2B-A34A-4803-9A83-91B3E79B614D}"/>
              </a:ext>
            </a:extLst>
          </p:cNvPr>
          <p:cNvSpPr>
            <a:spLocks xmlns:a="http://schemas.openxmlformats.org/drawingml/2006/main" noGrp="1"/>
          </p:cNvSpPr>
          <p:nvPr/>
        </p:nvSpPr>
        <p:spPr>
          <a:xfrm xmlns:a="http://schemas.openxmlformats.org/drawingml/2006/main">
            <a:off x="4343979" y="6954254"/>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135" name="dp45-comparison / n143 / path">
            <a:extLst xmlns:a="http://schemas.openxmlformats.org/drawingml/2006/main">
              <a:ext uri="{FF2B5EF4-FFF2-40B4-BE49-F238E27FC236}">
                <a16:creationId xmlns:a16="http://schemas.microsoft.com/office/drawing/2014/main" id="{8F0D50FB-780C-43D2-8BB6-218EAEF7C16C}"/>
              </a:ext>
            </a:extLst>
          </p:cNvPr>
          <p:cNvSpPr>
            <a:spLocks xmlns:a="http://schemas.openxmlformats.org/drawingml/2006/main" noGrp="1"/>
          </p:cNvSpPr>
          <p:nvPr/>
        </p:nvSpPr>
        <p:spPr>
          <a:xfrm xmlns:a="http://schemas.openxmlformats.org/drawingml/2006/main">
            <a:off x="3558540" y="7062168"/>
            <a:ext cx="834390" cy="953"/>
          </a:xfrm>
          <a:custGeom xmlns:a="http://schemas.openxmlformats.org/drawingml/2006/main">
            <a:pathLst>
              <a:path w="834390" h="953">
                <a:moveTo>
                  <a:pt x="834390" y="0"/>
                </a:moveTo>
                <a:lnTo>
                  <a:pt x="0" y="0"/>
                </a:lnTo>
              </a:path>
            </a:pathLst>
          </a:custGeom>
          <a:noFill xmlns:a="http://schemas.openxmlformats.org/drawingml/2006/main"/>
          <a:ln xmlns:a="http://schemas.openxmlformats.org/drawingml/2006/main" w="7649">
            <a:solidFill>
              <a:srgbClr val="000000"/>
            </a:solidFill>
            <a:prstDash val="dash"/>
          </a:ln>
        </p:spPr>
      </p:sp>
      <p:sp>
        <p:nvSpPr>
          <p:cNvPr id="136" name="dp45-comparison / n143 / arrow">
            <a:extLst xmlns:a="http://schemas.openxmlformats.org/drawingml/2006/main">
              <a:ext uri="{FF2B5EF4-FFF2-40B4-BE49-F238E27FC236}">
                <a16:creationId xmlns:a16="http://schemas.microsoft.com/office/drawing/2014/main" id="{F0FEEADB-11AD-4741-A5AB-0B2509693BB5}"/>
              </a:ext>
            </a:extLst>
          </p:cNvPr>
          <p:cNvSpPr>
            <a:spLocks xmlns:a="http://schemas.openxmlformats.org/drawingml/2006/main" noGrp="1"/>
          </p:cNvSpPr>
          <p:nvPr/>
        </p:nvSpPr>
        <p:spPr>
          <a:xfrm xmlns:a="http://schemas.openxmlformats.org/drawingml/2006/main">
            <a:off x="3558540" y="7037693"/>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137" name="dp45-comparison / n87">
            <a:extLst xmlns:a="http://schemas.openxmlformats.org/drawingml/2006/main">
              <a:ext uri="{FF2B5EF4-FFF2-40B4-BE49-F238E27FC236}">
                <a16:creationId xmlns:a16="http://schemas.microsoft.com/office/drawing/2014/main" id="{0D8E8805-9247-4C85-8195-4708621CC42D}"/>
              </a:ext>
            </a:extLst>
          </p:cNvPr>
          <p:cNvSpPr>
            <a:spLocks xmlns:a="http://schemas.openxmlformats.org/drawingml/2006/main" noGrp="1"/>
          </p:cNvSpPr>
          <p:nvPr/>
        </p:nvSpPr>
        <p:spPr>
          <a:xfrm xmlns:a="http://schemas.openxmlformats.org/drawingml/2006/main">
            <a:off x="1493425" y="3039713"/>
            <a:ext cx="1432091" cy="3512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38" name="dp45-comparison / n88 / text 1">
            <a:extLst xmlns:a="http://schemas.openxmlformats.org/drawingml/2006/main">
              <a:ext uri="{FF2B5EF4-FFF2-40B4-BE49-F238E27FC236}">
                <a16:creationId xmlns:a16="http://schemas.microsoft.com/office/drawing/2014/main" id="{2DD70BFD-58EF-435E-9327-D1A27925FAC2}"/>
              </a:ext>
            </a:extLst>
          </p:cNvPr>
          <p:cNvSpPr>
            <a:spLocks xmlns:a="http://schemas.openxmlformats.org/drawingml/2006/main" noGrp="1"/>
          </p:cNvSpPr>
          <p:nvPr/>
        </p:nvSpPr>
        <p:spPr>
          <a:xfrm xmlns:a="http://schemas.openxmlformats.org/drawingml/2006/main">
            <a:off x="1507331" y="3046667"/>
            <a:ext cx="2085975"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0">
                <a:solidFill>
                  <a:srgbClr val="000000"/>
                </a:solidFill>
                <a:latin typeface="Apple SD Gothic Neo"/>
                <a:ea typeface="Apple SD Gothic Neo"/>
                <a:cs typeface="Apple SD Gothic Neo"/>
              </a:defRPr>
            </a:pPr>
            <a:r>
              <a:rPr sz="986" b="0">
                <a:solidFill>
                  <a:srgbClr val="000000"/>
                </a:solidFill>
                <a:latin typeface="Apple SD Gothic Neo"/>
                <a:ea typeface="Apple SD Gothic Neo"/>
                <a:cs typeface="Apple SD Gothic Neo"/>
              </a:rPr>
              <a:t>C20: 입력 / 확정 정정</a:t>
            </a:r>
          </a:p>
        </p:txBody>
      </p:sp>
      <p:sp>
        <p:nvSpPr>
          <p:cNvPr id="139" name="dp45-comparison / n88 / text 2">
            <a:extLst xmlns:a="http://schemas.openxmlformats.org/drawingml/2006/main">
              <a:ext uri="{FF2B5EF4-FFF2-40B4-BE49-F238E27FC236}">
                <a16:creationId xmlns:a16="http://schemas.microsoft.com/office/drawing/2014/main" id="{D537FFA1-57D9-4C32-AB2E-789002511055}"/>
              </a:ext>
            </a:extLst>
          </p:cNvPr>
          <p:cNvSpPr>
            <a:spLocks xmlns:a="http://schemas.openxmlformats.org/drawingml/2006/main" noGrp="1"/>
          </p:cNvSpPr>
          <p:nvPr/>
        </p:nvSpPr>
        <p:spPr>
          <a:xfrm xmlns:a="http://schemas.openxmlformats.org/drawingml/2006/main">
            <a:off x="1507331" y="3211876"/>
            <a:ext cx="2085975"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0">
                <a:solidFill>
                  <a:srgbClr val="000000"/>
                </a:solidFill>
                <a:latin typeface="Apple SD Gothic Neo"/>
                <a:ea typeface="Apple SD Gothic Neo"/>
                <a:cs typeface="Apple SD Gothic Neo"/>
              </a:defRPr>
            </a:pPr>
            <a:r>
              <a:rPr sz="986" b="0">
                <a:solidFill>
                  <a:srgbClr val="000000"/>
                </a:solidFill>
                <a:latin typeface="Apple SD Gothic Neo"/>
                <a:ea typeface="Apple SD Gothic Neo"/>
                <a:cs typeface="Apple SD Gothic Neo"/>
              </a:rPr>
              <a:t>C23/R23: 현재 요청</a:t>
            </a:r>
          </a:p>
        </p:txBody>
      </p:sp>
      <p:sp>
        <p:nvSpPr>
          <p:cNvPr id="140" name="dp45-comparison / n89">
            <a:extLst xmlns:a="http://schemas.openxmlformats.org/drawingml/2006/main">
              <a:ext uri="{FF2B5EF4-FFF2-40B4-BE49-F238E27FC236}">
                <a16:creationId xmlns:a16="http://schemas.microsoft.com/office/drawing/2014/main" id="{44D12935-E860-41AC-BB22-EB0CA5C4B5EE}"/>
              </a:ext>
            </a:extLst>
          </p:cNvPr>
          <p:cNvSpPr>
            <a:spLocks xmlns:a="http://schemas.openxmlformats.org/drawingml/2006/main" noGrp="1"/>
          </p:cNvSpPr>
          <p:nvPr/>
        </p:nvSpPr>
        <p:spPr>
          <a:xfrm xmlns:a="http://schemas.openxmlformats.org/drawingml/2006/main">
            <a:off x="4344257" y="3039713"/>
            <a:ext cx="1286908" cy="3512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41" name="dp45-comparison / n90 / text 1">
            <a:extLst xmlns:a="http://schemas.openxmlformats.org/drawingml/2006/main">
              <a:ext uri="{FF2B5EF4-FFF2-40B4-BE49-F238E27FC236}">
                <a16:creationId xmlns:a16="http://schemas.microsoft.com/office/drawing/2014/main" id="{5BF9C12E-07B3-4C25-8DEB-9FF51E045FB8}"/>
              </a:ext>
            </a:extLst>
          </p:cNvPr>
          <p:cNvSpPr>
            <a:spLocks xmlns:a="http://schemas.openxmlformats.org/drawingml/2006/main" noGrp="1"/>
          </p:cNvSpPr>
          <p:nvPr/>
        </p:nvSpPr>
        <p:spPr>
          <a:xfrm xmlns:a="http://schemas.openxmlformats.org/drawingml/2006/main">
            <a:off x="4358164" y="3046667"/>
            <a:ext cx="1946910"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0">
                <a:solidFill>
                  <a:srgbClr val="000000"/>
                </a:solidFill>
                <a:latin typeface="Apple SD Gothic Neo"/>
                <a:ea typeface="Apple SD Gothic Neo"/>
                <a:cs typeface="Apple SD Gothic Neo"/>
              </a:defRPr>
            </a:pPr>
            <a:r>
              <a:rPr sz="986" b="0">
                <a:solidFill>
                  <a:srgbClr val="000000"/>
                </a:solidFill>
                <a:latin typeface="Apple SD Gothic Neo"/>
                <a:ea typeface="Apple SD Gothic Neo"/>
                <a:cs typeface="Apple SD Gothic Neo"/>
              </a:rPr>
              <a:t>E20: 설명 원본</a:t>
            </a:r>
          </a:p>
        </p:txBody>
      </p:sp>
      <p:sp>
        <p:nvSpPr>
          <p:cNvPr id="142" name="dp45-comparison / n90 / text 2">
            <a:extLst xmlns:a="http://schemas.openxmlformats.org/drawingml/2006/main">
              <a:ext uri="{FF2B5EF4-FFF2-40B4-BE49-F238E27FC236}">
                <a16:creationId xmlns:a16="http://schemas.microsoft.com/office/drawing/2014/main" id="{AA347A0E-75FD-4204-85AD-74BF9FF62D00}"/>
              </a:ext>
            </a:extLst>
          </p:cNvPr>
          <p:cNvSpPr>
            <a:spLocks xmlns:a="http://schemas.openxmlformats.org/drawingml/2006/main" noGrp="1"/>
          </p:cNvSpPr>
          <p:nvPr/>
        </p:nvSpPr>
        <p:spPr>
          <a:xfrm xmlns:a="http://schemas.openxmlformats.org/drawingml/2006/main">
            <a:off x="4358164" y="3211876"/>
            <a:ext cx="1946910"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0">
                <a:solidFill>
                  <a:srgbClr val="000000"/>
                </a:solidFill>
                <a:latin typeface="Apple SD Gothic Neo"/>
                <a:ea typeface="Apple SD Gothic Neo"/>
                <a:cs typeface="Apple SD Gothic Neo"/>
              </a:defRPr>
            </a:pPr>
            <a:r>
              <a:rPr sz="986" b="0">
                <a:solidFill>
                  <a:srgbClr val="000000"/>
                </a:solidFill>
                <a:latin typeface="Apple SD Gothic Neo"/>
                <a:ea typeface="Apple SD Gothic Neo"/>
                <a:cs typeface="Apple SD Gothic Neo"/>
              </a:rPr>
              <a:t>P20: 실제 전달 구간</a:t>
            </a:r>
          </a:p>
        </p:txBody>
      </p:sp>
      <p:sp>
        <p:nvSpPr>
          <p:cNvPr id="143" name="dp45-comparison / n91">
            <a:extLst xmlns:a="http://schemas.openxmlformats.org/drawingml/2006/main">
              <a:ext uri="{FF2B5EF4-FFF2-40B4-BE49-F238E27FC236}">
                <a16:creationId xmlns:a16="http://schemas.microsoft.com/office/drawing/2014/main" id="{BD8C6AC2-C300-4C8E-BCD5-2DD2827756F2}"/>
              </a:ext>
            </a:extLst>
          </p:cNvPr>
          <p:cNvSpPr>
            <a:spLocks xmlns:a="http://schemas.openxmlformats.org/drawingml/2006/main" noGrp="1"/>
          </p:cNvSpPr>
          <p:nvPr/>
        </p:nvSpPr>
        <p:spPr>
          <a:xfrm xmlns:a="http://schemas.openxmlformats.org/drawingml/2006/main">
            <a:off x="7056025" y="3039713"/>
            <a:ext cx="1189284" cy="3512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44" name="dp45-comparison / n92 / text 1">
            <a:extLst xmlns:a="http://schemas.openxmlformats.org/drawingml/2006/main">
              <a:ext uri="{FF2B5EF4-FFF2-40B4-BE49-F238E27FC236}">
                <a16:creationId xmlns:a16="http://schemas.microsoft.com/office/drawing/2014/main" id="{10E9D737-0EA9-4675-B918-011FDDFB9214}"/>
              </a:ext>
            </a:extLst>
          </p:cNvPr>
          <p:cNvSpPr>
            <a:spLocks xmlns:a="http://schemas.openxmlformats.org/drawingml/2006/main" noGrp="1"/>
          </p:cNvSpPr>
          <p:nvPr/>
        </p:nvSpPr>
        <p:spPr>
          <a:xfrm xmlns:a="http://schemas.openxmlformats.org/drawingml/2006/main">
            <a:off x="7069931" y="3046667"/>
            <a:ext cx="2155508"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0">
                <a:solidFill>
                  <a:srgbClr val="000000"/>
                </a:solidFill>
                <a:latin typeface="Apple SD Gothic Neo"/>
                <a:ea typeface="Apple SD Gothic Neo"/>
                <a:cs typeface="Apple SD Gothic Neo"/>
              </a:defRPr>
            </a:pPr>
            <a:r>
              <a:rPr sz="986" b="0">
                <a:solidFill>
                  <a:srgbClr val="000000"/>
                </a:solidFill>
                <a:latin typeface="Apple SD Gothic Neo"/>
                <a:ea typeface="Apple SD Gothic Neo"/>
                <a:cs typeface="Apple SD Gothic Neo"/>
              </a:rPr>
              <a:t>C21/T21 → D21@v2</a:t>
            </a:r>
          </a:p>
        </p:txBody>
      </p:sp>
      <p:sp>
        <p:nvSpPr>
          <p:cNvPr id="145" name="dp45-comparison / n92 / text 2">
            <a:extLst xmlns:a="http://schemas.openxmlformats.org/drawingml/2006/main">
              <a:ext uri="{FF2B5EF4-FFF2-40B4-BE49-F238E27FC236}">
                <a16:creationId xmlns:a16="http://schemas.microsoft.com/office/drawing/2014/main" id="{46151155-C055-41E5-A8C7-319098FC2271}"/>
              </a:ext>
            </a:extLst>
          </p:cNvPr>
          <p:cNvSpPr>
            <a:spLocks xmlns:a="http://schemas.openxmlformats.org/drawingml/2006/main" noGrp="1"/>
          </p:cNvSpPr>
          <p:nvPr/>
        </p:nvSpPr>
        <p:spPr>
          <a:xfrm xmlns:a="http://schemas.openxmlformats.org/drawingml/2006/main">
            <a:off x="7069931" y="3211876"/>
            <a:ext cx="2155508"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0">
                <a:solidFill>
                  <a:srgbClr val="000000"/>
                </a:solidFill>
                <a:latin typeface="Apple SD Gothic Neo"/>
                <a:ea typeface="Apple SD Gothic Neo"/>
                <a:cs typeface="Apple SD Gothic Neo"/>
              </a:defRPr>
            </a:pPr>
            <a:r>
              <a:rPr sz="986" b="0">
                <a:solidFill>
                  <a:srgbClr val="000000"/>
                </a:solidFill>
                <a:latin typeface="Apple SD Gothic Neo"/>
                <a:ea typeface="Apple SD Gothic Neo"/>
                <a:cs typeface="Apple SD Gothic Neo"/>
              </a:rPr>
              <a:t>C22/T22 → D22@v1</a:t>
            </a:r>
          </a:p>
        </p:txBody>
      </p:sp>
      <p:sp>
        <p:nvSpPr>
          <p:cNvPr id="146" name="dp45-comparison / n93">
            <a:extLst xmlns:a="http://schemas.openxmlformats.org/drawingml/2006/main">
              <a:ext uri="{FF2B5EF4-FFF2-40B4-BE49-F238E27FC236}">
                <a16:creationId xmlns:a16="http://schemas.microsoft.com/office/drawing/2014/main" id="{9B2D9EE0-4A35-45FB-9412-57D095C97E8C}"/>
              </a:ext>
            </a:extLst>
          </p:cNvPr>
          <p:cNvSpPr>
            <a:spLocks xmlns:a="http://schemas.openxmlformats.org/drawingml/2006/main" noGrp="1"/>
          </p:cNvSpPr>
          <p:nvPr/>
        </p:nvSpPr>
        <p:spPr>
          <a:xfrm xmlns:a="http://schemas.openxmlformats.org/drawingml/2006/main">
            <a:off x="7368921" y="5827967"/>
            <a:ext cx="1642358" cy="29620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47" name="dp45-comparison / n94 / text 1">
            <a:extLst xmlns:a="http://schemas.openxmlformats.org/drawingml/2006/main">
              <a:ext uri="{FF2B5EF4-FFF2-40B4-BE49-F238E27FC236}">
                <a16:creationId xmlns:a16="http://schemas.microsoft.com/office/drawing/2014/main" id="{A95483E9-B764-494A-99A5-AF69F369BF4C}"/>
              </a:ext>
            </a:extLst>
          </p:cNvPr>
          <p:cNvSpPr>
            <a:spLocks xmlns:a="http://schemas.openxmlformats.org/drawingml/2006/main" noGrp="1"/>
          </p:cNvSpPr>
          <p:nvPr/>
        </p:nvSpPr>
        <p:spPr>
          <a:xfrm xmlns:a="http://schemas.openxmlformats.org/drawingml/2006/main">
            <a:off x="7382828" y="5834920"/>
            <a:ext cx="1724406" cy="151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1" b="0">
                <a:solidFill>
                  <a:srgbClr val="000000"/>
                </a:solidFill>
                <a:latin typeface="Apple SD Gothic Neo"/>
                <a:ea typeface="Apple SD Gothic Neo"/>
                <a:cs typeface="Apple SD Gothic Neo"/>
              </a:defRPr>
            </a:pPr>
            <a:r>
              <a:rPr sz="821" b="0">
                <a:solidFill>
                  <a:srgbClr val="000000"/>
                </a:solidFill>
                <a:latin typeface="Apple SD Gothic Neo"/>
                <a:ea typeface="Apple SD Gothic Neo"/>
                <a:cs typeface="Apple SD Gothic Neo"/>
              </a:rPr>
              <a:t>명시 저장 / 삭제만</a:t>
            </a:r>
          </a:p>
        </p:txBody>
      </p:sp>
      <p:sp>
        <p:nvSpPr>
          <p:cNvPr id="148" name="dp45-comparison / n94 / text 2">
            <a:extLst xmlns:a="http://schemas.openxmlformats.org/drawingml/2006/main">
              <a:ext uri="{FF2B5EF4-FFF2-40B4-BE49-F238E27FC236}">
                <a16:creationId xmlns:a16="http://schemas.microsoft.com/office/drawing/2014/main" id="{B878C013-A655-4B01-B93D-6EBB110801FD}"/>
              </a:ext>
            </a:extLst>
          </p:cNvPr>
          <p:cNvSpPr>
            <a:spLocks xmlns:a="http://schemas.openxmlformats.org/drawingml/2006/main" noGrp="1"/>
          </p:cNvSpPr>
          <p:nvPr/>
        </p:nvSpPr>
        <p:spPr>
          <a:xfrm xmlns:a="http://schemas.openxmlformats.org/drawingml/2006/main">
            <a:off x="7382828" y="5972594"/>
            <a:ext cx="1724406" cy="151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1" b="0">
                <a:solidFill>
                  <a:srgbClr val="000000"/>
                </a:solidFill>
                <a:latin typeface="Apple SD Gothic Neo"/>
                <a:ea typeface="Apple SD Gothic Neo"/>
                <a:cs typeface="Apple SD Gothic Neo"/>
              </a:defRPr>
            </a:pPr>
            <a:r>
              <a:rPr sz="821" b="0">
                <a:solidFill>
                  <a:srgbClr val="000000"/>
                </a:solidFill>
                <a:latin typeface="Apple SD Gothic Neo"/>
                <a:ea typeface="Apple SD Gothic Neo"/>
                <a:cs typeface="Apple SD Gothic Neo"/>
              </a:rPr>
              <a:t>지속 관리, 자동 선호 추출 금지</a:t>
            </a:r>
          </a:p>
        </p:txBody>
      </p:sp>
      <p:sp>
        <p:nvSpPr>
          <p:cNvPr id="149" name="dp45-comparison / n107">
            <a:extLst xmlns:a="http://schemas.openxmlformats.org/drawingml/2006/main">
              <a:ext uri="{FF2B5EF4-FFF2-40B4-BE49-F238E27FC236}">
                <a16:creationId xmlns:a16="http://schemas.microsoft.com/office/drawing/2014/main" id="{45DC0084-DCCA-4C61-8454-49141EAD776B}"/>
              </a:ext>
            </a:extLst>
          </p:cNvPr>
          <p:cNvSpPr>
            <a:spLocks xmlns:a="http://schemas.openxmlformats.org/drawingml/2006/main" noGrp="1"/>
          </p:cNvSpPr>
          <p:nvPr/>
        </p:nvSpPr>
        <p:spPr>
          <a:xfrm xmlns:a="http://schemas.openxmlformats.org/drawingml/2006/main">
            <a:off x="4017454" y="3477768"/>
            <a:ext cx="3914402" cy="176891"/>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50" name="dp45-comparison / n108 / text 1">
            <a:extLst xmlns:a="http://schemas.openxmlformats.org/drawingml/2006/main">
              <a:ext uri="{FF2B5EF4-FFF2-40B4-BE49-F238E27FC236}">
                <a16:creationId xmlns:a16="http://schemas.microsoft.com/office/drawing/2014/main" id="{94DB7CE6-670F-41D8-B116-21FA994A010C}"/>
              </a:ext>
            </a:extLst>
          </p:cNvPr>
          <p:cNvSpPr>
            <a:spLocks xmlns:a="http://schemas.openxmlformats.org/drawingml/2006/main" noGrp="1"/>
          </p:cNvSpPr>
          <p:nvPr/>
        </p:nvSpPr>
        <p:spPr>
          <a:xfrm xmlns:a="http://schemas.openxmlformats.org/drawingml/2006/main">
            <a:off x="4031361" y="3484721"/>
            <a:ext cx="5145405"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2 owner 범위 읽기 ↑ / 원문 / 발췌 / 참조 / revision / 누락 ↓</a:t>
            </a:r>
          </a:p>
        </p:txBody>
      </p:sp>
      <p:sp>
        <p:nvSpPr>
          <p:cNvPr id="151" name="dp45-comparison / n112">
            <a:extLst xmlns:a="http://schemas.openxmlformats.org/drawingml/2006/main">
              <a:ext uri="{FF2B5EF4-FFF2-40B4-BE49-F238E27FC236}">
                <a16:creationId xmlns:a16="http://schemas.microsoft.com/office/drawing/2014/main" id="{5BC44846-481F-46D7-9598-AFE58EB42DA5}"/>
              </a:ext>
            </a:extLst>
          </p:cNvPr>
          <p:cNvSpPr>
            <a:spLocks xmlns:a="http://schemas.openxmlformats.org/drawingml/2006/main" noGrp="1"/>
          </p:cNvSpPr>
          <p:nvPr/>
        </p:nvSpPr>
        <p:spPr>
          <a:xfrm xmlns:a="http://schemas.openxmlformats.org/drawingml/2006/main">
            <a:off x="4274725" y="4694587"/>
            <a:ext cx="3014095" cy="186069"/>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52" name="dp45-comparison / n113 / text 1">
            <a:extLst xmlns:a="http://schemas.openxmlformats.org/drawingml/2006/main">
              <a:ext uri="{FF2B5EF4-FFF2-40B4-BE49-F238E27FC236}">
                <a16:creationId xmlns:a16="http://schemas.microsoft.com/office/drawing/2014/main" id="{65ADA26A-5D2F-4AEE-B051-0357252B9C14}"/>
              </a:ext>
            </a:extLst>
          </p:cNvPr>
          <p:cNvSpPr>
            <a:spLocks xmlns:a="http://schemas.openxmlformats.org/drawingml/2006/main" noGrp="1"/>
          </p:cNvSpPr>
          <p:nvPr/>
        </p:nvSpPr>
        <p:spPr>
          <a:xfrm xmlns:a="http://schemas.openxmlformats.org/drawingml/2006/main">
            <a:off x="4288631" y="4701540"/>
            <a:ext cx="4797743"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0">
                <a:solidFill>
                  <a:srgbClr val="000000"/>
                </a:solidFill>
                <a:latin typeface="Apple SD Gothic Neo"/>
                <a:ea typeface="Apple SD Gothic Neo"/>
                <a:cs typeface="Apple SD Gothic Neo"/>
              </a:defRPr>
            </a:pPr>
            <a:r>
              <a:rPr sz="986" b="0">
                <a:solidFill>
                  <a:srgbClr val="000000"/>
                </a:solidFill>
                <a:latin typeface="Apple SD Gothic Neo"/>
                <a:ea typeface="Apple SD Gothic Neo"/>
                <a:cs typeface="Apple SD Gothic Neo"/>
              </a:rPr>
              <a:t>3 유효 cache 재사용 / 4 이번 요청의 근거 기록</a:t>
            </a:r>
          </a:p>
        </p:txBody>
      </p:sp>
      <p:sp>
        <p:nvSpPr>
          <p:cNvPr id="153" name="dp45-comparison / n114">
            <a:extLst xmlns:a="http://schemas.openxmlformats.org/drawingml/2006/main">
              <a:ext uri="{FF2B5EF4-FFF2-40B4-BE49-F238E27FC236}">
                <a16:creationId xmlns:a16="http://schemas.microsoft.com/office/drawing/2014/main" id="{B07DEF59-0BC0-4600-9583-408D7B26090A}"/>
              </a:ext>
            </a:extLst>
          </p:cNvPr>
          <p:cNvSpPr>
            <a:spLocks xmlns:a="http://schemas.openxmlformats.org/drawingml/2006/main" noGrp="1"/>
          </p:cNvSpPr>
          <p:nvPr/>
        </p:nvSpPr>
        <p:spPr>
          <a:xfrm xmlns:a="http://schemas.openxmlformats.org/drawingml/2006/main">
            <a:off x="4309491" y="5577649"/>
            <a:ext cx="1670866" cy="33292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54" name="dp45-comparison / n115 / text 1">
            <a:extLst xmlns:a="http://schemas.openxmlformats.org/drawingml/2006/main">
              <a:ext uri="{FF2B5EF4-FFF2-40B4-BE49-F238E27FC236}">
                <a16:creationId xmlns:a16="http://schemas.microsoft.com/office/drawing/2014/main" id="{2C9C001F-382D-4B6B-AA1C-7C3404A4942C}"/>
              </a:ext>
            </a:extLst>
          </p:cNvPr>
          <p:cNvSpPr>
            <a:spLocks xmlns:a="http://schemas.openxmlformats.org/drawingml/2006/main" noGrp="1"/>
          </p:cNvSpPr>
          <p:nvPr/>
        </p:nvSpPr>
        <p:spPr>
          <a:xfrm xmlns:a="http://schemas.openxmlformats.org/drawingml/2006/main">
            <a:off x="4323398" y="5584603"/>
            <a:ext cx="2016443"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요약 / index / 관계 cache</a:t>
            </a:r>
          </a:p>
        </p:txBody>
      </p:sp>
      <p:sp>
        <p:nvSpPr>
          <p:cNvPr id="155" name="dp45-comparison / n115 / text 2">
            <a:extLst xmlns:a="http://schemas.openxmlformats.org/drawingml/2006/main">
              <a:ext uri="{FF2B5EF4-FFF2-40B4-BE49-F238E27FC236}">
                <a16:creationId xmlns:a16="http://schemas.microsoft.com/office/drawing/2014/main" id="{FE49A70B-0504-4D81-8ED9-2665ACB84430}"/>
              </a:ext>
            </a:extLst>
          </p:cNvPr>
          <p:cNvSpPr>
            <a:spLocks xmlns:a="http://schemas.openxmlformats.org/drawingml/2006/main" noGrp="1"/>
          </p:cNvSpPr>
          <p:nvPr/>
        </p:nvSpPr>
        <p:spPr>
          <a:xfrm xmlns:a="http://schemas.openxmlformats.org/drawingml/2006/main">
            <a:off x="4323398" y="5740634"/>
            <a:ext cx="2016443"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재사용 수명, 부분 갱신 가능</a:t>
            </a:r>
          </a:p>
        </p:txBody>
      </p:sp>
      <p:sp>
        <p:nvSpPr>
          <p:cNvPr id="156" name="dp45-comparison / n116">
            <a:extLst xmlns:a="http://schemas.openxmlformats.org/drawingml/2006/main">
              <a:ext uri="{FF2B5EF4-FFF2-40B4-BE49-F238E27FC236}">
                <a16:creationId xmlns:a16="http://schemas.microsoft.com/office/drawing/2014/main" id="{DF0070E1-6355-4B30-809D-06288E2FC25C}"/>
              </a:ext>
            </a:extLst>
          </p:cNvPr>
          <p:cNvSpPr>
            <a:spLocks xmlns:a="http://schemas.openxmlformats.org/drawingml/2006/main" noGrp="1"/>
          </p:cNvSpPr>
          <p:nvPr/>
        </p:nvSpPr>
        <p:spPr>
          <a:xfrm xmlns:a="http://schemas.openxmlformats.org/drawingml/2006/main">
            <a:off x="6986492" y="5515070"/>
            <a:ext cx="1527629" cy="29620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57" name="dp45-comparison / n117 / text 1">
            <a:extLst xmlns:a="http://schemas.openxmlformats.org/drawingml/2006/main">
              <a:ext uri="{FF2B5EF4-FFF2-40B4-BE49-F238E27FC236}">
                <a16:creationId xmlns:a16="http://schemas.microsoft.com/office/drawing/2014/main" id="{A216EFE8-9BCA-4592-9253-FA26DF94930D}"/>
              </a:ext>
            </a:extLst>
          </p:cNvPr>
          <p:cNvSpPr>
            <a:spLocks xmlns:a="http://schemas.openxmlformats.org/drawingml/2006/main" noGrp="1"/>
          </p:cNvSpPr>
          <p:nvPr/>
        </p:nvSpPr>
        <p:spPr>
          <a:xfrm xmlns:a="http://schemas.openxmlformats.org/drawingml/2006/main">
            <a:off x="7000399" y="5522024"/>
            <a:ext cx="2016443" cy="151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1" b="0">
                <a:solidFill>
                  <a:srgbClr val="000000"/>
                </a:solidFill>
                <a:latin typeface="Apple SD Gothic Neo"/>
                <a:ea typeface="Apple SD Gothic Neo"/>
                <a:cs typeface="Apple SD Gothic Neo"/>
              </a:defRPr>
            </a:pPr>
            <a:r>
              <a:rPr sz="821" b="0">
                <a:solidFill>
                  <a:srgbClr val="000000"/>
                </a:solidFill>
                <a:latin typeface="Apple SD Gothic Neo"/>
                <a:ea typeface="Apple SD Gothic Neo"/>
                <a:cs typeface="Apple SD Gothic Neo"/>
              </a:rPr>
              <a:t>R23 발췌 / 참조 / 읽은 범위</a:t>
            </a:r>
          </a:p>
        </p:txBody>
      </p:sp>
      <p:sp>
        <p:nvSpPr>
          <p:cNvPr id="158" name="dp45-comparison / n117 / text 2">
            <a:extLst xmlns:a="http://schemas.openxmlformats.org/drawingml/2006/main">
              <a:ext uri="{FF2B5EF4-FFF2-40B4-BE49-F238E27FC236}">
                <a16:creationId xmlns:a16="http://schemas.microsoft.com/office/drawing/2014/main" id="{3C7D871F-53F0-4154-B812-B219E6B44049}"/>
              </a:ext>
            </a:extLst>
          </p:cNvPr>
          <p:cNvSpPr>
            <a:spLocks xmlns:a="http://schemas.openxmlformats.org/drawingml/2006/main" noGrp="1"/>
          </p:cNvSpPr>
          <p:nvPr/>
        </p:nvSpPr>
        <p:spPr>
          <a:xfrm xmlns:a="http://schemas.openxmlformats.org/drawingml/2006/main">
            <a:off x="7000399" y="5659698"/>
            <a:ext cx="2016443" cy="151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1" b="0">
                <a:solidFill>
                  <a:srgbClr val="000000"/>
                </a:solidFill>
                <a:latin typeface="Apple SD Gothic Neo"/>
                <a:ea typeface="Apple SD Gothic Neo"/>
                <a:cs typeface="Apple SD Gothic Neo"/>
              </a:defRPr>
            </a:pPr>
            <a:r>
              <a:rPr sz="821" b="0">
                <a:solidFill>
                  <a:srgbClr val="000000"/>
                </a:solidFill>
                <a:latin typeface="Apple SD Gothic Neo"/>
                <a:ea typeface="Apple SD Gothic Neo"/>
                <a:cs typeface="Apple SD Gothic Neo"/>
              </a:rPr>
              <a:t>요청 수명, 실행 Module 아님</a:t>
            </a:r>
          </a:p>
        </p:txBody>
      </p:sp>
      <p:sp>
        <p:nvSpPr>
          <p:cNvPr id="159" name="dp45-comparison / n118">
            <a:extLst xmlns:a="http://schemas.openxmlformats.org/drawingml/2006/main">
              <a:ext uri="{FF2B5EF4-FFF2-40B4-BE49-F238E27FC236}">
                <a16:creationId xmlns:a16="http://schemas.microsoft.com/office/drawing/2014/main" id="{4452F09E-4C17-4980-9E84-D6F95D1691FB}"/>
              </a:ext>
            </a:extLst>
          </p:cNvPr>
          <p:cNvSpPr>
            <a:spLocks xmlns:a="http://schemas.openxmlformats.org/drawingml/2006/main" noGrp="1"/>
          </p:cNvSpPr>
          <p:nvPr/>
        </p:nvSpPr>
        <p:spPr>
          <a:xfrm xmlns:a="http://schemas.openxmlformats.org/drawingml/2006/main">
            <a:off x="4274725" y="6293834"/>
            <a:ext cx="1926189" cy="176891"/>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0" name="dp45-comparison / n119 / text 1">
            <a:extLst xmlns:a="http://schemas.openxmlformats.org/drawingml/2006/main">
              <a:ext uri="{FF2B5EF4-FFF2-40B4-BE49-F238E27FC236}">
                <a16:creationId xmlns:a16="http://schemas.microsoft.com/office/drawing/2014/main" id="{FD04ABA7-1CF7-4E83-AD71-F562330A182A}"/>
              </a:ext>
            </a:extLst>
          </p:cNvPr>
          <p:cNvSpPr>
            <a:spLocks xmlns:a="http://schemas.openxmlformats.org/drawingml/2006/main" noGrp="1"/>
          </p:cNvSpPr>
          <p:nvPr/>
        </p:nvSpPr>
        <p:spPr>
          <a:xfrm xmlns:a="http://schemas.openxmlformats.org/drawingml/2006/main">
            <a:off x="4288631" y="6300788"/>
            <a:ext cx="2989898"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추가 읽기 / 과거 해석은 필요 시</a:t>
            </a:r>
          </a:p>
        </p:txBody>
      </p:sp>
      <p:sp>
        <p:nvSpPr>
          <p:cNvPr id="161" name="dp45-comparison / n121">
            <a:extLst xmlns:a="http://schemas.openxmlformats.org/drawingml/2006/main">
              <a:ext uri="{FF2B5EF4-FFF2-40B4-BE49-F238E27FC236}">
                <a16:creationId xmlns:a16="http://schemas.microsoft.com/office/drawing/2014/main" id="{93C97AE0-B75C-4170-952C-F00EE5AA2E93}"/>
              </a:ext>
            </a:extLst>
          </p:cNvPr>
          <p:cNvSpPr>
            <a:spLocks xmlns:a="http://schemas.openxmlformats.org/drawingml/2006/main" noGrp="1"/>
          </p:cNvSpPr>
          <p:nvPr/>
        </p:nvSpPr>
        <p:spPr>
          <a:xfrm xmlns:a="http://schemas.openxmlformats.org/drawingml/2006/main">
            <a:off x="1493425" y="4764119"/>
            <a:ext cx="1621220" cy="488953"/>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2" name="dp45-comparison / n122 / text 1">
            <a:extLst xmlns:a="http://schemas.openxmlformats.org/drawingml/2006/main">
              <a:ext uri="{FF2B5EF4-FFF2-40B4-BE49-F238E27FC236}">
                <a16:creationId xmlns:a16="http://schemas.microsoft.com/office/drawing/2014/main" id="{9C66FF48-D86B-4078-BAB9-071E6B7874FD}"/>
              </a:ext>
            </a:extLst>
          </p:cNvPr>
          <p:cNvSpPr>
            <a:spLocks xmlns:a="http://schemas.openxmlformats.org/drawingml/2006/main" noGrp="1"/>
          </p:cNvSpPr>
          <p:nvPr/>
        </p:nvSpPr>
        <p:spPr>
          <a:xfrm xmlns:a="http://schemas.openxmlformats.org/drawingml/2006/main">
            <a:off x="1507331" y="4771073"/>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변경 / EvidenceDispute</a:t>
            </a:r>
          </a:p>
        </p:txBody>
      </p:sp>
      <p:sp>
        <p:nvSpPr>
          <p:cNvPr id="163" name="dp45-comparison / n122 / text 2">
            <a:extLst xmlns:a="http://schemas.openxmlformats.org/drawingml/2006/main">
              <a:ext uri="{FF2B5EF4-FFF2-40B4-BE49-F238E27FC236}">
                <a16:creationId xmlns:a16="http://schemas.microsoft.com/office/drawing/2014/main" id="{7A6C1075-63FE-492A-912B-F4ECA3F5D889}"/>
              </a:ext>
            </a:extLst>
          </p:cNvPr>
          <p:cNvSpPr>
            <a:spLocks xmlns:a="http://schemas.openxmlformats.org/drawingml/2006/main" noGrp="1"/>
          </p:cNvSpPr>
          <p:nvPr/>
        </p:nvSpPr>
        <p:spPr>
          <a:xfrm xmlns:a="http://schemas.openxmlformats.org/drawingml/2006/main">
            <a:off x="1507331" y="4927103"/>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 즉시 해당 파생 버전 차단</a:t>
            </a:r>
          </a:p>
        </p:txBody>
      </p:sp>
      <p:sp>
        <p:nvSpPr>
          <p:cNvPr id="164" name="dp45-comparison / n122 / text 3">
            <a:extLst xmlns:a="http://schemas.openxmlformats.org/drawingml/2006/main">
              <a:ext uri="{FF2B5EF4-FFF2-40B4-BE49-F238E27FC236}">
                <a16:creationId xmlns:a16="http://schemas.microsoft.com/office/drawing/2014/main" id="{1DBD9C8B-A188-4D3A-B9F1-5AE126C51771}"/>
              </a:ext>
            </a:extLst>
          </p:cNvPr>
          <p:cNvSpPr>
            <a:spLocks xmlns:a="http://schemas.openxmlformats.org/drawingml/2006/main" noGrp="1"/>
          </p:cNvSpPr>
          <p:nvPr/>
        </p:nvSpPr>
        <p:spPr>
          <a:xfrm xmlns:a="http://schemas.openxmlformats.org/drawingml/2006/main">
            <a:off x="1507331" y="5083134"/>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 원본 재검증 / 부분 갱신</a:t>
            </a:r>
          </a:p>
        </p:txBody>
      </p:sp>
      <p:sp>
        <p:nvSpPr>
          <p:cNvPr id="165" name="dp45-comparison / n125">
            <a:extLst xmlns:a="http://schemas.openxmlformats.org/drawingml/2006/main">
              <a:ext uri="{FF2B5EF4-FFF2-40B4-BE49-F238E27FC236}">
                <a16:creationId xmlns:a16="http://schemas.microsoft.com/office/drawing/2014/main" id="{1C30EDE8-2C1C-42CA-A849-7CB692BBF73C}"/>
              </a:ext>
            </a:extLst>
          </p:cNvPr>
          <p:cNvSpPr>
            <a:spLocks xmlns:a="http://schemas.openxmlformats.org/drawingml/2006/main" noGrp="1"/>
          </p:cNvSpPr>
          <p:nvPr/>
        </p:nvSpPr>
        <p:spPr>
          <a:xfrm xmlns:a="http://schemas.openxmlformats.org/drawingml/2006/main">
            <a:off x="1493425" y="3825431"/>
            <a:ext cx="2398871" cy="33292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6" name="dp45-comparison / n126 / text 1">
            <a:extLst xmlns:a="http://schemas.openxmlformats.org/drawingml/2006/main">
              <a:ext uri="{FF2B5EF4-FFF2-40B4-BE49-F238E27FC236}">
                <a16:creationId xmlns:a16="http://schemas.microsoft.com/office/drawing/2014/main" id="{987E5E2A-B579-4BF9-9C1B-582E244F19ED}"/>
              </a:ext>
            </a:extLst>
          </p:cNvPr>
          <p:cNvSpPr>
            <a:spLocks xmlns:a="http://schemas.openxmlformats.org/drawingml/2006/main" noGrp="1"/>
          </p:cNvSpPr>
          <p:nvPr/>
        </p:nvSpPr>
        <p:spPr>
          <a:xfrm xmlns:a="http://schemas.openxmlformats.org/drawingml/2006/main">
            <a:off x="1507331" y="3832384"/>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1 EvidenceQuery →</a:t>
            </a:r>
          </a:p>
        </p:txBody>
      </p:sp>
      <p:sp>
        <p:nvSpPr>
          <p:cNvPr id="167" name="dp45-comparison / n126 / text 2">
            <a:extLst xmlns:a="http://schemas.openxmlformats.org/drawingml/2006/main">
              <a:ext uri="{FF2B5EF4-FFF2-40B4-BE49-F238E27FC236}">
                <a16:creationId xmlns:a16="http://schemas.microsoft.com/office/drawing/2014/main" id="{9C906504-8C5C-442C-9886-DB466C001E04}"/>
              </a:ext>
            </a:extLst>
          </p:cNvPr>
          <p:cNvSpPr>
            <a:spLocks xmlns:a="http://schemas.openxmlformats.org/drawingml/2006/main" noGrp="1"/>
          </p:cNvSpPr>
          <p:nvPr/>
        </p:nvSpPr>
        <p:spPr>
          <a:xfrm xmlns:a="http://schemas.openxmlformats.org/drawingml/2006/main">
            <a:off x="1507331" y="3988415"/>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목적 / 권한 / 과거 후보 / 원문 조건 / 예산</a:t>
            </a:r>
          </a:p>
        </p:txBody>
      </p:sp>
      <p:sp>
        <p:nvSpPr>
          <p:cNvPr id="168" name="dp45-comparison / n127">
            <a:extLst xmlns:a="http://schemas.openxmlformats.org/drawingml/2006/main">
              <a:ext uri="{FF2B5EF4-FFF2-40B4-BE49-F238E27FC236}">
                <a16:creationId xmlns:a16="http://schemas.microsoft.com/office/drawing/2014/main" id="{63DCD861-80B5-4E21-865F-C5D8D2BE6654}"/>
              </a:ext>
            </a:extLst>
          </p:cNvPr>
          <p:cNvSpPr>
            <a:spLocks xmlns:a="http://schemas.openxmlformats.org/drawingml/2006/main" noGrp="1"/>
          </p:cNvSpPr>
          <p:nvPr/>
        </p:nvSpPr>
        <p:spPr>
          <a:xfrm xmlns:a="http://schemas.openxmlformats.org/drawingml/2006/main">
            <a:off x="1493425" y="4312158"/>
            <a:ext cx="2221702" cy="33292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9" name="dp45-comparison / n128 / text 1">
            <a:extLst xmlns:a="http://schemas.openxmlformats.org/drawingml/2006/main">
              <a:ext uri="{FF2B5EF4-FFF2-40B4-BE49-F238E27FC236}">
                <a16:creationId xmlns:a16="http://schemas.microsoft.com/office/drawing/2014/main" id="{23874395-AA40-4D34-AA0D-71C5D858E83B}"/>
              </a:ext>
            </a:extLst>
          </p:cNvPr>
          <p:cNvSpPr>
            <a:spLocks xmlns:a="http://schemas.openxmlformats.org/drawingml/2006/main" noGrp="1"/>
          </p:cNvSpPr>
          <p:nvPr/>
        </p:nvSpPr>
        <p:spPr>
          <a:xfrm xmlns:a="http://schemas.openxmlformats.org/drawingml/2006/main">
            <a:off x="1507331" y="4319111"/>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 EvidenceBundle + query receipt</a:t>
            </a:r>
          </a:p>
        </p:txBody>
      </p:sp>
      <p:sp>
        <p:nvSpPr>
          <p:cNvPr id="170" name="dp45-comparison / n128 / text 2">
            <a:extLst xmlns:a="http://schemas.openxmlformats.org/drawingml/2006/main">
              <a:ext uri="{FF2B5EF4-FFF2-40B4-BE49-F238E27FC236}">
                <a16:creationId xmlns:a16="http://schemas.microsoft.com/office/drawing/2014/main" id="{3BECF7B2-7E69-4FDF-9ACA-DAB12AD47245}"/>
              </a:ext>
            </a:extLst>
          </p:cNvPr>
          <p:cNvSpPr>
            <a:spLocks xmlns:a="http://schemas.openxmlformats.org/drawingml/2006/main" noGrp="1"/>
          </p:cNvSpPr>
          <p:nvPr/>
        </p:nvSpPr>
        <p:spPr>
          <a:xfrm xmlns:a="http://schemas.openxmlformats.org/drawingml/2006/main">
            <a:off x="1507331" y="4475142"/>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출처 / 버전 / 누락 범위</a:t>
            </a:r>
          </a:p>
        </p:txBody>
      </p:sp>
      <p:sp>
        <p:nvSpPr>
          <p:cNvPr id="171" name="dp45-comparison / n131">
            <a:extLst xmlns:a="http://schemas.openxmlformats.org/drawingml/2006/main">
              <a:ext uri="{FF2B5EF4-FFF2-40B4-BE49-F238E27FC236}">
                <a16:creationId xmlns:a16="http://schemas.microsoft.com/office/drawing/2014/main" id="{2ADD2CF5-6D1C-4879-AC8E-FF6C99C72281}"/>
              </a:ext>
            </a:extLst>
          </p:cNvPr>
          <p:cNvSpPr>
            <a:spLocks xmlns:a="http://schemas.openxmlformats.org/drawingml/2006/main" noGrp="1"/>
          </p:cNvSpPr>
          <p:nvPr/>
        </p:nvSpPr>
        <p:spPr>
          <a:xfrm xmlns:a="http://schemas.openxmlformats.org/drawingml/2006/main">
            <a:off x="1493425" y="5410771"/>
            <a:ext cx="2042865" cy="149356"/>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2" name="dp45-comparison / n132 / text 1">
            <a:extLst xmlns:a="http://schemas.openxmlformats.org/drawingml/2006/main">
              <a:ext uri="{FF2B5EF4-FFF2-40B4-BE49-F238E27FC236}">
                <a16:creationId xmlns:a16="http://schemas.microsoft.com/office/drawing/2014/main" id="{9DFA379D-2830-4BA1-809A-2A16746A1C30}"/>
              </a:ext>
            </a:extLst>
          </p:cNvPr>
          <p:cNvSpPr>
            <a:spLocks xmlns:a="http://schemas.openxmlformats.org/drawingml/2006/main" noGrp="1"/>
          </p:cNvSpPr>
          <p:nvPr/>
        </p:nvSpPr>
        <p:spPr>
          <a:xfrm xmlns:a="http://schemas.openxmlformats.org/drawingml/2006/main">
            <a:off x="1507331" y="5417725"/>
            <a:ext cx="2364105" cy="14115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66" b="0">
                <a:solidFill>
                  <a:srgbClr val="000000"/>
                </a:solidFill>
                <a:latin typeface="Apple SD Gothic Neo"/>
                <a:ea typeface="Apple SD Gothic Neo"/>
                <a:cs typeface="Apple SD Gothic Neo"/>
              </a:defRPr>
            </a:pPr>
            <a:r>
              <a:rPr sz="766" b="0">
                <a:solidFill>
                  <a:srgbClr val="000000"/>
                </a:solidFill>
                <a:latin typeface="Apple SD Gothic Neo"/>
                <a:ea typeface="Apple SD Gothic Neo"/>
                <a:cs typeface="Apple SD Gothic Neo"/>
              </a:rPr>
              <a:t>입력 + 근거 ↓ / 의미 / 추가 조회 제안 ↑</a:t>
            </a:r>
          </a:p>
        </p:txBody>
      </p:sp>
      <p:sp>
        <p:nvSpPr>
          <p:cNvPr id="173" name="dp45-comparison / n134">
            <a:extLst xmlns:a="http://schemas.openxmlformats.org/drawingml/2006/main">
              <a:ext uri="{FF2B5EF4-FFF2-40B4-BE49-F238E27FC236}">
                <a16:creationId xmlns:a16="http://schemas.microsoft.com/office/drawing/2014/main" id="{75282257-BB05-46E9-A374-DC055339E9EE}"/>
              </a:ext>
            </a:extLst>
          </p:cNvPr>
          <p:cNvSpPr>
            <a:spLocks xmlns:a="http://schemas.openxmlformats.org/drawingml/2006/main" noGrp="1"/>
          </p:cNvSpPr>
          <p:nvPr/>
        </p:nvSpPr>
        <p:spPr>
          <a:xfrm xmlns:a="http://schemas.openxmlformats.org/drawingml/2006/main">
            <a:off x="4031361" y="2365248"/>
            <a:ext cx="3661303" cy="16771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4" name="dp45-comparison / n135 / text 1">
            <a:extLst xmlns:a="http://schemas.openxmlformats.org/drawingml/2006/main">
              <a:ext uri="{FF2B5EF4-FFF2-40B4-BE49-F238E27FC236}">
                <a16:creationId xmlns:a16="http://schemas.microsoft.com/office/drawing/2014/main" id="{DDC1D78A-2331-457A-9E37-8E09D8FC3C78}"/>
              </a:ext>
            </a:extLst>
          </p:cNvPr>
          <p:cNvSpPr>
            <a:spLocks xmlns:a="http://schemas.openxmlformats.org/drawingml/2006/main" noGrp="1"/>
          </p:cNvSpPr>
          <p:nvPr/>
        </p:nvSpPr>
        <p:spPr>
          <a:xfrm xmlns:a="http://schemas.openxmlformats.org/drawingml/2006/main">
            <a:off x="4045268" y="2372201"/>
            <a:ext cx="5180171" cy="1613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76" b="0">
                <a:solidFill>
                  <a:srgbClr val="000000"/>
                </a:solidFill>
                <a:latin typeface="Apple SD Gothic Neo"/>
                <a:ea typeface="Apple SD Gothic Neo"/>
                <a:cs typeface="Apple SD Gothic Neo"/>
              </a:defRPr>
            </a:pPr>
            <a:r>
              <a:rPr sz="876" b="0">
                <a:solidFill>
                  <a:srgbClr val="000000"/>
                </a:solidFill>
                <a:latin typeface="Apple SD Gothic Neo"/>
                <a:ea typeface="Apple SD Gothic Neo"/>
                <a:cs typeface="Apple SD Gothic Neo"/>
              </a:rPr>
              <a:t>채택 후 T23 위임 Context → / 진행 / 질문 / 결과는 대화에 연결</a:t>
            </a:r>
          </a:p>
        </p:txBody>
      </p:sp>
      <p:sp>
        <p:nvSpPr>
          <p:cNvPr id="175" name="dp45-comparison / n138">
            <a:extLst xmlns:a="http://schemas.openxmlformats.org/drawingml/2006/main">
              <a:ext uri="{FF2B5EF4-FFF2-40B4-BE49-F238E27FC236}">
                <a16:creationId xmlns:a16="http://schemas.microsoft.com/office/drawing/2014/main" id="{ED5F04AD-AC9F-4028-9CEA-882F47514C1D}"/>
              </a:ext>
            </a:extLst>
          </p:cNvPr>
          <p:cNvSpPr>
            <a:spLocks xmlns:a="http://schemas.openxmlformats.org/drawingml/2006/main" noGrp="1"/>
          </p:cNvSpPr>
          <p:nvPr/>
        </p:nvSpPr>
        <p:spPr>
          <a:xfrm xmlns:a="http://schemas.openxmlformats.org/drawingml/2006/main">
            <a:off x="1493425" y="6154769"/>
            <a:ext cx="2245343" cy="488953"/>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6" name="dp45-comparison / n139 / text 1">
            <a:extLst xmlns:a="http://schemas.openxmlformats.org/drawingml/2006/main">
              <a:ext uri="{FF2B5EF4-FFF2-40B4-BE49-F238E27FC236}">
                <a16:creationId xmlns:a16="http://schemas.microsoft.com/office/drawing/2014/main" id="{58CC94E7-0110-4344-AB7F-5D1221630FB4}"/>
              </a:ext>
            </a:extLst>
          </p:cNvPr>
          <p:cNvSpPr>
            <a:spLocks xmlns:a="http://schemas.openxmlformats.org/drawingml/2006/main" noGrp="1"/>
          </p:cNvSpPr>
          <p:nvPr/>
        </p:nvSpPr>
        <p:spPr>
          <a:xfrm xmlns:a="http://schemas.openxmlformats.org/drawingml/2006/main">
            <a:off x="1507331" y="6161723"/>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현재 의미 채택: Request Controller</a:t>
            </a:r>
          </a:p>
        </p:txBody>
      </p:sp>
      <p:sp>
        <p:nvSpPr>
          <p:cNvPr id="177" name="dp45-comparison / n139 / text 2">
            <a:extLst xmlns:a="http://schemas.openxmlformats.org/drawingml/2006/main">
              <a:ext uri="{FF2B5EF4-FFF2-40B4-BE49-F238E27FC236}">
                <a16:creationId xmlns:a16="http://schemas.microsoft.com/office/drawing/2014/main" id="{78CBA434-E1B2-40A7-A3C1-0DC0C4BD8360}"/>
              </a:ext>
            </a:extLst>
          </p:cNvPr>
          <p:cNvSpPr>
            <a:spLocks xmlns:a="http://schemas.openxmlformats.org/drawingml/2006/main" noGrp="1"/>
          </p:cNvSpPr>
          <p:nvPr/>
        </p:nvSpPr>
        <p:spPr>
          <a:xfrm xmlns:a="http://schemas.openxmlformats.org/drawingml/2006/main">
            <a:off x="1507331" y="6317753"/>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권한 / version / 의미 일관성 재검사</a:t>
            </a:r>
          </a:p>
        </p:txBody>
      </p:sp>
      <p:sp>
        <p:nvSpPr>
          <p:cNvPr id="178" name="dp45-comparison / n139 / text 3">
            <a:extLst xmlns:a="http://schemas.openxmlformats.org/drawingml/2006/main">
              <a:ext uri="{FF2B5EF4-FFF2-40B4-BE49-F238E27FC236}">
                <a16:creationId xmlns:a16="http://schemas.microsoft.com/office/drawing/2014/main" id="{730C9861-965B-4308-83D3-8FF405F2784F}"/>
              </a:ext>
            </a:extLst>
          </p:cNvPr>
          <p:cNvSpPr>
            <a:spLocks xmlns:a="http://schemas.openxmlformats.org/drawingml/2006/main" noGrp="1"/>
          </p:cNvSpPr>
          <p:nvPr/>
        </p:nvSpPr>
        <p:spPr>
          <a:xfrm xmlns:a="http://schemas.openxmlformats.org/drawingml/2006/main">
            <a:off x="1507331" y="6473784"/>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T23 연결은 현재 판단의 결과</a:t>
            </a:r>
          </a:p>
        </p:txBody>
      </p:sp>
      <p:sp>
        <p:nvSpPr>
          <p:cNvPr id="179" name="dp45-comparison / n144">
            <a:extLst xmlns:a="http://schemas.openxmlformats.org/drawingml/2006/main">
              <a:ext uri="{FF2B5EF4-FFF2-40B4-BE49-F238E27FC236}">
                <a16:creationId xmlns:a16="http://schemas.microsoft.com/office/drawing/2014/main" id="{4783419F-CC36-47B3-88C7-CDF49CA03CCF}"/>
              </a:ext>
            </a:extLst>
          </p:cNvPr>
          <p:cNvSpPr>
            <a:spLocks xmlns:a="http://schemas.openxmlformats.org/drawingml/2006/main" noGrp="1"/>
          </p:cNvSpPr>
          <p:nvPr/>
        </p:nvSpPr>
        <p:spPr>
          <a:xfrm xmlns:a="http://schemas.openxmlformats.org/drawingml/2006/main">
            <a:off x="1493425" y="7183850"/>
            <a:ext cx="4623633" cy="176891"/>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80" name="dp45-comparison / n145 / text 1">
            <a:extLst xmlns:a="http://schemas.openxmlformats.org/drawingml/2006/main">
              <a:ext uri="{FF2B5EF4-FFF2-40B4-BE49-F238E27FC236}">
                <a16:creationId xmlns:a16="http://schemas.microsoft.com/office/drawing/2014/main" id="{5360C57B-BDF4-49F0-B92E-5E2259D30A8C}"/>
              </a:ext>
            </a:extLst>
          </p:cNvPr>
          <p:cNvSpPr>
            <a:spLocks xmlns:a="http://schemas.openxmlformats.org/drawingml/2006/main" noGrp="1"/>
          </p:cNvSpPr>
          <p:nvPr/>
        </p:nvSpPr>
        <p:spPr>
          <a:xfrm xmlns:a="http://schemas.openxmlformats.org/drawingml/2006/main">
            <a:off x="1507331" y="7190804"/>
            <a:ext cx="7718108"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Omni 가중치 한 벌 / 생산 / 요청 session과 KV 분리 / 음성 입력 / ASR 계속</a:t>
            </a:r>
          </a:p>
        </p:txBody>
      </p:sp>
      <p:sp>
        <p:nvSpPr>
          <p:cNvPr id="181" name="dp45-comparison / n146">
            <a:extLst xmlns:a="http://schemas.openxmlformats.org/drawingml/2006/main">
              <a:ext uri="{FF2B5EF4-FFF2-40B4-BE49-F238E27FC236}">
                <a16:creationId xmlns:a16="http://schemas.microsoft.com/office/drawing/2014/main" id="{9AC79673-3078-40F0-ACB8-5B3285AA11E3}"/>
              </a:ext>
            </a:extLst>
          </p:cNvPr>
          <p:cNvSpPr>
            <a:spLocks xmlns:a="http://schemas.openxmlformats.org/drawingml/2006/main" noGrp="1"/>
          </p:cNvSpPr>
          <p:nvPr/>
        </p:nvSpPr>
        <p:spPr>
          <a:xfrm xmlns:a="http://schemas.openxmlformats.org/drawingml/2006/main">
            <a:off x="9759315" y="2615565"/>
            <a:ext cx="2085975" cy="382429"/>
          </a:xfrm>
          <a:prstGeom xmlns:a="http://schemas.openxmlformats.org/drawingml/2006/main" prst="rect">
            <a:avLst/>
          </a:prstGeom>
          <a:solidFill xmlns:a="http://schemas.openxmlformats.org/drawingml/2006/main">
            <a:srgbClr val="FFFFFF"/>
          </a:solidFill>
          <a:ln xmlns:a="http://schemas.openxmlformats.org/drawingml/2006/main" w="6953">
            <a:solidFill>
              <a:srgbClr val="000000"/>
            </a:solidFill>
            <a:prstDash val="solid"/>
          </a:ln>
        </p:spPr>
      </p:sp>
      <p:sp>
        <p:nvSpPr>
          <p:cNvPr id="182" name="dp45-comparison / n147 / text 1">
            <a:extLst xmlns:a="http://schemas.openxmlformats.org/drawingml/2006/main">
              <a:ext uri="{FF2B5EF4-FFF2-40B4-BE49-F238E27FC236}">
                <a16:creationId xmlns:a16="http://schemas.microsoft.com/office/drawing/2014/main" id="{4FFB973E-3A76-45C3-9D2D-047309C11685}"/>
              </a:ext>
            </a:extLst>
          </p:cNvPr>
          <p:cNvSpPr>
            <a:spLocks xmlns:a="http://schemas.openxmlformats.org/drawingml/2006/main" noGrp="1"/>
          </p:cNvSpPr>
          <p:nvPr/>
        </p:nvSpPr>
        <p:spPr>
          <a:xfrm xmlns:a="http://schemas.openxmlformats.org/drawingml/2006/main">
            <a:off x="9807988" y="2713223"/>
            <a:ext cx="1988630"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Request Controller</a:t>
            </a:r>
          </a:p>
        </p:txBody>
      </p:sp>
      <p:sp>
        <p:nvSpPr>
          <p:cNvPr id="183" name="dp45-comparison / n148">
            <a:extLst xmlns:a="http://schemas.openxmlformats.org/drawingml/2006/main">
              <a:ext uri="{FF2B5EF4-FFF2-40B4-BE49-F238E27FC236}">
                <a16:creationId xmlns:a16="http://schemas.microsoft.com/office/drawing/2014/main" id="{16A2BC26-BD94-4DC0-8D2D-5AFF1C312623}"/>
              </a:ext>
            </a:extLst>
          </p:cNvPr>
          <p:cNvSpPr>
            <a:spLocks xmlns:a="http://schemas.openxmlformats.org/drawingml/2006/main" noGrp="1"/>
          </p:cNvSpPr>
          <p:nvPr/>
        </p:nvSpPr>
        <p:spPr>
          <a:xfrm xmlns:a="http://schemas.openxmlformats.org/drawingml/2006/main">
            <a:off x="12610148" y="2615565"/>
            <a:ext cx="1946910" cy="382429"/>
          </a:xfrm>
          <a:prstGeom xmlns:a="http://schemas.openxmlformats.org/drawingml/2006/main" prst="rect">
            <a:avLst/>
          </a:prstGeom>
          <a:solidFill xmlns:a="http://schemas.openxmlformats.org/drawingml/2006/main">
            <a:srgbClr val="FFFFFF"/>
          </a:solidFill>
          <a:ln xmlns:a="http://schemas.openxmlformats.org/drawingml/2006/main" w="6953">
            <a:solidFill>
              <a:srgbClr val="000000"/>
            </a:solidFill>
            <a:prstDash val="solid"/>
          </a:ln>
        </p:spPr>
      </p:sp>
      <p:sp>
        <p:nvSpPr>
          <p:cNvPr id="184" name="dp45-comparison / n149 / text 1">
            <a:extLst xmlns:a="http://schemas.openxmlformats.org/drawingml/2006/main">
              <a:ext uri="{FF2B5EF4-FFF2-40B4-BE49-F238E27FC236}">
                <a16:creationId xmlns:a16="http://schemas.microsoft.com/office/drawing/2014/main" id="{22BEBC24-96A7-4622-88F1-DEDDE7C12151}"/>
              </a:ext>
            </a:extLst>
          </p:cNvPr>
          <p:cNvSpPr>
            <a:spLocks xmlns:a="http://schemas.openxmlformats.org/drawingml/2006/main" noGrp="1"/>
          </p:cNvSpPr>
          <p:nvPr/>
        </p:nvSpPr>
        <p:spPr>
          <a:xfrm xmlns:a="http://schemas.openxmlformats.org/drawingml/2006/main">
            <a:off x="12658820" y="2713223"/>
            <a:ext cx="1849565"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Response Manager</a:t>
            </a:r>
          </a:p>
        </p:txBody>
      </p:sp>
      <p:sp>
        <p:nvSpPr>
          <p:cNvPr id="185" name="dp45-comparison / n150">
            <a:extLst xmlns:a="http://schemas.openxmlformats.org/drawingml/2006/main">
              <a:ext uri="{FF2B5EF4-FFF2-40B4-BE49-F238E27FC236}">
                <a16:creationId xmlns:a16="http://schemas.microsoft.com/office/drawing/2014/main" id="{CB5EC3A9-E083-4729-AF07-D2A433D82851}"/>
              </a:ext>
            </a:extLst>
          </p:cNvPr>
          <p:cNvSpPr>
            <a:spLocks xmlns:a="http://schemas.openxmlformats.org/drawingml/2006/main" noGrp="1"/>
          </p:cNvSpPr>
          <p:nvPr/>
        </p:nvSpPr>
        <p:spPr>
          <a:xfrm xmlns:a="http://schemas.openxmlformats.org/drawingml/2006/main">
            <a:off x="15321915" y="2615565"/>
            <a:ext cx="2155508" cy="382429"/>
          </a:xfrm>
          <a:prstGeom xmlns:a="http://schemas.openxmlformats.org/drawingml/2006/main" prst="rect">
            <a:avLst/>
          </a:prstGeom>
          <a:solidFill xmlns:a="http://schemas.openxmlformats.org/drawingml/2006/main">
            <a:srgbClr val="FFFFFF"/>
          </a:solidFill>
          <a:ln xmlns:a="http://schemas.openxmlformats.org/drawingml/2006/main" w="6953">
            <a:solidFill>
              <a:srgbClr val="000000"/>
            </a:solidFill>
            <a:prstDash val="solid"/>
          </a:ln>
        </p:spPr>
      </p:sp>
      <p:sp>
        <p:nvSpPr>
          <p:cNvPr id="186" name="dp45-comparison / n151 / text 1">
            <a:extLst xmlns:a="http://schemas.openxmlformats.org/drawingml/2006/main">
              <a:ext uri="{FF2B5EF4-FFF2-40B4-BE49-F238E27FC236}">
                <a16:creationId xmlns:a16="http://schemas.microsoft.com/office/drawing/2014/main" id="{0E42DB73-F6E3-4CAD-B976-10FA8AC6D1CB}"/>
              </a:ext>
            </a:extLst>
          </p:cNvPr>
          <p:cNvSpPr>
            <a:spLocks xmlns:a="http://schemas.openxmlformats.org/drawingml/2006/main" noGrp="1"/>
          </p:cNvSpPr>
          <p:nvPr/>
        </p:nvSpPr>
        <p:spPr>
          <a:xfrm xmlns:a="http://schemas.openxmlformats.org/drawingml/2006/main">
            <a:off x="15370588" y="2713223"/>
            <a:ext cx="2058162"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Task Manager</a:t>
            </a:r>
          </a:p>
        </p:txBody>
      </p:sp>
      <p:sp>
        <p:nvSpPr>
          <p:cNvPr id="187" name="dp45-comparison / n152">
            <a:extLst xmlns:a="http://schemas.openxmlformats.org/drawingml/2006/main">
              <a:ext uri="{FF2B5EF4-FFF2-40B4-BE49-F238E27FC236}">
                <a16:creationId xmlns:a16="http://schemas.microsoft.com/office/drawing/2014/main" id="{83C43FF7-2C19-4F1C-88A6-086D57F1EFC6}"/>
              </a:ext>
            </a:extLst>
          </p:cNvPr>
          <p:cNvSpPr>
            <a:spLocks xmlns:a="http://schemas.openxmlformats.org/drawingml/2006/main" noGrp="1"/>
          </p:cNvSpPr>
          <p:nvPr/>
        </p:nvSpPr>
        <p:spPr>
          <a:xfrm xmlns:a="http://schemas.openxmlformats.org/drawingml/2006/main">
            <a:off x="12262485" y="3693319"/>
            <a:ext cx="5249704" cy="2850833"/>
          </a:xfrm>
          <a:prstGeom xmlns:a="http://schemas.openxmlformats.org/drawingml/2006/main" prst="rect">
            <a:avLst/>
          </a:prstGeom>
          <a:solidFill xmlns:a="http://schemas.openxmlformats.org/drawingml/2006/main">
            <a:srgbClr val="FFFFFF"/>
          </a:solidFill>
          <a:ln xmlns:a="http://schemas.openxmlformats.org/drawingml/2006/main" w="6953">
            <a:solidFill>
              <a:srgbClr val="000000"/>
            </a:solidFill>
            <a:prstDash val="solid"/>
          </a:ln>
        </p:spPr>
      </p:sp>
      <p:sp>
        <p:nvSpPr>
          <p:cNvPr id="188" name="dp45-comparison / n153 / text 1">
            <a:extLst xmlns:a="http://schemas.openxmlformats.org/drawingml/2006/main">
              <a:ext uri="{FF2B5EF4-FFF2-40B4-BE49-F238E27FC236}">
                <a16:creationId xmlns:a16="http://schemas.microsoft.com/office/drawing/2014/main" id="{9BE6A9EE-6BF5-4776-B0C3-A022C2D1743E}"/>
              </a:ext>
            </a:extLst>
          </p:cNvPr>
          <p:cNvSpPr>
            <a:spLocks xmlns:a="http://schemas.openxmlformats.org/drawingml/2006/main" noGrp="1"/>
          </p:cNvSpPr>
          <p:nvPr/>
        </p:nvSpPr>
        <p:spPr>
          <a:xfrm xmlns:a="http://schemas.openxmlformats.org/drawingml/2006/main">
            <a:off x="12345924" y="3755898"/>
            <a:ext cx="5082826" cy="25205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69" b="1">
                <a:solidFill>
                  <a:srgbClr val="000000"/>
                </a:solidFill>
                <a:latin typeface="Apple SD Gothic Neo"/>
                <a:ea typeface="Apple SD Gothic Neo"/>
                <a:cs typeface="Apple SD Gothic Neo"/>
              </a:defRPr>
            </a:pPr>
            <a:r>
              <a:rPr sz="1369" b="1">
                <a:solidFill>
                  <a:srgbClr val="000000"/>
                </a:solidFill>
                <a:latin typeface="Apple SD Gothic Neo"/>
                <a:ea typeface="Apple SD Gothic Neo"/>
                <a:cs typeface="Apple SD Gothic Neo"/>
              </a:rPr>
              <a:t>Context Manager</a:t>
            </a:r>
          </a:p>
        </p:txBody>
      </p:sp>
      <p:sp>
        <p:nvSpPr>
          <p:cNvPr id="189" name="dp45-comparison / n154">
            <a:extLst xmlns:a="http://schemas.openxmlformats.org/drawingml/2006/main">
              <a:ext uri="{FF2B5EF4-FFF2-40B4-BE49-F238E27FC236}">
                <a16:creationId xmlns:a16="http://schemas.microsoft.com/office/drawing/2014/main" id="{26D56422-4F89-45ED-AAE0-5639A11460C1}"/>
              </a:ext>
            </a:extLst>
          </p:cNvPr>
          <p:cNvSpPr>
            <a:spLocks xmlns:a="http://schemas.openxmlformats.org/drawingml/2006/main" noGrp="1"/>
          </p:cNvSpPr>
          <p:nvPr/>
        </p:nvSpPr>
        <p:spPr>
          <a:xfrm xmlns:a="http://schemas.openxmlformats.org/drawingml/2006/main">
            <a:off x="9759315" y="5674995"/>
            <a:ext cx="2085975" cy="347663"/>
          </a:xfrm>
          <a:prstGeom xmlns:a="http://schemas.openxmlformats.org/drawingml/2006/main" prst="rect">
            <a:avLst/>
          </a:prstGeom>
          <a:solidFill xmlns:a="http://schemas.openxmlformats.org/drawingml/2006/main">
            <a:srgbClr val="FFFFFF"/>
          </a:solidFill>
          <a:ln xmlns:a="http://schemas.openxmlformats.org/drawingml/2006/main" w="6953">
            <a:solidFill>
              <a:srgbClr val="000000"/>
            </a:solidFill>
            <a:prstDash val="solid"/>
          </a:ln>
        </p:spPr>
      </p:sp>
      <p:sp>
        <p:nvSpPr>
          <p:cNvPr id="190" name="dp45-comparison / n155 / text 1">
            <a:extLst xmlns:a="http://schemas.openxmlformats.org/drawingml/2006/main">
              <a:ext uri="{FF2B5EF4-FFF2-40B4-BE49-F238E27FC236}">
                <a16:creationId xmlns:a16="http://schemas.microsoft.com/office/drawing/2014/main" id="{C91D847F-70DA-485E-8B34-17E530373675}"/>
              </a:ext>
            </a:extLst>
          </p:cNvPr>
          <p:cNvSpPr>
            <a:spLocks xmlns:a="http://schemas.openxmlformats.org/drawingml/2006/main" noGrp="1"/>
          </p:cNvSpPr>
          <p:nvPr/>
        </p:nvSpPr>
        <p:spPr>
          <a:xfrm xmlns:a="http://schemas.openxmlformats.org/drawingml/2006/main">
            <a:off x="9807988" y="5755270"/>
            <a:ext cx="1988630"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Request Interpreter</a:t>
            </a:r>
          </a:p>
        </p:txBody>
      </p:sp>
      <p:sp>
        <p:nvSpPr>
          <p:cNvPr id="191" name="dp45-comparison / n156">
            <a:extLst xmlns:a="http://schemas.openxmlformats.org/drawingml/2006/main">
              <a:ext uri="{FF2B5EF4-FFF2-40B4-BE49-F238E27FC236}">
                <a16:creationId xmlns:a16="http://schemas.microsoft.com/office/drawing/2014/main" id="{042F13A4-B022-455C-84F5-5083CF5CF95C}"/>
              </a:ext>
            </a:extLst>
          </p:cNvPr>
          <p:cNvSpPr>
            <a:spLocks xmlns:a="http://schemas.openxmlformats.org/drawingml/2006/main" noGrp="1"/>
          </p:cNvSpPr>
          <p:nvPr/>
        </p:nvSpPr>
        <p:spPr>
          <a:xfrm xmlns:a="http://schemas.openxmlformats.org/drawingml/2006/main">
            <a:off x="9759315" y="6822281"/>
            <a:ext cx="2085975" cy="312896"/>
          </a:xfrm>
          <a:prstGeom xmlns:a="http://schemas.openxmlformats.org/drawingml/2006/main" prst="rect">
            <a:avLst/>
          </a:prstGeom>
          <a:solidFill xmlns:a="http://schemas.openxmlformats.org/drawingml/2006/main">
            <a:srgbClr val="FFFFFF"/>
          </a:solidFill>
          <a:ln xmlns:a="http://schemas.openxmlformats.org/drawingml/2006/main" w="6953">
            <a:solidFill>
              <a:srgbClr val="000000"/>
            </a:solidFill>
            <a:prstDash val="solid"/>
          </a:ln>
        </p:spPr>
      </p:sp>
      <p:sp>
        <p:nvSpPr>
          <p:cNvPr id="192" name="dp45-comparison / n157 / text 1">
            <a:extLst xmlns:a="http://schemas.openxmlformats.org/drawingml/2006/main">
              <a:ext uri="{FF2B5EF4-FFF2-40B4-BE49-F238E27FC236}">
                <a16:creationId xmlns:a16="http://schemas.microsoft.com/office/drawing/2014/main" id="{3D4ABED5-79A5-445F-8195-6E850FECD84E}"/>
              </a:ext>
            </a:extLst>
          </p:cNvPr>
          <p:cNvSpPr>
            <a:spLocks xmlns:a="http://schemas.openxmlformats.org/drawingml/2006/main" noGrp="1"/>
          </p:cNvSpPr>
          <p:nvPr/>
        </p:nvSpPr>
        <p:spPr>
          <a:xfrm xmlns:a="http://schemas.openxmlformats.org/drawingml/2006/main">
            <a:off x="9807988" y="6885173"/>
            <a:ext cx="1988630"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Model Access</a:t>
            </a:r>
          </a:p>
        </p:txBody>
      </p:sp>
      <p:sp>
        <p:nvSpPr>
          <p:cNvPr id="193" name="dp45-comparison / n158">
            <a:extLst xmlns:a="http://schemas.openxmlformats.org/drawingml/2006/main">
              <a:ext uri="{FF2B5EF4-FFF2-40B4-BE49-F238E27FC236}">
                <a16:creationId xmlns:a16="http://schemas.microsoft.com/office/drawing/2014/main" id="{1EAC2F86-4264-49F3-A359-0D66704B8CD0}"/>
              </a:ext>
            </a:extLst>
          </p:cNvPr>
          <p:cNvSpPr>
            <a:spLocks xmlns:a="http://schemas.openxmlformats.org/drawingml/2006/main" noGrp="1"/>
          </p:cNvSpPr>
          <p:nvPr/>
        </p:nvSpPr>
        <p:spPr>
          <a:xfrm xmlns:a="http://schemas.openxmlformats.org/drawingml/2006/main">
            <a:off x="12679680" y="6822281"/>
            <a:ext cx="1738313" cy="312896"/>
          </a:xfrm>
          <a:prstGeom xmlns:a="http://schemas.openxmlformats.org/drawingml/2006/main" prst="hexagon">
            <a:avLst/>
          </a:prstGeom>
          <a:solidFill xmlns:a="http://schemas.openxmlformats.org/drawingml/2006/main">
            <a:srgbClr val="FFFFFF"/>
          </a:solidFill>
          <a:ln xmlns:a="http://schemas.openxmlformats.org/drawingml/2006/main" w="6953">
            <a:solidFill>
              <a:srgbClr val="000000"/>
            </a:solidFill>
            <a:prstDash val="solid"/>
          </a:ln>
        </p:spPr>
      </p:sp>
      <p:sp>
        <p:nvSpPr>
          <p:cNvPr id="194" name="dp45-comparison / n159 / text 1">
            <a:extLst xmlns:a="http://schemas.openxmlformats.org/drawingml/2006/main">
              <a:ext uri="{FF2B5EF4-FFF2-40B4-BE49-F238E27FC236}">
                <a16:creationId xmlns:a16="http://schemas.microsoft.com/office/drawing/2014/main" id="{38B1ADCD-77E8-4188-9ED9-66BB0CC83E20}"/>
              </a:ext>
            </a:extLst>
          </p:cNvPr>
          <p:cNvSpPr>
            <a:spLocks xmlns:a="http://schemas.openxmlformats.org/drawingml/2006/main" noGrp="1"/>
          </p:cNvSpPr>
          <p:nvPr/>
        </p:nvSpPr>
        <p:spPr>
          <a:xfrm xmlns:a="http://schemas.openxmlformats.org/drawingml/2006/main">
            <a:off x="12728353" y="6885173"/>
            <a:ext cx="1640967"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Shared Omni</a:t>
            </a:r>
          </a:p>
        </p:txBody>
      </p:sp>
      <p:sp>
        <p:nvSpPr>
          <p:cNvPr id="195" name="dp45-comparison / n160">
            <a:extLst xmlns:a="http://schemas.openxmlformats.org/drawingml/2006/main">
              <a:ext uri="{FF2B5EF4-FFF2-40B4-BE49-F238E27FC236}">
                <a16:creationId xmlns:a16="http://schemas.microsoft.com/office/drawing/2014/main" id="{C5ADE268-F86C-440D-B3B1-62B19EA4F0BD}"/>
              </a:ext>
            </a:extLst>
          </p:cNvPr>
          <p:cNvSpPr>
            <a:spLocks xmlns:a="http://schemas.openxmlformats.org/drawingml/2006/main" noGrp="1"/>
          </p:cNvSpPr>
          <p:nvPr/>
        </p:nvSpPr>
        <p:spPr>
          <a:xfrm xmlns:a="http://schemas.openxmlformats.org/drawingml/2006/main">
            <a:off x="15669578" y="6140863"/>
            <a:ext cx="1668780" cy="319850"/>
          </a:xfrm>
          <a:prstGeom xmlns:a="http://schemas.openxmlformats.org/drawingml/2006/main" prst="can">
            <a:avLst>
              <a:gd name="adj" fmla="val 20000"/>
            </a:avLst>
          </a:prstGeom>
          <a:solidFill xmlns:a="http://schemas.openxmlformats.org/drawingml/2006/main">
            <a:srgbClr val="FFFFFF"/>
          </a:solidFill>
          <a:ln xmlns:a="http://schemas.openxmlformats.org/drawingml/2006/main" w="6953">
            <a:solidFill>
              <a:srgbClr val="000000"/>
            </a:solidFill>
            <a:prstDash val="solid"/>
          </a:ln>
        </p:spPr>
      </p:sp>
      <p:sp>
        <p:nvSpPr>
          <p:cNvPr id="196" name="dp45-comparison / n161 / text 1">
            <a:extLst xmlns:a="http://schemas.openxmlformats.org/drawingml/2006/main">
              <a:ext uri="{FF2B5EF4-FFF2-40B4-BE49-F238E27FC236}">
                <a16:creationId xmlns:a16="http://schemas.microsoft.com/office/drawing/2014/main" id="{5CC51B21-E0FA-42F5-BCB9-B43D05344970}"/>
              </a:ext>
            </a:extLst>
          </p:cNvPr>
          <p:cNvSpPr>
            <a:spLocks xmlns:a="http://schemas.openxmlformats.org/drawingml/2006/main" noGrp="1"/>
          </p:cNvSpPr>
          <p:nvPr/>
        </p:nvSpPr>
        <p:spPr>
          <a:xfrm xmlns:a="http://schemas.openxmlformats.org/drawingml/2006/main">
            <a:off x="15718250" y="6243180"/>
            <a:ext cx="1571435" cy="21172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50" b="1">
                <a:solidFill>
                  <a:srgbClr val="000000"/>
                </a:solidFill>
                <a:latin typeface="Apple SD Gothic Neo"/>
                <a:ea typeface="Apple SD Gothic Neo"/>
                <a:cs typeface="Apple SD Gothic Neo"/>
              </a:defRPr>
            </a:pPr>
            <a:r>
              <a:rPr sz="1150" b="1">
                <a:solidFill>
                  <a:srgbClr val="000000"/>
                </a:solidFill>
                <a:latin typeface="Apple SD Gothic Neo"/>
                <a:ea typeface="Apple SD Gothic Neo"/>
                <a:cs typeface="Apple SD Gothic Neo"/>
              </a:rPr>
              <a:t>User Memory</a:t>
            </a:r>
          </a:p>
        </p:txBody>
      </p:sp>
      <p:sp>
        <p:nvSpPr>
          <p:cNvPr id="197" name="dp45-comparison / n170">
            <a:extLst xmlns:a="http://schemas.openxmlformats.org/drawingml/2006/main">
              <a:ext uri="{FF2B5EF4-FFF2-40B4-BE49-F238E27FC236}">
                <a16:creationId xmlns:a16="http://schemas.microsoft.com/office/drawing/2014/main" id="{A531A119-79A9-4239-9967-6A53B990E56C}"/>
              </a:ext>
            </a:extLst>
          </p:cNvPr>
          <p:cNvSpPr>
            <a:spLocks xmlns:a="http://schemas.openxmlformats.org/drawingml/2006/main" noGrp="1"/>
          </p:cNvSpPr>
          <p:nvPr/>
        </p:nvSpPr>
        <p:spPr>
          <a:xfrm xmlns:a="http://schemas.openxmlformats.org/drawingml/2006/main">
            <a:off x="12610148" y="4159186"/>
            <a:ext cx="1981676" cy="382429"/>
          </a:xfrm>
          <a:prstGeom xmlns:a="http://schemas.openxmlformats.org/drawingml/2006/main" prst="roundRect">
            <a:avLst>
              <a:gd name="adj" fmla="val 19925"/>
            </a:avLst>
          </a:prstGeom>
          <a:solidFill xmlns:a="http://schemas.openxmlformats.org/drawingml/2006/main">
            <a:srgbClr val="FFF0DD"/>
          </a:solidFill>
          <a:ln xmlns:a="http://schemas.openxmlformats.org/drawingml/2006/main" w="12516">
            <a:solidFill>
              <a:srgbClr val="B8753F"/>
            </a:solidFill>
            <a:prstDash val="solid"/>
          </a:ln>
        </p:spPr>
      </p:sp>
      <p:sp>
        <p:nvSpPr>
          <p:cNvPr id="198" name="dp45-comparison / n171 / text 1">
            <a:extLst xmlns:a="http://schemas.openxmlformats.org/drawingml/2006/main">
              <a:ext uri="{FF2B5EF4-FFF2-40B4-BE49-F238E27FC236}">
                <a16:creationId xmlns:a16="http://schemas.microsoft.com/office/drawing/2014/main" id="{E7C40315-2843-474D-B320-AFE82E70DAFB}"/>
              </a:ext>
            </a:extLst>
          </p:cNvPr>
          <p:cNvSpPr>
            <a:spLocks xmlns:a="http://schemas.openxmlformats.org/drawingml/2006/main" noGrp="1"/>
          </p:cNvSpPr>
          <p:nvPr/>
        </p:nvSpPr>
        <p:spPr>
          <a:xfrm xmlns:a="http://schemas.openxmlformats.org/drawingml/2006/main">
            <a:off x="12658820" y="4256845"/>
            <a:ext cx="1884331"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Memory Publisher</a:t>
            </a:r>
          </a:p>
        </p:txBody>
      </p:sp>
      <p:sp>
        <p:nvSpPr>
          <p:cNvPr id="199" name="dp45-comparison / n172">
            <a:extLst xmlns:a="http://schemas.openxmlformats.org/drawingml/2006/main">
              <a:ext uri="{FF2B5EF4-FFF2-40B4-BE49-F238E27FC236}">
                <a16:creationId xmlns:a16="http://schemas.microsoft.com/office/drawing/2014/main" id="{25022DAB-D94F-47B8-941C-196C63F0FC51}"/>
              </a:ext>
            </a:extLst>
          </p:cNvPr>
          <p:cNvSpPr>
            <a:spLocks xmlns:a="http://schemas.openxmlformats.org/drawingml/2006/main" noGrp="1"/>
          </p:cNvSpPr>
          <p:nvPr/>
        </p:nvSpPr>
        <p:spPr>
          <a:xfrm xmlns:a="http://schemas.openxmlformats.org/drawingml/2006/main">
            <a:off x="15321915" y="4159186"/>
            <a:ext cx="1981676" cy="514540"/>
          </a:xfrm>
          <a:prstGeom xmlns:a="http://schemas.openxmlformats.org/drawingml/2006/main" prst="can">
            <a:avLst>
              <a:gd name="adj" fmla="val 20000"/>
            </a:avLst>
          </a:prstGeom>
          <a:solidFill xmlns:a="http://schemas.openxmlformats.org/drawingml/2006/main">
            <a:srgbClr val="FFF0DD"/>
          </a:solidFill>
          <a:ln xmlns:a="http://schemas.openxmlformats.org/drawingml/2006/main" w="12516">
            <a:solidFill>
              <a:srgbClr val="B8753F"/>
            </a:solidFill>
            <a:prstDash val="solid"/>
          </a:ln>
        </p:spPr>
      </p:sp>
      <p:sp>
        <p:nvSpPr>
          <p:cNvPr id="200" name="dp45-comparison / n173 / text 1">
            <a:extLst xmlns:a="http://schemas.openxmlformats.org/drawingml/2006/main">
              <a:ext uri="{FF2B5EF4-FFF2-40B4-BE49-F238E27FC236}">
                <a16:creationId xmlns:a16="http://schemas.microsoft.com/office/drawing/2014/main" id="{F67BC1E1-C3C8-4066-8F1A-90651093B15E}"/>
              </a:ext>
            </a:extLst>
          </p:cNvPr>
          <p:cNvSpPr>
            <a:spLocks xmlns:a="http://schemas.openxmlformats.org/drawingml/2006/main" noGrp="1"/>
          </p:cNvSpPr>
          <p:nvPr/>
        </p:nvSpPr>
        <p:spPr>
          <a:xfrm xmlns:a="http://schemas.openxmlformats.org/drawingml/2006/main">
            <a:off x="15370588" y="4273428"/>
            <a:ext cx="1884331" cy="21172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50" b="1">
                <a:solidFill>
                  <a:srgbClr val="000000"/>
                </a:solidFill>
                <a:latin typeface="Apple SD Gothic Neo"/>
                <a:ea typeface="Apple SD Gothic Neo"/>
                <a:cs typeface="Apple SD Gothic Neo"/>
              </a:defRPr>
            </a:pPr>
            <a:r>
              <a:rPr sz="1150" b="1">
                <a:solidFill>
                  <a:srgbClr val="000000"/>
                </a:solidFill>
                <a:latin typeface="Apple SD Gothic Neo"/>
                <a:ea typeface="Apple SD Gothic Neo"/>
                <a:cs typeface="Apple SD Gothic Neo"/>
              </a:rPr>
              <a:t>Episodic Memory</a:t>
            </a:r>
          </a:p>
        </p:txBody>
      </p:sp>
      <p:sp>
        <p:nvSpPr>
          <p:cNvPr id="201" name="dp45-comparison / n173 / text 2">
            <a:extLst xmlns:a="http://schemas.openxmlformats.org/drawingml/2006/main">
              <a:ext uri="{FF2B5EF4-FFF2-40B4-BE49-F238E27FC236}">
                <a16:creationId xmlns:a16="http://schemas.microsoft.com/office/drawing/2014/main" id="{440A0099-B7C5-4BC2-AAF0-88EAF1B20CDC}"/>
              </a:ext>
            </a:extLst>
          </p:cNvPr>
          <p:cNvSpPr>
            <a:spLocks xmlns:a="http://schemas.openxmlformats.org/drawingml/2006/main" noGrp="1"/>
          </p:cNvSpPr>
          <p:nvPr/>
        </p:nvSpPr>
        <p:spPr>
          <a:xfrm xmlns:a="http://schemas.openxmlformats.org/drawingml/2006/main">
            <a:off x="15370588" y="4466172"/>
            <a:ext cx="1884331" cy="21172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50" b="1">
                <a:solidFill>
                  <a:srgbClr val="000000"/>
                </a:solidFill>
                <a:latin typeface="Apple SD Gothic Neo"/>
                <a:ea typeface="Apple SD Gothic Neo"/>
                <a:cs typeface="Apple SD Gothic Neo"/>
              </a:defRPr>
            </a:pPr>
            <a:r>
              <a:rPr sz="1150" b="1">
                <a:solidFill>
                  <a:srgbClr val="000000"/>
                </a:solidFill>
                <a:latin typeface="Apple SD Gothic Neo"/>
                <a:ea typeface="Apple SD Gothic Neo"/>
                <a:cs typeface="Apple SD Gothic Neo"/>
              </a:rPr>
              <a:t>Repository</a:t>
            </a:r>
          </a:p>
        </p:txBody>
      </p:sp>
      <p:sp>
        <p:nvSpPr>
          <p:cNvPr id="202" name="dp45-comparison / n174">
            <a:extLst xmlns:a="http://schemas.openxmlformats.org/drawingml/2006/main">
              <a:ext uri="{FF2B5EF4-FFF2-40B4-BE49-F238E27FC236}">
                <a16:creationId xmlns:a16="http://schemas.microsoft.com/office/drawing/2014/main" id="{44185320-B1F3-4564-8034-E9701A3E4534}"/>
              </a:ext>
            </a:extLst>
          </p:cNvPr>
          <p:cNvSpPr>
            <a:spLocks xmlns:a="http://schemas.openxmlformats.org/drawingml/2006/main" noGrp="1"/>
          </p:cNvSpPr>
          <p:nvPr/>
        </p:nvSpPr>
        <p:spPr>
          <a:xfrm xmlns:a="http://schemas.openxmlformats.org/drawingml/2006/main">
            <a:off x="12610148" y="5501164"/>
            <a:ext cx="1981676" cy="382429"/>
          </a:xfrm>
          <a:prstGeom xmlns:a="http://schemas.openxmlformats.org/drawingml/2006/main" prst="roundRect">
            <a:avLst>
              <a:gd name="adj" fmla="val 19925"/>
            </a:avLst>
          </a:prstGeom>
          <a:solidFill xmlns:a="http://schemas.openxmlformats.org/drawingml/2006/main">
            <a:srgbClr val="FFF0DD"/>
          </a:solidFill>
          <a:ln xmlns:a="http://schemas.openxmlformats.org/drawingml/2006/main" w="12516">
            <a:solidFill>
              <a:srgbClr val="B8753F"/>
            </a:solidFill>
            <a:prstDash val="solid"/>
          </a:ln>
        </p:spPr>
      </p:sp>
      <p:sp>
        <p:nvSpPr>
          <p:cNvPr id="203" name="dp45-comparison / n175 / text 1">
            <a:extLst xmlns:a="http://schemas.openxmlformats.org/drawingml/2006/main">
              <a:ext uri="{FF2B5EF4-FFF2-40B4-BE49-F238E27FC236}">
                <a16:creationId xmlns:a16="http://schemas.microsoft.com/office/drawing/2014/main" id="{FED0F48B-5C7C-437F-9B30-A968F797C8C2}"/>
              </a:ext>
            </a:extLst>
          </p:cNvPr>
          <p:cNvSpPr>
            <a:spLocks xmlns:a="http://schemas.openxmlformats.org/drawingml/2006/main" noGrp="1"/>
          </p:cNvSpPr>
          <p:nvPr/>
        </p:nvSpPr>
        <p:spPr>
          <a:xfrm xmlns:a="http://schemas.openxmlformats.org/drawingml/2006/main">
            <a:off x="12658820" y="5598822"/>
            <a:ext cx="1884331"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Evidence Reader</a:t>
            </a:r>
          </a:p>
        </p:txBody>
      </p:sp>
      <p:sp>
        <p:nvSpPr>
          <p:cNvPr id="204" name="dp45-comparison / n180 / path">
            <a:extLst xmlns:a="http://schemas.openxmlformats.org/drawingml/2006/main">
              <a:ext uri="{FF2B5EF4-FFF2-40B4-BE49-F238E27FC236}">
                <a16:creationId xmlns:a16="http://schemas.microsoft.com/office/drawing/2014/main" id="{E9696BDD-5DF8-4567-AD99-0DD765744328}"/>
              </a:ext>
            </a:extLst>
          </p:cNvPr>
          <p:cNvSpPr>
            <a:spLocks xmlns:a="http://schemas.openxmlformats.org/drawingml/2006/main" noGrp="1"/>
          </p:cNvSpPr>
          <p:nvPr/>
        </p:nvSpPr>
        <p:spPr>
          <a:xfrm xmlns:a="http://schemas.openxmlformats.org/drawingml/2006/main">
            <a:off x="10684097" y="2997994"/>
            <a:ext cx="2798683" cy="1161193"/>
          </a:xfrm>
          <a:custGeom xmlns:a="http://schemas.openxmlformats.org/drawingml/2006/main">
            <a:pathLst>
              <a:path w="2798683" h="1161193">
                <a:moveTo>
                  <a:pt x="0" y="0"/>
                </a:moveTo>
                <a:lnTo>
                  <a:pt x="0" y="1161193"/>
                </a:lnTo>
                <a:lnTo>
                  <a:pt x="2798683" y="1161193"/>
                </a:lnTo>
              </a:path>
            </a:pathLst>
          </a:custGeom>
          <a:noFill xmlns:a="http://schemas.openxmlformats.org/drawingml/2006/main"/>
          <a:ln xmlns:a="http://schemas.openxmlformats.org/drawingml/2006/main" w="7649">
            <a:solidFill>
              <a:srgbClr val="000000"/>
            </a:solidFill>
            <a:prstDash val="solid"/>
          </a:ln>
        </p:spPr>
      </p:sp>
      <p:sp>
        <p:nvSpPr>
          <p:cNvPr id="205" name="dp45-comparison / n180 / arrow">
            <a:extLst xmlns:a="http://schemas.openxmlformats.org/drawingml/2006/main">
              <a:ext uri="{FF2B5EF4-FFF2-40B4-BE49-F238E27FC236}">
                <a16:creationId xmlns:a16="http://schemas.microsoft.com/office/drawing/2014/main" id="{7AA0935C-3056-4126-92CF-DDDCDA3DEAA1}"/>
              </a:ext>
            </a:extLst>
          </p:cNvPr>
          <p:cNvSpPr>
            <a:spLocks xmlns:a="http://schemas.openxmlformats.org/drawingml/2006/main" noGrp="1"/>
          </p:cNvSpPr>
          <p:nvPr/>
        </p:nvSpPr>
        <p:spPr>
          <a:xfrm xmlns:a="http://schemas.openxmlformats.org/drawingml/2006/main">
            <a:off x="13433829" y="4134711"/>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206" name="dp45-comparison / n181 / path">
            <a:extLst xmlns:a="http://schemas.openxmlformats.org/drawingml/2006/main">
              <a:ext uri="{FF2B5EF4-FFF2-40B4-BE49-F238E27FC236}">
                <a16:creationId xmlns:a16="http://schemas.microsoft.com/office/drawing/2014/main" id="{05D16F1C-FCC8-4C89-86E5-0B00D68BCE51}"/>
              </a:ext>
            </a:extLst>
          </p:cNvPr>
          <p:cNvSpPr>
            <a:spLocks xmlns:a="http://schemas.openxmlformats.org/drawingml/2006/main" noGrp="1"/>
          </p:cNvSpPr>
          <p:nvPr/>
        </p:nvSpPr>
        <p:spPr>
          <a:xfrm xmlns:a="http://schemas.openxmlformats.org/drawingml/2006/main">
            <a:off x="10802303" y="2997994"/>
            <a:ext cx="2798683" cy="1161193"/>
          </a:xfrm>
          <a:custGeom xmlns:a="http://schemas.openxmlformats.org/drawingml/2006/main">
            <a:pathLst>
              <a:path w="2798683" h="1161193">
                <a:moveTo>
                  <a:pt x="2798683" y="1161193"/>
                </a:moveTo>
                <a:lnTo>
                  <a:pt x="0" y="1161193"/>
                </a:lnTo>
                <a:lnTo>
                  <a:pt x="0" y="0"/>
                </a:lnTo>
              </a:path>
            </a:pathLst>
          </a:custGeom>
          <a:noFill xmlns:a="http://schemas.openxmlformats.org/drawingml/2006/main"/>
          <a:ln xmlns:a="http://schemas.openxmlformats.org/drawingml/2006/main" w="7649">
            <a:solidFill>
              <a:srgbClr val="000000"/>
            </a:solidFill>
            <a:prstDash val="solid"/>
          </a:ln>
        </p:spPr>
      </p:sp>
      <p:sp>
        <p:nvSpPr>
          <p:cNvPr id="207" name="dp45-comparison / n181 / arrow">
            <a:extLst xmlns:a="http://schemas.openxmlformats.org/drawingml/2006/main">
              <a:ext uri="{FF2B5EF4-FFF2-40B4-BE49-F238E27FC236}">
                <a16:creationId xmlns:a16="http://schemas.microsoft.com/office/drawing/2014/main" id="{A563CBEB-C338-49BB-B6E6-E012DB5B6FCD}"/>
              </a:ext>
            </a:extLst>
          </p:cNvPr>
          <p:cNvSpPr>
            <a:spLocks xmlns:a="http://schemas.openxmlformats.org/drawingml/2006/main" noGrp="1"/>
          </p:cNvSpPr>
          <p:nvPr/>
        </p:nvSpPr>
        <p:spPr>
          <a:xfrm xmlns:a="http://schemas.openxmlformats.org/drawingml/2006/main">
            <a:off x="10777827" y="2997994"/>
            <a:ext cx="48951" cy="48951"/>
          </a:xfrm>
          <a:custGeom xmlns:a="http://schemas.openxmlformats.org/drawingml/2006/main">
            <a:pathLst>
              <a:path w="48951" h="48951">
                <a:moveTo>
                  <a:pt x="48951" y="48951"/>
                </a:moveTo>
                <a:lnTo>
                  <a:pt x="24475" y="0"/>
                </a:lnTo>
                <a:lnTo>
                  <a:pt x="0" y="48951"/>
                </a:lnTo>
              </a:path>
            </a:pathLst>
          </a:custGeom>
          <a:noFill xmlns:a="http://schemas.openxmlformats.org/drawingml/2006/main"/>
          <a:ln xmlns:a="http://schemas.openxmlformats.org/drawingml/2006/main" w="9790">
            <a:solidFill>
              <a:srgbClr val="000000"/>
            </a:solidFill>
            <a:prstDash val="solid"/>
          </a:ln>
        </p:spPr>
      </p:sp>
      <p:sp>
        <p:nvSpPr>
          <p:cNvPr id="208" name="dp45-comparison / n182 / path">
            <a:extLst xmlns:a="http://schemas.openxmlformats.org/drawingml/2006/main">
              <a:ext uri="{FF2B5EF4-FFF2-40B4-BE49-F238E27FC236}">
                <a16:creationId xmlns:a16="http://schemas.microsoft.com/office/drawing/2014/main" id="{DBFE4DC0-4BCC-4C6F-B8F9-5262C9C7DC0B}"/>
              </a:ext>
            </a:extLst>
          </p:cNvPr>
          <p:cNvSpPr>
            <a:spLocks xmlns:a="http://schemas.openxmlformats.org/drawingml/2006/main" noGrp="1"/>
          </p:cNvSpPr>
          <p:nvPr/>
        </p:nvSpPr>
        <p:spPr>
          <a:xfrm xmlns:a="http://schemas.openxmlformats.org/drawingml/2006/main">
            <a:off x="10920508" y="2997994"/>
            <a:ext cx="2798683" cy="1161193"/>
          </a:xfrm>
          <a:custGeom xmlns:a="http://schemas.openxmlformats.org/drawingml/2006/main">
            <a:pathLst>
              <a:path w="2798683" h="1161193">
                <a:moveTo>
                  <a:pt x="0" y="0"/>
                </a:moveTo>
                <a:lnTo>
                  <a:pt x="0" y="1161193"/>
                </a:lnTo>
                <a:lnTo>
                  <a:pt x="2798683" y="1161193"/>
                </a:lnTo>
              </a:path>
            </a:pathLst>
          </a:custGeom>
          <a:noFill xmlns:a="http://schemas.openxmlformats.org/drawingml/2006/main"/>
          <a:ln xmlns:a="http://schemas.openxmlformats.org/drawingml/2006/main" w="7649">
            <a:solidFill>
              <a:srgbClr val="000000"/>
            </a:solidFill>
            <a:prstDash val="dash"/>
          </a:ln>
        </p:spPr>
      </p:sp>
      <p:sp>
        <p:nvSpPr>
          <p:cNvPr id="209" name="dp45-comparison / n182 / arrow">
            <a:extLst xmlns:a="http://schemas.openxmlformats.org/drawingml/2006/main">
              <a:ext uri="{FF2B5EF4-FFF2-40B4-BE49-F238E27FC236}">
                <a16:creationId xmlns:a16="http://schemas.microsoft.com/office/drawing/2014/main" id="{C5EEF003-8CE4-476A-A9C1-F0B129543C27}"/>
              </a:ext>
            </a:extLst>
          </p:cNvPr>
          <p:cNvSpPr>
            <a:spLocks xmlns:a="http://schemas.openxmlformats.org/drawingml/2006/main" noGrp="1"/>
          </p:cNvSpPr>
          <p:nvPr/>
        </p:nvSpPr>
        <p:spPr>
          <a:xfrm xmlns:a="http://schemas.openxmlformats.org/drawingml/2006/main">
            <a:off x="13670240" y="4134711"/>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210" name="dp45-comparison / n183 / path">
            <a:extLst xmlns:a="http://schemas.openxmlformats.org/drawingml/2006/main">
              <a:ext uri="{FF2B5EF4-FFF2-40B4-BE49-F238E27FC236}">
                <a16:creationId xmlns:a16="http://schemas.microsoft.com/office/drawing/2014/main" id="{DC861AC0-9272-4032-A8D7-2ADB73663B1D}"/>
              </a:ext>
            </a:extLst>
          </p:cNvPr>
          <p:cNvSpPr>
            <a:spLocks xmlns:a="http://schemas.openxmlformats.org/drawingml/2006/main" noGrp="1"/>
          </p:cNvSpPr>
          <p:nvPr/>
        </p:nvSpPr>
        <p:spPr>
          <a:xfrm xmlns:a="http://schemas.openxmlformats.org/drawingml/2006/main">
            <a:off x="12199906" y="2997994"/>
            <a:ext cx="1282875" cy="1161193"/>
          </a:xfrm>
          <a:custGeom xmlns:a="http://schemas.openxmlformats.org/drawingml/2006/main">
            <a:pathLst>
              <a:path w="1282875" h="1161193">
                <a:moveTo>
                  <a:pt x="1265492" y="0"/>
                </a:moveTo>
                <a:lnTo>
                  <a:pt x="0" y="0"/>
                </a:lnTo>
                <a:lnTo>
                  <a:pt x="0" y="1161193"/>
                </a:lnTo>
                <a:lnTo>
                  <a:pt x="1282875" y="1161193"/>
                </a:lnTo>
              </a:path>
            </a:pathLst>
          </a:custGeom>
          <a:noFill xmlns:a="http://schemas.openxmlformats.org/drawingml/2006/main"/>
          <a:ln xmlns:a="http://schemas.openxmlformats.org/drawingml/2006/main" w="7649">
            <a:solidFill>
              <a:srgbClr val="000000"/>
            </a:solidFill>
            <a:prstDash val="solid"/>
          </a:ln>
        </p:spPr>
      </p:sp>
      <p:sp>
        <p:nvSpPr>
          <p:cNvPr id="211" name="dp45-comparison / n183 / arrow">
            <a:extLst xmlns:a="http://schemas.openxmlformats.org/drawingml/2006/main">
              <a:ext uri="{FF2B5EF4-FFF2-40B4-BE49-F238E27FC236}">
                <a16:creationId xmlns:a16="http://schemas.microsoft.com/office/drawing/2014/main" id="{2EA43B7B-B4BA-49F1-84E0-EE84242CAD1C}"/>
              </a:ext>
            </a:extLst>
          </p:cNvPr>
          <p:cNvSpPr>
            <a:spLocks xmlns:a="http://schemas.openxmlformats.org/drawingml/2006/main" noGrp="1"/>
          </p:cNvSpPr>
          <p:nvPr/>
        </p:nvSpPr>
        <p:spPr>
          <a:xfrm xmlns:a="http://schemas.openxmlformats.org/drawingml/2006/main">
            <a:off x="13433829" y="4134711"/>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212" name="dp45-comparison / n184 / path">
            <a:extLst xmlns:a="http://schemas.openxmlformats.org/drawingml/2006/main">
              <a:ext uri="{FF2B5EF4-FFF2-40B4-BE49-F238E27FC236}">
                <a16:creationId xmlns:a16="http://schemas.microsoft.com/office/drawing/2014/main" id="{2AB4EC9D-2BDB-4F6A-A22B-8C205F82B622}"/>
              </a:ext>
            </a:extLst>
          </p:cNvPr>
          <p:cNvSpPr>
            <a:spLocks xmlns:a="http://schemas.openxmlformats.org/drawingml/2006/main" noGrp="1"/>
          </p:cNvSpPr>
          <p:nvPr/>
        </p:nvSpPr>
        <p:spPr>
          <a:xfrm xmlns:a="http://schemas.openxmlformats.org/drawingml/2006/main">
            <a:off x="12199906" y="2997994"/>
            <a:ext cx="1401080" cy="1161193"/>
          </a:xfrm>
          <a:custGeom xmlns:a="http://schemas.openxmlformats.org/drawingml/2006/main">
            <a:pathLst>
              <a:path w="1401080" h="1161193">
                <a:moveTo>
                  <a:pt x="1401080" y="1161193"/>
                </a:moveTo>
                <a:lnTo>
                  <a:pt x="0" y="1161193"/>
                </a:lnTo>
                <a:lnTo>
                  <a:pt x="0" y="0"/>
                </a:lnTo>
                <a:lnTo>
                  <a:pt x="1383697" y="0"/>
                </a:lnTo>
              </a:path>
            </a:pathLst>
          </a:custGeom>
          <a:noFill xmlns:a="http://schemas.openxmlformats.org/drawingml/2006/main"/>
          <a:ln xmlns:a="http://schemas.openxmlformats.org/drawingml/2006/main" w="7649">
            <a:solidFill>
              <a:srgbClr val="000000"/>
            </a:solidFill>
            <a:prstDash val="solid"/>
          </a:ln>
        </p:spPr>
      </p:sp>
      <p:sp>
        <p:nvSpPr>
          <p:cNvPr id="213" name="dp45-comparison / n184 / arrow">
            <a:extLst xmlns:a="http://schemas.openxmlformats.org/drawingml/2006/main">
              <a:ext uri="{FF2B5EF4-FFF2-40B4-BE49-F238E27FC236}">
                <a16:creationId xmlns:a16="http://schemas.microsoft.com/office/drawing/2014/main" id="{812F543D-EB46-4C65-9C3C-3EB9A23797DE}"/>
              </a:ext>
            </a:extLst>
          </p:cNvPr>
          <p:cNvSpPr>
            <a:spLocks xmlns:a="http://schemas.openxmlformats.org/drawingml/2006/main" noGrp="1"/>
          </p:cNvSpPr>
          <p:nvPr/>
        </p:nvSpPr>
        <p:spPr>
          <a:xfrm xmlns:a="http://schemas.openxmlformats.org/drawingml/2006/main">
            <a:off x="13534652" y="2973518"/>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214" name="dp45-comparison / n185 / path">
            <a:extLst xmlns:a="http://schemas.openxmlformats.org/drawingml/2006/main">
              <a:ext uri="{FF2B5EF4-FFF2-40B4-BE49-F238E27FC236}">
                <a16:creationId xmlns:a16="http://schemas.microsoft.com/office/drawing/2014/main" id="{E4E0E794-F4F8-4FF0-A2E3-2C1B67CDB8B1}"/>
              </a:ext>
            </a:extLst>
          </p:cNvPr>
          <p:cNvSpPr>
            <a:spLocks xmlns:a="http://schemas.openxmlformats.org/drawingml/2006/main" noGrp="1"/>
          </p:cNvSpPr>
          <p:nvPr/>
        </p:nvSpPr>
        <p:spPr>
          <a:xfrm xmlns:a="http://schemas.openxmlformats.org/drawingml/2006/main">
            <a:off x="12199906" y="2997994"/>
            <a:ext cx="1519285" cy="1161193"/>
          </a:xfrm>
          <a:custGeom xmlns:a="http://schemas.openxmlformats.org/drawingml/2006/main">
            <a:pathLst>
              <a:path w="1519285" h="1161193">
                <a:moveTo>
                  <a:pt x="1501902" y="0"/>
                </a:moveTo>
                <a:lnTo>
                  <a:pt x="0" y="0"/>
                </a:lnTo>
                <a:lnTo>
                  <a:pt x="0" y="1161193"/>
                </a:lnTo>
                <a:lnTo>
                  <a:pt x="1519285" y="1161193"/>
                </a:lnTo>
              </a:path>
            </a:pathLst>
          </a:custGeom>
          <a:noFill xmlns:a="http://schemas.openxmlformats.org/drawingml/2006/main"/>
          <a:ln xmlns:a="http://schemas.openxmlformats.org/drawingml/2006/main" w="7649">
            <a:solidFill>
              <a:srgbClr val="000000"/>
            </a:solidFill>
            <a:prstDash val="dash"/>
          </a:ln>
        </p:spPr>
      </p:sp>
      <p:sp>
        <p:nvSpPr>
          <p:cNvPr id="215" name="dp45-comparison / n185 / arrow">
            <a:extLst xmlns:a="http://schemas.openxmlformats.org/drawingml/2006/main">
              <a:ext uri="{FF2B5EF4-FFF2-40B4-BE49-F238E27FC236}">
                <a16:creationId xmlns:a16="http://schemas.microsoft.com/office/drawing/2014/main" id="{B17FF4E0-9573-4BD8-9D6D-ECD20DFABDF1}"/>
              </a:ext>
            </a:extLst>
          </p:cNvPr>
          <p:cNvSpPr>
            <a:spLocks xmlns:a="http://schemas.openxmlformats.org/drawingml/2006/main" noGrp="1"/>
          </p:cNvSpPr>
          <p:nvPr/>
        </p:nvSpPr>
        <p:spPr>
          <a:xfrm xmlns:a="http://schemas.openxmlformats.org/drawingml/2006/main">
            <a:off x="13670240" y="4134711"/>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216" name="dp45-comparison / n186 / path">
            <a:extLst xmlns:a="http://schemas.openxmlformats.org/drawingml/2006/main">
              <a:ext uri="{FF2B5EF4-FFF2-40B4-BE49-F238E27FC236}">
                <a16:creationId xmlns:a16="http://schemas.microsoft.com/office/drawing/2014/main" id="{0F1FBAB1-B3EE-467B-930A-880129B75251}"/>
              </a:ext>
            </a:extLst>
          </p:cNvPr>
          <p:cNvSpPr>
            <a:spLocks xmlns:a="http://schemas.openxmlformats.org/drawingml/2006/main" noGrp="1"/>
          </p:cNvSpPr>
          <p:nvPr/>
        </p:nvSpPr>
        <p:spPr>
          <a:xfrm xmlns:a="http://schemas.openxmlformats.org/drawingml/2006/main">
            <a:off x="13482780" y="2997994"/>
            <a:ext cx="4057221" cy="1161193"/>
          </a:xfrm>
          <a:custGeom xmlns:a="http://schemas.openxmlformats.org/drawingml/2006/main">
            <a:pathLst>
              <a:path w="4057221" h="1161193">
                <a:moveTo>
                  <a:pt x="2798683" y="0"/>
                </a:moveTo>
                <a:lnTo>
                  <a:pt x="4057221" y="0"/>
                </a:lnTo>
                <a:lnTo>
                  <a:pt x="4057221" y="1161193"/>
                </a:lnTo>
                <a:lnTo>
                  <a:pt x="0" y="1161193"/>
                </a:lnTo>
              </a:path>
            </a:pathLst>
          </a:custGeom>
          <a:noFill xmlns:a="http://schemas.openxmlformats.org/drawingml/2006/main"/>
          <a:ln xmlns:a="http://schemas.openxmlformats.org/drawingml/2006/main" w="7649">
            <a:solidFill>
              <a:srgbClr val="000000"/>
            </a:solidFill>
            <a:prstDash val="solid"/>
          </a:ln>
        </p:spPr>
      </p:sp>
      <p:sp>
        <p:nvSpPr>
          <p:cNvPr id="217" name="dp45-comparison / n186 / arrow">
            <a:extLst xmlns:a="http://schemas.openxmlformats.org/drawingml/2006/main">
              <a:ext uri="{FF2B5EF4-FFF2-40B4-BE49-F238E27FC236}">
                <a16:creationId xmlns:a16="http://schemas.microsoft.com/office/drawing/2014/main" id="{B0AAFEB0-548D-4F6F-B1C6-76E391905F1D}"/>
              </a:ext>
            </a:extLst>
          </p:cNvPr>
          <p:cNvSpPr>
            <a:spLocks xmlns:a="http://schemas.openxmlformats.org/drawingml/2006/main" noGrp="1"/>
          </p:cNvSpPr>
          <p:nvPr/>
        </p:nvSpPr>
        <p:spPr>
          <a:xfrm xmlns:a="http://schemas.openxmlformats.org/drawingml/2006/main">
            <a:off x="13482780" y="4134711"/>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218" name="dp45-comparison / n187 / path">
            <a:extLst xmlns:a="http://schemas.openxmlformats.org/drawingml/2006/main">
              <a:ext uri="{FF2B5EF4-FFF2-40B4-BE49-F238E27FC236}">
                <a16:creationId xmlns:a16="http://schemas.microsoft.com/office/drawing/2014/main" id="{D97AA25A-E9DF-4BA7-9730-49E4D1F0EA08}"/>
              </a:ext>
            </a:extLst>
          </p:cNvPr>
          <p:cNvSpPr>
            <a:spLocks xmlns:a="http://schemas.openxmlformats.org/drawingml/2006/main" noGrp="1"/>
          </p:cNvSpPr>
          <p:nvPr/>
        </p:nvSpPr>
        <p:spPr>
          <a:xfrm xmlns:a="http://schemas.openxmlformats.org/drawingml/2006/main">
            <a:off x="13600986" y="2997994"/>
            <a:ext cx="3939016" cy="1161193"/>
          </a:xfrm>
          <a:custGeom xmlns:a="http://schemas.openxmlformats.org/drawingml/2006/main">
            <a:pathLst>
              <a:path w="3939016" h="1161193">
                <a:moveTo>
                  <a:pt x="0" y="1161193"/>
                </a:moveTo>
                <a:lnTo>
                  <a:pt x="3939016" y="1161193"/>
                </a:lnTo>
                <a:lnTo>
                  <a:pt x="3939016" y="0"/>
                </a:lnTo>
                <a:lnTo>
                  <a:pt x="2798683" y="0"/>
                </a:lnTo>
              </a:path>
            </a:pathLst>
          </a:custGeom>
          <a:noFill xmlns:a="http://schemas.openxmlformats.org/drawingml/2006/main"/>
          <a:ln xmlns:a="http://schemas.openxmlformats.org/drawingml/2006/main" w="7649">
            <a:solidFill>
              <a:srgbClr val="000000"/>
            </a:solidFill>
            <a:prstDash val="solid"/>
          </a:ln>
        </p:spPr>
      </p:sp>
      <p:sp>
        <p:nvSpPr>
          <p:cNvPr id="219" name="dp45-comparison / n187 / arrow">
            <a:extLst xmlns:a="http://schemas.openxmlformats.org/drawingml/2006/main">
              <a:ext uri="{FF2B5EF4-FFF2-40B4-BE49-F238E27FC236}">
                <a16:creationId xmlns:a16="http://schemas.microsoft.com/office/drawing/2014/main" id="{80E7FB32-5957-4234-A3DD-A3571E151960}"/>
              </a:ext>
            </a:extLst>
          </p:cNvPr>
          <p:cNvSpPr>
            <a:spLocks xmlns:a="http://schemas.openxmlformats.org/drawingml/2006/main" noGrp="1"/>
          </p:cNvSpPr>
          <p:nvPr/>
        </p:nvSpPr>
        <p:spPr>
          <a:xfrm xmlns:a="http://schemas.openxmlformats.org/drawingml/2006/main">
            <a:off x="16399669" y="2973518"/>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220" name="dp45-comparison / n188 / path">
            <a:extLst xmlns:a="http://schemas.openxmlformats.org/drawingml/2006/main">
              <a:ext uri="{FF2B5EF4-FFF2-40B4-BE49-F238E27FC236}">
                <a16:creationId xmlns:a16="http://schemas.microsoft.com/office/drawing/2014/main" id="{07158C24-D0C4-4D39-936D-4F4008F76FCC}"/>
              </a:ext>
            </a:extLst>
          </p:cNvPr>
          <p:cNvSpPr>
            <a:spLocks xmlns:a="http://schemas.openxmlformats.org/drawingml/2006/main" noGrp="1"/>
          </p:cNvSpPr>
          <p:nvPr/>
        </p:nvSpPr>
        <p:spPr>
          <a:xfrm xmlns:a="http://schemas.openxmlformats.org/drawingml/2006/main">
            <a:off x="13719191" y="2997994"/>
            <a:ext cx="3820811" cy="1161193"/>
          </a:xfrm>
          <a:custGeom xmlns:a="http://schemas.openxmlformats.org/drawingml/2006/main">
            <a:pathLst>
              <a:path w="3820811" h="1161193">
                <a:moveTo>
                  <a:pt x="2798683" y="0"/>
                </a:moveTo>
                <a:lnTo>
                  <a:pt x="3820811" y="0"/>
                </a:lnTo>
                <a:lnTo>
                  <a:pt x="3820811" y="1161193"/>
                </a:lnTo>
                <a:lnTo>
                  <a:pt x="0" y="1161193"/>
                </a:lnTo>
              </a:path>
            </a:pathLst>
          </a:custGeom>
          <a:noFill xmlns:a="http://schemas.openxmlformats.org/drawingml/2006/main"/>
          <a:ln xmlns:a="http://schemas.openxmlformats.org/drawingml/2006/main" w="7649">
            <a:solidFill>
              <a:srgbClr val="000000"/>
            </a:solidFill>
            <a:prstDash val="dash"/>
          </a:ln>
        </p:spPr>
      </p:sp>
      <p:sp>
        <p:nvSpPr>
          <p:cNvPr id="221" name="dp45-comparison / n188 / arrow">
            <a:extLst xmlns:a="http://schemas.openxmlformats.org/drawingml/2006/main">
              <a:ext uri="{FF2B5EF4-FFF2-40B4-BE49-F238E27FC236}">
                <a16:creationId xmlns:a16="http://schemas.microsoft.com/office/drawing/2014/main" id="{1E4E28A4-C3DF-438B-BBBB-F44D9A1B0470}"/>
              </a:ext>
            </a:extLst>
          </p:cNvPr>
          <p:cNvSpPr>
            <a:spLocks xmlns:a="http://schemas.openxmlformats.org/drawingml/2006/main" noGrp="1"/>
          </p:cNvSpPr>
          <p:nvPr/>
        </p:nvSpPr>
        <p:spPr>
          <a:xfrm xmlns:a="http://schemas.openxmlformats.org/drawingml/2006/main">
            <a:off x="13719191" y="4134711"/>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222" name="dp45-comparison / n191 / path">
            <a:extLst xmlns:a="http://schemas.openxmlformats.org/drawingml/2006/main">
              <a:ext uri="{FF2B5EF4-FFF2-40B4-BE49-F238E27FC236}">
                <a16:creationId xmlns:a16="http://schemas.microsoft.com/office/drawing/2014/main" id="{9970A3E9-A689-4F50-87B5-6DE37AB4A077}"/>
              </a:ext>
            </a:extLst>
          </p:cNvPr>
          <p:cNvSpPr>
            <a:spLocks xmlns:a="http://schemas.openxmlformats.org/drawingml/2006/main" noGrp="1"/>
          </p:cNvSpPr>
          <p:nvPr/>
        </p:nvSpPr>
        <p:spPr>
          <a:xfrm xmlns:a="http://schemas.openxmlformats.org/drawingml/2006/main">
            <a:off x="14591824" y="4350401"/>
            <a:ext cx="730091" cy="66056"/>
          </a:xfrm>
          <a:custGeom xmlns:a="http://schemas.openxmlformats.org/drawingml/2006/main">
            <a:pathLst>
              <a:path w="730091" h="66056">
                <a:moveTo>
                  <a:pt x="0" y="0"/>
                </a:moveTo>
                <a:lnTo>
                  <a:pt x="0" y="66056"/>
                </a:lnTo>
                <a:lnTo>
                  <a:pt x="730091" y="66056"/>
                </a:lnTo>
              </a:path>
            </a:pathLst>
          </a:custGeom>
          <a:noFill xmlns:a="http://schemas.openxmlformats.org/drawingml/2006/main"/>
          <a:ln xmlns:a="http://schemas.openxmlformats.org/drawingml/2006/main" w="7649">
            <a:solidFill>
              <a:srgbClr val="000000"/>
            </a:solidFill>
            <a:prstDash val="solid"/>
          </a:ln>
        </p:spPr>
      </p:sp>
      <p:sp>
        <p:nvSpPr>
          <p:cNvPr id="223" name="dp45-comparison / n191 / arrow">
            <a:extLst xmlns:a="http://schemas.openxmlformats.org/drawingml/2006/main">
              <a:ext uri="{FF2B5EF4-FFF2-40B4-BE49-F238E27FC236}">
                <a16:creationId xmlns:a16="http://schemas.microsoft.com/office/drawing/2014/main" id="{DF36A0E6-6C17-4025-B3E6-713F7D96D8B8}"/>
              </a:ext>
            </a:extLst>
          </p:cNvPr>
          <p:cNvSpPr>
            <a:spLocks xmlns:a="http://schemas.openxmlformats.org/drawingml/2006/main" noGrp="1"/>
          </p:cNvSpPr>
          <p:nvPr/>
        </p:nvSpPr>
        <p:spPr>
          <a:xfrm xmlns:a="http://schemas.openxmlformats.org/drawingml/2006/main">
            <a:off x="15272964" y="4391981"/>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224" name="dp45-comparison / n200 / path">
            <a:extLst xmlns:a="http://schemas.openxmlformats.org/drawingml/2006/main">
              <a:ext uri="{FF2B5EF4-FFF2-40B4-BE49-F238E27FC236}">
                <a16:creationId xmlns:a16="http://schemas.microsoft.com/office/drawing/2014/main" id="{BB4C3172-F903-4265-9E2F-C503AC8D5E3A}"/>
              </a:ext>
            </a:extLst>
          </p:cNvPr>
          <p:cNvSpPr>
            <a:spLocks xmlns:a="http://schemas.openxmlformats.org/drawingml/2006/main" noGrp="1"/>
          </p:cNvSpPr>
          <p:nvPr/>
        </p:nvSpPr>
        <p:spPr>
          <a:xfrm xmlns:a="http://schemas.openxmlformats.org/drawingml/2006/main">
            <a:off x="14591824" y="4673727"/>
            <a:ext cx="1720929" cy="935212"/>
          </a:xfrm>
          <a:custGeom xmlns:a="http://schemas.openxmlformats.org/drawingml/2006/main">
            <a:pathLst>
              <a:path w="1720929" h="935212">
                <a:moveTo>
                  <a:pt x="0" y="935212"/>
                </a:moveTo>
                <a:lnTo>
                  <a:pt x="0" y="0"/>
                </a:lnTo>
                <a:lnTo>
                  <a:pt x="1720929" y="0"/>
                </a:lnTo>
              </a:path>
            </a:pathLst>
          </a:custGeom>
          <a:noFill xmlns:a="http://schemas.openxmlformats.org/drawingml/2006/main"/>
          <a:ln xmlns:a="http://schemas.openxmlformats.org/drawingml/2006/main" w="7649">
            <a:solidFill>
              <a:srgbClr val="000000"/>
            </a:solidFill>
            <a:prstDash val="solid"/>
          </a:ln>
        </p:spPr>
      </p:sp>
      <p:sp>
        <p:nvSpPr>
          <p:cNvPr id="225" name="dp45-comparison / n200 / arrow">
            <a:extLst xmlns:a="http://schemas.openxmlformats.org/drawingml/2006/main">
              <a:ext uri="{FF2B5EF4-FFF2-40B4-BE49-F238E27FC236}">
                <a16:creationId xmlns:a16="http://schemas.microsoft.com/office/drawing/2014/main" id="{0291E9E4-D32A-4D80-B55A-191F66FD0360}"/>
              </a:ext>
            </a:extLst>
          </p:cNvPr>
          <p:cNvSpPr>
            <a:spLocks xmlns:a="http://schemas.openxmlformats.org/drawingml/2006/main" noGrp="1"/>
          </p:cNvSpPr>
          <p:nvPr/>
        </p:nvSpPr>
        <p:spPr>
          <a:xfrm xmlns:a="http://schemas.openxmlformats.org/drawingml/2006/main">
            <a:off x="16263802" y="4649252"/>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226" name="dp45-comparison / n201 / path">
            <a:extLst xmlns:a="http://schemas.openxmlformats.org/drawingml/2006/main">
              <a:ext uri="{FF2B5EF4-FFF2-40B4-BE49-F238E27FC236}">
                <a16:creationId xmlns:a16="http://schemas.microsoft.com/office/drawing/2014/main" id="{EAB78572-7132-4F37-B0BF-FDC9CE5732AD}"/>
              </a:ext>
            </a:extLst>
          </p:cNvPr>
          <p:cNvSpPr>
            <a:spLocks xmlns:a="http://schemas.openxmlformats.org/drawingml/2006/main" noGrp="1"/>
          </p:cNvSpPr>
          <p:nvPr/>
        </p:nvSpPr>
        <p:spPr>
          <a:xfrm xmlns:a="http://schemas.openxmlformats.org/drawingml/2006/main">
            <a:off x="14591824" y="4673727"/>
            <a:ext cx="1873901" cy="1102090"/>
          </a:xfrm>
          <a:custGeom xmlns:a="http://schemas.openxmlformats.org/drawingml/2006/main">
            <a:pathLst>
              <a:path w="1873901" h="1102090">
                <a:moveTo>
                  <a:pt x="1873901" y="0"/>
                </a:moveTo>
                <a:lnTo>
                  <a:pt x="1873901" y="1102090"/>
                </a:lnTo>
                <a:lnTo>
                  <a:pt x="0" y="1102090"/>
                </a:lnTo>
              </a:path>
            </a:pathLst>
          </a:custGeom>
          <a:noFill xmlns:a="http://schemas.openxmlformats.org/drawingml/2006/main"/>
          <a:ln xmlns:a="http://schemas.openxmlformats.org/drawingml/2006/main" w="7649">
            <a:solidFill>
              <a:srgbClr val="000000"/>
            </a:solidFill>
            <a:prstDash val="dash"/>
          </a:ln>
        </p:spPr>
      </p:sp>
      <p:sp>
        <p:nvSpPr>
          <p:cNvPr id="227" name="dp45-comparison / n201 / arrow">
            <a:extLst xmlns:a="http://schemas.openxmlformats.org/drawingml/2006/main">
              <a:ext uri="{FF2B5EF4-FFF2-40B4-BE49-F238E27FC236}">
                <a16:creationId xmlns:a16="http://schemas.microsoft.com/office/drawing/2014/main" id="{2DC8F8BB-3AA0-41F2-8767-D87E51F6B3F3}"/>
              </a:ext>
            </a:extLst>
          </p:cNvPr>
          <p:cNvSpPr>
            <a:spLocks xmlns:a="http://schemas.openxmlformats.org/drawingml/2006/main" noGrp="1"/>
          </p:cNvSpPr>
          <p:nvPr/>
        </p:nvSpPr>
        <p:spPr>
          <a:xfrm xmlns:a="http://schemas.openxmlformats.org/drawingml/2006/main">
            <a:off x="14591824" y="5751342"/>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228" name="dp45-comparison / n204 / path">
            <a:extLst xmlns:a="http://schemas.openxmlformats.org/drawingml/2006/main">
              <a:ext uri="{FF2B5EF4-FFF2-40B4-BE49-F238E27FC236}">
                <a16:creationId xmlns:a16="http://schemas.microsoft.com/office/drawing/2014/main" id="{84240E7D-AC6D-4243-B91B-FCB59142185E}"/>
              </a:ext>
            </a:extLst>
          </p:cNvPr>
          <p:cNvSpPr>
            <a:spLocks xmlns:a="http://schemas.openxmlformats.org/drawingml/2006/main" noGrp="1"/>
          </p:cNvSpPr>
          <p:nvPr/>
        </p:nvSpPr>
        <p:spPr>
          <a:xfrm xmlns:a="http://schemas.openxmlformats.org/drawingml/2006/main">
            <a:off x="13322856" y="4541615"/>
            <a:ext cx="953" cy="959548"/>
          </a:xfrm>
          <a:custGeom xmlns:a="http://schemas.openxmlformats.org/drawingml/2006/main">
            <a:pathLst>
              <a:path w="953" h="959548">
                <a:moveTo>
                  <a:pt x="0" y="959548"/>
                </a:moveTo>
                <a:lnTo>
                  <a:pt x="0" y="0"/>
                </a:lnTo>
              </a:path>
            </a:pathLst>
          </a:custGeom>
          <a:noFill xmlns:a="http://schemas.openxmlformats.org/drawingml/2006/main"/>
          <a:ln xmlns:a="http://schemas.openxmlformats.org/drawingml/2006/main" w="7649">
            <a:solidFill>
              <a:srgbClr val="000000"/>
            </a:solidFill>
            <a:prstDash val="solid"/>
          </a:ln>
        </p:spPr>
      </p:sp>
      <p:sp>
        <p:nvSpPr>
          <p:cNvPr id="229" name="dp45-comparison / n204 / arrow">
            <a:extLst xmlns:a="http://schemas.openxmlformats.org/drawingml/2006/main">
              <a:ext uri="{FF2B5EF4-FFF2-40B4-BE49-F238E27FC236}">
                <a16:creationId xmlns:a16="http://schemas.microsoft.com/office/drawing/2014/main" id="{5A83F296-D35F-443E-844E-3D69D408D165}"/>
              </a:ext>
            </a:extLst>
          </p:cNvPr>
          <p:cNvSpPr>
            <a:spLocks xmlns:a="http://schemas.openxmlformats.org/drawingml/2006/main" noGrp="1"/>
          </p:cNvSpPr>
          <p:nvPr/>
        </p:nvSpPr>
        <p:spPr>
          <a:xfrm xmlns:a="http://schemas.openxmlformats.org/drawingml/2006/main">
            <a:off x="13298380" y="4541615"/>
            <a:ext cx="48951" cy="48951"/>
          </a:xfrm>
          <a:custGeom xmlns:a="http://schemas.openxmlformats.org/drawingml/2006/main">
            <a:pathLst>
              <a:path w="48951" h="48951">
                <a:moveTo>
                  <a:pt x="48951" y="48951"/>
                </a:moveTo>
                <a:lnTo>
                  <a:pt x="24475" y="0"/>
                </a:lnTo>
                <a:lnTo>
                  <a:pt x="0" y="48951"/>
                </a:lnTo>
              </a:path>
            </a:pathLst>
          </a:custGeom>
          <a:noFill xmlns:a="http://schemas.openxmlformats.org/drawingml/2006/main"/>
          <a:ln xmlns:a="http://schemas.openxmlformats.org/drawingml/2006/main" w="9790">
            <a:solidFill>
              <a:srgbClr val="000000"/>
            </a:solidFill>
            <a:prstDash val="solid"/>
          </a:ln>
        </p:spPr>
      </p:sp>
      <p:sp>
        <p:nvSpPr>
          <p:cNvPr id="230" name="dp45-comparison / n205 / path">
            <a:extLst xmlns:a="http://schemas.openxmlformats.org/drawingml/2006/main">
              <a:ext uri="{FF2B5EF4-FFF2-40B4-BE49-F238E27FC236}">
                <a16:creationId xmlns:a16="http://schemas.microsoft.com/office/drawing/2014/main" id="{96B4DD49-1C98-481C-979B-3FB7568D1764}"/>
              </a:ext>
            </a:extLst>
          </p:cNvPr>
          <p:cNvSpPr>
            <a:spLocks xmlns:a="http://schemas.openxmlformats.org/drawingml/2006/main" noGrp="1"/>
          </p:cNvSpPr>
          <p:nvPr/>
        </p:nvSpPr>
        <p:spPr>
          <a:xfrm xmlns:a="http://schemas.openxmlformats.org/drawingml/2006/main">
            <a:off x="13844349" y="4541615"/>
            <a:ext cx="953" cy="959548"/>
          </a:xfrm>
          <a:custGeom xmlns:a="http://schemas.openxmlformats.org/drawingml/2006/main">
            <a:pathLst>
              <a:path w="953" h="959548">
                <a:moveTo>
                  <a:pt x="0" y="0"/>
                </a:moveTo>
                <a:lnTo>
                  <a:pt x="0" y="959548"/>
                </a:lnTo>
              </a:path>
            </a:pathLst>
          </a:custGeom>
          <a:noFill xmlns:a="http://schemas.openxmlformats.org/drawingml/2006/main"/>
          <a:ln xmlns:a="http://schemas.openxmlformats.org/drawingml/2006/main" w="7649">
            <a:solidFill>
              <a:srgbClr val="000000"/>
            </a:solidFill>
            <a:prstDash val="dash"/>
          </a:ln>
        </p:spPr>
      </p:sp>
      <p:sp>
        <p:nvSpPr>
          <p:cNvPr id="231" name="dp45-comparison / n205 / arrow">
            <a:extLst xmlns:a="http://schemas.openxmlformats.org/drawingml/2006/main">
              <a:ext uri="{FF2B5EF4-FFF2-40B4-BE49-F238E27FC236}">
                <a16:creationId xmlns:a16="http://schemas.microsoft.com/office/drawing/2014/main" id="{C816DD9F-C8BA-4752-9C7A-825CEB440E1B}"/>
              </a:ext>
            </a:extLst>
          </p:cNvPr>
          <p:cNvSpPr>
            <a:spLocks xmlns:a="http://schemas.openxmlformats.org/drawingml/2006/main" noGrp="1"/>
          </p:cNvSpPr>
          <p:nvPr/>
        </p:nvSpPr>
        <p:spPr>
          <a:xfrm xmlns:a="http://schemas.openxmlformats.org/drawingml/2006/main">
            <a:off x="13819874" y="5452213"/>
            <a:ext cx="48951" cy="48951"/>
          </a:xfrm>
          <a:custGeom xmlns:a="http://schemas.openxmlformats.org/drawingml/2006/main">
            <a:pathLst>
              <a:path w="48951" h="48951">
                <a:moveTo>
                  <a:pt x="0" y="0"/>
                </a:moveTo>
                <a:lnTo>
                  <a:pt x="24475" y="48951"/>
                </a:lnTo>
                <a:lnTo>
                  <a:pt x="48951" y="0"/>
                </a:lnTo>
              </a:path>
            </a:pathLst>
          </a:custGeom>
          <a:noFill xmlns:a="http://schemas.openxmlformats.org/drawingml/2006/main"/>
          <a:ln xmlns:a="http://schemas.openxmlformats.org/drawingml/2006/main" w="9790">
            <a:solidFill>
              <a:srgbClr val="000000"/>
            </a:solidFill>
            <a:prstDash val="solid"/>
          </a:ln>
        </p:spPr>
      </p:sp>
      <p:sp>
        <p:nvSpPr>
          <p:cNvPr id="232" name="dp45-comparison / n210 / path">
            <a:extLst xmlns:a="http://schemas.openxmlformats.org/drawingml/2006/main">
              <a:ext uri="{FF2B5EF4-FFF2-40B4-BE49-F238E27FC236}">
                <a16:creationId xmlns:a16="http://schemas.microsoft.com/office/drawing/2014/main" id="{D9E5D641-8CAF-433C-9472-CBF470600BE8}"/>
              </a:ext>
            </a:extLst>
          </p:cNvPr>
          <p:cNvSpPr>
            <a:spLocks xmlns:a="http://schemas.openxmlformats.org/drawingml/2006/main" noGrp="1"/>
          </p:cNvSpPr>
          <p:nvPr/>
        </p:nvSpPr>
        <p:spPr>
          <a:xfrm xmlns:a="http://schemas.openxmlformats.org/drawingml/2006/main">
            <a:off x="11845290" y="2911078"/>
            <a:ext cx="2746534" cy="2920365"/>
          </a:xfrm>
          <a:custGeom xmlns:a="http://schemas.openxmlformats.org/drawingml/2006/main">
            <a:pathLst>
              <a:path w="2746534" h="2920365">
                <a:moveTo>
                  <a:pt x="2746534" y="2920365"/>
                </a:moveTo>
                <a:lnTo>
                  <a:pt x="2746534" y="1185529"/>
                </a:lnTo>
                <a:lnTo>
                  <a:pt x="0" y="1185529"/>
                </a:lnTo>
                <a:lnTo>
                  <a:pt x="0" y="0"/>
                </a:lnTo>
              </a:path>
            </a:pathLst>
          </a:custGeom>
          <a:noFill xmlns:a="http://schemas.openxmlformats.org/drawingml/2006/main"/>
          <a:ln xmlns:a="http://schemas.openxmlformats.org/drawingml/2006/main" w="7649">
            <a:solidFill>
              <a:srgbClr val="000000"/>
            </a:solidFill>
            <a:prstDash val="solid"/>
          </a:ln>
        </p:spPr>
      </p:sp>
      <p:sp>
        <p:nvSpPr>
          <p:cNvPr id="233" name="dp45-comparison / n210 / arrow">
            <a:extLst xmlns:a="http://schemas.openxmlformats.org/drawingml/2006/main">
              <a:ext uri="{FF2B5EF4-FFF2-40B4-BE49-F238E27FC236}">
                <a16:creationId xmlns:a16="http://schemas.microsoft.com/office/drawing/2014/main" id="{D4AD3295-EF94-40BF-8656-0D50819F06A8}"/>
              </a:ext>
            </a:extLst>
          </p:cNvPr>
          <p:cNvSpPr>
            <a:spLocks xmlns:a="http://schemas.openxmlformats.org/drawingml/2006/main" noGrp="1"/>
          </p:cNvSpPr>
          <p:nvPr/>
        </p:nvSpPr>
        <p:spPr>
          <a:xfrm xmlns:a="http://schemas.openxmlformats.org/drawingml/2006/main">
            <a:off x="11820815" y="2911078"/>
            <a:ext cx="48951" cy="48951"/>
          </a:xfrm>
          <a:custGeom xmlns:a="http://schemas.openxmlformats.org/drawingml/2006/main">
            <a:pathLst>
              <a:path w="48951" h="48951">
                <a:moveTo>
                  <a:pt x="48951" y="48951"/>
                </a:moveTo>
                <a:lnTo>
                  <a:pt x="24475" y="0"/>
                </a:lnTo>
                <a:lnTo>
                  <a:pt x="0" y="48951"/>
                </a:lnTo>
              </a:path>
            </a:pathLst>
          </a:custGeom>
          <a:noFill xmlns:a="http://schemas.openxmlformats.org/drawingml/2006/main"/>
          <a:ln xmlns:a="http://schemas.openxmlformats.org/drawingml/2006/main" w="9790">
            <a:solidFill>
              <a:srgbClr val="000000"/>
            </a:solidFill>
            <a:prstDash val="solid"/>
          </a:ln>
        </p:spPr>
      </p:sp>
      <p:sp>
        <p:nvSpPr>
          <p:cNvPr id="234" name="dp45-comparison / n211 / path">
            <a:extLst xmlns:a="http://schemas.openxmlformats.org/drawingml/2006/main">
              <a:ext uri="{FF2B5EF4-FFF2-40B4-BE49-F238E27FC236}">
                <a16:creationId xmlns:a16="http://schemas.microsoft.com/office/drawing/2014/main" id="{8FBACE90-632F-4E1E-9105-F0D21BC48ABE}"/>
              </a:ext>
            </a:extLst>
          </p:cNvPr>
          <p:cNvSpPr>
            <a:spLocks xmlns:a="http://schemas.openxmlformats.org/drawingml/2006/main" noGrp="1"/>
          </p:cNvSpPr>
          <p:nvPr/>
        </p:nvSpPr>
        <p:spPr>
          <a:xfrm xmlns:a="http://schemas.openxmlformats.org/drawingml/2006/main">
            <a:off x="11845290" y="2702481"/>
            <a:ext cx="2746534" cy="2850832"/>
          </a:xfrm>
          <a:custGeom xmlns:a="http://schemas.openxmlformats.org/drawingml/2006/main">
            <a:pathLst>
              <a:path w="2746534" h="2850832">
                <a:moveTo>
                  <a:pt x="0" y="0"/>
                </a:moveTo>
                <a:lnTo>
                  <a:pt x="0" y="2736104"/>
                </a:lnTo>
                <a:lnTo>
                  <a:pt x="2746534" y="2736104"/>
                </a:lnTo>
                <a:lnTo>
                  <a:pt x="2746534" y="2850832"/>
                </a:lnTo>
              </a:path>
            </a:pathLst>
          </a:custGeom>
          <a:noFill xmlns:a="http://schemas.openxmlformats.org/drawingml/2006/main"/>
          <a:ln xmlns:a="http://schemas.openxmlformats.org/drawingml/2006/main" w="7649">
            <a:solidFill>
              <a:srgbClr val="000000"/>
            </a:solidFill>
            <a:prstDash val="dash"/>
          </a:ln>
        </p:spPr>
      </p:sp>
      <p:sp>
        <p:nvSpPr>
          <p:cNvPr id="235" name="dp45-comparison / n211 / arrow">
            <a:extLst xmlns:a="http://schemas.openxmlformats.org/drawingml/2006/main">
              <a:ext uri="{FF2B5EF4-FFF2-40B4-BE49-F238E27FC236}">
                <a16:creationId xmlns:a16="http://schemas.microsoft.com/office/drawing/2014/main" id="{0F67C284-3E14-4DE8-9314-32EA10310491}"/>
              </a:ext>
            </a:extLst>
          </p:cNvPr>
          <p:cNvSpPr>
            <a:spLocks xmlns:a="http://schemas.openxmlformats.org/drawingml/2006/main" noGrp="1"/>
          </p:cNvSpPr>
          <p:nvPr/>
        </p:nvSpPr>
        <p:spPr>
          <a:xfrm xmlns:a="http://schemas.openxmlformats.org/drawingml/2006/main">
            <a:off x="14567348" y="5504362"/>
            <a:ext cx="48951" cy="48951"/>
          </a:xfrm>
          <a:custGeom xmlns:a="http://schemas.openxmlformats.org/drawingml/2006/main">
            <a:pathLst>
              <a:path w="48951" h="48951">
                <a:moveTo>
                  <a:pt x="0" y="0"/>
                </a:moveTo>
                <a:lnTo>
                  <a:pt x="24475" y="48951"/>
                </a:lnTo>
                <a:lnTo>
                  <a:pt x="48951" y="0"/>
                </a:lnTo>
              </a:path>
            </a:pathLst>
          </a:custGeom>
          <a:noFill xmlns:a="http://schemas.openxmlformats.org/drawingml/2006/main"/>
          <a:ln xmlns:a="http://schemas.openxmlformats.org/drawingml/2006/main" w="9790">
            <a:solidFill>
              <a:srgbClr val="000000"/>
            </a:solidFill>
            <a:prstDash val="solid"/>
          </a:ln>
        </p:spPr>
      </p:sp>
      <p:sp>
        <p:nvSpPr>
          <p:cNvPr id="236" name="dp45-comparison / n212 / path">
            <a:extLst xmlns:a="http://schemas.openxmlformats.org/drawingml/2006/main">
              <a:ext uri="{FF2B5EF4-FFF2-40B4-BE49-F238E27FC236}">
                <a16:creationId xmlns:a16="http://schemas.microsoft.com/office/drawing/2014/main" id="{041A45A5-2487-45FA-9DAF-6FD4A02BDA72}"/>
              </a:ext>
            </a:extLst>
          </p:cNvPr>
          <p:cNvSpPr>
            <a:spLocks xmlns:a="http://schemas.openxmlformats.org/drawingml/2006/main" noGrp="1"/>
          </p:cNvSpPr>
          <p:nvPr/>
        </p:nvSpPr>
        <p:spPr>
          <a:xfrm xmlns:a="http://schemas.openxmlformats.org/drawingml/2006/main">
            <a:off x="12199906" y="2911078"/>
            <a:ext cx="2391918" cy="2920365"/>
          </a:xfrm>
          <a:custGeom xmlns:a="http://schemas.openxmlformats.org/drawingml/2006/main">
            <a:pathLst>
              <a:path w="2391918" h="2920365">
                <a:moveTo>
                  <a:pt x="2391918" y="2920365"/>
                </a:moveTo>
                <a:lnTo>
                  <a:pt x="2391918" y="1185529"/>
                </a:lnTo>
                <a:lnTo>
                  <a:pt x="0" y="1185529"/>
                </a:lnTo>
                <a:lnTo>
                  <a:pt x="0" y="149495"/>
                </a:lnTo>
                <a:lnTo>
                  <a:pt x="2357152" y="149495"/>
                </a:lnTo>
                <a:lnTo>
                  <a:pt x="2357152" y="0"/>
                </a:lnTo>
              </a:path>
            </a:pathLst>
          </a:custGeom>
          <a:noFill xmlns:a="http://schemas.openxmlformats.org/drawingml/2006/main"/>
          <a:ln xmlns:a="http://schemas.openxmlformats.org/drawingml/2006/main" w="7649">
            <a:solidFill>
              <a:srgbClr val="000000"/>
            </a:solidFill>
            <a:prstDash val="solid"/>
          </a:ln>
        </p:spPr>
      </p:sp>
      <p:sp>
        <p:nvSpPr>
          <p:cNvPr id="237" name="dp45-comparison / n212 / arrow">
            <a:extLst xmlns:a="http://schemas.openxmlformats.org/drawingml/2006/main">
              <a:ext uri="{FF2B5EF4-FFF2-40B4-BE49-F238E27FC236}">
                <a16:creationId xmlns:a16="http://schemas.microsoft.com/office/drawing/2014/main" id="{F3BA3DBA-A8BF-4DF1-8421-222A39D1B962}"/>
              </a:ext>
            </a:extLst>
          </p:cNvPr>
          <p:cNvSpPr>
            <a:spLocks xmlns:a="http://schemas.openxmlformats.org/drawingml/2006/main" noGrp="1"/>
          </p:cNvSpPr>
          <p:nvPr/>
        </p:nvSpPr>
        <p:spPr>
          <a:xfrm xmlns:a="http://schemas.openxmlformats.org/drawingml/2006/main">
            <a:off x="14532582" y="2911078"/>
            <a:ext cx="48951" cy="48951"/>
          </a:xfrm>
          <a:custGeom xmlns:a="http://schemas.openxmlformats.org/drawingml/2006/main">
            <a:pathLst>
              <a:path w="48951" h="48951">
                <a:moveTo>
                  <a:pt x="48951" y="48951"/>
                </a:moveTo>
                <a:lnTo>
                  <a:pt x="24475" y="0"/>
                </a:lnTo>
                <a:lnTo>
                  <a:pt x="0" y="48951"/>
                </a:lnTo>
              </a:path>
            </a:pathLst>
          </a:custGeom>
          <a:noFill xmlns:a="http://schemas.openxmlformats.org/drawingml/2006/main"/>
          <a:ln xmlns:a="http://schemas.openxmlformats.org/drawingml/2006/main" w="9790">
            <a:solidFill>
              <a:srgbClr val="000000"/>
            </a:solidFill>
            <a:prstDash val="solid"/>
          </a:ln>
        </p:spPr>
      </p:sp>
      <p:sp>
        <p:nvSpPr>
          <p:cNvPr id="238" name="dp45-comparison / n213 / path">
            <a:extLst xmlns:a="http://schemas.openxmlformats.org/drawingml/2006/main">
              <a:ext uri="{FF2B5EF4-FFF2-40B4-BE49-F238E27FC236}">
                <a16:creationId xmlns:a16="http://schemas.microsoft.com/office/drawing/2014/main" id="{1B684097-C03B-4A93-A11F-CE0EA5D76652}"/>
              </a:ext>
            </a:extLst>
          </p:cNvPr>
          <p:cNvSpPr>
            <a:spLocks xmlns:a="http://schemas.openxmlformats.org/drawingml/2006/main" noGrp="1"/>
          </p:cNvSpPr>
          <p:nvPr/>
        </p:nvSpPr>
        <p:spPr>
          <a:xfrm xmlns:a="http://schemas.openxmlformats.org/drawingml/2006/main">
            <a:off x="12199906" y="2702481"/>
            <a:ext cx="2391918" cy="2850832"/>
          </a:xfrm>
          <a:custGeom xmlns:a="http://schemas.openxmlformats.org/drawingml/2006/main">
            <a:pathLst>
              <a:path w="2391918" h="2850832">
                <a:moveTo>
                  <a:pt x="2357152" y="0"/>
                </a:moveTo>
                <a:lnTo>
                  <a:pt x="2357152" y="928259"/>
                </a:lnTo>
                <a:lnTo>
                  <a:pt x="0" y="928259"/>
                </a:lnTo>
                <a:lnTo>
                  <a:pt x="0" y="2736104"/>
                </a:lnTo>
                <a:lnTo>
                  <a:pt x="2391918" y="2736104"/>
                </a:lnTo>
                <a:lnTo>
                  <a:pt x="2391918" y="2850832"/>
                </a:lnTo>
              </a:path>
            </a:pathLst>
          </a:custGeom>
          <a:noFill xmlns:a="http://schemas.openxmlformats.org/drawingml/2006/main"/>
          <a:ln xmlns:a="http://schemas.openxmlformats.org/drawingml/2006/main" w="7649">
            <a:solidFill>
              <a:srgbClr val="000000"/>
            </a:solidFill>
            <a:prstDash val="dash"/>
          </a:ln>
        </p:spPr>
      </p:sp>
      <p:sp>
        <p:nvSpPr>
          <p:cNvPr id="239" name="dp45-comparison / n213 / arrow">
            <a:extLst xmlns:a="http://schemas.openxmlformats.org/drawingml/2006/main">
              <a:ext uri="{FF2B5EF4-FFF2-40B4-BE49-F238E27FC236}">
                <a16:creationId xmlns:a16="http://schemas.microsoft.com/office/drawing/2014/main" id="{83B50790-BC45-4215-AF43-618A1FDC51DB}"/>
              </a:ext>
            </a:extLst>
          </p:cNvPr>
          <p:cNvSpPr>
            <a:spLocks xmlns:a="http://schemas.openxmlformats.org/drawingml/2006/main" noGrp="1"/>
          </p:cNvSpPr>
          <p:nvPr/>
        </p:nvSpPr>
        <p:spPr>
          <a:xfrm xmlns:a="http://schemas.openxmlformats.org/drawingml/2006/main">
            <a:off x="14567348" y="5504362"/>
            <a:ext cx="48951" cy="48951"/>
          </a:xfrm>
          <a:custGeom xmlns:a="http://schemas.openxmlformats.org/drawingml/2006/main">
            <a:pathLst>
              <a:path w="48951" h="48951">
                <a:moveTo>
                  <a:pt x="0" y="0"/>
                </a:moveTo>
                <a:lnTo>
                  <a:pt x="24475" y="48951"/>
                </a:lnTo>
                <a:lnTo>
                  <a:pt x="48951" y="0"/>
                </a:lnTo>
              </a:path>
            </a:pathLst>
          </a:custGeom>
          <a:noFill xmlns:a="http://schemas.openxmlformats.org/drawingml/2006/main"/>
          <a:ln xmlns:a="http://schemas.openxmlformats.org/drawingml/2006/main" w="9790">
            <a:solidFill>
              <a:srgbClr val="000000"/>
            </a:solidFill>
            <a:prstDash val="solid"/>
          </a:ln>
        </p:spPr>
      </p:sp>
      <p:sp>
        <p:nvSpPr>
          <p:cNvPr id="240" name="dp45-comparison / n214 / path">
            <a:extLst xmlns:a="http://schemas.openxmlformats.org/drawingml/2006/main">
              <a:ext uri="{FF2B5EF4-FFF2-40B4-BE49-F238E27FC236}">
                <a16:creationId xmlns:a16="http://schemas.microsoft.com/office/drawing/2014/main" id="{6A3966D4-E578-48F5-AF6B-8315BB2C3135}"/>
              </a:ext>
            </a:extLst>
          </p:cNvPr>
          <p:cNvSpPr>
            <a:spLocks xmlns:a="http://schemas.openxmlformats.org/drawingml/2006/main" noGrp="1"/>
          </p:cNvSpPr>
          <p:nvPr/>
        </p:nvSpPr>
        <p:spPr>
          <a:xfrm xmlns:a="http://schemas.openxmlformats.org/drawingml/2006/main">
            <a:off x="14591824" y="2911078"/>
            <a:ext cx="2948178" cy="2920365"/>
          </a:xfrm>
          <a:custGeom xmlns:a="http://schemas.openxmlformats.org/drawingml/2006/main">
            <a:pathLst>
              <a:path w="2948178" h="2920365">
                <a:moveTo>
                  <a:pt x="0" y="2920365"/>
                </a:moveTo>
                <a:lnTo>
                  <a:pt x="2948178" y="2920365"/>
                </a:lnTo>
                <a:lnTo>
                  <a:pt x="2948178" y="0"/>
                </a:lnTo>
                <a:lnTo>
                  <a:pt x="2885599" y="0"/>
                </a:lnTo>
              </a:path>
            </a:pathLst>
          </a:custGeom>
          <a:noFill xmlns:a="http://schemas.openxmlformats.org/drawingml/2006/main"/>
          <a:ln xmlns:a="http://schemas.openxmlformats.org/drawingml/2006/main" w="7649">
            <a:solidFill>
              <a:srgbClr val="000000"/>
            </a:solidFill>
            <a:prstDash val="solid"/>
          </a:ln>
        </p:spPr>
      </p:sp>
      <p:sp>
        <p:nvSpPr>
          <p:cNvPr id="241" name="dp45-comparison / n214 / arrow">
            <a:extLst xmlns:a="http://schemas.openxmlformats.org/drawingml/2006/main">
              <a:ext uri="{FF2B5EF4-FFF2-40B4-BE49-F238E27FC236}">
                <a16:creationId xmlns:a16="http://schemas.microsoft.com/office/drawing/2014/main" id="{F98726F8-A096-45F6-B32E-B422A25B06BB}"/>
              </a:ext>
            </a:extLst>
          </p:cNvPr>
          <p:cNvSpPr>
            <a:spLocks xmlns:a="http://schemas.openxmlformats.org/drawingml/2006/main" noGrp="1"/>
          </p:cNvSpPr>
          <p:nvPr/>
        </p:nvSpPr>
        <p:spPr>
          <a:xfrm xmlns:a="http://schemas.openxmlformats.org/drawingml/2006/main">
            <a:off x="17477423" y="2886603"/>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242" name="dp45-comparison / n215 / path">
            <a:extLst xmlns:a="http://schemas.openxmlformats.org/drawingml/2006/main">
              <a:ext uri="{FF2B5EF4-FFF2-40B4-BE49-F238E27FC236}">
                <a16:creationId xmlns:a16="http://schemas.microsoft.com/office/drawing/2014/main" id="{2127D515-33FF-484F-9FC0-5C37D771D898}"/>
              </a:ext>
            </a:extLst>
          </p:cNvPr>
          <p:cNvSpPr>
            <a:spLocks xmlns:a="http://schemas.openxmlformats.org/drawingml/2006/main" noGrp="1"/>
          </p:cNvSpPr>
          <p:nvPr/>
        </p:nvSpPr>
        <p:spPr>
          <a:xfrm xmlns:a="http://schemas.openxmlformats.org/drawingml/2006/main">
            <a:off x="14591824" y="2702481"/>
            <a:ext cx="2948178" cy="2850832"/>
          </a:xfrm>
          <a:custGeom xmlns:a="http://schemas.openxmlformats.org/drawingml/2006/main">
            <a:pathLst>
              <a:path w="2948178" h="2850832">
                <a:moveTo>
                  <a:pt x="2885599" y="0"/>
                </a:moveTo>
                <a:lnTo>
                  <a:pt x="2948178" y="0"/>
                </a:lnTo>
                <a:lnTo>
                  <a:pt x="2948178" y="2850832"/>
                </a:lnTo>
                <a:lnTo>
                  <a:pt x="0" y="2850832"/>
                </a:lnTo>
              </a:path>
            </a:pathLst>
          </a:custGeom>
          <a:noFill xmlns:a="http://schemas.openxmlformats.org/drawingml/2006/main"/>
          <a:ln xmlns:a="http://schemas.openxmlformats.org/drawingml/2006/main" w="7649">
            <a:solidFill>
              <a:srgbClr val="000000"/>
            </a:solidFill>
            <a:prstDash val="dash"/>
          </a:ln>
        </p:spPr>
      </p:sp>
      <p:sp>
        <p:nvSpPr>
          <p:cNvPr id="243" name="dp45-comparison / n215 / arrow">
            <a:extLst xmlns:a="http://schemas.openxmlformats.org/drawingml/2006/main">
              <a:ext uri="{FF2B5EF4-FFF2-40B4-BE49-F238E27FC236}">
                <a16:creationId xmlns:a16="http://schemas.microsoft.com/office/drawing/2014/main" id="{3100A06F-C5D2-4C15-8F29-1390D2AA5170}"/>
              </a:ext>
            </a:extLst>
          </p:cNvPr>
          <p:cNvSpPr>
            <a:spLocks xmlns:a="http://schemas.openxmlformats.org/drawingml/2006/main" noGrp="1"/>
          </p:cNvSpPr>
          <p:nvPr/>
        </p:nvSpPr>
        <p:spPr>
          <a:xfrm xmlns:a="http://schemas.openxmlformats.org/drawingml/2006/main">
            <a:off x="14591824" y="5528838"/>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244" name="dp45-comparison / n218 / path">
            <a:extLst xmlns:a="http://schemas.openxmlformats.org/drawingml/2006/main">
              <a:ext uri="{FF2B5EF4-FFF2-40B4-BE49-F238E27FC236}">
                <a16:creationId xmlns:a16="http://schemas.microsoft.com/office/drawing/2014/main" id="{003A0375-BFD2-4032-A1B8-4C3F450F26ED}"/>
              </a:ext>
            </a:extLst>
          </p:cNvPr>
          <p:cNvSpPr>
            <a:spLocks xmlns:a="http://schemas.openxmlformats.org/drawingml/2006/main" noGrp="1"/>
          </p:cNvSpPr>
          <p:nvPr/>
        </p:nvSpPr>
        <p:spPr>
          <a:xfrm xmlns:a="http://schemas.openxmlformats.org/drawingml/2006/main">
            <a:off x="11845290" y="2959751"/>
            <a:ext cx="764858" cy="1258538"/>
          </a:xfrm>
          <a:custGeom xmlns:a="http://schemas.openxmlformats.org/drawingml/2006/main">
            <a:pathLst>
              <a:path w="764858" h="1258538">
                <a:moveTo>
                  <a:pt x="0" y="0"/>
                </a:moveTo>
                <a:lnTo>
                  <a:pt x="0" y="1258538"/>
                </a:lnTo>
                <a:lnTo>
                  <a:pt x="764858" y="1258538"/>
                </a:lnTo>
              </a:path>
            </a:pathLst>
          </a:custGeom>
          <a:noFill xmlns:a="http://schemas.openxmlformats.org/drawingml/2006/main"/>
          <a:ln xmlns:a="http://schemas.openxmlformats.org/drawingml/2006/main" w="7649">
            <a:solidFill>
              <a:srgbClr val="000000"/>
            </a:solidFill>
            <a:prstDash val="solid"/>
          </a:ln>
        </p:spPr>
      </p:sp>
      <p:sp>
        <p:nvSpPr>
          <p:cNvPr id="245" name="dp45-comparison / n218 / arrow">
            <a:extLst xmlns:a="http://schemas.openxmlformats.org/drawingml/2006/main">
              <a:ext uri="{FF2B5EF4-FFF2-40B4-BE49-F238E27FC236}">
                <a16:creationId xmlns:a16="http://schemas.microsoft.com/office/drawing/2014/main" id="{C46B0CAD-A343-427E-9CC0-A9146E67819D}"/>
              </a:ext>
            </a:extLst>
          </p:cNvPr>
          <p:cNvSpPr>
            <a:spLocks xmlns:a="http://schemas.openxmlformats.org/drawingml/2006/main" noGrp="1"/>
          </p:cNvSpPr>
          <p:nvPr/>
        </p:nvSpPr>
        <p:spPr>
          <a:xfrm xmlns:a="http://schemas.openxmlformats.org/drawingml/2006/main">
            <a:off x="12561197" y="4193814"/>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246" name="dp45-comparison / n221 / path">
            <a:extLst xmlns:a="http://schemas.openxmlformats.org/drawingml/2006/main">
              <a:ext uri="{FF2B5EF4-FFF2-40B4-BE49-F238E27FC236}">
                <a16:creationId xmlns:a16="http://schemas.microsoft.com/office/drawing/2014/main" id="{2EEBF4A1-4EDC-44BB-A2F1-8BCCD24EC8A7}"/>
              </a:ext>
            </a:extLst>
          </p:cNvPr>
          <p:cNvSpPr>
            <a:spLocks xmlns:a="http://schemas.openxmlformats.org/drawingml/2006/main" noGrp="1"/>
          </p:cNvSpPr>
          <p:nvPr/>
        </p:nvSpPr>
        <p:spPr>
          <a:xfrm xmlns:a="http://schemas.openxmlformats.org/drawingml/2006/main">
            <a:off x="11845290" y="4433840"/>
            <a:ext cx="764858" cy="2482310"/>
          </a:xfrm>
          <a:custGeom xmlns:a="http://schemas.openxmlformats.org/drawingml/2006/main">
            <a:pathLst>
              <a:path w="764858" h="2482310">
                <a:moveTo>
                  <a:pt x="764858" y="0"/>
                </a:moveTo>
                <a:lnTo>
                  <a:pt x="764858" y="2482310"/>
                </a:lnTo>
                <a:lnTo>
                  <a:pt x="0" y="2482310"/>
                </a:lnTo>
              </a:path>
            </a:pathLst>
          </a:custGeom>
          <a:noFill xmlns:a="http://schemas.openxmlformats.org/drawingml/2006/main"/>
          <a:ln xmlns:a="http://schemas.openxmlformats.org/drawingml/2006/main" w="7649">
            <a:solidFill>
              <a:srgbClr val="000000"/>
            </a:solidFill>
            <a:prstDash val="solid"/>
          </a:ln>
        </p:spPr>
      </p:sp>
      <p:sp>
        <p:nvSpPr>
          <p:cNvPr id="247" name="dp45-comparison / n221 / arrow">
            <a:extLst xmlns:a="http://schemas.openxmlformats.org/drawingml/2006/main">
              <a:ext uri="{FF2B5EF4-FFF2-40B4-BE49-F238E27FC236}">
                <a16:creationId xmlns:a16="http://schemas.microsoft.com/office/drawing/2014/main" id="{0D3F4CC9-4D61-49D3-8CDD-24AF6F5FB3E9}"/>
              </a:ext>
            </a:extLst>
          </p:cNvPr>
          <p:cNvSpPr>
            <a:spLocks xmlns:a="http://schemas.openxmlformats.org/drawingml/2006/main" noGrp="1"/>
          </p:cNvSpPr>
          <p:nvPr/>
        </p:nvSpPr>
        <p:spPr>
          <a:xfrm xmlns:a="http://schemas.openxmlformats.org/drawingml/2006/main">
            <a:off x="11845290" y="6891675"/>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248" name="dp45-comparison / n222 / path">
            <a:extLst xmlns:a="http://schemas.openxmlformats.org/drawingml/2006/main">
              <a:ext uri="{FF2B5EF4-FFF2-40B4-BE49-F238E27FC236}">
                <a16:creationId xmlns:a16="http://schemas.microsoft.com/office/drawing/2014/main" id="{DB8995CB-BE82-45DB-A564-DB61DC5935E8}"/>
              </a:ext>
            </a:extLst>
          </p:cNvPr>
          <p:cNvSpPr>
            <a:spLocks xmlns:a="http://schemas.openxmlformats.org/drawingml/2006/main" noGrp="1"/>
          </p:cNvSpPr>
          <p:nvPr/>
        </p:nvSpPr>
        <p:spPr>
          <a:xfrm xmlns:a="http://schemas.openxmlformats.org/drawingml/2006/main">
            <a:off x="11845290" y="4266962"/>
            <a:ext cx="764858" cy="2774347"/>
          </a:xfrm>
          <a:custGeom xmlns:a="http://schemas.openxmlformats.org/drawingml/2006/main">
            <a:pathLst>
              <a:path w="764858" h="2774347">
                <a:moveTo>
                  <a:pt x="0" y="2774347"/>
                </a:moveTo>
                <a:lnTo>
                  <a:pt x="0" y="0"/>
                </a:lnTo>
                <a:lnTo>
                  <a:pt x="764858" y="0"/>
                </a:lnTo>
              </a:path>
            </a:pathLst>
          </a:custGeom>
          <a:noFill xmlns:a="http://schemas.openxmlformats.org/drawingml/2006/main"/>
          <a:ln xmlns:a="http://schemas.openxmlformats.org/drawingml/2006/main" w="7649">
            <a:solidFill>
              <a:srgbClr val="000000"/>
            </a:solidFill>
            <a:prstDash val="dash"/>
          </a:ln>
        </p:spPr>
      </p:sp>
      <p:sp>
        <p:nvSpPr>
          <p:cNvPr id="249" name="dp45-comparison / n222 / arrow">
            <a:extLst xmlns:a="http://schemas.openxmlformats.org/drawingml/2006/main">
              <a:ext uri="{FF2B5EF4-FFF2-40B4-BE49-F238E27FC236}">
                <a16:creationId xmlns:a16="http://schemas.microsoft.com/office/drawing/2014/main" id="{2BEFDD24-BF87-4614-97F9-6A71C6D8F2C5}"/>
              </a:ext>
            </a:extLst>
          </p:cNvPr>
          <p:cNvSpPr>
            <a:spLocks xmlns:a="http://schemas.openxmlformats.org/drawingml/2006/main" noGrp="1"/>
          </p:cNvSpPr>
          <p:nvPr/>
        </p:nvSpPr>
        <p:spPr>
          <a:xfrm xmlns:a="http://schemas.openxmlformats.org/drawingml/2006/main">
            <a:off x="12561197" y="4242486"/>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250" name="dp45-comparison / n225 / path">
            <a:extLst xmlns:a="http://schemas.openxmlformats.org/drawingml/2006/main">
              <a:ext uri="{FF2B5EF4-FFF2-40B4-BE49-F238E27FC236}">
                <a16:creationId xmlns:a16="http://schemas.microsoft.com/office/drawing/2014/main" id="{F5ADBCE4-449F-4405-9672-967837B6AB8F}"/>
              </a:ext>
            </a:extLst>
          </p:cNvPr>
          <p:cNvSpPr>
            <a:spLocks xmlns:a="http://schemas.openxmlformats.org/drawingml/2006/main" noGrp="1"/>
          </p:cNvSpPr>
          <p:nvPr/>
        </p:nvSpPr>
        <p:spPr>
          <a:xfrm xmlns:a="http://schemas.openxmlformats.org/drawingml/2006/main">
            <a:off x="11845290" y="2723340"/>
            <a:ext cx="764858" cy="2899505"/>
          </a:xfrm>
          <a:custGeom xmlns:a="http://schemas.openxmlformats.org/drawingml/2006/main">
            <a:pathLst>
              <a:path w="764858" h="2899505">
                <a:moveTo>
                  <a:pt x="0" y="0"/>
                </a:moveTo>
                <a:lnTo>
                  <a:pt x="0" y="2899505"/>
                </a:lnTo>
                <a:lnTo>
                  <a:pt x="764858" y="2899505"/>
                </a:lnTo>
              </a:path>
            </a:pathLst>
          </a:custGeom>
          <a:noFill xmlns:a="http://schemas.openxmlformats.org/drawingml/2006/main"/>
          <a:ln xmlns:a="http://schemas.openxmlformats.org/drawingml/2006/main" w="7649">
            <a:solidFill>
              <a:srgbClr val="000000"/>
            </a:solidFill>
            <a:prstDash val="solid"/>
          </a:ln>
        </p:spPr>
      </p:sp>
      <p:sp>
        <p:nvSpPr>
          <p:cNvPr id="251" name="dp45-comparison / n225 / arrow">
            <a:extLst xmlns:a="http://schemas.openxmlformats.org/drawingml/2006/main">
              <a:ext uri="{FF2B5EF4-FFF2-40B4-BE49-F238E27FC236}">
                <a16:creationId xmlns:a16="http://schemas.microsoft.com/office/drawing/2014/main" id="{550878F3-F619-4495-BF39-7CF9CBA937BB}"/>
              </a:ext>
            </a:extLst>
          </p:cNvPr>
          <p:cNvSpPr>
            <a:spLocks xmlns:a="http://schemas.openxmlformats.org/drawingml/2006/main" noGrp="1"/>
          </p:cNvSpPr>
          <p:nvPr/>
        </p:nvSpPr>
        <p:spPr>
          <a:xfrm xmlns:a="http://schemas.openxmlformats.org/drawingml/2006/main">
            <a:off x="12561197" y="5598370"/>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252" name="dp45-comparison / n226 / path">
            <a:extLst xmlns:a="http://schemas.openxmlformats.org/drawingml/2006/main">
              <a:ext uri="{FF2B5EF4-FFF2-40B4-BE49-F238E27FC236}">
                <a16:creationId xmlns:a16="http://schemas.microsoft.com/office/drawing/2014/main" id="{AE9D9D13-AD60-4E64-9488-074AE0B70839}"/>
              </a:ext>
            </a:extLst>
          </p:cNvPr>
          <p:cNvSpPr>
            <a:spLocks xmlns:a="http://schemas.openxmlformats.org/drawingml/2006/main" noGrp="1"/>
          </p:cNvSpPr>
          <p:nvPr/>
        </p:nvSpPr>
        <p:spPr>
          <a:xfrm xmlns:a="http://schemas.openxmlformats.org/drawingml/2006/main">
            <a:off x="11845290" y="2890218"/>
            <a:ext cx="764858" cy="2871692"/>
          </a:xfrm>
          <a:custGeom xmlns:a="http://schemas.openxmlformats.org/drawingml/2006/main">
            <a:pathLst>
              <a:path w="764858" h="2871692">
                <a:moveTo>
                  <a:pt x="764858" y="2871692"/>
                </a:moveTo>
                <a:lnTo>
                  <a:pt x="0" y="2871692"/>
                </a:lnTo>
                <a:lnTo>
                  <a:pt x="0" y="0"/>
                </a:lnTo>
              </a:path>
            </a:pathLst>
          </a:custGeom>
          <a:noFill xmlns:a="http://schemas.openxmlformats.org/drawingml/2006/main"/>
          <a:ln xmlns:a="http://schemas.openxmlformats.org/drawingml/2006/main" w="7649">
            <a:solidFill>
              <a:srgbClr val="000000"/>
            </a:solidFill>
            <a:prstDash val="dash"/>
          </a:ln>
        </p:spPr>
      </p:sp>
      <p:sp>
        <p:nvSpPr>
          <p:cNvPr id="253" name="dp45-comparison / n226 / arrow">
            <a:extLst xmlns:a="http://schemas.openxmlformats.org/drawingml/2006/main">
              <a:ext uri="{FF2B5EF4-FFF2-40B4-BE49-F238E27FC236}">
                <a16:creationId xmlns:a16="http://schemas.microsoft.com/office/drawing/2014/main" id="{256DB05A-4D11-4773-BC6A-DBD616BB7566}"/>
              </a:ext>
            </a:extLst>
          </p:cNvPr>
          <p:cNvSpPr>
            <a:spLocks xmlns:a="http://schemas.openxmlformats.org/drawingml/2006/main" noGrp="1"/>
          </p:cNvSpPr>
          <p:nvPr/>
        </p:nvSpPr>
        <p:spPr>
          <a:xfrm xmlns:a="http://schemas.openxmlformats.org/drawingml/2006/main">
            <a:off x="11820815" y="2890218"/>
            <a:ext cx="48951" cy="48951"/>
          </a:xfrm>
          <a:custGeom xmlns:a="http://schemas.openxmlformats.org/drawingml/2006/main">
            <a:pathLst>
              <a:path w="48951" h="48951">
                <a:moveTo>
                  <a:pt x="48951" y="48951"/>
                </a:moveTo>
                <a:lnTo>
                  <a:pt x="24475" y="0"/>
                </a:lnTo>
                <a:lnTo>
                  <a:pt x="0" y="48951"/>
                </a:lnTo>
              </a:path>
            </a:pathLst>
          </a:custGeom>
          <a:noFill xmlns:a="http://schemas.openxmlformats.org/drawingml/2006/main"/>
          <a:ln xmlns:a="http://schemas.openxmlformats.org/drawingml/2006/main" w="9790">
            <a:solidFill>
              <a:srgbClr val="000000"/>
            </a:solidFill>
            <a:prstDash val="solid"/>
          </a:ln>
        </p:spPr>
      </p:sp>
      <p:sp>
        <p:nvSpPr>
          <p:cNvPr id="254" name="dp45-comparison / n231 / path">
            <a:extLst xmlns:a="http://schemas.openxmlformats.org/drawingml/2006/main">
              <a:ext uri="{FF2B5EF4-FFF2-40B4-BE49-F238E27FC236}">
                <a16:creationId xmlns:a16="http://schemas.microsoft.com/office/drawing/2014/main" id="{6085BC91-FB0C-41D6-BCBC-3BB283EEC9DA}"/>
              </a:ext>
            </a:extLst>
          </p:cNvPr>
          <p:cNvSpPr>
            <a:spLocks xmlns:a="http://schemas.openxmlformats.org/drawingml/2006/main" noGrp="1"/>
          </p:cNvSpPr>
          <p:nvPr/>
        </p:nvSpPr>
        <p:spPr>
          <a:xfrm xmlns:a="http://schemas.openxmlformats.org/drawingml/2006/main">
            <a:off x="9759315" y="2744200"/>
            <a:ext cx="953" cy="3042047"/>
          </a:xfrm>
          <a:custGeom xmlns:a="http://schemas.openxmlformats.org/drawingml/2006/main">
            <a:pathLst>
              <a:path w="953" h="3042047">
                <a:moveTo>
                  <a:pt x="0" y="0"/>
                </a:moveTo>
                <a:lnTo>
                  <a:pt x="0" y="3042047"/>
                </a:lnTo>
              </a:path>
            </a:pathLst>
          </a:custGeom>
          <a:noFill xmlns:a="http://schemas.openxmlformats.org/drawingml/2006/main"/>
          <a:ln xmlns:a="http://schemas.openxmlformats.org/drawingml/2006/main" w="7649">
            <a:solidFill>
              <a:srgbClr val="000000"/>
            </a:solidFill>
            <a:prstDash val="solid"/>
          </a:ln>
        </p:spPr>
      </p:sp>
      <p:sp>
        <p:nvSpPr>
          <p:cNvPr id="255" name="dp45-comparison / n231 / arrow">
            <a:extLst xmlns:a="http://schemas.openxmlformats.org/drawingml/2006/main">
              <a:ext uri="{FF2B5EF4-FFF2-40B4-BE49-F238E27FC236}">
                <a16:creationId xmlns:a16="http://schemas.microsoft.com/office/drawing/2014/main" id="{B141EF02-7F9A-485A-BDE0-D7510122927D}"/>
              </a:ext>
            </a:extLst>
          </p:cNvPr>
          <p:cNvSpPr>
            <a:spLocks xmlns:a="http://schemas.openxmlformats.org/drawingml/2006/main" noGrp="1"/>
          </p:cNvSpPr>
          <p:nvPr/>
        </p:nvSpPr>
        <p:spPr>
          <a:xfrm xmlns:a="http://schemas.openxmlformats.org/drawingml/2006/main">
            <a:off x="9734840" y="5737296"/>
            <a:ext cx="48951" cy="48951"/>
          </a:xfrm>
          <a:custGeom xmlns:a="http://schemas.openxmlformats.org/drawingml/2006/main">
            <a:pathLst>
              <a:path w="48951" h="48951">
                <a:moveTo>
                  <a:pt x="0" y="0"/>
                </a:moveTo>
                <a:lnTo>
                  <a:pt x="24475" y="48951"/>
                </a:lnTo>
                <a:lnTo>
                  <a:pt x="48951" y="0"/>
                </a:lnTo>
              </a:path>
            </a:pathLst>
          </a:custGeom>
          <a:noFill xmlns:a="http://schemas.openxmlformats.org/drawingml/2006/main"/>
          <a:ln xmlns:a="http://schemas.openxmlformats.org/drawingml/2006/main" w="9790">
            <a:solidFill>
              <a:srgbClr val="000000"/>
            </a:solidFill>
            <a:prstDash val="solid"/>
          </a:ln>
        </p:spPr>
      </p:sp>
      <p:sp>
        <p:nvSpPr>
          <p:cNvPr id="256" name="dp45-comparison / n232 / path">
            <a:extLst xmlns:a="http://schemas.openxmlformats.org/drawingml/2006/main">
              <a:ext uri="{FF2B5EF4-FFF2-40B4-BE49-F238E27FC236}">
                <a16:creationId xmlns:a16="http://schemas.microsoft.com/office/drawing/2014/main" id="{3D1575C5-07C1-470A-9A0F-9E63FDB3C80B}"/>
              </a:ext>
            </a:extLst>
          </p:cNvPr>
          <p:cNvSpPr>
            <a:spLocks xmlns:a="http://schemas.openxmlformats.org/drawingml/2006/main" noGrp="1"/>
          </p:cNvSpPr>
          <p:nvPr/>
        </p:nvSpPr>
        <p:spPr>
          <a:xfrm xmlns:a="http://schemas.openxmlformats.org/drawingml/2006/main">
            <a:off x="11845290" y="2973657"/>
            <a:ext cx="953" cy="2958608"/>
          </a:xfrm>
          <a:custGeom xmlns:a="http://schemas.openxmlformats.org/drawingml/2006/main">
            <a:pathLst>
              <a:path w="953" h="2958608">
                <a:moveTo>
                  <a:pt x="0" y="2958608"/>
                </a:moveTo>
                <a:lnTo>
                  <a:pt x="0" y="0"/>
                </a:lnTo>
              </a:path>
            </a:pathLst>
          </a:custGeom>
          <a:noFill xmlns:a="http://schemas.openxmlformats.org/drawingml/2006/main"/>
          <a:ln xmlns:a="http://schemas.openxmlformats.org/drawingml/2006/main" w="7649">
            <a:solidFill>
              <a:srgbClr val="000000"/>
            </a:solidFill>
            <a:prstDash val="dash"/>
          </a:ln>
        </p:spPr>
      </p:sp>
      <p:sp>
        <p:nvSpPr>
          <p:cNvPr id="257" name="dp45-comparison / n232 / arrow">
            <a:extLst xmlns:a="http://schemas.openxmlformats.org/drawingml/2006/main">
              <a:ext uri="{FF2B5EF4-FFF2-40B4-BE49-F238E27FC236}">
                <a16:creationId xmlns:a16="http://schemas.microsoft.com/office/drawing/2014/main" id="{F9DA0ED0-F2B4-4961-9E4C-194E87AE358B}"/>
              </a:ext>
            </a:extLst>
          </p:cNvPr>
          <p:cNvSpPr>
            <a:spLocks xmlns:a="http://schemas.openxmlformats.org/drawingml/2006/main" noGrp="1"/>
          </p:cNvSpPr>
          <p:nvPr/>
        </p:nvSpPr>
        <p:spPr>
          <a:xfrm xmlns:a="http://schemas.openxmlformats.org/drawingml/2006/main">
            <a:off x="11820815" y="2973657"/>
            <a:ext cx="48951" cy="48951"/>
          </a:xfrm>
          <a:custGeom xmlns:a="http://schemas.openxmlformats.org/drawingml/2006/main">
            <a:pathLst>
              <a:path w="48951" h="48951">
                <a:moveTo>
                  <a:pt x="48951" y="48951"/>
                </a:moveTo>
                <a:lnTo>
                  <a:pt x="24475" y="0"/>
                </a:lnTo>
                <a:lnTo>
                  <a:pt x="0" y="48951"/>
                </a:lnTo>
              </a:path>
            </a:pathLst>
          </a:custGeom>
          <a:noFill xmlns:a="http://schemas.openxmlformats.org/drawingml/2006/main"/>
          <a:ln xmlns:a="http://schemas.openxmlformats.org/drawingml/2006/main" w="9790">
            <a:solidFill>
              <a:srgbClr val="000000"/>
            </a:solidFill>
            <a:prstDash val="solid"/>
          </a:ln>
        </p:spPr>
      </p:sp>
      <p:sp>
        <p:nvSpPr>
          <p:cNvPr id="258" name="dp45-comparison / n235 / path">
            <a:extLst xmlns:a="http://schemas.openxmlformats.org/drawingml/2006/main">
              <a:ext uri="{FF2B5EF4-FFF2-40B4-BE49-F238E27FC236}">
                <a16:creationId xmlns:a16="http://schemas.microsoft.com/office/drawing/2014/main" id="{6B89A0F9-F3DD-4313-9320-AAA9FC838204}"/>
              </a:ext>
            </a:extLst>
          </p:cNvPr>
          <p:cNvSpPr>
            <a:spLocks xmlns:a="http://schemas.openxmlformats.org/drawingml/2006/main" noGrp="1"/>
          </p:cNvSpPr>
          <p:nvPr/>
        </p:nvSpPr>
        <p:spPr>
          <a:xfrm xmlns:a="http://schemas.openxmlformats.org/drawingml/2006/main">
            <a:off x="10802303" y="2615565"/>
            <a:ext cx="5597366" cy="953"/>
          </a:xfrm>
          <a:custGeom xmlns:a="http://schemas.openxmlformats.org/drawingml/2006/main">
            <a:pathLst>
              <a:path w="5597366" h="953">
                <a:moveTo>
                  <a:pt x="0" y="0"/>
                </a:moveTo>
                <a:lnTo>
                  <a:pt x="5597366" y="0"/>
                </a:lnTo>
              </a:path>
            </a:pathLst>
          </a:custGeom>
          <a:noFill xmlns:a="http://schemas.openxmlformats.org/drawingml/2006/main"/>
          <a:ln xmlns:a="http://schemas.openxmlformats.org/drawingml/2006/main" w="7649">
            <a:solidFill>
              <a:srgbClr val="000000"/>
            </a:solidFill>
            <a:prstDash val="solid"/>
          </a:ln>
        </p:spPr>
      </p:sp>
      <p:sp>
        <p:nvSpPr>
          <p:cNvPr id="259" name="dp45-comparison / n235 / arrow">
            <a:extLst xmlns:a="http://schemas.openxmlformats.org/drawingml/2006/main">
              <a:ext uri="{FF2B5EF4-FFF2-40B4-BE49-F238E27FC236}">
                <a16:creationId xmlns:a16="http://schemas.microsoft.com/office/drawing/2014/main" id="{227BB7B0-905D-4555-BAC7-1CF9C209AABB}"/>
              </a:ext>
            </a:extLst>
          </p:cNvPr>
          <p:cNvSpPr>
            <a:spLocks xmlns:a="http://schemas.openxmlformats.org/drawingml/2006/main" noGrp="1"/>
          </p:cNvSpPr>
          <p:nvPr/>
        </p:nvSpPr>
        <p:spPr>
          <a:xfrm xmlns:a="http://schemas.openxmlformats.org/drawingml/2006/main">
            <a:off x="16350718" y="2591090"/>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260" name="dp45-comparison / n238 / path">
            <a:extLst xmlns:a="http://schemas.openxmlformats.org/drawingml/2006/main">
              <a:ext uri="{FF2B5EF4-FFF2-40B4-BE49-F238E27FC236}">
                <a16:creationId xmlns:a16="http://schemas.microsoft.com/office/drawing/2014/main" id="{4AE5CC47-3533-4D56-854B-B626A62F49B3}"/>
              </a:ext>
            </a:extLst>
          </p:cNvPr>
          <p:cNvSpPr>
            <a:spLocks xmlns:a="http://schemas.openxmlformats.org/drawingml/2006/main" noGrp="1"/>
          </p:cNvSpPr>
          <p:nvPr/>
        </p:nvSpPr>
        <p:spPr>
          <a:xfrm xmlns:a="http://schemas.openxmlformats.org/drawingml/2006/main">
            <a:off x="10524173" y="2997994"/>
            <a:ext cx="5145405" cy="3302794"/>
          </a:xfrm>
          <a:custGeom xmlns:a="http://schemas.openxmlformats.org/drawingml/2006/main">
            <a:pathLst>
              <a:path w="5145405" h="3302794">
                <a:moveTo>
                  <a:pt x="0" y="0"/>
                </a:moveTo>
                <a:lnTo>
                  <a:pt x="1675733" y="0"/>
                </a:lnTo>
                <a:lnTo>
                  <a:pt x="1675733" y="3302794"/>
                </a:lnTo>
                <a:lnTo>
                  <a:pt x="5145405" y="3302794"/>
                </a:lnTo>
              </a:path>
            </a:pathLst>
          </a:custGeom>
          <a:noFill xmlns:a="http://schemas.openxmlformats.org/drawingml/2006/main"/>
          <a:ln xmlns:a="http://schemas.openxmlformats.org/drawingml/2006/main" w="7649">
            <a:solidFill>
              <a:srgbClr val="000000"/>
            </a:solidFill>
            <a:prstDash val="solid"/>
          </a:ln>
        </p:spPr>
      </p:sp>
      <p:sp>
        <p:nvSpPr>
          <p:cNvPr id="261" name="dp45-comparison / n238 / arrow">
            <a:extLst xmlns:a="http://schemas.openxmlformats.org/drawingml/2006/main">
              <a:ext uri="{FF2B5EF4-FFF2-40B4-BE49-F238E27FC236}">
                <a16:creationId xmlns:a16="http://schemas.microsoft.com/office/drawing/2014/main" id="{1C1EEF61-10EB-4E99-9071-C9CD3984B1B4}"/>
              </a:ext>
            </a:extLst>
          </p:cNvPr>
          <p:cNvSpPr>
            <a:spLocks xmlns:a="http://schemas.openxmlformats.org/drawingml/2006/main" noGrp="1"/>
          </p:cNvSpPr>
          <p:nvPr/>
        </p:nvSpPr>
        <p:spPr>
          <a:xfrm xmlns:a="http://schemas.openxmlformats.org/drawingml/2006/main">
            <a:off x="15620627" y="6276312"/>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262" name="dp45-comparison / n239 / path">
            <a:extLst xmlns:a="http://schemas.openxmlformats.org/drawingml/2006/main">
              <a:ext uri="{FF2B5EF4-FFF2-40B4-BE49-F238E27FC236}">
                <a16:creationId xmlns:a16="http://schemas.microsoft.com/office/drawing/2014/main" id="{DCC04AF2-94E8-41B7-A7BE-32920F534244}"/>
              </a:ext>
            </a:extLst>
          </p:cNvPr>
          <p:cNvSpPr>
            <a:spLocks xmlns:a="http://schemas.openxmlformats.org/drawingml/2006/main" noGrp="1"/>
          </p:cNvSpPr>
          <p:nvPr/>
        </p:nvSpPr>
        <p:spPr>
          <a:xfrm xmlns:a="http://schemas.openxmlformats.org/drawingml/2006/main">
            <a:off x="10698004" y="2997994"/>
            <a:ext cx="4971574" cy="3386233"/>
          </a:xfrm>
          <a:custGeom xmlns:a="http://schemas.openxmlformats.org/drawingml/2006/main">
            <a:pathLst>
              <a:path w="4971574" h="3386233">
                <a:moveTo>
                  <a:pt x="4971574" y="3386233"/>
                </a:moveTo>
                <a:lnTo>
                  <a:pt x="1209865" y="3386233"/>
                </a:lnTo>
                <a:lnTo>
                  <a:pt x="1209865" y="0"/>
                </a:lnTo>
                <a:lnTo>
                  <a:pt x="0" y="0"/>
                </a:lnTo>
              </a:path>
            </a:pathLst>
          </a:custGeom>
          <a:noFill xmlns:a="http://schemas.openxmlformats.org/drawingml/2006/main"/>
          <a:ln xmlns:a="http://schemas.openxmlformats.org/drawingml/2006/main" w="7649">
            <a:solidFill>
              <a:srgbClr val="000000"/>
            </a:solidFill>
            <a:prstDash val="dash"/>
          </a:ln>
        </p:spPr>
      </p:sp>
      <p:sp>
        <p:nvSpPr>
          <p:cNvPr id="263" name="dp45-comparison / n239 / arrow">
            <a:extLst xmlns:a="http://schemas.openxmlformats.org/drawingml/2006/main">
              <a:ext uri="{FF2B5EF4-FFF2-40B4-BE49-F238E27FC236}">
                <a16:creationId xmlns:a16="http://schemas.microsoft.com/office/drawing/2014/main" id="{B2E1F7A3-1507-4D22-9F65-09BB790DA1C1}"/>
              </a:ext>
            </a:extLst>
          </p:cNvPr>
          <p:cNvSpPr>
            <a:spLocks xmlns:a="http://schemas.openxmlformats.org/drawingml/2006/main" noGrp="1"/>
          </p:cNvSpPr>
          <p:nvPr/>
        </p:nvSpPr>
        <p:spPr>
          <a:xfrm xmlns:a="http://schemas.openxmlformats.org/drawingml/2006/main">
            <a:off x="10698004" y="2973518"/>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264" name="dp45-comparison / n242 / path">
            <a:extLst xmlns:a="http://schemas.openxmlformats.org/drawingml/2006/main">
              <a:ext uri="{FF2B5EF4-FFF2-40B4-BE49-F238E27FC236}">
                <a16:creationId xmlns:a16="http://schemas.microsoft.com/office/drawing/2014/main" id="{9172A9A3-173F-4302-8ABD-24B0A9C8CB9E}"/>
              </a:ext>
            </a:extLst>
          </p:cNvPr>
          <p:cNvSpPr>
            <a:spLocks xmlns:a="http://schemas.openxmlformats.org/drawingml/2006/main" noGrp="1"/>
          </p:cNvSpPr>
          <p:nvPr/>
        </p:nvSpPr>
        <p:spPr>
          <a:xfrm xmlns:a="http://schemas.openxmlformats.org/drawingml/2006/main">
            <a:off x="10802303" y="6022658"/>
            <a:ext cx="953" cy="799624"/>
          </a:xfrm>
          <a:custGeom xmlns:a="http://schemas.openxmlformats.org/drawingml/2006/main">
            <a:pathLst>
              <a:path w="953" h="799624">
                <a:moveTo>
                  <a:pt x="0" y="0"/>
                </a:moveTo>
                <a:lnTo>
                  <a:pt x="0" y="799624"/>
                </a:lnTo>
              </a:path>
            </a:pathLst>
          </a:custGeom>
          <a:noFill xmlns:a="http://schemas.openxmlformats.org/drawingml/2006/main"/>
          <a:ln xmlns:a="http://schemas.openxmlformats.org/drawingml/2006/main" w="7649">
            <a:solidFill>
              <a:srgbClr val="000000"/>
            </a:solidFill>
            <a:prstDash val="solid"/>
          </a:ln>
        </p:spPr>
      </p:sp>
      <p:sp>
        <p:nvSpPr>
          <p:cNvPr id="265" name="dp45-comparison / n242 / arrow">
            <a:extLst xmlns:a="http://schemas.openxmlformats.org/drawingml/2006/main">
              <a:ext uri="{FF2B5EF4-FFF2-40B4-BE49-F238E27FC236}">
                <a16:creationId xmlns:a16="http://schemas.microsoft.com/office/drawing/2014/main" id="{A446335C-1961-49E7-B707-E94D3C5178EC}"/>
              </a:ext>
            </a:extLst>
          </p:cNvPr>
          <p:cNvSpPr>
            <a:spLocks xmlns:a="http://schemas.openxmlformats.org/drawingml/2006/main" noGrp="1"/>
          </p:cNvSpPr>
          <p:nvPr/>
        </p:nvSpPr>
        <p:spPr>
          <a:xfrm xmlns:a="http://schemas.openxmlformats.org/drawingml/2006/main">
            <a:off x="10777827" y="6773330"/>
            <a:ext cx="48951" cy="48951"/>
          </a:xfrm>
          <a:custGeom xmlns:a="http://schemas.openxmlformats.org/drawingml/2006/main">
            <a:pathLst>
              <a:path w="48951" h="48951">
                <a:moveTo>
                  <a:pt x="0" y="0"/>
                </a:moveTo>
                <a:lnTo>
                  <a:pt x="24475" y="48951"/>
                </a:lnTo>
                <a:lnTo>
                  <a:pt x="48951" y="0"/>
                </a:lnTo>
              </a:path>
            </a:pathLst>
          </a:custGeom>
          <a:noFill xmlns:a="http://schemas.openxmlformats.org/drawingml/2006/main"/>
          <a:ln xmlns:a="http://schemas.openxmlformats.org/drawingml/2006/main" w="9790">
            <a:solidFill>
              <a:srgbClr val="000000"/>
            </a:solidFill>
            <a:prstDash val="solid"/>
          </a:ln>
        </p:spPr>
      </p:sp>
      <p:sp>
        <p:nvSpPr>
          <p:cNvPr id="266" name="dp45-comparison / n243 / path">
            <a:extLst xmlns:a="http://schemas.openxmlformats.org/drawingml/2006/main">
              <a:ext uri="{FF2B5EF4-FFF2-40B4-BE49-F238E27FC236}">
                <a16:creationId xmlns:a16="http://schemas.microsoft.com/office/drawing/2014/main" id="{3BD785DC-8E36-40F6-A10D-5DF9019E4601}"/>
              </a:ext>
            </a:extLst>
          </p:cNvPr>
          <p:cNvSpPr>
            <a:spLocks xmlns:a="http://schemas.openxmlformats.org/drawingml/2006/main" noGrp="1"/>
          </p:cNvSpPr>
          <p:nvPr/>
        </p:nvSpPr>
        <p:spPr>
          <a:xfrm xmlns:a="http://schemas.openxmlformats.org/drawingml/2006/main">
            <a:off x="10976134" y="6022658"/>
            <a:ext cx="953" cy="799624"/>
          </a:xfrm>
          <a:custGeom xmlns:a="http://schemas.openxmlformats.org/drawingml/2006/main">
            <a:pathLst>
              <a:path w="953" h="799624">
                <a:moveTo>
                  <a:pt x="0" y="799624"/>
                </a:moveTo>
                <a:lnTo>
                  <a:pt x="0" y="0"/>
                </a:lnTo>
              </a:path>
            </a:pathLst>
          </a:custGeom>
          <a:noFill xmlns:a="http://schemas.openxmlformats.org/drawingml/2006/main"/>
          <a:ln xmlns:a="http://schemas.openxmlformats.org/drawingml/2006/main" w="7649">
            <a:solidFill>
              <a:srgbClr val="000000"/>
            </a:solidFill>
            <a:prstDash val="dash"/>
          </a:ln>
        </p:spPr>
      </p:sp>
      <p:sp>
        <p:nvSpPr>
          <p:cNvPr id="267" name="dp45-comparison / n243 / arrow">
            <a:extLst xmlns:a="http://schemas.openxmlformats.org/drawingml/2006/main">
              <a:ext uri="{FF2B5EF4-FFF2-40B4-BE49-F238E27FC236}">
                <a16:creationId xmlns:a16="http://schemas.microsoft.com/office/drawing/2014/main" id="{3DE15D46-6086-4CD2-9A87-1C7AAE738120}"/>
              </a:ext>
            </a:extLst>
          </p:cNvPr>
          <p:cNvSpPr>
            <a:spLocks xmlns:a="http://schemas.openxmlformats.org/drawingml/2006/main" noGrp="1"/>
          </p:cNvSpPr>
          <p:nvPr/>
        </p:nvSpPr>
        <p:spPr>
          <a:xfrm xmlns:a="http://schemas.openxmlformats.org/drawingml/2006/main">
            <a:off x="10951658" y="6022658"/>
            <a:ext cx="48951" cy="48951"/>
          </a:xfrm>
          <a:custGeom xmlns:a="http://schemas.openxmlformats.org/drawingml/2006/main">
            <a:pathLst>
              <a:path w="48951" h="48951">
                <a:moveTo>
                  <a:pt x="48951" y="48951"/>
                </a:moveTo>
                <a:lnTo>
                  <a:pt x="24475" y="0"/>
                </a:lnTo>
                <a:lnTo>
                  <a:pt x="0" y="48951"/>
                </a:lnTo>
              </a:path>
            </a:pathLst>
          </a:custGeom>
          <a:noFill xmlns:a="http://schemas.openxmlformats.org/drawingml/2006/main"/>
          <a:ln xmlns:a="http://schemas.openxmlformats.org/drawingml/2006/main" w="9790">
            <a:solidFill>
              <a:srgbClr val="000000"/>
            </a:solidFill>
            <a:prstDash val="solid"/>
          </a:ln>
        </p:spPr>
      </p:sp>
      <p:sp>
        <p:nvSpPr>
          <p:cNvPr id="268" name="dp45-comparison / n244 / path">
            <a:extLst xmlns:a="http://schemas.openxmlformats.org/drawingml/2006/main">
              <a:ext uri="{FF2B5EF4-FFF2-40B4-BE49-F238E27FC236}">
                <a16:creationId xmlns:a16="http://schemas.microsoft.com/office/drawing/2014/main" id="{5C175BA1-79CC-4D6C-92C7-13BBAE0BF6C4}"/>
              </a:ext>
            </a:extLst>
          </p:cNvPr>
          <p:cNvSpPr>
            <a:spLocks xmlns:a="http://schemas.openxmlformats.org/drawingml/2006/main" noGrp="1"/>
          </p:cNvSpPr>
          <p:nvPr/>
        </p:nvSpPr>
        <p:spPr>
          <a:xfrm xmlns:a="http://schemas.openxmlformats.org/drawingml/2006/main">
            <a:off x="11845290" y="6978729"/>
            <a:ext cx="834390" cy="953"/>
          </a:xfrm>
          <a:custGeom xmlns:a="http://schemas.openxmlformats.org/drawingml/2006/main">
            <a:pathLst>
              <a:path w="834390" h="953">
                <a:moveTo>
                  <a:pt x="0" y="0"/>
                </a:moveTo>
                <a:lnTo>
                  <a:pt x="834390" y="0"/>
                </a:lnTo>
              </a:path>
            </a:pathLst>
          </a:custGeom>
          <a:noFill xmlns:a="http://schemas.openxmlformats.org/drawingml/2006/main"/>
          <a:ln xmlns:a="http://schemas.openxmlformats.org/drawingml/2006/main" w="7649">
            <a:solidFill>
              <a:srgbClr val="000000"/>
            </a:solidFill>
            <a:prstDash val="solid"/>
          </a:ln>
        </p:spPr>
      </p:sp>
      <p:sp>
        <p:nvSpPr>
          <p:cNvPr id="269" name="dp45-comparison / n244 / arrow">
            <a:extLst xmlns:a="http://schemas.openxmlformats.org/drawingml/2006/main">
              <a:ext uri="{FF2B5EF4-FFF2-40B4-BE49-F238E27FC236}">
                <a16:creationId xmlns:a16="http://schemas.microsoft.com/office/drawing/2014/main" id="{A13D6F06-2137-4234-A02C-ED22358F3FFA}"/>
              </a:ext>
            </a:extLst>
          </p:cNvPr>
          <p:cNvSpPr>
            <a:spLocks xmlns:a="http://schemas.openxmlformats.org/drawingml/2006/main" noGrp="1"/>
          </p:cNvSpPr>
          <p:nvPr/>
        </p:nvSpPr>
        <p:spPr>
          <a:xfrm xmlns:a="http://schemas.openxmlformats.org/drawingml/2006/main">
            <a:off x="12630729" y="6954254"/>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270" name="dp45-comparison / n245 / path">
            <a:extLst xmlns:a="http://schemas.openxmlformats.org/drawingml/2006/main">
              <a:ext uri="{FF2B5EF4-FFF2-40B4-BE49-F238E27FC236}">
                <a16:creationId xmlns:a16="http://schemas.microsoft.com/office/drawing/2014/main" id="{BA0E588B-1A23-47BE-B820-F5523778245B}"/>
              </a:ext>
            </a:extLst>
          </p:cNvPr>
          <p:cNvSpPr>
            <a:spLocks xmlns:a="http://schemas.openxmlformats.org/drawingml/2006/main" noGrp="1"/>
          </p:cNvSpPr>
          <p:nvPr/>
        </p:nvSpPr>
        <p:spPr>
          <a:xfrm xmlns:a="http://schemas.openxmlformats.org/drawingml/2006/main">
            <a:off x="11845290" y="7062168"/>
            <a:ext cx="834390" cy="953"/>
          </a:xfrm>
          <a:custGeom xmlns:a="http://schemas.openxmlformats.org/drawingml/2006/main">
            <a:pathLst>
              <a:path w="834390" h="953">
                <a:moveTo>
                  <a:pt x="834390" y="0"/>
                </a:moveTo>
                <a:lnTo>
                  <a:pt x="0" y="0"/>
                </a:lnTo>
              </a:path>
            </a:pathLst>
          </a:custGeom>
          <a:noFill xmlns:a="http://schemas.openxmlformats.org/drawingml/2006/main"/>
          <a:ln xmlns:a="http://schemas.openxmlformats.org/drawingml/2006/main" w="7649">
            <a:solidFill>
              <a:srgbClr val="000000"/>
            </a:solidFill>
            <a:prstDash val="dash"/>
          </a:ln>
        </p:spPr>
      </p:sp>
      <p:sp>
        <p:nvSpPr>
          <p:cNvPr id="271" name="dp45-comparison / n245 / arrow">
            <a:extLst xmlns:a="http://schemas.openxmlformats.org/drawingml/2006/main">
              <a:ext uri="{FF2B5EF4-FFF2-40B4-BE49-F238E27FC236}">
                <a16:creationId xmlns:a16="http://schemas.microsoft.com/office/drawing/2014/main" id="{91E4B418-B04B-4DE6-A954-F220AE9C5AB8}"/>
              </a:ext>
            </a:extLst>
          </p:cNvPr>
          <p:cNvSpPr>
            <a:spLocks xmlns:a="http://schemas.openxmlformats.org/drawingml/2006/main" noGrp="1"/>
          </p:cNvSpPr>
          <p:nvPr/>
        </p:nvSpPr>
        <p:spPr>
          <a:xfrm xmlns:a="http://schemas.openxmlformats.org/drawingml/2006/main">
            <a:off x="11845290" y="7037693"/>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272" name="dp45-comparison / n162">
            <a:extLst xmlns:a="http://schemas.openxmlformats.org/drawingml/2006/main">
              <a:ext uri="{FF2B5EF4-FFF2-40B4-BE49-F238E27FC236}">
                <a16:creationId xmlns:a16="http://schemas.microsoft.com/office/drawing/2014/main" id="{97F339E3-8980-4AFA-B034-472589B1C79B}"/>
              </a:ext>
            </a:extLst>
          </p:cNvPr>
          <p:cNvSpPr>
            <a:spLocks xmlns:a="http://schemas.openxmlformats.org/drawingml/2006/main" noGrp="1"/>
          </p:cNvSpPr>
          <p:nvPr/>
        </p:nvSpPr>
        <p:spPr>
          <a:xfrm xmlns:a="http://schemas.openxmlformats.org/drawingml/2006/main">
            <a:off x="9780175" y="3039713"/>
            <a:ext cx="1432091" cy="3512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73" name="dp45-comparison / n163 / text 1">
            <a:extLst xmlns:a="http://schemas.openxmlformats.org/drawingml/2006/main">
              <a:ext uri="{FF2B5EF4-FFF2-40B4-BE49-F238E27FC236}">
                <a16:creationId xmlns:a16="http://schemas.microsoft.com/office/drawing/2014/main" id="{DE629227-3727-4C10-B575-7C51D5D3B652}"/>
              </a:ext>
            </a:extLst>
          </p:cNvPr>
          <p:cNvSpPr>
            <a:spLocks xmlns:a="http://schemas.openxmlformats.org/drawingml/2006/main" noGrp="1"/>
          </p:cNvSpPr>
          <p:nvPr/>
        </p:nvSpPr>
        <p:spPr>
          <a:xfrm xmlns:a="http://schemas.openxmlformats.org/drawingml/2006/main">
            <a:off x="9794081" y="3046667"/>
            <a:ext cx="2085975"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0">
                <a:solidFill>
                  <a:srgbClr val="000000"/>
                </a:solidFill>
                <a:latin typeface="Apple SD Gothic Neo"/>
                <a:ea typeface="Apple SD Gothic Neo"/>
                <a:cs typeface="Apple SD Gothic Neo"/>
              </a:defRPr>
            </a:pPr>
            <a:r>
              <a:rPr sz="986" b="0">
                <a:solidFill>
                  <a:srgbClr val="000000"/>
                </a:solidFill>
                <a:latin typeface="Apple SD Gothic Neo"/>
                <a:ea typeface="Apple SD Gothic Neo"/>
                <a:cs typeface="Apple SD Gothic Neo"/>
              </a:rPr>
              <a:t>C20: 입력 / 확정 정정</a:t>
            </a:r>
          </a:p>
        </p:txBody>
      </p:sp>
      <p:sp>
        <p:nvSpPr>
          <p:cNvPr id="274" name="dp45-comparison / n163 / text 2">
            <a:extLst xmlns:a="http://schemas.openxmlformats.org/drawingml/2006/main">
              <a:ext uri="{FF2B5EF4-FFF2-40B4-BE49-F238E27FC236}">
                <a16:creationId xmlns:a16="http://schemas.microsoft.com/office/drawing/2014/main" id="{84641339-B10D-4521-A8D5-6293B08DC113}"/>
              </a:ext>
            </a:extLst>
          </p:cNvPr>
          <p:cNvSpPr>
            <a:spLocks xmlns:a="http://schemas.openxmlformats.org/drawingml/2006/main" noGrp="1"/>
          </p:cNvSpPr>
          <p:nvPr/>
        </p:nvSpPr>
        <p:spPr>
          <a:xfrm xmlns:a="http://schemas.openxmlformats.org/drawingml/2006/main">
            <a:off x="9794081" y="3211876"/>
            <a:ext cx="2085975"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0">
                <a:solidFill>
                  <a:srgbClr val="000000"/>
                </a:solidFill>
                <a:latin typeface="Apple SD Gothic Neo"/>
                <a:ea typeface="Apple SD Gothic Neo"/>
                <a:cs typeface="Apple SD Gothic Neo"/>
              </a:defRPr>
            </a:pPr>
            <a:r>
              <a:rPr sz="986" b="0">
                <a:solidFill>
                  <a:srgbClr val="000000"/>
                </a:solidFill>
                <a:latin typeface="Apple SD Gothic Neo"/>
                <a:ea typeface="Apple SD Gothic Neo"/>
                <a:cs typeface="Apple SD Gothic Neo"/>
              </a:rPr>
              <a:t>C23/R23: 현재 요청</a:t>
            </a:r>
          </a:p>
        </p:txBody>
      </p:sp>
      <p:sp>
        <p:nvSpPr>
          <p:cNvPr id="275" name="dp45-comparison / n164">
            <a:extLst xmlns:a="http://schemas.openxmlformats.org/drawingml/2006/main">
              <a:ext uri="{FF2B5EF4-FFF2-40B4-BE49-F238E27FC236}">
                <a16:creationId xmlns:a16="http://schemas.microsoft.com/office/drawing/2014/main" id="{5A12657F-1025-445F-A7B1-956769839E7F}"/>
              </a:ext>
            </a:extLst>
          </p:cNvPr>
          <p:cNvSpPr>
            <a:spLocks xmlns:a="http://schemas.openxmlformats.org/drawingml/2006/main" noGrp="1"/>
          </p:cNvSpPr>
          <p:nvPr/>
        </p:nvSpPr>
        <p:spPr>
          <a:xfrm xmlns:a="http://schemas.openxmlformats.org/drawingml/2006/main">
            <a:off x="12631007" y="3039713"/>
            <a:ext cx="1286908" cy="3512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76" name="dp45-comparison / n165 / text 1">
            <a:extLst xmlns:a="http://schemas.openxmlformats.org/drawingml/2006/main">
              <a:ext uri="{FF2B5EF4-FFF2-40B4-BE49-F238E27FC236}">
                <a16:creationId xmlns:a16="http://schemas.microsoft.com/office/drawing/2014/main" id="{3A5A492A-3089-44E6-87E2-91CC81AF246F}"/>
              </a:ext>
            </a:extLst>
          </p:cNvPr>
          <p:cNvSpPr>
            <a:spLocks xmlns:a="http://schemas.openxmlformats.org/drawingml/2006/main" noGrp="1"/>
          </p:cNvSpPr>
          <p:nvPr/>
        </p:nvSpPr>
        <p:spPr>
          <a:xfrm xmlns:a="http://schemas.openxmlformats.org/drawingml/2006/main">
            <a:off x="12644914" y="3046667"/>
            <a:ext cx="1946910"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0">
                <a:solidFill>
                  <a:srgbClr val="000000"/>
                </a:solidFill>
                <a:latin typeface="Apple SD Gothic Neo"/>
                <a:ea typeface="Apple SD Gothic Neo"/>
                <a:cs typeface="Apple SD Gothic Neo"/>
              </a:defRPr>
            </a:pPr>
            <a:r>
              <a:rPr sz="986" b="0">
                <a:solidFill>
                  <a:srgbClr val="000000"/>
                </a:solidFill>
                <a:latin typeface="Apple SD Gothic Neo"/>
                <a:ea typeface="Apple SD Gothic Neo"/>
                <a:cs typeface="Apple SD Gothic Neo"/>
              </a:rPr>
              <a:t>E20: 설명 원본</a:t>
            </a:r>
          </a:p>
        </p:txBody>
      </p:sp>
      <p:sp>
        <p:nvSpPr>
          <p:cNvPr id="277" name="dp45-comparison / n165 / text 2">
            <a:extLst xmlns:a="http://schemas.openxmlformats.org/drawingml/2006/main">
              <a:ext uri="{FF2B5EF4-FFF2-40B4-BE49-F238E27FC236}">
                <a16:creationId xmlns:a16="http://schemas.microsoft.com/office/drawing/2014/main" id="{C30ABA4B-2AAB-4666-A811-5A4D7A55ED73}"/>
              </a:ext>
            </a:extLst>
          </p:cNvPr>
          <p:cNvSpPr>
            <a:spLocks xmlns:a="http://schemas.openxmlformats.org/drawingml/2006/main" noGrp="1"/>
          </p:cNvSpPr>
          <p:nvPr/>
        </p:nvSpPr>
        <p:spPr>
          <a:xfrm xmlns:a="http://schemas.openxmlformats.org/drawingml/2006/main">
            <a:off x="12644914" y="3211876"/>
            <a:ext cx="1946910"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0">
                <a:solidFill>
                  <a:srgbClr val="000000"/>
                </a:solidFill>
                <a:latin typeface="Apple SD Gothic Neo"/>
                <a:ea typeface="Apple SD Gothic Neo"/>
                <a:cs typeface="Apple SD Gothic Neo"/>
              </a:defRPr>
            </a:pPr>
            <a:r>
              <a:rPr sz="986" b="0">
                <a:solidFill>
                  <a:srgbClr val="000000"/>
                </a:solidFill>
                <a:latin typeface="Apple SD Gothic Neo"/>
                <a:ea typeface="Apple SD Gothic Neo"/>
                <a:cs typeface="Apple SD Gothic Neo"/>
              </a:rPr>
              <a:t>P20: 실제 전달 구간</a:t>
            </a:r>
          </a:p>
        </p:txBody>
      </p:sp>
      <p:sp>
        <p:nvSpPr>
          <p:cNvPr id="278" name="dp45-comparison / n166">
            <a:extLst xmlns:a="http://schemas.openxmlformats.org/drawingml/2006/main">
              <a:ext uri="{FF2B5EF4-FFF2-40B4-BE49-F238E27FC236}">
                <a16:creationId xmlns:a16="http://schemas.microsoft.com/office/drawing/2014/main" id="{DD19C73A-9F5E-4307-BDDD-E0DB05F9F605}"/>
              </a:ext>
            </a:extLst>
          </p:cNvPr>
          <p:cNvSpPr>
            <a:spLocks xmlns:a="http://schemas.openxmlformats.org/drawingml/2006/main" noGrp="1"/>
          </p:cNvSpPr>
          <p:nvPr/>
        </p:nvSpPr>
        <p:spPr>
          <a:xfrm xmlns:a="http://schemas.openxmlformats.org/drawingml/2006/main">
            <a:off x="15342775" y="3039713"/>
            <a:ext cx="1189284" cy="3512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79" name="dp45-comparison / n167 / text 1">
            <a:extLst xmlns:a="http://schemas.openxmlformats.org/drawingml/2006/main">
              <a:ext uri="{FF2B5EF4-FFF2-40B4-BE49-F238E27FC236}">
                <a16:creationId xmlns:a16="http://schemas.microsoft.com/office/drawing/2014/main" id="{439AA17D-8463-42E1-B1AA-F48599A06F13}"/>
              </a:ext>
            </a:extLst>
          </p:cNvPr>
          <p:cNvSpPr>
            <a:spLocks xmlns:a="http://schemas.openxmlformats.org/drawingml/2006/main" noGrp="1"/>
          </p:cNvSpPr>
          <p:nvPr/>
        </p:nvSpPr>
        <p:spPr>
          <a:xfrm xmlns:a="http://schemas.openxmlformats.org/drawingml/2006/main">
            <a:off x="15356681" y="3046667"/>
            <a:ext cx="2155508"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0">
                <a:solidFill>
                  <a:srgbClr val="000000"/>
                </a:solidFill>
                <a:latin typeface="Apple SD Gothic Neo"/>
                <a:ea typeface="Apple SD Gothic Neo"/>
                <a:cs typeface="Apple SD Gothic Neo"/>
              </a:defRPr>
            </a:pPr>
            <a:r>
              <a:rPr sz="986" b="0">
                <a:solidFill>
                  <a:srgbClr val="000000"/>
                </a:solidFill>
                <a:latin typeface="Apple SD Gothic Neo"/>
                <a:ea typeface="Apple SD Gothic Neo"/>
                <a:cs typeface="Apple SD Gothic Neo"/>
              </a:rPr>
              <a:t>C21/T21 → D21@v2</a:t>
            </a:r>
          </a:p>
        </p:txBody>
      </p:sp>
      <p:sp>
        <p:nvSpPr>
          <p:cNvPr id="280" name="dp45-comparison / n167 / text 2">
            <a:extLst xmlns:a="http://schemas.openxmlformats.org/drawingml/2006/main">
              <a:ext uri="{FF2B5EF4-FFF2-40B4-BE49-F238E27FC236}">
                <a16:creationId xmlns:a16="http://schemas.microsoft.com/office/drawing/2014/main" id="{B2EBFF7F-903C-4787-8E7B-C38F33A34438}"/>
              </a:ext>
            </a:extLst>
          </p:cNvPr>
          <p:cNvSpPr>
            <a:spLocks xmlns:a="http://schemas.openxmlformats.org/drawingml/2006/main" noGrp="1"/>
          </p:cNvSpPr>
          <p:nvPr/>
        </p:nvSpPr>
        <p:spPr>
          <a:xfrm xmlns:a="http://schemas.openxmlformats.org/drawingml/2006/main">
            <a:off x="15356681" y="3211876"/>
            <a:ext cx="2155508"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0">
                <a:solidFill>
                  <a:srgbClr val="000000"/>
                </a:solidFill>
                <a:latin typeface="Apple SD Gothic Neo"/>
                <a:ea typeface="Apple SD Gothic Neo"/>
                <a:cs typeface="Apple SD Gothic Neo"/>
              </a:defRPr>
            </a:pPr>
            <a:r>
              <a:rPr sz="986" b="0">
                <a:solidFill>
                  <a:srgbClr val="000000"/>
                </a:solidFill>
                <a:latin typeface="Apple SD Gothic Neo"/>
                <a:ea typeface="Apple SD Gothic Neo"/>
                <a:cs typeface="Apple SD Gothic Neo"/>
              </a:rPr>
              <a:t>C22/T22 → D22@v1</a:t>
            </a:r>
          </a:p>
        </p:txBody>
      </p:sp>
      <p:sp>
        <p:nvSpPr>
          <p:cNvPr id="281" name="dp45-comparison / n168">
            <a:extLst xmlns:a="http://schemas.openxmlformats.org/drawingml/2006/main">
              <a:ext uri="{FF2B5EF4-FFF2-40B4-BE49-F238E27FC236}">
                <a16:creationId xmlns:a16="http://schemas.microsoft.com/office/drawing/2014/main" id="{4E209175-497D-4082-857C-F88E4D0F8D8C}"/>
              </a:ext>
            </a:extLst>
          </p:cNvPr>
          <p:cNvSpPr>
            <a:spLocks xmlns:a="http://schemas.openxmlformats.org/drawingml/2006/main" noGrp="1"/>
          </p:cNvSpPr>
          <p:nvPr/>
        </p:nvSpPr>
        <p:spPr>
          <a:xfrm xmlns:a="http://schemas.openxmlformats.org/drawingml/2006/main">
            <a:off x="15655671" y="5827967"/>
            <a:ext cx="1642358" cy="29620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82" name="dp45-comparison / n169 / text 1">
            <a:extLst xmlns:a="http://schemas.openxmlformats.org/drawingml/2006/main">
              <a:ext uri="{FF2B5EF4-FFF2-40B4-BE49-F238E27FC236}">
                <a16:creationId xmlns:a16="http://schemas.microsoft.com/office/drawing/2014/main" id="{A32BA6F3-65C4-4A46-9B56-C9857915A9D0}"/>
              </a:ext>
            </a:extLst>
          </p:cNvPr>
          <p:cNvSpPr>
            <a:spLocks xmlns:a="http://schemas.openxmlformats.org/drawingml/2006/main" noGrp="1"/>
          </p:cNvSpPr>
          <p:nvPr/>
        </p:nvSpPr>
        <p:spPr>
          <a:xfrm xmlns:a="http://schemas.openxmlformats.org/drawingml/2006/main">
            <a:off x="15669578" y="5834920"/>
            <a:ext cx="1724406" cy="151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1" b="0">
                <a:solidFill>
                  <a:srgbClr val="000000"/>
                </a:solidFill>
                <a:latin typeface="Apple SD Gothic Neo"/>
                <a:ea typeface="Apple SD Gothic Neo"/>
                <a:cs typeface="Apple SD Gothic Neo"/>
              </a:defRPr>
            </a:pPr>
            <a:r>
              <a:rPr sz="821" b="0">
                <a:solidFill>
                  <a:srgbClr val="000000"/>
                </a:solidFill>
                <a:latin typeface="Apple SD Gothic Neo"/>
                <a:ea typeface="Apple SD Gothic Neo"/>
                <a:cs typeface="Apple SD Gothic Neo"/>
              </a:rPr>
              <a:t>명시 저장 / 삭제만</a:t>
            </a:r>
          </a:p>
        </p:txBody>
      </p:sp>
      <p:sp>
        <p:nvSpPr>
          <p:cNvPr id="283" name="dp45-comparison / n169 / text 2">
            <a:extLst xmlns:a="http://schemas.openxmlformats.org/drawingml/2006/main">
              <a:ext uri="{FF2B5EF4-FFF2-40B4-BE49-F238E27FC236}">
                <a16:creationId xmlns:a16="http://schemas.microsoft.com/office/drawing/2014/main" id="{47F5172F-8ECF-4130-A96B-A1A182F535C9}"/>
              </a:ext>
            </a:extLst>
          </p:cNvPr>
          <p:cNvSpPr>
            <a:spLocks xmlns:a="http://schemas.openxmlformats.org/drawingml/2006/main" noGrp="1"/>
          </p:cNvSpPr>
          <p:nvPr/>
        </p:nvSpPr>
        <p:spPr>
          <a:xfrm xmlns:a="http://schemas.openxmlformats.org/drawingml/2006/main">
            <a:off x="15669578" y="5972594"/>
            <a:ext cx="1724406" cy="151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1" b="0">
                <a:solidFill>
                  <a:srgbClr val="000000"/>
                </a:solidFill>
                <a:latin typeface="Apple SD Gothic Neo"/>
                <a:ea typeface="Apple SD Gothic Neo"/>
                <a:cs typeface="Apple SD Gothic Neo"/>
              </a:defRPr>
            </a:pPr>
            <a:r>
              <a:rPr sz="821" b="0">
                <a:solidFill>
                  <a:srgbClr val="000000"/>
                </a:solidFill>
                <a:latin typeface="Apple SD Gothic Neo"/>
                <a:ea typeface="Apple SD Gothic Neo"/>
                <a:cs typeface="Apple SD Gothic Neo"/>
              </a:rPr>
              <a:t>지속 관리, 자동 선호 추출 금지</a:t>
            </a:r>
          </a:p>
        </p:txBody>
      </p:sp>
      <p:sp>
        <p:nvSpPr>
          <p:cNvPr id="284" name="dp45-comparison / n176">
            <a:extLst xmlns:a="http://schemas.openxmlformats.org/drawingml/2006/main">
              <a:ext uri="{FF2B5EF4-FFF2-40B4-BE49-F238E27FC236}">
                <a16:creationId xmlns:a16="http://schemas.microsoft.com/office/drawing/2014/main" id="{837E241F-1B8A-4612-BF00-A5EF7FF6AC5F}"/>
              </a:ext>
            </a:extLst>
          </p:cNvPr>
          <p:cNvSpPr>
            <a:spLocks xmlns:a="http://schemas.openxmlformats.org/drawingml/2006/main" noGrp="1"/>
          </p:cNvSpPr>
          <p:nvPr/>
        </p:nvSpPr>
        <p:spPr>
          <a:xfrm xmlns:a="http://schemas.openxmlformats.org/drawingml/2006/main">
            <a:off x="14473619" y="3755898"/>
            <a:ext cx="1069132" cy="186069"/>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85" name="dp45-comparison / n177 / text 1">
            <a:extLst xmlns:a="http://schemas.openxmlformats.org/drawingml/2006/main">
              <a:ext uri="{FF2B5EF4-FFF2-40B4-BE49-F238E27FC236}">
                <a16:creationId xmlns:a16="http://schemas.microsoft.com/office/drawing/2014/main" id="{9D9D444C-7A7D-44FC-9459-B7CA284C9AAC}"/>
              </a:ext>
            </a:extLst>
          </p:cNvPr>
          <p:cNvSpPr>
            <a:spLocks xmlns:a="http://schemas.openxmlformats.org/drawingml/2006/main" noGrp="1"/>
          </p:cNvSpPr>
          <p:nvPr/>
        </p:nvSpPr>
        <p:spPr>
          <a:xfrm xmlns:a="http://schemas.openxmlformats.org/drawingml/2006/main">
            <a:off x="14487525" y="3762851"/>
            <a:ext cx="2920365"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1">
                <a:solidFill>
                  <a:srgbClr val="000000"/>
                </a:solidFill>
                <a:latin typeface="Apple SD Gothic Neo"/>
                <a:ea typeface="Apple SD Gothic Neo"/>
                <a:cs typeface="Apple SD Gothic Neo"/>
              </a:defRPr>
            </a:pPr>
            <a:r>
              <a:rPr sz="986" b="1">
                <a:solidFill>
                  <a:srgbClr val="000000"/>
                </a:solidFill>
                <a:latin typeface="Apple SD Gothic Neo"/>
                <a:ea typeface="Apple SD Gothic Neo"/>
                <a:cs typeface="Apple SD Gothic Neo"/>
              </a:rPr>
              <a:t>생산 / 갱신 경로</a:t>
            </a:r>
          </a:p>
        </p:txBody>
      </p:sp>
      <p:sp>
        <p:nvSpPr>
          <p:cNvPr id="286" name="dp45-comparison / n178">
            <a:extLst xmlns:a="http://schemas.openxmlformats.org/drawingml/2006/main">
              <a:ext uri="{FF2B5EF4-FFF2-40B4-BE49-F238E27FC236}">
                <a16:creationId xmlns:a16="http://schemas.microsoft.com/office/drawing/2014/main" id="{E29A6836-CC4B-4710-A899-EE2FD8AAC2FD}"/>
              </a:ext>
            </a:extLst>
          </p:cNvPr>
          <p:cNvSpPr>
            <a:spLocks xmlns:a="http://schemas.openxmlformats.org/drawingml/2006/main" noGrp="1"/>
          </p:cNvSpPr>
          <p:nvPr/>
        </p:nvSpPr>
        <p:spPr>
          <a:xfrm xmlns:a="http://schemas.openxmlformats.org/drawingml/2006/main">
            <a:off x="14716982" y="5320379"/>
            <a:ext cx="1121698" cy="186069"/>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87" name="dp45-comparison / n179 / text 1">
            <a:extLst xmlns:a="http://schemas.openxmlformats.org/drawingml/2006/main">
              <a:ext uri="{FF2B5EF4-FFF2-40B4-BE49-F238E27FC236}">
                <a16:creationId xmlns:a16="http://schemas.microsoft.com/office/drawing/2014/main" id="{35AAAB43-C450-412A-AE4E-07C1959F3B8D}"/>
              </a:ext>
            </a:extLst>
          </p:cNvPr>
          <p:cNvSpPr>
            <a:spLocks xmlns:a="http://schemas.openxmlformats.org/drawingml/2006/main" noGrp="1"/>
          </p:cNvSpPr>
          <p:nvPr/>
        </p:nvSpPr>
        <p:spPr>
          <a:xfrm xmlns:a="http://schemas.openxmlformats.org/drawingml/2006/main">
            <a:off x="14730889" y="5327333"/>
            <a:ext cx="2572702"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1">
                <a:solidFill>
                  <a:srgbClr val="000000"/>
                </a:solidFill>
                <a:latin typeface="Apple SD Gothic Neo"/>
                <a:ea typeface="Apple SD Gothic Neo"/>
                <a:cs typeface="Apple SD Gothic Neo"/>
              </a:defRPr>
            </a:pPr>
            <a:r>
              <a:rPr sz="986" b="1">
                <a:solidFill>
                  <a:srgbClr val="000000"/>
                </a:solidFill>
                <a:latin typeface="Apple SD Gothic Neo"/>
                <a:ea typeface="Apple SD Gothic Neo"/>
                <a:cs typeface="Apple SD Gothic Neo"/>
              </a:rPr>
              <a:t>요청 시 조회 경로</a:t>
            </a:r>
          </a:p>
        </p:txBody>
      </p:sp>
      <p:sp>
        <p:nvSpPr>
          <p:cNvPr id="288" name="dp45-comparison / n189">
            <a:extLst xmlns:a="http://schemas.openxmlformats.org/drawingml/2006/main">
              <a:ext uri="{FF2B5EF4-FFF2-40B4-BE49-F238E27FC236}">
                <a16:creationId xmlns:a16="http://schemas.microsoft.com/office/drawing/2014/main" id="{994477E5-B686-4732-B77C-3C4162D2F4B3}"/>
              </a:ext>
            </a:extLst>
          </p:cNvPr>
          <p:cNvSpPr>
            <a:spLocks xmlns:a="http://schemas.openxmlformats.org/drawingml/2006/main" noGrp="1"/>
          </p:cNvSpPr>
          <p:nvPr/>
        </p:nvSpPr>
        <p:spPr>
          <a:xfrm xmlns:a="http://schemas.openxmlformats.org/drawingml/2006/main">
            <a:off x="12283345" y="3477768"/>
            <a:ext cx="3808156" cy="16771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89" name="dp45-comparison / n190 / text 1">
            <a:extLst xmlns:a="http://schemas.openxmlformats.org/drawingml/2006/main">
              <a:ext uri="{FF2B5EF4-FFF2-40B4-BE49-F238E27FC236}">
                <a16:creationId xmlns:a16="http://schemas.microsoft.com/office/drawing/2014/main" id="{66E6889F-A4B1-42CF-82B7-A5BFF4514830}"/>
              </a:ext>
            </a:extLst>
          </p:cNvPr>
          <p:cNvSpPr>
            <a:spLocks xmlns:a="http://schemas.openxmlformats.org/drawingml/2006/main" noGrp="1"/>
          </p:cNvSpPr>
          <p:nvPr/>
        </p:nvSpPr>
        <p:spPr>
          <a:xfrm xmlns:a="http://schemas.openxmlformats.org/drawingml/2006/main">
            <a:off x="12297251" y="3484721"/>
            <a:ext cx="5180171" cy="1613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76" b="0">
                <a:solidFill>
                  <a:srgbClr val="000000"/>
                </a:solidFill>
                <a:latin typeface="Apple SD Gothic Neo"/>
                <a:ea typeface="Apple SD Gothic Neo"/>
                <a:cs typeface="Apple SD Gothic Neo"/>
              </a:defRPr>
            </a:pPr>
            <a:r>
              <a:rPr sz="876" b="0">
                <a:solidFill>
                  <a:srgbClr val="000000"/>
                </a:solidFill>
                <a:latin typeface="Apple SD Gothic Neo"/>
                <a:ea typeface="Apple SD Gothic Neo"/>
                <a:cs typeface="Apple SD Gothic Neo"/>
              </a:rPr>
              <a:t>1 확정 변경 ID / revision 알림 / 2 범위 읽기 ↔ 본문 / 참조 반환</a:t>
            </a:r>
          </a:p>
        </p:txBody>
      </p:sp>
      <p:sp>
        <p:nvSpPr>
          <p:cNvPr id="290" name="dp45-comparison / n192">
            <a:extLst xmlns:a="http://schemas.openxmlformats.org/drawingml/2006/main">
              <a:ext uri="{FF2B5EF4-FFF2-40B4-BE49-F238E27FC236}">
                <a16:creationId xmlns:a16="http://schemas.microsoft.com/office/drawing/2014/main" id="{D7C76850-1940-4144-A5E4-2EF8C38EC113}"/>
              </a:ext>
            </a:extLst>
          </p:cNvPr>
          <p:cNvSpPr>
            <a:spLocks xmlns:a="http://schemas.openxmlformats.org/drawingml/2006/main" noGrp="1"/>
          </p:cNvSpPr>
          <p:nvPr/>
        </p:nvSpPr>
        <p:spPr>
          <a:xfrm xmlns:a="http://schemas.openxmlformats.org/drawingml/2006/main">
            <a:off x="14647450" y="4006215"/>
            <a:ext cx="1785595" cy="16771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91" name="dp45-comparison / n193 / text 1">
            <a:extLst xmlns:a="http://schemas.openxmlformats.org/drawingml/2006/main">
              <a:ext uri="{FF2B5EF4-FFF2-40B4-BE49-F238E27FC236}">
                <a16:creationId xmlns:a16="http://schemas.microsoft.com/office/drawing/2014/main" id="{4A034B3F-0861-441D-AC12-C453ABFB14A0}"/>
              </a:ext>
            </a:extLst>
          </p:cNvPr>
          <p:cNvSpPr>
            <a:spLocks xmlns:a="http://schemas.openxmlformats.org/drawingml/2006/main" noGrp="1"/>
          </p:cNvSpPr>
          <p:nvPr/>
        </p:nvSpPr>
        <p:spPr>
          <a:xfrm xmlns:a="http://schemas.openxmlformats.org/drawingml/2006/main">
            <a:off x="14661356" y="4013168"/>
            <a:ext cx="2816066" cy="1613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76" b="0">
                <a:solidFill>
                  <a:srgbClr val="000000"/>
                </a:solidFill>
                <a:latin typeface="Apple SD Gothic Neo"/>
                <a:ea typeface="Apple SD Gothic Neo"/>
                <a:cs typeface="Apple SD Gothic Neo"/>
              </a:defRPr>
            </a:pPr>
            <a:r>
              <a:rPr sz="876" b="0">
                <a:solidFill>
                  <a:srgbClr val="000000"/>
                </a:solidFill>
                <a:latin typeface="Apple SD Gothic Neo"/>
                <a:ea typeface="Apple SD Gothic Neo"/>
                <a:cs typeface="Apple SD Gothic Neo"/>
              </a:rPr>
              <a:t>4 출처 / 권한 / 지원 종류 검사</a:t>
            </a:r>
          </a:p>
        </p:txBody>
      </p:sp>
      <p:sp>
        <p:nvSpPr>
          <p:cNvPr id="292" name="dp45-comparison / n194">
            <a:extLst xmlns:a="http://schemas.openxmlformats.org/drawingml/2006/main">
              <a:ext uri="{FF2B5EF4-FFF2-40B4-BE49-F238E27FC236}">
                <a16:creationId xmlns:a16="http://schemas.microsoft.com/office/drawing/2014/main" id="{6EFEE97D-33A9-41D9-9EBF-D5B7B24251DF}"/>
              </a:ext>
            </a:extLst>
          </p:cNvPr>
          <p:cNvSpPr>
            <a:spLocks xmlns:a="http://schemas.openxmlformats.org/drawingml/2006/main" noGrp="1"/>
          </p:cNvSpPr>
          <p:nvPr/>
        </p:nvSpPr>
        <p:spPr>
          <a:xfrm xmlns:a="http://schemas.openxmlformats.org/drawingml/2006/main">
            <a:off x="14647450" y="4673727"/>
            <a:ext cx="2082498" cy="29620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93" name="dp45-comparison / n195 / text 1">
            <a:extLst xmlns:a="http://schemas.openxmlformats.org/drawingml/2006/main">
              <a:ext uri="{FF2B5EF4-FFF2-40B4-BE49-F238E27FC236}">
                <a16:creationId xmlns:a16="http://schemas.microsoft.com/office/drawing/2014/main" id="{8AC56379-C8A3-47A7-9539-8A7BD3BC84BA}"/>
              </a:ext>
            </a:extLst>
          </p:cNvPr>
          <p:cNvSpPr>
            <a:spLocks xmlns:a="http://schemas.openxmlformats.org/drawingml/2006/main" noGrp="1"/>
          </p:cNvSpPr>
          <p:nvPr/>
        </p:nvSpPr>
        <p:spPr>
          <a:xfrm xmlns:a="http://schemas.openxmlformats.org/drawingml/2006/main">
            <a:off x="14661356" y="4680680"/>
            <a:ext cx="2816066" cy="151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1" b="0">
                <a:solidFill>
                  <a:srgbClr val="000000"/>
                </a:solidFill>
                <a:latin typeface="Apple SD Gothic Neo"/>
                <a:ea typeface="Apple SD Gothic Neo"/>
                <a:cs typeface="Apple SD Gothic Neo"/>
              </a:defRPr>
            </a:pPr>
            <a:r>
              <a:rPr sz="821" b="0">
                <a:solidFill>
                  <a:srgbClr val="000000"/>
                </a:solidFill>
                <a:latin typeface="Apple SD Gothic Neo"/>
                <a:ea typeface="Apple SD Gothic Neo"/>
                <a:cs typeface="Apple SD Gothic Neo"/>
              </a:rPr>
              <a:t>관계 + coverage 함께 게시</a:t>
            </a:r>
          </a:p>
        </p:txBody>
      </p:sp>
      <p:sp>
        <p:nvSpPr>
          <p:cNvPr id="294" name="dp45-comparison / n195 / text 2">
            <a:extLst xmlns:a="http://schemas.openxmlformats.org/drawingml/2006/main">
              <a:ext uri="{FF2B5EF4-FFF2-40B4-BE49-F238E27FC236}">
                <a16:creationId xmlns:a16="http://schemas.microsoft.com/office/drawing/2014/main" id="{E2264F73-816E-4FD4-A2A2-FA07BCEDE03B}"/>
              </a:ext>
            </a:extLst>
          </p:cNvPr>
          <p:cNvSpPr>
            <a:spLocks xmlns:a="http://schemas.openxmlformats.org/drawingml/2006/main" noGrp="1"/>
          </p:cNvSpPr>
          <p:nvPr/>
        </p:nvSpPr>
        <p:spPr>
          <a:xfrm xmlns:a="http://schemas.openxmlformats.org/drawingml/2006/main">
            <a:off x="14661356" y="4818355"/>
            <a:ext cx="2816066" cy="151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1" b="0">
                <a:solidFill>
                  <a:srgbClr val="000000"/>
                </a:solidFill>
                <a:latin typeface="Apple SD Gothic Neo"/>
                <a:ea typeface="Apple SD Gothic Neo"/>
                <a:cs typeface="Apple SD Gothic Neo"/>
              </a:defRPr>
            </a:pPr>
            <a:r>
              <a:rPr sz="821" b="0">
                <a:solidFill>
                  <a:srgbClr val="000000"/>
                </a:solidFill>
                <a:latin typeface="Apple SD Gothic Neo"/>
                <a:ea typeface="Apple SD Gothic Neo"/>
                <a:cs typeface="Apple SD Gothic Neo"/>
              </a:rPr>
              <a:t>지속 관리 파생물 / 전역 snapshot 아님</a:t>
            </a:r>
          </a:p>
        </p:txBody>
      </p:sp>
      <p:sp>
        <p:nvSpPr>
          <p:cNvPr id="295" name="dp45-comparison / n196">
            <a:extLst xmlns:a="http://schemas.openxmlformats.org/drawingml/2006/main">
              <a:ext uri="{FF2B5EF4-FFF2-40B4-BE49-F238E27FC236}">
                <a16:creationId xmlns:a16="http://schemas.microsoft.com/office/drawing/2014/main" id="{C0782B9B-8C53-40EE-AAE2-8321A68FDE49}"/>
              </a:ext>
            </a:extLst>
          </p:cNvPr>
          <p:cNvSpPr>
            <a:spLocks xmlns:a="http://schemas.openxmlformats.org/drawingml/2006/main" noGrp="1"/>
          </p:cNvSpPr>
          <p:nvPr/>
        </p:nvSpPr>
        <p:spPr>
          <a:xfrm xmlns:a="http://schemas.openxmlformats.org/drawingml/2006/main">
            <a:off x="12596241" y="5000530"/>
            <a:ext cx="3405424" cy="16771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96" name="dp45-comparison / n197 / text 1">
            <a:extLst xmlns:a="http://schemas.openxmlformats.org/drawingml/2006/main">
              <a:ext uri="{FF2B5EF4-FFF2-40B4-BE49-F238E27FC236}">
                <a16:creationId xmlns:a16="http://schemas.microsoft.com/office/drawing/2014/main" id="{88554556-6F82-4483-AC08-B10F21C0ACDF}"/>
              </a:ext>
            </a:extLst>
          </p:cNvPr>
          <p:cNvSpPr>
            <a:spLocks xmlns:a="http://schemas.openxmlformats.org/drawingml/2006/main" noGrp="1"/>
          </p:cNvSpPr>
          <p:nvPr/>
        </p:nvSpPr>
        <p:spPr>
          <a:xfrm xmlns:a="http://schemas.openxmlformats.org/drawingml/2006/main">
            <a:off x="12610148" y="5007483"/>
            <a:ext cx="4832509" cy="1613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76" b="0">
                <a:solidFill>
                  <a:srgbClr val="000000"/>
                </a:solidFill>
                <a:latin typeface="Apple SD Gothic Neo"/>
                <a:ea typeface="Apple SD Gothic Neo"/>
                <a:cs typeface="Apple SD Gothic Neo"/>
              </a:defRPr>
            </a:pPr>
            <a:r>
              <a:rPr sz="876" b="0">
                <a:solidFill>
                  <a:srgbClr val="000000"/>
                </a:solidFill>
                <a:latin typeface="Apple SD Gothic Neo"/>
                <a:ea typeface="Apple SD Gothic Neo"/>
                <a:cs typeface="Apple SD Gothic Neo"/>
              </a:rPr>
              <a:t>P20 → E20 실제 전달 위치 / T21 → D21@v2 / T22 → D22@v1</a:t>
            </a:r>
          </a:p>
        </p:txBody>
      </p:sp>
      <p:sp>
        <p:nvSpPr>
          <p:cNvPr id="297" name="dp45-comparison / n198">
            <a:extLst xmlns:a="http://schemas.openxmlformats.org/drawingml/2006/main">
              <a:ext uri="{FF2B5EF4-FFF2-40B4-BE49-F238E27FC236}">
                <a16:creationId xmlns:a16="http://schemas.microsoft.com/office/drawing/2014/main" id="{C7C6B8B4-5223-4D79-BD5A-37959ACF055A}"/>
              </a:ext>
            </a:extLst>
          </p:cNvPr>
          <p:cNvSpPr>
            <a:spLocks xmlns:a="http://schemas.openxmlformats.org/drawingml/2006/main" noGrp="1"/>
          </p:cNvSpPr>
          <p:nvPr/>
        </p:nvSpPr>
        <p:spPr>
          <a:xfrm xmlns:a="http://schemas.openxmlformats.org/drawingml/2006/main">
            <a:off x="12596241" y="5174361"/>
            <a:ext cx="3832631" cy="158534"/>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98" name="dp45-comparison / n199 / text 1">
            <a:extLst xmlns:a="http://schemas.openxmlformats.org/drawingml/2006/main">
              <a:ext uri="{FF2B5EF4-FFF2-40B4-BE49-F238E27FC236}">
                <a16:creationId xmlns:a16="http://schemas.microsoft.com/office/drawing/2014/main" id="{6F16BA0B-BF20-4B87-8787-C8B9A25F36A4}"/>
              </a:ext>
            </a:extLst>
          </p:cNvPr>
          <p:cNvSpPr>
            <a:spLocks xmlns:a="http://schemas.openxmlformats.org/drawingml/2006/main" noGrp="1"/>
          </p:cNvSpPr>
          <p:nvPr/>
        </p:nvSpPr>
        <p:spPr>
          <a:xfrm xmlns:a="http://schemas.openxmlformats.org/drawingml/2006/main">
            <a:off x="12610148" y="5181314"/>
            <a:ext cx="4832509" cy="151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1" b="0">
                <a:solidFill>
                  <a:srgbClr val="000000"/>
                </a:solidFill>
                <a:latin typeface="Apple SD Gothic Neo"/>
                <a:ea typeface="Apple SD Gothic Neo"/>
                <a:cs typeface="Apple SD Gothic Neo"/>
              </a:defRPr>
            </a:pPr>
            <a:r>
              <a:rPr sz="821" b="0">
                <a:solidFill>
                  <a:srgbClr val="000000"/>
                </a:solidFill>
                <a:latin typeface="Apple SD Gothic Neo"/>
                <a:ea typeface="Apple SD Gothic Neo"/>
                <a:cs typeface="Apple SD Gothic Neo"/>
              </a:rPr>
              <a:t>source/revision/구간 / 명시/derived / coverage / producer/schema</a:t>
            </a:r>
          </a:p>
        </p:txBody>
      </p:sp>
      <p:sp>
        <p:nvSpPr>
          <p:cNvPr id="299" name="dp45-comparison / n202">
            <a:extLst xmlns:a="http://schemas.openxmlformats.org/drawingml/2006/main">
              <a:ext uri="{FF2B5EF4-FFF2-40B4-BE49-F238E27FC236}">
                <a16:creationId xmlns:a16="http://schemas.microsoft.com/office/drawing/2014/main" id="{21F69E85-E890-40E1-B98F-2B5C3A4B02D7}"/>
              </a:ext>
            </a:extLst>
          </p:cNvPr>
          <p:cNvSpPr>
            <a:spLocks xmlns:a="http://schemas.openxmlformats.org/drawingml/2006/main" noGrp="1"/>
          </p:cNvSpPr>
          <p:nvPr/>
        </p:nvSpPr>
        <p:spPr>
          <a:xfrm xmlns:a="http://schemas.openxmlformats.org/drawingml/2006/main">
            <a:off x="14668310" y="5584603"/>
            <a:ext cx="2132701" cy="16771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00" name="dp45-comparison / n203 / text 1">
            <a:extLst xmlns:a="http://schemas.openxmlformats.org/drawingml/2006/main">
              <a:ext uri="{FF2B5EF4-FFF2-40B4-BE49-F238E27FC236}">
                <a16:creationId xmlns:a16="http://schemas.microsoft.com/office/drawing/2014/main" id="{E9098FC4-C4C7-4C45-AB72-768AAEBD9F71}"/>
              </a:ext>
            </a:extLst>
          </p:cNvPr>
          <p:cNvSpPr>
            <a:spLocks xmlns:a="http://schemas.openxmlformats.org/drawingml/2006/main" noGrp="1"/>
          </p:cNvSpPr>
          <p:nvPr/>
        </p:nvSpPr>
        <p:spPr>
          <a:xfrm xmlns:a="http://schemas.openxmlformats.org/drawingml/2006/main">
            <a:off x="14682216" y="5591556"/>
            <a:ext cx="2746534" cy="1613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76" b="0">
                <a:solidFill>
                  <a:srgbClr val="000000"/>
                </a:solidFill>
                <a:latin typeface="Apple SD Gothic Neo"/>
                <a:ea typeface="Apple SD Gothic Neo"/>
                <a:cs typeface="Apple SD Gothic Neo"/>
              </a:defRPr>
            </a:pPr>
            <a:r>
              <a:rPr sz="876" b="0">
                <a:solidFill>
                  <a:srgbClr val="000000"/>
                </a:solidFill>
                <a:latin typeface="Apple SD Gothic Neo"/>
                <a:ea typeface="Apple SD Gothic Neo"/>
                <a:cs typeface="Apple SD Gothic Neo"/>
              </a:rPr>
              <a:t>6 게시된 후보 / locator / coverage</a:t>
            </a:r>
          </a:p>
        </p:txBody>
      </p:sp>
      <p:sp>
        <p:nvSpPr>
          <p:cNvPr id="301" name="dp45-comparison / n206">
            <a:extLst xmlns:a="http://schemas.openxmlformats.org/drawingml/2006/main">
              <a:ext uri="{FF2B5EF4-FFF2-40B4-BE49-F238E27FC236}">
                <a16:creationId xmlns:a16="http://schemas.microsoft.com/office/drawing/2014/main" id="{79C255CC-7EFD-4049-AAE7-1C972D68F64C}"/>
              </a:ext>
            </a:extLst>
          </p:cNvPr>
          <p:cNvSpPr>
            <a:spLocks xmlns:a="http://schemas.openxmlformats.org/drawingml/2006/main" noGrp="1"/>
          </p:cNvSpPr>
          <p:nvPr/>
        </p:nvSpPr>
        <p:spPr>
          <a:xfrm xmlns:a="http://schemas.openxmlformats.org/drawingml/2006/main">
            <a:off x="9780175" y="4680680"/>
            <a:ext cx="1264101" cy="534844"/>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02" name="dp45-comparison / n207 / text 1">
            <a:extLst xmlns:a="http://schemas.openxmlformats.org/drawingml/2006/main">
              <a:ext uri="{FF2B5EF4-FFF2-40B4-BE49-F238E27FC236}">
                <a16:creationId xmlns:a16="http://schemas.microsoft.com/office/drawing/2014/main" id="{6879E14C-51FD-4B43-948A-A98E1439A3C7}"/>
              </a:ext>
            </a:extLst>
          </p:cNvPr>
          <p:cNvSpPr>
            <a:spLocks xmlns:a="http://schemas.openxmlformats.org/drawingml/2006/main" noGrp="1"/>
          </p:cNvSpPr>
          <p:nvPr/>
        </p:nvSpPr>
        <p:spPr>
          <a:xfrm xmlns:a="http://schemas.openxmlformats.org/drawingml/2006/main">
            <a:off x="9794081" y="4687634"/>
            <a:ext cx="2468404" cy="14115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66" b="0">
                <a:solidFill>
                  <a:srgbClr val="000000"/>
                </a:solidFill>
                <a:latin typeface="Apple SD Gothic Neo"/>
                <a:ea typeface="Apple SD Gothic Neo"/>
                <a:cs typeface="Apple SD Gothic Neo"/>
              </a:defRPr>
            </a:pPr>
            <a:r>
              <a:rPr sz="766" b="0">
                <a:solidFill>
                  <a:srgbClr val="000000"/>
                </a:solidFill>
                <a:latin typeface="Apple SD Gothic Neo"/>
                <a:ea typeface="Apple SD Gothic Neo"/>
                <a:cs typeface="Apple SD Gothic Neo"/>
              </a:rPr>
              <a:t>NOT_COVERED / 파생 오류</a:t>
            </a:r>
          </a:p>
        </p:txBody>
      </p:sp>
      <p:sp>
        <p:nvSpPr>
          <p:cNvPr id="303" name="dp45-comparison / n207 / text 2">
            <a:extLst xmlns:a="http://schemas.openxmlformats.org/drawingml/2006/main">
              <a:ext uri="{FF2B5EF4-FFF2-40B4-BE49-F238E27FC236}">
                <a16:creationId xmlns:a16="http://schemas.microsoft.com/office/drawing/2014/main" id="{A0C63DB7-B2C9-4ACC-9CF8-672BAB00B076}"/>
              </a:ext>
            </a:extLst>
          </p:cNvPr>
          <p:cNvSpPr>
            <a:spLocks xmlns:a="http://schemas.openxmlformats.org/drawingml/2006/main" noGrp="1"/>
          </p:cNvSpPr>
          <p:nvPr/>
        </p:nvSpPr>
        <p:spPr>
          <a:xfrm xmlns:a="http://schemas.openxmlformats.org/drawingml/2006/main">
            <a:off x="9794081" y="4816130"/>
            <a:ext cx="2468404" cy="14115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66" b="0">
                <a:solidFill>
                  <a:srgbClr val="000000"/>
                </a:solidFill>
                <a:latin typeface="Apple SD Gothic Neo"/>
                <a:ea typeface="Apple SD Gothic Neo"/>
                <a:cs typeface="Apple SD Gothic Neo"/>
              </a:defRPr>
            </a:pPr>
            <a:r>
              <a:rPr sz="766" b="0">
                <a:solidFill>
                  <a:srgbClr val="000000"/>
                </a:solidFill>
                <a:latin typeface="Apple SD Gothic Neo"/>
                <a:ea typeface="Apple SD Gothic Neo"/>
                <a:cs typeface="Apple SD Gothic Neo"/>
              </a:rPr>
              <a:t>→ 생산 / 재검증 요청</a:t>
            </a:r>
          </a:p>
        </p:txBody>
      </p:sp>
      <p:sp>
        <p:nvSpPr>
          <p:cNvPr id="304" name="dp45-comparison / n207 / text 3">
            <a:extLst xmlns:a="http://schemas.openxmlformats.org/drawingml/2006/main">
              <a:ext uri="{FF2B5EF4-FFF2-40B4-BE49-F238E27FC236}">
                <a16:creationId xmlns:a16="http://schemas.microsoft.com/office/drawing/2014/main" id="{093268A2-6507-4F17-9F54-D64743EB4413}"/>
              </a:ext>
            </a:extLst>
          </p:cNvPr>
          <p:cNvSpPr>
            <a:spLocks xmlns:a="http://schemas.openxmlformats.org/drawingml/2006/main" noGrp="1"/>
          </p:cNvSpPr>
          <p:nvPr/>
        </p:nvSpPr>
        <p:spPr>
          <a:xfrm xmlns:a="http://schemas.openxmlformats.org/drawingml/2006/main">
            <a:off x="9794081" y="4944626"/>
            <a:ext cx="2468404" cy="14115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66" b="0">
                <a:solidFill>
                  <a:srgbClr val="000000"/>
                </a:solidFill>
                <a:latin typeface="Apple SD Gothic Neo"/>
                <a:ea typeface="Apple SD Gothic Neo"/>
                <a:cs typeface="Apple SD Gothic Neo"/>
              </a:defRPr>
            </a:pPr>
            <a:r>
              <a:rPr sz="766" b="0">
                <a:solidFill>
                  <a:srgbClr val="000000"/>
                </a:solidFill>
                <a:latin typeface="Apple SD Gothic Neo"/>
                <a:ea typeface="Apple SD Gothic Neo"/>
                <a:cs typeface="Apple SD Gothic Neo"/>
              </a:rPr>
              <a:t>← 게시 revision / 상태</a:t>
            </a:r>
          </a:p>
        </p:txBody>
      </p:sp>
      <p:sp>
        <p:nvSpPr>
          <p:cNvPr id="305" name="dp45-comparison / n207 / text 4">
            <a:extLst xmlns:a="http://schemas.openxmlformats.org/drawingml/2006/main">
              <a:ext uri="{FF2B5EF4-FFF2-40B4-BE49-F238E27FC236}">
                <a16:creationId xmlns:a16="http://schemas.microsoft.com/office/drawing/2014/main" id="{E5CBEE77-76F3-4FA2-BF52-6A7F9C1DC2A3}"/>
              </a:ext>
            </a:extLst>
          </p:cNvPr>
          <p:cNvSpPr>
            <a:spLocks xmlns:a="http://schemas.openxmlformats.org/drawingml/2006/main" noGrp="1"/>
          </p:cNvSpPr>
          <p:nvPr/>
        </p:nvSpPr>
        <p:spPr>
          <a:xfrm xmlns:a="http://schemas.openxmlformats.org/drawingml/2006/main">
            <a:off x="9794081" y="5073122"/>
            <a:ext cx="2468404" cy="14115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66" b="0">
                <a:solidFill>
                  <a:srgbClr val="000000"/>
                </a:solidFill>
                <a:latin typeface="Apple SD Gothic Neo"/>
                <a:ea typeface="Apple SD Gothic Neo"/>
                <a:cs typeface="Apple SD Gothic Neo"/>
              </a:defRPr>
            </a:pPr>
            <a:r>
              <a:rPr sz="766" b="0">
                <a:solidFill>
                  <a:srgbClr val="000000"/>
                </a:solidFill>
                <a:latin typeface="Apple SD Gothic Neo"/>
                <a:ea typeface="Apple SD Gothic Neo"/>
                <a:cs typeface="Apple SD Gothic Neo"/>
              </a:rPr>
              <a:t>게시 확인 뒤 6 재조회</a:t>
            </a:r>
          </a:p>
        </p:txBody>
      </p:sp>
      <p:sp>
        <p:nvSpPr>
          <p:cNvPr id="306" name="dp45-comparison / n208">
            <a:extLst xmlns:a="http://schemas.openxmlformats.org/drawingml/2006/main">
              <a:ext uri="{FF2B5EF4-FFF2-40B4-BE49-F238E27FC236}">
                <a16:creationId xmlns:a16="http://schemas.microsoft.com/office/drawing/2014/main" id="{2CB7C86A-1B2D-40FD-A77A-685C140D3CB4}"/>
              </a:ext>
            </a:extLst>
          </p:cNvPr>
          <p:cNvSpPr>
            <a:spLocks xmlns:a="http://schemas.openxmlformats.org/drawingml/2006/main" noGrp="1"/>
          </p:cNvSpPr>
          <p:nvPr/>
        </p:nvSpPr>
        <p:spPr>
          <a:xfrm xmlns:a="http://schemas.openxmlformats.org/drawingml/2006/main">
            <a:off x="12561475" y="5960078"/>
            <a:ext cx="2084584" cy="29620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07" name="dp45-comparison / n209 / text 1">
            <a:extLst xmlns:a="http://schemas.openxmlformats.org/drawingml/2006/main">
              <a:ext uri="{FF2B5EF4-FFF2-40B4-BE49-F238E27FC236}">
                <a16:creationId xmlns:a16="http://schemas.microsoft.com/office/drawing/2014/main" id="{B37CBFEA-F1C9-4571-9DCD-3A7BF65B0ED6}"/>
              </a:ext>
            </a:extLst>
          </p:cNvPr>
          <p:cNvSpPr>
            <a:spLocks xmlns:a="http://schemas.openxmlformats.org/drawingml/2006/main" noGrp="1"/>
          </p:cNvSpPr>
          <p:nvPr/>
        </p:nvSpPr>
        <p:spPr>
          <a:xfrm xmlns:a="http://schemas.openxmlformats.org/drawingml/2006/main">
            <a:off x="12575381" y="5967032"/>
            <a:ext cx="3024664" cy="151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1" b="0">
                <a:solidFill>
                  <a:srgbClr val="000000"/>
                </a:solidFill>
                <a:latin typeface="Apple SD Gothic Neo"/>
                <a:ea typeface="Apple SD Gothic Neo"/>
                <a:cs typeface="Apple SD Gothic Neo"/>
              </a:defRPr>
            </a:pPr>
            <a:r>
              <a:rPr sz="821" b="0">
                <a:solidFill>
                  <a:srgbClr val="000000"/>
                </a:solidFill>
                <a:latin typeface="Apple SD Gothic Neo"/>
                <a:ea typeface="Apple SD Gothic Neo"/>
                <a:cs typeface="Apple SD Gothic Neo"/>
              </a:rPr>
              <a:t>UNSUPPORTED_RELATION ≠ NOT_COVERED</a:t>
            </a:r>
          </a:p>
        </p:txBody>
      </p:sp>
      <p:sp>
        <p:nvSpPr>
          <p:cNvPr id="308" name="dp45-comparison / n209 / text 2">
            <a:extLst xmlns:a="http://schemas.openxmlformats.org/drawingml/2006/main">
              <a:ext uri="{FF2B5EF4-FFF2-40B4-BE49-F238E27FC236}">
                <a16:creationId xmlns:a16="http://schemas.microsoft.com/office/drawing/2014/main" id="{62F9AAAE-ECD0-4AD9-B4EC-1709A24BCFBC}"/>
              </a:ext>
            </a:extLst>
          </p:cNvPr>
          <p:cNvSpPr>
            <a:spLocks xmlns:a="http://schemas.openxmlformats.org/drawingml/2006/main" noGrp="1"/>
          </p:cNvSpPr>
          <p:nvPr/>
        </p:nvSpPr>
        <p:spPr>
          <a:xfrm xmlns:a="http://schemas.openxmlformats.org/drawingml/2006/main">
            <a:off x="12575381" y="6104706"/>
            <a:ext cx="3024664" cy="151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1" b="0">
                <a:solidFill>
                  <a:srgbClr val="000000"/>
                </a:solidFill>
                <a:latin typeface="Apple SD Gothic Neo"/>
                <a:ea typeface="Apple SD Gothic Neo"/>
                <a:cs typeface="Apple SD Gothic Neo"/>
              </a:defRPr>
            </a:pPr>
            <a:r>
              <a:rPr sz="821" b="0">
                <a:solidFill>
                  <a:srgbClr val="000000"/>
                </a:solidFill>
                <a:latin typeface="Apple SD Gothic Neo"/>
                <a:ea typeface="Apple SD Gothic Neo"/>
                <a:cs typeface="Apple SD Gothic Neo"/>
              </a:rPr>
              <a:t>NO_MATCH ≠ DENIED / UNAVAILABLE</a:t>
            </a:r>
          </a:p>
        </p:txBody>
      </p:sp>
      <p:sp>
        <p:nvSpPr>
          <p:cNvPr id="309" name="dp45-comparison / n216">
            <a:extLst xmlns:a="http://schemas.openxmlformats.org/drawingml/2006/main">
              <a:ext uri="{FF2B5EF4-FFF2-40B4-BE49-F238E27FC236}">
                <a16:creationId xmlns:a16="http://schemas.microsoft.com/office/drawing/2014/main" id="{1961AF1F-B73A-40BE-B9E1-B09C91E2BE38}"/>
              </a:ext>
            </a:extLst>
          </p:cNvPr>
          <p:cNvSpPr>
            <a:spLocks xmlns:a="http://schemas.openxmlformats.org/drawingml/2006/main" noGrp="1"/>
          </p:cNvSpPr>
          <p:nvPr/>
        </p:nvSpPr>
        <p:spPr>
          <a:xfrm xmlns:a="http://schemas.openxmlformats.org/drawingml/2006/main">
            <a:off x="14682216" y="6530245"/>
            <a:ext cx="2324471" cy="29620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10" name="dp45-comparison / n217 / text 1">
            <a:extLst xmlns:a="http://schemas.openxmlformats.org/drawingml/2006/main">
              <a:ext uri="{FF2B5EF4-FFF2-40B4-BE49-F238E27FC236}">
                <a16:creationId xmlns:a16="http://schemas.microsoft.com/office/drawing/2014/main" id="{28607274-C386-4747-B7D3-FCD11EC6A8BF}"/>
              </a:ext>
            </a:extLst>
          </p:cNvPr>
          <p:cNvSpPr>
            <a:spLocks xmlns:a="http://schemas.openxmlformats.org/drawingml/2006/main" noGrp="1"/>
          </p:cNvSpPr>
          <p:nvPr/>
        </p:nvSpPr>
        <p:spPr>
          <a:xfrm xmlns:a="http://schemas.openxmlformats.org/drawingml/2006/main">
            <a:off x="14696123" y="6537198"/>
            <a:ext cx="2711768" cy="151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1" b="0">
                <a:solidFill>
                  <a:srgbClr val="000000"/>
                </a:solidFill>
                <a:latin typeface="Apple SD Gothic Neo"/>
                <a:ea typeface="Apple SD Gothic Neo"/>
                <a:cs typeface="Apple SD Gothic Neo"/>
              </a:defRPr>
            </a:pPr>
            <a:r>
              <a:rPr sz="821" b="0">
                <a:solidFill>
                  <a:srgbClr val="000000"/>
                </a:solidFill>
                <a:latin typeface="Apple SD Gothic Neo"/>
                <a:ea typeface="Apple SD Gothic Neo"/>
                <a:cs typeface="Apple SD Gothic Neo"/>
              </a:rPr>
              <a:t>현재 metadata / 인용 / 충돌 원문 확인</a:t>
            </a:r>
          </a:p>
        </p:txBody>
      </p:sp>
      <p:sp>
        <p:nvSpPr>
          <p:cNvPr id="311" name="dp45-comparison / n217 / text 2">
            <a:extLst xmlns:a="http://schemas.openxmlformats.org/drawingml/2006/main">
              <a:ext uri="{FF2B5EF4-FFF2-40B4-BE49-F238E27FC236}">
                <a16:creationId xmlns:a16="http://schemas.microsoft.com/office/drawing/2014/main" id="{D11B7B2F-1E32-4BD4-A723-0DA7DAF9664D}"/>
              </a:ext>
            </a:extLst>
          </p:cNvPr>
          <p:cNvSpPr>
            <a:spLocks xmlns:a="http://schemas.openxmlformats.org/drawingml/2006/main" noGrp="1"/>
          </p:cNvSpPr>
          <p:nvPr/>
        </p:nvSpPr>
        <p:spPr>
          <a:xfrm xmlns:a="http://schemas.openxmlformats.org/drawingml/2006/main">
            <a:off x="14696123" y="6674872"/>
            <a:ext cx="2711768" cy="151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1" b="0">
                <a:solidFill>
                  <a:srgbClr val="000000"/>
                </a:solidFill>
                <a:latin typeface="Apple SD Gothic Neo"/>
                <a:ea typeface="Apple SD Gothic Neo"/>
                <a:cs typeface="Apple SD Gothic Neo"/>
              </a:defRPr>
            </a:pPr>
            <a:r>
              <a:rPr sz="821" b="0">
                <a:solidFill>
                  <a:srgbClr val="000000"/>
                </a:solidFill>
                <a:latin typeface="Apple SD Gothic Neo"/>
                <a:ea typeface="Apple SD Gothic Neo"/>
                <a:cs typeface="Apple SD Gothic Neo"/>
              </a:rPr>
              <a:t>삭제 / 철회 즉시 fence / 옛 job 게시 금지</a:t>
            </a:r>
          </a:p>
        </p:txBody>
      </p:sp>
      <p:sp>
        <p:nvSpPr>
          <p:cNvPr id="312" name="dp45-comparison / n219">
            <a:extLst xmlns:a="http://schemas.openxmlformats.org/drawingml/2006/main">
              <a:ext uri="{FF2B5EF4-FFF2-40B4-BE49-F238E27FC236}">
                <a16:creationId xmlns:a16="http://schemas.microsoft.com/office/drawing/2014/main" id="{582BEE6C-3540-4B19-97C1-CDFBD7FDADBF}"/>
              </a:ext>
            </a:extLst>
          </p:cNvPr>
          <p:cNvSpPr>
            <a:spLocks xmlns:a="http://schemas.openxmlformats.org/drawingml/2006/main" noGrp="1"/>
          </p:cNvSpPr>
          <p:nvPr/>
        </p:nvSpPr>
        <p:spPr>
          <a:xfrm xmlns:a="http://schemas.openxmlformats.org/drawingml/2006/main">
            <a:off x="9780175" y="5236940"/>
            <a:ext cx="2047176" cy="1401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13" name="dp45-comparison / n220 / text 1">
            <a:extLst xmlns:a="http://schemas.openxmlformats.org/drawingml/2006/main">
              <a:ext uri="{FF2B5EF4-FFF2-40B4-BE49-F238E27FC236}">
                <a16:creationId xmlns:a16="http://schemas.microsoft.com/office/drawing/2014/main" id="{CD9C14D0-7ADE-46A4-8FFE-9C01CC62A355}"/>
              </a:ext>
            </a:extLst>
          </p:cNvPr>
          <p:cNvSpPr>
            <a:spLocks xmlns:a="http://schemas.openxmlformats.org/drawingml/2006/main" noGrp="1"/>
          </p:cNvSpPr>
          <p:nvPr/>
        </p:nvSpPr>
        <p:spPr>
          <a:xfrm xmlns:a="http://schemas.openxmlformats.org/drawingml/2006/main">
            <a:off x="9794081" y="5243894"/>
            <a:ext cx="2468404" cy="1310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12" b="0">
                <a:solidFill>
                  <a:srgbClr val="000000"/>
                </a:solidFill>
                <a:latin typeface="Apple SD Gothic Neo"/>
                <a:ea typeface="Apple SD Gothic Neo"/>
                <a:cs typeface="Apple SD Gothic Neo"/>
              </a:defRPr>
            </a:pPr>
            <a:r>
              <a:rPr sz="712" b="0">
                <a:solidFill>
                  <a:srgbClr val="000000"/>
                </a:solidFill>
                <a:latin typeface="Apple SD Gothic Neo"/>
                <a:ea typeface="Apple SD Gothic Neo"/>
                <a:cs typeface="Apple SD Gothic Neo"/>
              </a:rPr>
              <a:t>EvidenceDispute → 해당 버전 차단 / 재검증</a:t>
            </a:r>
          </a:p>
        </p:txBody>
      </p:sp>
      <p:sp>
        <p:nvSpPr>
          <p:cNvPr id="314" name="dp45-comparison / n223">
            <a:extLst xmlns:a="http://schemas.openxmlformats.org/drawingml/2006/main">
              <a:ext uri="{FF2B5EF4-FFF2-40B4-BE49-F238E27FC236}">
                <a16:creationId xmlns:a16="http://schemas.microsoft.com/office/drawing/2014/main" id="{7040048B-FD65-4768-A0B3-F0F16028D29A}"/>
              </a:ext>
            </a:extLst>
          </p:cNvPr>
          <p:cNvSpPr>
            <a:spLocks xmlns:a="http://schemas.openxmlformats.org/drawingml/2006/main" noGrp="1"/>
          </p:cNvSpPr>
          <p:nvPr/>
        </p:nvSpPr>
        <p:spPr>
          <a:xfrm xmlns:a="http://schemas.openxmlformats.org/drawingml/2006/main">
            <a:off x="9780175" y="6662357"/>
            <a:ext cx="3283047" cy="149356"/>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15" name="dp45-comparison / n224 / text 1">
            <a:extLst xmlns:a="http://schemas.openxmlformats.org/drawingml/2006/main">
              <a:ext uri="{FF2B5EF4-FFF2-40B4-BE49-F238E27FC236}">
                <a16:creationId xmlns:a16="http://schemas.microsoft.com/office/drawing/2014/main" id="{E204CAEA-06A0-4FB3-A988-FA1B7D8CD585}"/>
              </a:ext>
            </a:extLst>
          </p:cNvPr>
          <p:cNvSpPr>
            <a:spLocks xmlns:a="http://schemas.openxmlformats.org/drawingml/2006/main" noGrp="1"/>
          </p:cNvSpPr>
          <p:nvPr/>
        </p:nvSpPr>
        <p:spPr>
          <a:xfrm xmlns:a="http://schemas.openxmlformats.org/drawingml/2006/main">
            <a:off x="9794081" y="6669310"/>
            <a:ext cx="4728210" cy="14115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66" b="0">
                <a:solidFill>
                  <a:srgbClr val="000000"/>
                </a:solidFill>
                <a:latin typeface="Apple SD Gothic Neo"/>
                <a:ea typeface="Apple SD Gothic Neo"/>
                <a:cs typeface="Apple SD Gothic Neo"/>
              </a:defRPr>
            </a:pPr>
            <a:r>
              <a:rPr sz="766" b="0">
                <a:solidFill>
                  <a:srgbClr val="000000"/>
                </a:solidFill>
                <a:latin typeface="Apple SD Gothic Neo"/>
                <a:ea typeface="Apple SD Gothic Neo"/>
                <a:cs typeface="Apple SD Gothic Neo"/>
              </a:rPr>
              <a:t>3 과거 의미 관계만 조건부 모델 호출 / 명시 ID / 위치는 코드 가능</a:t>
            </a:r>
          </a:p>
        </p:txBody>
      </p:sp>
      <p:sp>
        <p:nvSpPr>
          <p:cNvPr id="316" name="dp45-comparison / n227">
            <a:extLst xmlns:a="http://schemas.openxmlformats.org/drawingml/2006/main">
              <a:ext uri="{FF2B5EF4-FFF2-40B4-BE49-F238E27FC236}">
                <a16:creationId xmlns:a16="http://schemas.microsoft.com/office/drawing/2014/main" id="{E55EF669-DBED-43C4-9A7E-FF5B24CDAE96}"/>
              </a:ext>
            </a:extLst>
          </p:cNvPr>
          <p:cNvSpPr>
            <a:spLocks xmlns:a="http://schemas.openxmlformats.org/drawingml/2006/main" noGrp="1"/>
          </p:cNvSpPr>
          <p:nvPr/>
        </p:nvSpPr>
        <p:spPr>
          <a:xfrm xmlns:a="http://schemas.openxmlformats.org/drawingml/2006/main">
            <a:off x="9780175" y="3825431"/>
            <a:ext cx="2398871" cy="33292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17" name="dp45-comparison / n228 / text 1">
            <a:extLst xmlns:a="http://schemas.openxmlformats.org/drawingml/2006/main">
              <a:ext uri="{FF2B5EF4-FFF2-40B4-BE49-F238E27FC236}">
                <a16:creationId xmlns:a16="http://schemas.microsoft.com/office/drawing/2014/main" id="{90E59035-C10E-497C-8A7B-0FF6A64556A7}"/>
              </a:ext>
            </a:extLst>
          </p:cNvPr>
          <p:cNvSpPr>
            <a:spLocks xmlns:a="http://schemas.openxmlformats.org/drawingml/2006/main" noGrp="1"/>
          </p:cNvSpPr>
          <p:nvPr/>
        </p:nvSpPr>
        <p:spPr>
          <a:xfrm xmlns:a="http://schemas.openxmlformats.org/drawingml/2006/main">
            <a:off x="9794081" y="3832384"/>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5 EvidenceQuery →</a:t>
            </a:r>
          </a:p>
        </p:txBody>
      </p:sp>
      <p:sp>
        <p:nvSpPr>
          <p:cNvPr id="318" name="dp45-comparison / n228 / text 2">
            <a:extLst xmlns:a="http://schemas.openxmlformats.org/drawingml/2006/main">
              <a:ext uri="{FF2B5EF4-FFF2-40B4-BE49-F238E27FC236}">
                <a16:creationId xmlns:a16="http://schemas.microsoft.com/office/drawing/2014/main" id="{2E31B81B-ED1A-4837-9987-B3D5DEF4444D}"/>
              </a:ext>
            </a:extLst>
          </p:cNvPr>
          <p:cNvSpPr>
            <a:spLocks xmlns:a="http://schemas.openxmlformats.org/drawingml/2006/main" noGrp="1"/>
          </p:cNvSpPr>
          <p:nvPr/>
        </p:nvSpPr>
        <p:spPr>
          <a:xfrm xmlns:a="http://schemas.openxmlformats.org/drawingml/2006/main">
            <a:off x="9794081" y="3988415"/>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목적 / 권한 / 과거 후보 / 원문 조건 / 예산</a:t>
            </a:r>
          </a:p>
        </p:txBody>
      </p:sp>
      <p:sp>
        <p:nvSpPr>
          <p:cNvPr id="319" name="dp45-comparison / n229">
            <a:extLst xmlns:a="http://schemas.openxmlformats.org/drawingml/2006/main">
              <a:ext uri="{FF2B5EF4-FFF2-40B4-BE49-F238E27FC236}">
                <a16:creationId xmlns:a16="http://schemas.microsoft.com/office/drawing/2014/main" id="{AFBFA00B-97FC-4D0E-B5B8-6519BB69258E}"/>
              </a:ext>
            </a:extLst>
          </p:cNvPr>
          <p:cNvSpPr>
            <a:spLocks xmlns:a="http://schemas.openxmlformats.org/drawingml/2006/main" noGrp="1"/>
          </p:cNvSpPr>
          <p:nvPr/>
        </p:nvSpPr>
        <p:spPr>
          <a:xfrm xmlns:a="http://schemas.openxmlformats.org/drawingml/2006/main">
            <a:off x="9780175" y="4312158"/>
            <a:ext cx="2221702" cy="33292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20" name="dp45-comparison / n230 / text 1">
            <a:extLst xmlns:a="http://schemas.openxmlformats.org/drawingml/2006/main">
              <a:ext uri="{FF2B5EF4-FFF2-40B4-BE49-F238E27FC236}">
                <a16:creationId xmlns:a16="http://schemas.microsoft.com/office/drawing/2014/main" id="{3D75847A-194F-49EB-AEDC-2F88F13BA440}"/>
              </a:ext>
            </a:extLst>
          </p:cNvPr>
          <p:cNvSpPr>
            <a:spLocks xmlns:a="http://schemas.openxmlformats.org/drawingml/2006/main" noGrp="1"/>
          </p:cNvSpPr>
          <p:nvPr/>
        </p:nvSpPr>
        <p:spPr>
          <a:xfrm xmlns:a="http://schemas.openxmlformats.org/drawingml/2006/main">
            <a:off x="9794081" y="4319111"/>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 EvidenceBundle + query receipt</a:t>
            </a:r>
          </a:p>
        </p:txBody>
      </p:sp>
      <p:sp>
        <p:nvSpPr>
          <p:cNvPr id="321" name="dp45-comparison / n230 / text 2">
            <a:extLst xmlns:a="http://schemas.openxmlformats.org/drawingml/2006/main">
              <a:ext uri="{FF2B5EF4-FFF2-40B4-BE49-F238E27FC236}">
                <a16:creationId xmlns:a16="http://schemas.microsoft.com/office/drawing/2014/main" id="{D97522E2-4D4E-44DF-8C3B-D161F27F7732}"/>
              </a:ext>
            </a:extLst>
          </p:cNvPr>
          <p:cNvSpPr>
            <a:spLocks xmlns:a="http://schemas.openxmlformats.org/drawingml/2006/main" noGrp="1"/>
          </p:cNvSpPr>
          <p:nvPr/>
        </p:nvSpPr>
        <p:spPr>
          <a:xfrm xmlns:a="http://schemas.openxmlformats.org/drawingml/2006/main">
            <a:off x="9794081" y="4475142"/>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출처 / 버전 / 누락 범위</a:t>
            </a:r>
          </a:p>
        </p:txBody>
      </p:sp>
      <p:sp>
        <p:nvSpPr>
          <p:cNvPr id="322" name="dp45-comparison / n233">
            <a:extLst xmlns:a="http://schemas.openxmlformats.org/drawingml/2006/main">
              <a:ext uri="{FF2B5EF4-FFF2-40B4-BE49-F238E27FC236}">
                <a16:creationId xmlns:a16="http://schemas.microsoft.com/office/drawing/2014/main" id="{A845F358-BAC1-4D55-BD18-ACADA53634F1}"/>
              </a:ext>
            </a:extLst>
          </p:cNvPr>
          <p:cNvSpPr>
            <a:spLocks xmlns:a="http://schemas.openxmlformats.org/drawingml/2006/main" noGrp="1"/>
          </p:cNvSpPr>
          <p:nvPr/>
        </p:nvSpPr>
        <p:spPr>
          <a:xfrm xmlns:a="http://schemas.openxmlformats.org/drawingml/2006/main">
            <a:off x="9780175" y="5410771"/>
            <a:ext cx="2042865" cy="149356"/>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23" name="dp45-comparison / n234 / text 1">
            <a:extLst xmlns:a="http://schemas.openxmlformats.org/drawingml/2006/main">
              <a:ext uri="{FF2B5EF4-FFF2-40B4-BE49-F238E27FC236}">
                <a16:creationId xmlns:a16="http://schemas.microsoft.com/office/drawing/2014/main" id="{D02B19BC-416C-4FE1-AD1F-90DC149EAB9E}"/>
              </a:ext>
            </a:extLst>
          </p:cNvPr>
          <p:cNvSpPr>
            <a:spLocks xmlns:a="http://schemas.openxmlformats.org/drawingml/2006/main" noGrp="1"/>
          </p:cNvSpPr>
          <p:nvPr/>
        </p:nvSpPr>
        <p:spPr>
          <a:xfrm xmlns:a="http://schemas.openxmlformats.org/drawingml/2006/main">
            <a:off x="9794081" y="5417725"/>
            <a:ext cx="2364105" cy="14115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66" b="0">
                <a:solidFill>
                  <a:srgbClr val="000000"/>
                </a:solidFill>
                <a:latin typeface="Apple SD Gothic Neo"/>
                <a:ea typeface="Apple SD Gothic Neo"/>
                <a:cs typeface="Apple SD Gothic Neo"/>
              </a:defRPr>
            </a:pPr>
            <a:r>
              <a:rPr sz="766" b="0">
                <a:solidFill>
                  <a:srgbClr val="000000"/>
                </a:solidFill>
                <a:latin typeface="Apple SD Gothic Neo"/>
                <a:ea typeface="Apple SD Gothic Neo"/>
                <a:cs typeface="Apple SD Gothic Neo"/>
              </a:rPr>
              <a:t>입력 + 근거 ↓ / 의미 / 추가 조회 제안 ↑</a:t>
            </a:r>
          </a:p>
        </p:txBody>
      </p:sp>
      <p:sp>
        <p:nvSpPr>
          <p:cNvPr id="324" name="dp45-comparison / n236">
            <a:extLst xmlns:a="http://schemas.openxmlformats.org/drawingml/2006/main">
              <a:ext uri="{FF2B5EF4-FFF2-40B4-BE49-F238E27FC236}">
                <a16:creationId xmlns:a16="http://schemas.microsoft.com/office/drawing/2014/main" id="{F255A8FF-7C5D-4093-896A-9E5B0655AB0D}"/>
              </a:ext>
            </a:extLst>
          </p:cNvPr>
          <p:cNvSpPr>
            <a:spLocks xmlns:a="http://schemas.openxmlformats.org/drawingml/2006/main" noGrp="1"/>
          </p:cNvSpPr>
          <p:nvPr/>
        </p:nvSpPr>
        <p:spPr>
          <a:xfrm xmlns:a="http://schemas.openxmlformats.org/drawingml/2006/main">
            <a:off x="12318111" y="2365248"/>
            <a:ext cx="3661303" cy="16771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25" name="dp45-comparison / n237 / text 1">
            <a:extLst xmlns:a="http://schemas.openxmlformats.org/drawingml/2006/main">
              <a:ext uri="{FF2B5EF4-FFF2-40B4-BE49-F238E27FC236}">
                <a16:creationId xmlns:a16="http://schemas.microsoft.com/office/drawing/2014/main" id="{6DB00E15-F1A2-4DB7-B5AF-040BA1701485}"/>
              </a:ext>
            </a:extLst>
          </p:cNvPr>
          <p:cNvSpPr>
            <a:spLocks xmlns:a="http://schemas.openxmlformats.org/drawingml/2006/main" noGrp="1"/>
          </p:cNvSpPr>
          <p:nvPr/>
        </p:nvSpPr>
        <p:spPr>
          <a:xfrm xmlns:a="http://schemas.openxmlformats.org/drawingml/2006/main">
            <a:off x="12332018" y="2372201"/>
            <a:ext cx="5180171" cy="1613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76" b="0">
                <a:solidFill>
                  <a:srgbClr val="000000"/>
                </a:solidFill>
                <a:latin typeface="Apple SD Gothic Neo"/>
                <a:ea typeface="Apple SD Gothic Neo"/>
                <a:cs typeface="Apple SD Gothic Neo"/>
              </a:defRPr>
            </a:pPr>
            <a:r>
              <a:rPr sz="876" b="0">
                <a:solidFill>
                  <a:srgbClr val="000000"/>
                </a:solidFill>
                <a:latin typeface="Apple SD Gothic Neo"/>
                <a:ea typeface="Apple SD Gothic Neo"/>
                <a:cs typeface="Apple SD Gothic Neo"/>
              </a:rPr>
              <a:t>채택 후 T23 위임 Context → / 진행 / 질문 / 결과는 대화에 연결</a:t>
            </a:r>
          </a:p>
        </p:txBody>
      </p:sp>
      <p:sp>
        <p:nvSpPr>
          <p:cNvPr id="326" name="dp45-comparison / n240">
            <a:extLst xmlns:a="http://schemas.openxmlformats.org/drawingml/2006/main">
              <a:ext uri="{FF2B5EF4-FFF2-40B4-BE49-F238E27FC236}">
                <a16:creationId xmlns:a16="http://schemas.microsoft.com/office/drawing/2014/main" id="{2A366439-3C06-46B3-9BA9-C45F7247A339}"/>
              </a:ext>
            </a:extLst>
          </p:cNvPr>
          <p:cNvSpPr>
            <a:spLocks xmlns:a="http://schemas.openxmlformats.org/drawingml/2006/main" noGrp="1"/>
          </p:cNvSpPr>
          <p:nvPr/>
        </p:nvSpPr>
        <p:spPr>
          <a:xfrm xmlns:a="http://schemas.openxmlformats.org/drawingml/2006/main">
            <a:off x="9780175" y="6154769"/>
            <a:ext cx="2245343" cy="488953"/>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27" name="dp45-comparison / n241 / text 1">
            <a:extLst xmlns:a="http://schemas.openxmlformats.org/drawingml/2006/main">
              <a:ext uri="{FF2B5EF4-FFF2-40B4-BE49-F238E27FC236}">
                <a16:creationId xmlns:a16="http://schemas.microsoft.com/office/drawing/2014/main" id="{E7EA7071-67F2-4997-AD6B-CDC8E6EEEAAE}"/>
              </a:ext>
            </a:extLst>
          </p:cNvPr>
          <p:cNvSpPr>
            <a:spLocks xmlns:a="http://schemas.openxmlformats.org/drawingml/2006/main" noGrp="1"/>
          </p:cNvSpPr>
          <p:nvPr/>
        </p:nvSpPr>
        <p:spPr>
          <a:xfrm xmlns:a="http://schemas.openxmlformats.org/drawingml/2006/main">
            <a:off x="9794081" y="6161723"/>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현재 의미 채택: Request Controller</a:t>
            </a:r>
          </a:p>
        </p:txBody>
      </p:sp>
      <p:sp>
        <p:nvSpPr>
          <p:cNvPr id="328" name="dp45-comparison / n241 / text 2">
            <a:extLst xmlns:a="http://schemas.openxmlformats.org/drawingml/2006/main">
              <a:ext uri="{FF2B5EF4-FFF2-40B4-BE49-F238E27FC236}">
                <a16:creationId xmlns:a16="http://schemas.microsoft.com/office/drawing/2014/main" id="{6FDE5618-F5BD-4BA0-BEDA-9010A25F5109}"/>
              </a:ext>
            </a:extLst>
          </p:cNvPr>
          <p:cNvSpPr>
            <a:spLocks xmlns:a="http://schemas.openxmlformats.org/drawingml/2006/main" noGrp="1"/>
          </p:cNvSpPr>
          <p:nvPr/>
        </p:nvSpPr>
        <p:spPr>
          <a:xfrm xmlns:a="http://schemas.openxmlformats.org/drawingml/2006/main">
            <a:off x="9794081" y="6317753"/>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권한 / version / 의미 일관성 재검사</a:t>
            </a:r>
          </a:p>
        </p:txBody>
      </p:sp>
      <p:sp>
        <p:nvSpPr>
          <p:cNvPr id="329" name="dp45-comparison / n241 / text 3">
            <a:extLst xmlns:a="http://schemas.openxmlformats.org/drawingml/2006/main">
              <a:ext uri="{FF2B5EF4-FFF2-40B4-BE49-F238E27FC236}">
                <a16:creationId xmlns:a16="http://schemas.microsoft.com/office/drawing/2014/main" id="{0042F1CF-DE72-476C-8C27-B97DF9319BB9}"/>
              </a:ext>
            </a:extLst>
          </p:cNvPr>
          <p:cNvSpPr>
            <a:spLocks xmlns:a="http://schemas.openxmlformats.org/drawingml/2006/main" noGrp="1"/>
          </p:cNvSpPr>
          <p:nvPr/>
        </p:nvSpPr>
        <p:spPr>
          <a:xfrm xmlns:a="http://schemas.openxmlformats.org/drawingml/2006/main">
            <a:off x="9794081" y="6473784"/>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T23 연결은 현재 판단의 결과</a:t>
            </a:r>
          </a:p>
        </p:txBody>
      </p:sp>
      <p:sp>
        <p:nvSpPr>
          <p:cNvPr id="330" name="dp45-comparison / n246">
            <a:extLst xmlns:a="http://schemas.openxmlformats.org/drawingml/2006/main">
              <a:ext uri="{FF2B5EF4-FFF2-40B4-BE49-F238E27FC236}">
                <a16:creationId xmlns:a16="http://schemas.microsoft.com/office/drawing/2014/main" id="{74CC7D3A-D017-403C-9AE3-B2AD1A6D8947}"/>
              </a:ext>
            </a:extLst>
          </p:cNvPr>
          <p:cNvSpPr>
            <a:spLocks xmlns:a="http://schemas.openxmlformats.org/drawingml/2006/main" noGrp="1"/>
          </p:cNvSpPr>
          <p:nvPr/>
        </p:nvSpPr>
        <p:spPr>
          <a:xfrm xmlns:a="http://schemas.openxmlformats.org/drawingml/2006/main">
            <a:off x="9780175" y="7183850"/>
            <a:ext cx="4623633" cy="176891"/>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31" name="dp45-comparison / n247 / text 1">
            <a:extLst xmlns:a="http://schemas.openxmlformats.org/drawingml/2006/main">
              <a:ext uri="{FF2B5EF4-FFF2-40B4-BE49-F238E27FC236}">
                <a16:creationId xmlns:a16="http://schemas.microsoft.com/office/drawing/2014/main" id="{AA4EEF2E-C2B8-400B-9E76-595381AF3B4F}"/>
              </a:ext>
            </a:extLst>
          </p:cNvPr>
          <p:cNvSpPr>
            <a:spLocks xmlns:a="http://schemas.openxmlformats.org/drawingml/2006/main" noGrp="1"/>
          </p:cNvSpPr>
          <p:nvPr/>
        </p:nvSpPr>
        <p:spPr>
          <a:xfrm xmlns:a="http://schemas.openxmlformats.org/drawingml/2006/main">
            <a:off x="9794081" y="7190804"/>
            <a:ext cx="7718108"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Omni 가중치 한 벌 / 생산 / 요청 session과 KV 분리 / 음성 입력 / ASR 계속</a:t>
            </a:r>
          </a:p>
        </p:txBody>
      </p:sp>
    </p:spTree>
    <p:extLst>
      <p:ext uri="{BB962C8B-B14F-4D97-AF65-F5344CB8AC3E}">
        <p14:creationId xmlns:p14="http://schemas.microsoft.com/office/powerpoint/2010/main" val="1359925076"/>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4" name="dp-background-overview / n1">
            <a:extLst xmlns:a="http://schemas.openxmlformats.org/drawingml/2006/main">
              <a:ext uri="{FF2B5EF4-FFF2-40B4-BE49-F238E27FC236}">
                <a16:creationId xmlns:a16="http://schemas.microsoft.com/office/drawing/2014/main" id="{BCB252B4-3EF3-48F3-94A9-1BCAE2A418BD}"/>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background-overview / n2 / text 1">
            <a:extLst xmlns:a="http://schemas.openxmlformats.org/drawingml/2006/main">
              <a:ext uri="{FF2B5EF4-FFF2-40B4-BE49-F238E27FC236}">
                <a16:creationId xmlns:a16="http://schemas.microsoft.com/office/drawing/2014/main" id="{373ADABA-EF30-4610-A9F1-0290322FEC59}"/>
              </a:ext>
            </a:extLst>
          </p:cNvPr>
          <p:cNvSpPr>
            <a:spLocks xmlns:a="http://schemas.openxmlformats.org/drawingml/2006/main" noGrp="1"/>
          </p:cNvSpPr>
          <p:nvPr/>
        </p:nvSpPr>
        <p:spPr>
          <a:xfrm xmlns:a="http://schemas.openxmlformats.org/drawingml/2006/main">
            <a:off x="609600" y="266700"/>
            <a:ext cx="17068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1">
                <a:solidFill>
                  <a:srgbClr val="5F6B77"/>
                </a:solidFill>
                <a:latin typeface="Apple SD Gothic Neo"/>
                <a:ea typeface="Apple SD Gothic Neo"/>
                <a:cs typeface="Apple SD Gothic Neo"/>
              </a:defRPr>
            </a:pPr>
            <a:r>
              <a:rPr sz="1500" b="1">
                <a:solidFill>
                  <a:srgbClr val="5F6B77"/>
                </a:solidFill>
                <a:latin typeface="Apple SD Gothic Neo"/>
                <a:ea typeface="Apple SD Gothic Neo"/>
                <a:cs typeface="Apple SD Gothic Neo"/>
              </a:rPr>
              <a:t>VIA 사용자 경험</a:t>
            </a:r>
          </a:p>
        </p:txBody>
      </p:sp>
      <p:sp>
        <p:nvSpPr>
          <p:cNvPr id="3" name="dp-background-overview / n3 / text 1">
            <a:extLst xmlns:a="http://schemas.openxmlformats.org/drawingml/2006/main">
              <a:ext uri="{FF2B5EF4-FFF2-40B4-BE49-F238E27FC236}">
                <a16:creationId xmlns:a16="http://schemas.microsoft.com/office/drawing/2014/main" id="{6EFEC89C-6778-4EDB-80E0-0B013F312A54}"/>
              </a:ext>
            </a:extLst>
          </p:cNvPr>
          <p:cNvSpPr>
            <a:spLocks xmlns:a="http://schemas.openxmlformats.org/drawingml/2006/main" noGrp="1"/>
          </p:cNvSpPr>
          <p:nvPr/>
        </p:nvSpPr>
        <p:spPr>
          <a:xfrm xmlns:a="http://schemas.openxmlformats.org/drawingml/2006/main">
            <a:off x="609600" y="647700"/>
            <a:ext cx="17068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3000" b="1">
                <a:solidFill>
                  <a:srgbClr val="18232E"/>
                </a:solidFill>
                <a:latin typeface="Apple SD Gothic Neo"/>
                <a:ea typeface="Apple SD Gothic Neo"/>
                <a:cs typeface="Apple SD Gothic Neo"/>
              </a:defRPr>
            </a:pPr>
            <a:r>
              <a:rPr sz="3000" b="1">
                <a:solidFill>
                  <a:srgbClr val="18232E"/>
                </a:solidFill>
                <a:latin typeface="Apple SD Gothic Neo"/>
                <a:ea typeface="Apple SD Gothic Neo"/>
                <a:cs typeface="Apple SD Gothic Neo"/>
              </a:rPr>
              <a:t>사용자가 계속 말하는 동안에도, VIA는 대화와 업무를 이어가야 합니다</a:t>
            </a:r>
          </a:p>
        </p:txBody>
      </p:sp>
      <p:sp>
        <p:nvSpPr>
          <p:cNvPr id="4" name="dp-background-overview / n4 / text 1">
            <a:extLst xmlns:a="http://schemas.openxmlformats.org/drawingml/2006/main">
              <a:ext uri="{FF2B5EF4-FFF2-40B4-BE49-F238E27FC236}">
                <a16:creationId xmlns:a16="http://schemas.microsoft.com/office/drawing/2014/main" id="{C74D0A75-1C75-43F9-9440-0F933C33E837}"/>
              </a:ext>
            </a:extLst>
          </p:cNvPr>
          <p:cNvSpPr>
            <a:spLocks xmlns:a="http://schemas.openxmlformats.org/drawingml/2006/main" noGrp="1"/>
          </p:cNvSpPr>
          <p:nvPr/>
        </p:nvSpPr>
        <p:spPr>
          <a:xfrm xmlns:a="http://schemas.openxmlformats.org/drawingml/2006/main">
            <a:off x="609600" y="1200150"/>
            <a:ext cx="1706880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0">
                <a:solidFill>
                  <a:srgbClr val="5F6B77"/>
                </a:solidFill>
                <a:latin typeface="Apple SD Gothic Neo"/>
                <a:ea typeface="Apple SD Gothic Neo"/>
                <a:cs typeface="Apple SD Gothic Neo"/>
              </a:defRPr>
            </a:pPr>
            <a:r>
              <a:rPr sz="1950" b="0">
                <a:solidFill>
                  <a:srgbClr val="5F6B77"/>
                </a:solidFill>
                <a:latin typeface="Apple SD Gothic Neo"/>
                <a:ea typeface="Apple SD Gothic Neo"/>
                <a:cs typeface="Apple SD Gothic Neo"/>
              </a:rPr>
              <a:t>한 번의 이해로 끝나지 않습니다. 새 입력, 업무 알림, 과거 정보와 서로 다른 종료 시점이 겹칩니다.</a:t>
            </a:r>
          </a:p>
        </p:txBody>
      </p:sp>
      <p:sp>
        <p:nvSpPr>
          <p:cNvPr id="5" name="dp-background-overview / n5 / path">
            <a:extLst xmlns:a="http://schemas.openxmlformats.org/drawingml/2006/main">
              <a:ext uri="{FF2B5EF4-FFF2-40B4-BE49-F238E27FC236}">
                <a16:creationId xmlns:a16="http://schemas.microsoft.com/office/drawing/2014/main" id="{E6FE4DCF-BD94-405D-A389-834E64A0FC60}"/>
              </a:ext>
            </a:extLst>
          </p:cNvPr>
          <p:cNvSpPr>
            <a:spLocks xmlns:a="http://schemas.openxmlformats.org/drawingml/2006/main" noGrp="1"/>
          </p:cNvSpPr>
          <p:nvPr/>
        </p:nvSpPr>
        <p:spPr>
          <a:xfrm xmlns:a="http://schemas.openxmlformats.org/drawingml/2006/main">
            <a:off x="609600" y="1609725"/>
            <a:ext cx="17068800" cy="953"/>
          </a:xfrm>
          <a:custGeom xmlns:a="http://schemas.openxmlformats.org/drawingml/2006/main">
            <a:pathLst>
              <a:path w="17068800" h="953">
                <a:moveTo>
                  <a:pt x="0" y="0"/>
                </a:moveTo>
                <a:lnTo>
                  <a:pt x="17068800" y="0"/>
                </a:lnTo>
              </a:path>
            </a:pathLst>
          </a:custGeom>
          <a:noFill xmlns:a="http://schemas.openxmlformats.org/drawingml/2006/main"/>
          <a:ln xmlns:a="http://schemas.openxmlformats.org/drawingml/2006/main" w="19050">
            <a:solidFill>
              <a:srgbClr val="CDD6DE"/>
            </a:solidFill>
            <a:prstDash val="solid"/>
          </a:ln>
        </p:spPr>
      </p:sp>
      <p:sp>
        <p:nvSpPr>
          <p:cNvPr id="6" name="dp-background-overview / n6 / text 1">
            <a:extLst xmlns:a="http://schemas.openxmlformats.org/drawingml/2006/main">
              <a:ext uri="{FF2B5EF4-FFF2-40B4-BE49-F238E27FC236}">
                <a16:creationId xmlns:a16="http://schemas.microsoft.com/office/drawing/2014/main" id="{BFC05570-AEB0-4FD4-BE46-380FAF5E58B9}"/>
              </a:ext>
            </a:extLst>
          </p:cNvPr>
          <p:cNvSpPr>
            <a:spLocks xmlns:a="http://schemas.openxmlformats.org/drawingml/2006/main" noGrp="1"/>
          </p:cNvSpPr>
          <p:nvPr/>
        </p:nvSpPr>
        <p:spPr>
          <a:xfrm xmlns:a="http://schemas.openxmlformats.org/drawingml/2006/main">
            <a:off x="609600" y="1809750"/>
            <a:ext cx="15240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5F6B77"/>
                </a:solidFill>
                <a:latin typeface="Apple SD Gothic Neo"/>
                <a:ea typeface="Apple SD Gothic Neo"/>
                <a:cs typeface="Apple SD Gothic Neo"/>
              </a:defRPr>
            </a:pPr>
            <a:r>
              <a:rPr sz="1800" b="1">
                <a:solidFill>
                  <a:srgbClr val="5F6B77"/>
                </a:solidFill>
                <a:latin typeface="Apple SD Gothic Neo"/>
                <a:ea typeface="Apple SD Gothic Neo"/>
                <a:cs typeface="Apple SD Gothic Neo"/>
              </a:rPr>
              <a:t>이전에</a:t>
            </a:r>
          </a:p>
        </p:txBody>
      </p:sp>
      <p:sp>
        <p:nvSpPr>
          <p:cNvPr id="7" name="dp-background-overview / n7 / text 1">
            <a:extLst xmlns:a="http://schemas.openxmlformats.org/drawingml/2006/main">
              <a:ext uri="{FF2B5EF4-FFF2-40B4-BE49-F238E27FC236}">
                <a16:creationId xmlns:a16="http://schemas.microsoft.com/office/drawing/2014/main" id="{A0B2AF0F-AFBB-41F6-A44F-9EDC5C6011C3}"/>
              </a:ext>
            </a:extLst>
          </p:cNvPr>
          <p:cNvSpPr>
            <a:spLocks xmlns:a="http://schemas.openxmlformats.org/drawingml/2006/main" noGrp="1"/>
          </p:cNvSpPr>
          <p:nvPr/>
        </p:nvSpPr>
        <p:spPr>
          <a:xfrm xmlns:a="http://schemas.openxmlformats.org/drawingml/2006/main">
            <a:off x="2209800" y="1790700"/>
            <a:ext cx="47625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VIA의 직접 설명</a:t>
            </a:r>
          </a:p>
        </p:txBody>
      </p:sp>
      <p:sp>
        <p:nvSpPr>
          <p:cNvPr id="8" name="dp-background-overview / n8 / text 1">
            <a:extLst xmlns:a="http://schemas.openxmlformats.org/drawingml/2006/main">
              <a:ext uri="{FF2B5EF4-FFF2-40B4-BE49-F238E27FC236}">
                <a16:creationId xmlns:a16="http://schemas.microsoft.com/office/drawing/2014/main" id="{8EB8A59C-64A9-4289-8CF6-FBA647A89773}"/>
              </a:ext>
            </a:extLst>
          </p:cNvPr>
          <p:cNvSpPr>
            <a:spLocks xmlns:a="http://schemas.openxmlformats.org/drawingml/2006/main" noGrp="1"/>
          </p:cNvSpPr>
          <p:nvPr/>
        </p:nvSpPr>
        <p:spPr>
          <a:xfrm xmlns:a="http://schemas.openxmlformats.org/drawingml/2006/main">
            <a:off x="2209800" y="2133600"/>
            <a:ext cx="476250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5F6B77"/>
                </a:solidFill>
                <a:latin typeface="Apple SD Gothic Neo"/>
                <a:ea typeface="Apple SD Gothic Neo"/>
                <a:cs typeface="Apple SD Gothic Neo"/>
              </a:defRPr>
            </a:pPr>
            <a:r>
              <a:rPr sz="1650" b="0">
                <a:solidFill>
                  <a:srgbClr val="5F6B77"/>
                </a:solidFill>
                <a:latin typeface="Apple SD Gothic Neo"/>
                <a:ea typeface="Apple SD Gothic Neo"/>
                <a:cs typeface="Apple SD Gothic Neo"/>
              </a:rPr>
              <a:t>평가 기준 · 사용자에게 실제 전달</a:t>
            </a:r>
          </a:p>
        </p:txBody>
      </p:sp>
      <p:sp>
        <p:nvSpPr>
          <p:cNvPr id="9" name="dp-background-overview / n9 / text 1">
            <a:extLst xmlns:a="http://schemas.openxmlformats.org/drawingml/2006/main">
              <a:ext uri="{FF2B5EF4-FFF2-40B4-BE49-F238E27FC236}">
                <a16:creationId xmlns:a16="http://schemas.microsoft.com/office/drawing/2014/main" id="{46DF3DD4-A56B-494A-9A3D-26E4510C2F54}"/>
              </a:ext>
            </a:extLst>
          </p:cNvPr>
          <p:cNvSpPr>
            <a:spLocks xmlns:a="http://schemas.openxmlformats.org/drawingml/2006/main" noGrp="1"/>
          </p:cNvSpPr>
          <p:nvPr/>
        </p:nvSpPr>
        <p:spPr>
          <a:xfrm xmlns:a="http://schemas.openxmlformats.org/drawingml/2006/main">
            <a:off x="7334250" y="1790700"/>
            <a:ext cx="47625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제품 조사 Agent의 확인된 결과</a:t>
            </a:r>
          </a:p>
        </p:txBody>
      </p:sp>
      <p:sp>
        <p:nvSpPr>
          <p:cNvPr id="10" name="dp-background-overview / n10 / text 1">
            <a:extLst xmlns:a="http://schemas.openxmlformats.org/drawingml/2006/main">
              <a:ext uri="{FF2B5EF4-FFF2-40B4-BE49-F238E27FC236}">
                <a16:creationId xmlns:a16="http://schemas.microsoft.com/office/drawing/2014/main" id="{D7C492D2-C92F-42A2-9B03-649D90A15AF0}"/>
              </a:ext>
            </a:extLst>
          </p:cNvPr>
          <p:cNvSpPr>
            <a:spLocks xmlns:a="http://schemas.openxmlformats.org/drawingml/2006/main" noGrp="1"/>
          </p:cNvSpPr>
          <p:nvPr/>
        </p:nvSpPr>
        <p:spPr>
          <a:xfrm xmlns:a="http://schemas.openxmlformats.org/drawingml/2006/main">
            <a:off x="7334250" y="2133600"/>
            <a:ext cx="476250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5F6B77"/>
                </a:solidFill>
                <a:latin typeface="Apple SD Gothic Neo"/>
                <a:ea typeface="Apple SD Gothic Neo"/>
                <a:cs typeface="Apple SD Gothic Neo"/>
              </a:defRPr>
            </a:pPr>
            <a:r>
              <a:rPr sz="1650" b="0">
                <a:solidFill>
                  <a:srgbClr val="5F6B77"/>
                </a:solidFill>
                <a:latin typeface="Apple SD Gothic Neo"/>
                <a:ea typeface="Apple SD Gothic Neo"/>
                <a:cs typeface="Apple SD Gothic Neo"/>
              </a:rPr>
              <a:t>제품 비교 · 결과 참조 / 필요한 발췌</a:t>
            </a:r>
          </a:p>
        </p:txBody>
      </p:sp>
      <p:sp>
        <p:nvSpPr>
          <p:cNvPr id="11" name="dp-background-overview / n11 / text 1">
            <a:extLst xmlns:a="http://schemas.openxmlformats.org/drawingml/2006/main">
              <a:ext uri="{FF2B5EF4-FFF2-40B4-BE49-F238E27FC236}">
                <a16:creationId xmlns:a16="http://schemas.microsoft.com/office/drawing/2014/main" id="{79766858-0D58-4DE5-B4F3-CD1A8903E6E6}"/>
              </a:ext>
            </a:extLst>
          </p:cNvPr>
          <p:cNvSpPr>
            <a:spLocks xmlns:a="http://schemas.openxmlformats.org/drawingml/2006/main" noGrp="1"/>
          </p:cNvSpPr>
          <p:nvPr/>
        </p:nvSpPr>
        <p:spPr>
          <a:xfrm xmlns:a="http://schemas.openxmlformats.org/drawingml/2006/main">
            <a:off x="12763500" y="1790700"/>
            <a:ext cx="47625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견적 Agent의 확인된 결과</a:t>
            </a:r>
          </a:p>
        </p:txBody>
      </p:sp>
      <p:sp>
        <p:nvSpPr>
          <p:cNvPr id="12" name="dp-background-overview / n12 / text 1">
            <a:extLst xmlns:a="http://schemas.openxmlformats.org/drawingml/2006/main">
              <a:ext uri="{FF2B5EF4-FFF2-40B4-BE49-F238E27FC236}">
                <a16:creationId xmlns:a16="http://schemas.microsoft.com/office/drawing/2014/main" id="{BC8D87E0-F1B4-4CC8-92E1-FBF554376D8A}"/>
              </a:ext>
            </a:extLst>
          </p:cNvPr>
          <p:cNvSpPr>
            <a:spLocks xmlns:a="http://schemas.openxmlformats.org/drawingml/2006/main" noGrp="1"/>
          </p:cNvSpPr>
          <p:nvPr/>
        </p:nvSpPr>
        <p:spPr>
          <a:xfrm xmlns:a="http://schemas.openxmlformats.org/drawingml/2006/main">
            <a:off x="12763500" y="2133600"/>
            <a:ext cx="476250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5F6B77"/>
                </a:solidFill>
                <a:latin typeface="Apple SD Gothic Neo"/>
                <a:ea typeface="Apple SD Gothic Neo"/>
                <a:cs typeface="Apple SD Gothic Neo"/>
              </a:defRPr>
            </a:pPr>
            <a:r>
              <a:rPr sz="1650" b="0">
                <a:solidFill>
                  <a:srgbClr val="5F6B77"/>
                </a:solidFill>
                <a:latin typeface="Apple SD Gothic Neo"/>
                <a:ea typeface="Apple SD Gothic Neo"/>
                <a:cs typeface="Apple SD Gothic Neo"/>
              </a:rPr>
              <a:t>견적 · 결과 참조 / 필요한 발췌</a:t>
            </a:r>
          </a:p>
        </p:txBody>
      </p:sp>
      <p:sp>
        <p:nvSpPr>
          <p:cNvPr id="13" name="dp-background-overview / n13 / path">
            <a:extLst xmlns:a="http://schemas.openxmlformats.org/drawingml/2006/main">
              <a:ext uri="{FF2B5EF4-FFF2-40B4-BE49-F238E27FC236}">
                <a16:creationId xmlns:a16="http://schemas.microsoft.com/office/drawing/2014/main" id="{77A8FE1F-F7ED-4E3A-8699-8C304EFC4ECB}"/>
              </a:ext>
            </a:extLst>
          </p:cNvPr>
          <p:cNvSpPr>
            <a:spLocks xmlns:a="http://schemas.openxmlformats.org/drawingml/2006/main" noGrp="1"/>
          </p:cNvSpPr>
          <p:nvPr/>
        </p:nvSpPr>
        <p:spPr>
          <a:xfrm xmlns:a="http://schemas.openxmlformats.org/drawingml/2006/main">
            <a:off x="4143375" y="2447925"/>
            <a:ext cx="8763000" cy="171450"/>
          </a:xfrm>
          <a:custGeom xmlns:a="http://schemas.openxmlformats.org/drawingml/2006/main">
            <a:pathLst>
              <a:path w="8763000" h="171450">
                <a:moveTo>
                  <a:pt x="0" y="0"/>
                </a:moveTo>
                <a:lnTo>
                  <a:pt x="0" y="171450"/>
                </a:lnTo>
                <a:lnTo>
                  <a:pt x="8763000" y="171450"/>
                </a:lnTo>
              </a:path>
            </a:pathLst>
          </a:custGeom>
          <a:noFill xmlns:a="http://schemas.openxmlformats.org/drawingml/2006/main"/>
          <a:ln xmlns:a="http://schemas.openxmlformats.org/drawingml/2006/main" w="16193">
            <a:solidFill>
              <a:srgbClr val="5F6B77"/>
            </a:solidFill>
            <a:prstDash val="dash"/>
          </a:ln>
        </p:spPr>
      </p:sp>
      <p:sp>
        <p:nvSpPr>
          <p:cNvPr id="14" name="dp-background-overview / n14 / path">
            <a:extLst xmlns:a="http://schemas.openxmlformats.org/drawingml/2006/main">
              <a:ext uri="{FF2B5EF4-FFF2-40B4-BE49-F238E27FC236}">
                <a16:creationId xmlns:a16="http://schemas.microsoft.com/office/drawing/2014/main" id="{061D162F-1853-424B-9F6E-704A7CDBB491}"/>
              </a:ext>
            </a:extLst>
          </p:cNvPr>
          <p:cNvSpPr>
            <a:spLocks xmlns:a="http://schemas.openxmlformats.org/drawingml/2006/main" noGrp="1"/>
          </p:cNvSpPr>
          <p:nvPr/>
        </p:nvSpPr>
        <p:spPr>
          <a:xfrm xmlns:a="http://schemas.openxmlformats.org/drawingml/2006/main">
            <a:off x="9382125" y="2447925"/>
            <a:ext cx="3524250" cy="171450"/>
          </a:xfrm>
          <a:custGeom xmlns:a="http://schemas.openxmlformats.org/drawingml/2006/main">
            <a:pathLst>
              <a:path w="3524250" h="171450">
                <a:moveTo>
                  <a:pt x="0" y="0"/>
                </a:moveTo>
                <a:lnTo>
                  <a:pt x="0" y="171450"/>
                </a:lnTo>
                <a:lnTo>
                  <a:pt x="3524250" y="171450"/>
                </a:lnTo>
              </a:path>
            </a:pathLst>
          </a:custGeom>
          <a:noFill xmlns:a="http://schemas.openxmlformats.org/drawingml/2006/main"/>
          <a:ln xmlns:a="http://schemas.openxmlformats.org/drawingml/2006/main" w="16193">
            <a:solidFill>
              <a:srgbClr val="5F6B77"/>
            </a:solidFill>
            <a:prstDash val="dash"/>
          </a:ln>
        </p:spPr>
      </p:sp>
      <p:sp>
        <p:nvSpPr>
          <p:cNvPr id="15" name="dp-background-overview / n15 / path">
            <a:extLst xmlns:a="http://schemas.openxmlformats.org/drawingml/2006/main">
              <a:ext uri="{FF2B5EF4-FFF2-40B4-BE49-F238E27FC236}">
                <a16:creationId xmlns:a16="http://schemas.microsoft.com/office/drawing/2014/main" id="{1F9493FD-0DF4-4447-92E7-4AE8C8D15C1C}"/>
              </a:ext>
            </a:extLst>
          </p:cNvPr>
          <p:cNvSpPr>
            <a:spLocks xmlns:a="http://schemas.openxmlformats.org/drawingml/2006/main" noGrp="1"/>
          </p:cNvSpPr>
          <p:nvPr/>
        </p:nvSpPr>
        <p:spPr>
          <a:xfrm xmlns:a="http://schemas.openxmlformats.org/drawingml/2006/main">
            <a:off x="12906375" y="2447925"/>
            <a:ext cx="1762125" cy="171450"/>
          </a:xfrm>
          <a:custGeom xmlns:a="http://schemas.openxmlformats.org/drawingml/2006/main">
            <a:pathLst>
              <a:path w="1762125" h="171450">
                <a:moveTo>
                  <a:pt x="1762125" y="0"/>
                </a:moveTo>
                <a:lnTo>
                  <a:pt x="1762125" y="171450"/>
                </a:lnTo>
                <a:lnTo>
                  <a:pt x="0" y="171450"/>
                </a:lnTo>
              </a:path>
            </a:pathLst>
          </a:custGeom>
          <a:noFill xmlns:a="http://schemas.openxmlformats.org/drawingml/2006/main"/>
          <a:ln xmlns:a="http://schemas.openxmlformats.org/drawingml/2006/main" w="16193">
            <a:solidFill>
              <a:srgbClr val="5F6B77"/>
            </a:solidFill>
            <a:prstDash val="dash"/>
          </a:ln>
        </p:spPr>
      </p:sp>
      <p:sp>
        <p:nvSpPr>
          <p:cNvPr id="16" name="dp-background-overview / n16 / path">
            <a:extLst xmlns:a="http://schemas.openxmlformats.org/drawingml/2006/main">
              <a:ext uri="{FF2B5EF4-FFF2-40B4-BE49-F238E27FC236}">
                <a16:creationId xmlns:a16="http://schemas.microsoft.com/office/drawing/2014/main" id="{67F5A381-DCC2-4330-AD2D-C6A25A4921A0}"/>
              </a:ext>
            </a:extLst>
          </p:cNvPr>
          <p:cNvSpPr>
            <a:spLocks xmlns:a="http://schemas.openxmlformats.org/drawingml/2006/main" noGrp="1"/>
          </p:cNvSpPr>
          <p:nvPr/>
        </p:nvSpPr>
        <p:spPr>
          <a:xfrm xmlns:a="http://schemas.openxmlformats.org/drawingml/2006/main">
            <a:off x="12573000" y="2619375"/>
            <a:ext cx="1619250" cy="3781425"/>
          </a:xfrm>
          <a:custGeom xmlns:a="http://schemas.openxmlformats.org/drawingml/2006/main">
            <a:pathLst>
              <a:path w="1619250" h="3781425">
                <a:moveTo>
                  <a:pt x="333375" y="0"/>
                </a:moveTo>
                <a:lnTo>
                  <a:pt x="1619250" y="0"/>
                </a:lnTo>
                <a:lnTo>
                  <a:pt x="1619250" y="3781425"/>
                </a:lnTo>
                <a:lnTo>
                  <a:pt x="0" y="3781425"/>
                </a:lnTo>
              </a:path>
            </a:pathLst>
          </a:custGeom>
          <a:noFill xmlns:a="http://schemas.openxmlformats.org/drawingml/2006/main"/>
          <a:ln xmlns:a="http://schemas.openxmlformats.org/drawingml/2006/main" w="16193">
            <a:solidFill>
              <a:srgbClr val="5F6B77"/>
            </a:solidFill>
            <a:prstDash val="dash"/>
          </a:ln>
        </p:spPr>
      </p:sp>
      <p:sp>
        <p:nvSpPr>
          <p:cNvPr id="17" name="dp-background-overview / n16 / arrow">
            <a:extLst xmlns:a="http://schemas.openxmlformats.org/drawingml/2006/main">
              <a:ext uri="{FF2B5EF4-FFF2-40B4-BE49-F238E27FC236}">
                <a16:creationId xmlns:a16="http://schemas.microsoft.com/office/drawing/2014/main" id="{C30BA0C4-B81D-4AAD-86D0-252867D11FD1}"/>
              </a:ext>
            </a:extLst>
          </p:cNvPr>
          <p:cNvSpPr>
            <a:spLocks xmlns:a="http://schemas.openxmlformats.org/drawingml/2006/main" noGrp="1"/>
          </p:cNvSpPr>
          <p:nvPr/>
        </p:nvSpPr>
        <p:spPr>
          <a:xfrm xmlns:a="http://schemas.openxmlformats.org/drawingml/2006/main">
            <a:off x="12573000" y="6348984"/>
            <a:ext cx="103632" cy="103632"/>
          </a:xfrm>
          <a:custGeom xmlns:a="http://schemas.openxmlformats.org/drawingml/2006/main">
            <a:pathLst>
              <a:path w="103632" h="103632">
                <a:moveTo>
                  <a:pt x="103632" y="0"/>
                </a:moveTo>
                <a:lnTo>
                  <a:pt x="0" y="51816"/>
                </a:lnTo>
                <a:lnTo>
                  <a:pt x="103632" y="103632"/>
                </a:lnTo>
              </a:path>
            </a:pathLst>
          </a:custGeom>
          <a:noFill xmlns:a="http://schemas.openxmlformats.org/drawingml/2006/main"/>
          <a:ln xmlns:a="http://schemas.openxmlformats.org/drawingml/2006/main" w="20726">
            <a:solidFill>
              <a:srgbClr val="5F6B77"/>
            </a:solidFill>
            <a:prstDash val="solid"/>
          </a:ln>
        </p:spPr>
      </p:sp>
      <p:sp>
        <p:nvSpPr>
          <p:cNvPr id="18" name="dp-background-overview / n17 / text 1">
            <a:extLst xmlns:a="http://schemas.openxmlformats.org/drawingml/2006/main">
              <a:ext uri="{FF2B5EF4-FFF2-40B4-BE49-F238E27FC236}">
                <a16:creationId xmlns:a16="http://schemas.microsoft.com/office/drawing/2014/main" id="{BD0D1E86-F4B6-4634-8781-C8AC15D0DC57}"/>
              </a:ext>
            </a:extLst>
          </p:cNvPr>
          <p:cNvSpPr>
            <a:spLocks xmlns:a="http://schemas.openxmlformats.org/drawingml/2006/main" noGrp="1"/>
          </p:cNvSpPr>
          <p:nvPr/>
        </p:nvSpPr>
        <p:spPr>
          <a:xfrm xmlns:a="http://schemas.openxmlformats.org/drawingml/2006/main">
            <a:off x="609600" y="2809875"/>
            <a:ext cx="123825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1">
                <a:solidFill>
                  <a:srgbClr val="5F6B77"/>
                </a:solidFill>
                <a:latin typeface="Apple SD Gothic Neo"/>
                <a:ea typeface="Apple SD Gothic Neo"/>
                <a:cs typeface="Apple SD Gothic Neo"/>
              </a:defRPr>
            </a:pPr>
            <a:r>
              <a:rPr sz="1650" b="1">
                <a:solidFill>
                  <a:srgbClr val="5F6B77"/>
                </a:solidFill>
                <a:latin typeface="Apple SD Gothic Neo"/>
                <a:ea typeface="Apple SD Gothic Neo"/>
                <a:cs typeface="Apple SD Gothic Neo"/>
              </a:rPr>
              <a:t>시간 →</a:t>
            </a:r>
          </a:p>
        </p:txBody>
      </p:sp>
      <p:sp>
        <p:nvSpPr>
          <p:cNvPr id="19" name="dp-background-overview / n18 / text 1">
            <a:extLst xmlns:a="http://schemas.openxmlformats.org/drawingml/2006/main">
              <a:ext uri="{FF2B5EF4-FFF2-40B4-BE49-F238E27FC236}">
                <a16:creationId xmlns:a16="http://schemas.microsoft.com/office/drawing/2014/main" id="{31CF3C10-7A35-45C6-9947-F8919B9E8B23}"/>
              </a:ext>
            </a:extLst>
          </p:cNvPr>
          <p:cNvSpPr>
            <a:spLocks xmlns:a="http://schemas.openxmlformats.org/drawingml/2006/main" noGrp="1"/>
          </p:cNvSpPr>
          <p:nvPr/>
        </p:nvSpPr>
        <p:spPr>
          <a:xfrm xmlns:a="http://schemas.openxmlformats.org/drawingml/2006/main">
            <a:off x="2143125" y="2809875"/>
            <a:ext cx="371475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1">
                <a:solidFill>
                  <a:srgbClr val="5F6B77"/>
                </a:solidFill>
                <a:latin typeface="Apple SD Gothic Neo"/>
                <a:ea typeface="Apple SD Gothic Neo"/>
                <a:cs typeface="Apple SD Gothic Neo"/>
              </a:defRPr>
            </a:pPr>
            <a:r>
              <a:rPr sz="1650" b="1">
                <a:solidFill>
                  <a:srgbClr val="5F6B77"/>
                </a:solidFill>
                <a:latin typeface="Apple SD Gothic Neo"/>
                <a:ea typeface="Apple SD Gothic Neo"/>
                <a:cs typeface="Apple SD Gothic Neo"/>
              </a:rPr>
              <a:t>현재 요청</a:t>
            </a:r>
          </a:p>
        </p:txBody>
      </p:sp>
      <p:sp>
        <p:nvSpPr>
          <p:cNvPr id="20" name="dp-background-overview / n19 / text 1">
            <a:extLst xmlns:a="http://schemas.openxmlformats.org/drawingml/2006/main">
              <a:ext uri="{FF2B5EF4-FFF2-40B4-BE49-F238E27FC236}">
                <a16:creationId xmlns:a16="http://schemas.microsoft.com/office/drawing/2014/main" id="{40AB3993-B891-427E-9C16-6E0D2467880F}"/>
              </a:ext>
            </a:extLst>
          </p:cNvPr>
          <p:cNvSpPr>
            <a:spLocks xmlns:a="http://schemas.openxmlformats.org/drawingml/2006/main" noGrp="1"/>
          </p:cNvSpPr>
          <p:nvPr/>
        </p:nvSpPr>
        <p:spPr>
          <a:xfrm xmlns:a="http://schemas.openxmlformats.org/drawingml/2006/main">
            <a:off x="6381750" y="2809875"/>
            <a:ext cx="3381375"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1">
                <a:solidFill>
                  <a:srgbClr val="5F6B77"/>
                </a:solidFill>
                <a:latin typeface="Apple SD Gothic Neo"/>
                <a:ea typeface="Apple SD Gothic Neo"/>
                <a:cs typeface="Apple SD Gothic Neo"/>
              </a:defRPr>
            </a:pPr>
            <a:r>
              <a:rPr sz="1650" b="1">
                <a:solidFill>
                  <a:srgbClr val="5F6B77"/>
                </a:solidFill>
                <a:latin typeface="Apple SD Gothic Neo"/>
                <a:ea typeface="Apple SD Gothic Neo"/>
                <a:cs typeface="Apple SD Gothic Neo"/>
              </a:rPr>
              <a:t>처리 중 겹치는 사건</a:t>
            </a:r>
          </a:p>
        </p:txBody>
      </p:sp>
      <p:sp>
        <p:nvSpPr>
          <p:cNvPr id="21" name="dp-background-overview / n20 / text 1">
            <a:extLst xmlns:a="http://schemas.openxmlformats.org/drawingml/2006/main">
              <a:ext uri="{FF2B5EF4-FFF2-40B4-BE49-F238E27FC236}">
                <a16:creationId xmlns:a16="http://schemas.microsoft.com/office/drawing/2014/main" id="{623AF0F8-9243-43E9-9B39-FC74E576CD06}"/>
              </a:ext>
            </a:extLst>
          </p:cNvPr>
          <p:cNvSpPr>
            <a:spLocks xmlns:a="http://schemas.openxmlformats.org/drawingml/2006/main" noGrp="1"/>
          </p:cNvSpPr>
          <p:nvPr/>
        </p:nvSpPr>
        <p:spPr>
          <a:xfrm xmlns:a="http://schemas.openxmlformats.org/drawingml/2006/main">
            <a:off x="10287000" y="2809875"/>
            <a:ext cx="390525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1">
                <a:solidFill>
                  <a:srgbClr val="5F6B77"/>
                </a:solidFill>
                <a:latin typeface="Apple SD Gothic Neo"/>
                <a:ea typeface="Apple SD Gothic Neo"/>
                <a:cs typeface="Apple SD Gothic Neo"/>
              </a:defRPr>
            </a:pPr>
            <a:r>
              <a:rPr sz="1650" b="1">
                <a:solidFill>
                  <a:srgbClr val="5F6B77"/>
                </a:solidFill>
                <a:latin typeface="Apple SD Gothic Neo"/>
                <a:ea typeface="Apple SD Gothic Neo"/>
                <a:cs typeface="Apple SD Gothic Neo"/>
              </a:rPr>
              <a:t>이후 과거 정보 재사용</a:t>
            </a:r>
          </a:p>
        </p:txBody>
      </p:sp>
      <p:sp>
        <p:nvSpPr>
          <p:cNvPr id="22" name="dp-background-overview / n21 / text 1">
            <a:extLst xmlns:a="http://schemas.openxmlformats.org/drawingml/2006/main">
              <a:ext uri="{FF2B5EF4-FFF2-40B4-BE49-F238E27FC236}">
                <a16:creationId xmlns:a16="http://schemas.microsoft.com/office/drawing/2014/main" id="{522F06EB-09D3-4575-BFFF-76342EF62140}"/>
              </a:ext>
            </a:extLst>
          </p:cNvPr>
          <p:cNvSpPr>
            <a:spLocks xmlns:a="http://schemas.openxmlformats.org/drawingml/2006/main" noGrp="1"/>
          </p:cNvSpPr>
          <p:nvPr/>
        </p:nvSpPr>
        <p:spPr>
          <a:xfrm xmlns:a="http://schemas.openxmlformats.org/drawingml/2006/main">
            <a:off x="14668500" y="2809875"/>
            <a:ext cx="152400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1">
                <a:solidFill>
                  <a:srgbClr val="5F6B77"/>
                </a:solidFill>
                <a:latin typeface="Apple SD Gothic Neo"/>
                <a:ea typeface="Apple SD Gothic Neo"/>
                <a:cs typeface="Apple SD Gothic Neo"/>
              </a:defRPr>
            </a:pPr>
            <a:r>
              <a:rPr sz="1650" b="1">
                <a:solidFill>
                  <a:srgbClr val="5F6B77"/>
                </a:solidFill>
                <a:latin typeface="Apple SD Gothic Neo"/>
                <a:ea typeface="Apple SD Gothic Neo"/>
                <a:cs typeface="Apple SD Gothic Neo"/>
              </a:rPr>
              <a:t>음성 종료</a:t>
            </a:r>
          </a:p>
        </p:txBody>
      </p:sp>
      <p:sp>
        <p:nvSpPr>
          <p:cNvPr id="23" name="dp-background-overview / n22 / text 1">
            <a:extLst xmlns:a="http://schemas.openxmlformats.org/drawingml/2006/main">
              <a:ext uri="{FF2B5EF4-FFF2-40B4-BE49-F238E27FC236}">
                <a16:creationId xmlns:a16="http://schemas.microsoft.com/office/drawing/2014/main" id="{31136561-D319-480A-B299-053D0845E176}"/>
              </a:ext>
            </a:extLst>
          </p:cNvPr>
          <p:cNvSpPr>
            <a:spLocks xmlns:a="http://schemas.openxmlformats.org/drawingml/2006/main" noGrp="1"/>
          </p:cNvSpPr>
          <p:nvPr/>
        </p:nvSpPr>
        <p:spPr>
          <a:xfrm xmlns:a="http://schemas.openxmlformats.org/drawingml/2006/main">
            <a:off x="16478250" y="2809875"/>
            <a:ext cx="114300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1">
                <a:solidFill>
                  <a:srgbClr val="5F6B77"/>
                </a:solidFill>
                <a:latin typeface="Apple SD Gothic Neo"/>
                <a:ea typeface="Apple SD Gothic Neo"/>
                <a:cs typeface="Apple SD Gothic Neo"/>
              </a:defRPr>
            </a:pPr>
            <a:r>
              <a:rPr sz="1650" b="1">
                <a:solidFill>
                  <a:srgbClr val="5F6B77"/>
                </a:solidFill>
                <a:latin typeface="Apple SD Gothic Neo"/>
                <a:ea typeface="Apple SD Gothic Neo"/>
                <a:cs typeface="Apple SD Gothic Neo"/>
              </a:rPr>
              <a:t>돌아옴</a:t>
            </a:r>
          </a:p>
        </p:txBody>
      </p:sp>
      <p:sp>
        <p:nvSpPr>
          <p:cNvPr id="24" name="dp-background-overview / n23 / path">
            <a:extLst xmlns:a="http://schemas.openxmlformats.org/drawingml/2006/main">
              <a:ext uri="{FF2B5EF4-FFF2-40B4-BE49-F238E27FC236}">
                <a16:creationId xmlns:a16="http://schemas.microsoft.com/office/drawing/2014/main" id="{7A590CAB-7AFA-4D62-A14E-5B5ED6114B75}"/>
              </a:ext>
            </a:extLst>
          </p:cNvPr>
          <p:cNvSpPr>
            <a:spLocks xmlns:a="http://schemas.openxmlformats.org/drawingml/2006/main" noGrp="1"/>
          </p:cNvSpPr>
          <p:nvPr/>
        </p:nvSpPr>
        <p:spPr>
          <a:xfrm xmlns:a="http://schemas.openxmlformats.org/drawingml/2006/main">
            <a:off x="2095500" y="3143250"/>
            <a:ext cx="15525750" cy="953"/>
          </a:xfrm>
          <a:custGeom xmlns:a="http://schemas.openxmlformats.org/drawingml/2006/main">
            <a:pathLst>
              <a:path w="15525750" h="953">
                <a:moveTo>
                  <a:pt x="0" y="0"/>
                </a:moveTo>
                <a:lnTo>
                  <a:pt x="15525750" y="0"/>
                </a:lnTo>
              </a:path>
            </a:pathLst>
          </a:custGeom>
          <a:noFill xmlns:a="http://schemas.openxmlformats.org/drawingml/2006/main"/>
          <a:ln xmlns:a="http://schemas.openxmlformats.org/drawingml/2006/main" w="16193">
            <a:solidFill>
              <a:srgbClr val="CDD6DE"/>
            </a:solidFill>
            <a:prstDash val="solid"/>
          </a:ln>
        </p:spPr>
      </p:sp>
      <p:sp>
        <p:nvSpPr>
          <p:cNvPr id="25" name="dp-background-overview / n23 / arrow">
            <a:extLst xmlns:a="http://schemas.openxmlformats.org/drawingml/2006/main">
              <a:ext uri="{FF2B5EF4-FFF2-40B4-BE49-F238E27FC236}">
                <a16:creationId xmlns:a16="http://schemas.microsoft.com/office/drawing/2014/main" id="{18B4B162-C648-46A5-B331-364E2EB73137}"/>
              </a:ext>
            </a:extLst>
          </p:cNvPr>
          <p:cNvSpPr>
            <a:spLocks xmlns:a="http://schemas.openxmlformats.org/drawingml/2006/main" noGrp="1"/>
          </p:cNvSpPr>
          <p:nvPr/>
        </p:nvSpPr>
        <p:spPr>
          <a:xfrm xmlns:a="http://schemas.openxmlformats.org/drawingml/2006/main">
            <a:off x="17517618" y="3091434"/>
            <a:ext cx="103632" cy="103632"/>
          </a:xfrm>
          <a:custGeom xmlns:a="http://schemas.openxmlformats.org/drawingml/2006/main">
            <a:pathLst>
              <a:path w="103632" h="103632">
                <a:moveTo>
                  <a:pt x="0" y="103632"/>
                </a:moveTo>
                <a:lnTo>
                  <a:pt x="103632" y="51816"/>
                </a:lnTo>
                <a:lnTo>
                  <a:pt x="0" y="0"/>
                </a:lnTo>
              </a:path>
            </a:pathLst>
          </a:custGeom>
          <a:noFill xmlns:a="http://schemas.openxmlformats.org/drawingml/2006/main"/>
          <a:ln xmlns:a="http://schemas.openxmlformats.org/drawingml/2006/main" w="20726">
            <a:solidFill>
              <a:srgbClr val="CDD6DE"/>
            </a:solidFill>
            <a:prstDash val="solid"/>
          </a:ln>
        </p:spPr>
      </p:sp>
      <p:sp>
        <p:nvSpPr>
          <p:cNvPr id="26" name="dp-background-overview / n24 / text 1">
            <a:extLst xmlns:a="http://schemas.openxmlformats.org/drawingml/2006/main">
              <a:ext uri="{FF2B5EF4-FFF2-40B4-BE49-F238E27FC236}">
                <a16:creationId xmlns:a16="http://schemas.microsoft.com/office/drawing/2014/main" id="{B0D97FCC-8ED2-41DC-B8F2-C6CEC4A0F4AF}"/>
              </a:ext>
            </a:extLst>
          </p:cNvPr>
          <p:cNvSpPr>
            <a:spLocks xmlns:a="http://schemas.openxmlformats.org/drawingml/2006/main" noGrp="1"/>
          </p:cNvSpPr>
          <p:nvPr/>
        </p:nvSpPr>
        <p:spPr>
          <a:xfrm xmlns:a="http://schemas.openxmlformats.org/drawingml/2006/main">
            <a:off x="609600" y="3419475"/>
            <a:ext cx="133350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사용자</a:t>
            </a:r>
          </a:p>
        </p:txBody>
      </p:sp>
      <p:sp>
        <p:nvSpPr>
          <p:cNvPr id="27" name="dp-background-overview / n24 / text 2">
            <a:extLst xmlns:a="http://schemas.openxmlformats.org/drawingml/2006/main">
              <a:ext uri="{FF2B5EF4-FFF2-40B4-BE49-F238E27FC236}">
                <a16:creationId xmlns:a16="http://schemas.microsoft.com/office/drawing/2014/main" id="{F1EA9F21-EF7A-413D-A1E9-77CB5747D39C}"/>
              </a:ext>
            </a:extLst>
          </p:cNvPr>
          <p:cNvSpPr>
            <a:spLocks xmlns:a="http://schemas.openxmlformats.org/drawingml/2006/main" noGrp="1"/>
          </p:cNvSpPr>
          <p:nvPr/>
        </p:nvSpPr>
        <p:spPr>
          <a:xfrm xmlns:a="http://schemas.openxmlformats.org/drawingml/2006/main">
            <a:off x="609600" y="3729038"/>
            <a:ext cx="133350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입력·대화</a:t>
            </a:r>
          </a:p>
        </p:txBody>
      </p:sp>
      <p:sp>
        <p:nvSpPr>
          <p:cNvPr id="28" name="dp-background-overview / n25 / text 1">
            <a:extLst xmlns:a="http://schemas.openxmlformats.org/drawingml/2006/main">
              <a:ext uri="{FF2B5EF4-FFF2-40B4-BE49-F238E27FC236}">
                <a16:creationId xmlns:a16="http://schemas.microsoft.com/office/drawing/2014/main" id="{794A201E-D75B-480B-A85F-AE891B79FA75}"/>
              </a:ext>
            </a:extLst>
          </p:cNvPr>
          <p:cNvSpPr>
            <a:spLocks xmlns:a="http://schemas.openxmlformats.org/drawingml/2006/main" noGrp="1"/>
          </p:cNvSpPr>
          <p:nvPr/>
        </p:nvSpPr>
        <p:spPr>
          <a:xfrm xmlns:a="http://schemas.openxmlformats.org/drawingml/2006/main">
            <a:off x="2143125" y="3409950"/>
            <a:ext cx="3810000" cy="37290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025" b="1">
                <a:solidFill>
                  <a:srgbClr val="18232E"/>
                </a:solidFill>
                <a:latin typeface="Apple SD Gothic Neo"/>
                <a:ea typeface="Apple SD Gothic Neo"/>
                <a:cs typeface="Apple SD Gothic Neo"/>
              </a:defRPr>
            </a:pPr>
            <a:r>
              <a:rPr sz="2025" b="1">
                <a:solidFill>
                  <a:srgbClr val="18232E"/>
                </a:solidFill>
                <a:latin typeface="Apple SD Gothic Neo"/>
                <a:ea typeface="Apple SD Gothic Neo"/>
                <a:cs typeface="Apple SD Gothic Neo"/>
              </a:rPr>
              <a:t>“이 표를 제안서에 넣고,</a:t>
            </a:r>
          </a:p>
        </p:txBody>
      </p:sp>
      <p:sp>
        <p:nvSpPr>
          <p:cNvPr id="29" name="dp-background-overview / n25 / text 2">
            <a:extLst xmlns:a="http://schemas.openxmlformats.org/drawingml/2006/main">
              <a:ext uri="{FF2B5EF4-FFF2-40B4-BE49-F238E27FC236}">
                <a16:creationId xmlns:a16="http://schemas.microsoft.com/office/drawing/2014/main" id="{0BB14092-8123-4C65-ACD1-07FCB4665432}"/>
              </a:ext>
            </a:extLst>
          </p:cNvPr>
          <p:cNvSpPr>
            <a:spLocks xmlns:a="http://schemas.openxmlformats.org/drawingml/2006/main" noGrp="1"/>
          </p:cNvSpPr>
          <p:nvPr/>
        </p:nvSpPr>
        <p:spPr>
          <a:xfrm xmlns:a="http://schemas.openxmlformats.org/drawingml/2006/main">
            <a:off x="2143125" y="3743325"/>
            <a:ext cx="3810000" cy="37290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025" b="1">
                <a:solidFill>
                  <a:srgbClr val="18232E"/>
                </a:solidFill>
                <a:latin typeface="Apple SD Gothic Neo"/>
                <a:ea typeface="Apple SD Gothic Neo"/>
                <a:cs typeface="Apple SD Gothic Neo"/>
              </a:defRPr>
            </a:pPr>
            <a:r>
              <a:rPr sz="2025" b="1">
                <a:solidFill>
                  <a:srgbClr val="18232E"/>
                </a:solidFill>
                <a:latin typeface="Apple SD Gothic Neo"/>
                <a:ea typeface="Apple SD Gothic Neo"/>
                <a:cs typeface="Apple SD Gothic Neo"/>
              </a:rPr>
              <a:t>공유 메일은 초안만</a:t>
            </a:r>
          </a:p>
        </p:txBody>
      </p:sp>
      <p:sp>
        <p:nvSpPr>
          <p:cNvPr id="30" name="dp-background-overview / n25 / text 3">
            <a:extLst xmlns:a="http://schemas.openxmlformats.org/drawingml/2006/main">
              <a:ext uri="{FF2B5EF4-FFF2-40B4-BE49-F238E27FC236}">
                <a16:creationId xmlns:a16="http://schemas.microsoft.com/office/drawing/2014/main" id="{BB2CCD2E-49A2-49D6-A534-951924B7368D}"/>
              </a:ext>
            </a:extLst>
          </p:cNvPr>
          <p:cNvSpPr>
            <a:spLocks xmlns:a="http://schemas.openxmlformats.org/drawingml/2006/main" noGrp="1"/>
          </p:cNvSpPr>
          <p:nvPr/>
        </p:nvSpPr>
        <p:spPr>
          <a:xfrm xmlns:a="http://schemas.openxmlformats.org/drawingml/2006/main">
            <a:off x="2143125" y="4076700"/>
            <a:ext cx="3810000" cy="37290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025" b="1">
                <a:solidFill>
                  <a:srgbClr val="18232E"/>
                </a:solidFill>
                <a:latin typeface="Apple SD Gothic Neo"/>
                <a:ea typeface="Apple SD Gothic Neo"/>
                <a:cs typeface="Apple SD Gothic Neo"/>
              </a:defRPr>
            </a:pPr>
            <a:r>
              <a:rPr sz="2025" b="1">
                <a:solidFill>
                  <a:srgbClr val="18232E"/>
                </a:solidFill>
                <a:latin typeface="Apple SD Gothic Neo"/>
                <a:ea typeface="Apple SD Gothic Neo"/>
                <a:cs typeface="Apple SD Gothic Neo"/>
              </a:rPr>
              <a:t>만들어줘.”</a:t>
            </a:r>
          </a:p>
        </p:txBody>
      </p:sp>
      <p:sp>
        <p:nvSpPr>
          <p:cNvPr id="31" name="dp-background-overview / n26 / text 1">
            <a:extLst xmlns:a="http://schemas.openxmlformats.org/drawingml/2006/main">
              <a:ext uri="{FF2B5EF4-FFF2-40B4-BE49-F238E27FC236}">
                <a16:creationId xmlns:a16="http://schemas.microsoft.com/office/drawing/2014/main" id="{02C5F865-9814-481C-8F76-4BCEA2A2B04C}"/>
              </a:ext>
            </a:extLst>
          </p:cNvPr>
          <p:cNvSpPr>
            <a:spLocks xmlns:a="http://schemas.openxmlformats.org/drawingml/2006/main" noGrp="1"/>
          </p:cNvSpPr>
          <p:nvPr/>
        </p:nvSpPr>
        <p:spPr>
          <a:xfrm xmlns:a="http://schemas.openxmlformats.org/drawingml/2006/main">
            <a:off x="2143125" y="4476750"/>
            <a:ext cx="381000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5F6B77"/>
                </a:solidFill>
                <a:latin typeface="Apple SD Gothic Neo"/>
                <a:ea typeface="Apple SD Gothic Neo"/>
                <a:cs typeface="Apple SD Gothic Neo"/>
              </a:defRPr>
            </a:pPr>
            <a:r>
              <a:rPr sz="1650" b="0">
                <a:solidFill>
                  <a:srgbClr val="5F6B77"/>
                </a:solidFill>
                <a:latin typeface="Apple SD Gothic Neo"/>
                <a:ea typeface="Apple SD Gothic Neo"/>
                <a:cs typeface="Apple SD Gothic Neo"/>
              </a:rPr>
              <a:t>화면의 표를 가리킴</a:t>
            </a:r>
          </a:p>
        </p:txBody>
      </p:sp>
      <p:sp>
        <p:nvSpPr>
          <p:cNvPr id="32" name="dp-background-overview / n27 / text 1">
            <a:extLst xmlns:a="http://schemas.openxmlformats.org/drawingml/2006/main">
              <a:ext uri="{FF2B5EF4-FFF2-40B4-BE49-F238E27FC236}">
                <a16:creationId xmlns:a16="http://schemas.microsoft.com/office/drawing/2014/main" id="{EA524AA4-FAA3-4AE2-8B49-9AD0A5B41DDF}"/>
              </a:ext>
            </a:extLst>
          </p:cNvPr>
          <p:cNvSpPr>
            <a:spLocks xmlns:a="http://schemas.openxmlformats.org/drawingml/2006/main" noGrp="1"/>
          </p:cNvSpPr>
          <p:nvPr/>
        </p:nvSpPr>
        <p:spPr>
          <a:xfrm xmlns:a="http://schemas.openxmlformats.org/drawingml/2006/main">
            <a:off x="6381750" y="3409950"/>
            <a:ext cx="3714750" cy="37290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025" b="1">
                <a:solidFill>
                  <a:srgbClr val="18232E"/>
                </a:solidFill>
                <a:latin typeface="Apple SD Gothic Neo"/>
                <a:ea typeface="Apple SD Gothic Neo"/>
                <a:cs typeface="Apple SD Gothic Neo"/>
              </a:defRPr>
            </a:pPr>
            <a:r>
              <a:rPr sz="2025" b="1">
                <a:solidFill>
                  <a:srgbClr val="18232E"/>
                </a:solidFill>
                <a:latin typeface="Apple SD Gothic Neo"/>
                <a:ea typeface="Apple SD Gothic Neo"/>
                <a:cs typeface="Apple SD Gothic Neo"/>
              </a:rPr>
              <a:t>“잠깐, 가격은</a:t>
            </a:r>
          </a:p>
        </p:txBody>
      </p:sp>
      <p:sp>
        <p:nvSpPr>
          <p:cNvPr id="33" name="dp-background-overview / n27 / text 2">
            <a:extLst xmlns:a="http://schemas.openxmlformats.org/drawingml/2006/main">
              <a:ext uri="{FF2B5EF4-FFF2-40B4-BE49-F238E27FC236}">
                <a16:creationId xmlns:a16="http://schemas.microsoft.com/office/drawing/2014/main" id="{876FA850-C142-40DD-9173-7B5F4C81ACBB}"/>
              </a:ext>
            </a:extLst>
          </p:cNvPr>
          <p:cNvSpPr>
            <a:spLocks xmlns:a="http://schemas.openxmlformats.org/drawingml/2006/main" noGrp="1"/>
          </p:cNvSpPr>
          <p:nvPr/>
        </p:nvSpPr>
        <p:spPr>
          <a:xfrm xmlns:a="http://schemas.openxmlformats.org/drawingml/2006/main">
            <a:off x="6381750" y="3743325"/>
            <a:ext cx="3714750" cy="37290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025" b="1">
                <a:solidFill>
                  <a:srgbClr val="18232E"/>
                </a:solidFill>
                <a:latin typeface="Apple SD Gothic Neo"/>
                <a:ea typeface="Apple SD Gothic Neo"/>
                <a:cs typeface="Apple SD Gothic Neo"/>
              </a:defRPr>
            </a:pPr>
            <a:r>
              <a:rPr sz="2025" b="1">
                <a:solidFill>
                  <a:srgbClr val="18232E"/>
                </a:solidFill>
                <a:latin typeface="Apple SD Gothic Neo"/>
                <a:ea typeface="Apple SD Gothic Neo"/>
                <a:cs typeface="Apple SD Gothic Neo"/>
              </a:rPr>
              <a:t>비교에서 빼줘.”</a:t>
            </a:r>
          </a:p>
        </p:txBody>
      </p:sp>
      <p:sp>
        <p:nvSpPr>
          <p:cNvPr id="34" name="dp-background-overview / n28 / text 1">
            <a:extLst xmlns:a="http://schemas.openxmlformats.org/drawingml/2006/main">
              <a:ext uri="{FF2B5EF4-FFF2-40B4-BE49-F238E27FC236}">
                <a16:creationId xmlns:a16="http://schemas.microsoft.com/office/drawing/2014/main" id="{587483A6-50E5-435A-9F00-48D99FD0134F}"/>
              </a:ext>
            </a:extLst>
          </p:cNvPr>
          <p:cNvSpPr>
            <a:spLocks xmlns:a="http://schemas.openxmlformats.org/drawingml/2006/main" noGrp="1"/>
          </p:cNvSpPr>
          <p:nvPr/>
        </p:nvSpPr>
        <p:spPr>
          <a:xfrm xmlns:a="http://schemas.openxmlformats.org/drawingml/2006/main">
            <a:off x="7000875" y="4457700"/>
            <a:ext cx="31432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0">
                <a:solidFill>
                  <a:srgbClr val="18232E"/>
                </a:solidFill>
                <a:latin typeface="Apple SD Gothic Neo"/>
                <a:ea typeface="Apple SD Gothic Neo"/>
                <a:cs typeface="Apple SD Gothic Neo"/>
              </a:defRPr>
            </a:pPr>
            <a:r>
              <a:rPr sz="1800" b="0">
                <a:solidFill>
                  <a:srgbClr val="18232E"/>
                </a:solidFill>
                <a:latin typeface="Apple SD Gothic Neo"/>
                <a:ea typeface="Apple SD Gothic Neo"/>
                <a:cs typeface="Apple SD Gothic Neo"/>
              </a:rPr>
              <a:t>메일 업무의 질문</a:t>
            </a:r>
          </a:p>
        </p:txBody>
      </p:sp>
      <p:sp>
        <p:nvSpPr>
          <p:cNvPr id="35" name="dp-background-overview / n28 / text 2">
            <a:extLst xmlns:a="http://schemas.openxmlformats.org/drawingml/2006/main">
              <a:ext uri="{FF2B5EF4-FFF2-40B4-BE49-F238E27FC236}">
                <a16:creationId xmlns:a16="http://schemas.microsoft.com/office/drawing/2014/main" id="{B02746EC-5AA8-43CB-97AA-99A613141FFE}"/>
              </a:ext>
            </a:extLst>
          </p:cNvPr>
          <p:cNvSpPr>
            <a:spLocks xmlns:a="http://schemas.openxmlformats.org/drawingml/2006/main" noGrp="1"/>
          </p:cNvSpPr>
          <p:nvPr/>
        </p:nvSpPr>
        <p:spPr>
          <a:xfrm xmlns:a="http://schemas.openxmlformats.org/drawingml/2006/main">
            <a:off x="7000875" y="4752975"/>
            <a:ext cx="31432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0">
                <a:solidFill>
                  <a:srgbClr val="18232E"/>
                </a:solidFill>
                <a:latin typeface="Apple SD Gothic Neo"/>
                <a:ea typeface="Apple SD Gothic Neo"/>
                <a:cs typeface="Apple SD Gothic Neo"/>
              </a:defRPr>
            </a:pPr>
            <a:r>
              <a:rPr sz="1800" b="0">
                <a:solidFill>
                  <a:srgbClr val="18232E"/>
                </a:solidFill>
                <a:latin typeface="Apple SD Gothic Neo"/>
                <a:ea typeface="Apple SD Gothic Neo"/>
                <a:cs typeface="Apple SD Gothic Neo"/>
              </a:rPr>
              <a:t>“수신자는 누구인가요?”</a:t>
            </a:r>
          </a:p>
        </p:txBody>
      </p:sp>
      <p:sp>
        <p:nvSpPr>
          <p:cNvPr id="36" name="dp-background-overview / n29 / text 1">
            <a:extLst xmlns:a="http://schemas.openxmlformats.org/drawingml/2006/main">
              <a:ext uri="{FF2B5EF4-FFF2-40B4-BE49-F238E27FC236}">
                <a16:creationId xmlns:a16="http://schemas.microsoft.com/office/drawing/2014/main" id="{ED8ECEDB-F077-4751-B3DC-9D34CD4E8100}"/>
              </a:ext>
            </a:extLst>
          </p:cNvPr>
          <p:cNvSpPr>
            <a:spLocks xmlns:a="http://schemas.openxmlformats.org/drawingml/2006/main" noGrp="1"/>
          </p:cNvSpPr>
          <p:nvPr/>
        </p:nvSpPr>
        <p:spPr>
          <a:xfrm xmlns:a="http://schemas.openxmlformats.org/drawingml/2006/main">
            <a:off x="10287000" y="3409950"/>
            <a:ext cx="390525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“지난번 네가 설명한 기준으로,</a:t>
            </a:r>
          </a:p>
        </p:txBody>
      </p:sp>
      <p:sp>
        <p:nvSpPr>
          <p:cNvPr id="37" name="dp-background-overview / n29 / text 2">
            <a:extLst xmlns:a="http://schemas.openxmlformats.org/drawingml/2006/main">
              <a:ext uri="{FF2B5EF4-FFF2-40B4-BE49-F238E27FC236}">
                <a16:creationId xmlns:a16="http://schemas.microsoft.com/office/drawing/2014/main" id="{8F4040B6-DF31-43ED-BA56-A62114CD9CAC}"/>
              </a:ext>
            </a:extLst>
          </p:cNvPr>
          <p:cNvSpPr>
            <a:spLocks xmlns:a="http://schemas.openxmlformats.org/drawingml/2006/main" noGrp="1"/>
          </p:cNvSpPr>
          <p:nvPr/>
        </p:nvSpPr>
        <p:spPr>
          <a:xfrm xmlns:a="http://schemas.openxmlformats.org/drawingml/2006/main">
            <a:off x="10287000" y="3733800"/>
            <a:ext cx="390525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제품 비교 결과와 견적도</a:t>
            </a:r>
          </a:p>
        </p:txBody>
      </p:sp>
      <p:sp>
        <p:nvSpPr>
          <p:cNvPr id="38" name="dp-background-overview / n29 / text 3">
            <a:extLst xmlns:a="http://schemas.openxmlformats.org/drawingml/2006/main">
              <a:ext uri="{FF2B5EF4-FFF2-40B4-BE49-F238E27FC236}">
                <a16:creationId xmlns:a16="http://schemas.microsoft.com/office/drawing/2014/main" id="{3973CC52-C5D6-46F0-B3AF-035BA87F9946}"/>
              </a:ext>
            </a:extLst>
          </p:cNvPr>
          <p:cNvSpPr>
            <a:spLocks xmlns:a="http://schemas.openxmlformats.org/drawingml/2006/main" noGrp="1"/>
          </p:cNvSpPr>
          <p:nvPr/>
        </p:nvSpPr>
        <p:spPr>
          <a:xfrm xmlns:a="http://schemas.openxmlformats.org/drawingml/2006/main">
            <a:off x="10287000" y="4057650"/>
            <a:ext cx="390525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반영해줘.”</a:t>
            </a:r>
          </a:p>
        </p:txBody>
      </p:sp>
      <p:sp>
        <p:nvSpPr>
          <p:cNvPr id="39" name="dp-background-overview / n30 / text 1">
            <a:extLst xmlns:a="http://schemas.openxmlformats.org/drawingml/2006/main">
              <a:ext uri="{FF2B5EF4-FFF2-40B4-BE49-F238E27FC236}">
                <a16:creationId xmlns:a16="http://schemas.microsoft.com/office/drawing/2014/main" id="{38FDA7BE-98CD-44A0-807F-6EAC2C94EBBE}"/>
              </a:ext>
            </a:extLst>
          </p:cNvPr>
          <p:cNvSpPr>
            <a:spLocks xmlns:a="http://schemas.openxmlformats.org/drawingml/2006/main" noGrp="1"/>
          </p:cNvSpPr>
          <p:nvPr/>
        </p:nvSpPr>
        <p:spPr>
          <a:xfrm xmlns:a="http://schemas.openxmlformats.org/drawingml/2006/main">
            <a:off x="14573250" y="3448050"/>
            <a:ext cx="14287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0">
                <a:solidFill>
                  <a:srgbClr val="5F6B77"/>
                </a:solidFill>
                <a:latin typeface="Apple SD Gothic Neo"/>
                <a:ea typeface="Apple SD Gothic Neo"/>
                <a:cs typeface="Apple SD Gothic Neo"/>
              </a:defRPr>
            </a:pPr>
            <a:r>
              <a:rPr sz="1800" b="0">
                <a:solidFill>
                  <a:srgbClr val="5F6B77"/>
                </a:solidFill>
                <a:latin typeface="Apple SD Gothic Neo"/>
                <a:ea typeface="Apple SD Gothic Neo"/>
                <a:cs typeface="Apple SD Gothic Neo"/>
              </a:rPr>
              <a:t>대화는</a:t>
            </a:r>
          </a:p>
        </p:txBody>
      </p:sp>
      <p:sp>
        <p:nvSpPr>
          <p:cNvPr id="40" name="dp-background-overview / n30 / text 2">
            <a:extLst xmlns:a="http://schemas.openxmlformats.org/drawingml/2006/main">
              <a:ext uri="{FF2B5EF4-FFF2-40B4-BE49-F238E27FC236}">
                <a16:creationId xmlns:a16="http://schemas.microsoft.com/office/drawing/2014/main" id="{62003DA2-DA1A-4751-8ECB-7BEC754D9E93}"/>
              </a:ext>
            </a:extLst>
          </p:cNvPr>
          <p:cNvSpPr>
            <a:spLocks xmlns:a="http://schemas.openxmlformats.org/drawingml/2006/main" noGrp="1"/>
          </p:cNvSpPr>
          <p:nvPr/>
        </p:nvSpPr>
        <p:spPr>
          <a:xfrm xmlns:a="http://schemas.openxmlformats.org/drawingml/2006/main">
            <a:off x="14573250" y="3752850"/>
            <a:ext cx="14287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0">
                <a:solidFill>
                  <a:srgbClr val="5F6B77"/>
                </a:solidFill>
                <a:latin typeface="Apple SD Gothic Neo"/>
                <a:ea typeface="Apple SD Gothic Neo"/>
                <a:cs typeface="Apple SD Gothic Neo"/>
              </a:defRPr>
            </a:pPr>
            <a:r>
              <a:rPr sz="1800" b="0">
                <a:solidFill>
                  <a:srgbClr val="5F6B77"/>
                </a:solidFill>
                <a:latin typeface="Apple SD Gothic Neo"/>
                <a:ea typeface="Apple SD Gothic Neo"/>
                <a:cs typeface="Apple SD Gothic Neo"/>
              </a:rPr>
              <a:t>끝나도…</a:t>
            </a:r>
          </a:p>
        </p:txBody>
      </p:sp>
      <p:sp>
        <p:nvSpPr>
          <p:cNvPr id="41" name="dp-background-overview / n31 / text 1">
            <a:extLst xmlns:a="http://schemas.openxmlformats.org/drawingml/2006/main">
              <a:ext uri="{FF2B5EF4-FFF2-40B4-BE49-F238E27FC236}">
                <a16:creationId xmlns:a16="http://schemas.microsoft.com/office/drawing/2014/main" id="{DDF7F15B-4C41-4AEE-B4B9-EEC97FA2AAF6}"/>
              </a:ext>
            </a:extLst>
          </p:cNvPr>
          <p:cNvSpPr>
            <a:spLocks xmlns:a="http://schemas.openxmlformats.org/drawingml/2006/main" noGrp="1"/>
          </p:cNvSpPr>
          <p:nvPr/>
        </p:nvSpPr>
        <p:spPr>
          <a:xfrm xmlns:a="http://schemas.openxmlformats.org/drawingml/2006/main">
            <a:off x="16287750" y="3714750"/>
            <a:ext cx="16192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0">
                <a:solidFill>
                  <a:srgbClr val="18232E"/>
                </a:solidFill>
                <a:latin typeface="Apple SD Gothic Neo"/>
                <a:ea typeface="Apple SD Gothic Neo"/>
                <a:cs typeface="Apple SD Gothic Neo"/>
              </a:defRPr>
            </a:pPr>
            <a:r>
              <a:rPr sz="1800" b="0">
                <a:solidFill>
                  <a:srgbClr val="18232E"/>
                </a:solidFill>
                <a:latin typeface="Apple SD Gothic Neo"/>
                <a:ea typeface="Apple SD Gothic Neo"/>
                <a:cs typeface="Apple SD Gothic Neo"/>
              </a:rPr>
              <a:t>같은 업무의</a:t>
            </a:r>
          </a:p>
        </p:txBody>
      </p:sp>
      <p:sp>
        <p:nvSpPr>
          <p:cNvPr id="42" name="dp-background-overview / n31 / text 2">
            <a:extLst xmlns:a="http://schemas.openxmlformats.org/drawingml/2006/main">
              <a:ext uri="{FF2B5EF4-FFF2-40B4-BE49-F238E27FC236}">
                <a16:creationId xmlns:a16="http://schemas.microsoft.com/office/drawing/2014/main" id="{70FA0374-4825-4FA9-A4DC-80C71CD135D9}"/>
              </a:ext>
            </a:extLst>
          </p:cNvPr>
          <p:cNvSpPr>
            <a:spLocks xmlns:a="http://schemas.openxmlformats.org/drawingml/2006/main" noGrp="1"/>
          </p:cNvSpPr>
          <p:nvPr/>
        </p:nvSpPr>
        <p:spPr>
          <a:xfrm xmlns:a="http://schemas.openxmlformats.org/drawingml/2006/main">
            <a:off x="16287750" y="4019550"/>
            <a:ext cx="16192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0">
                <a:solidFill>
                  <a:srgbClr val="18232E"/>
                </a:solidFill>
                <a:latin typeface="Apple SD Gothic Neo"/>
                <a:ea typeface="Apple SD Gothic Neo"/>
                <a:cs typeface="Apple SD Gothic Neo"/>
              </a:defRPr>
            </a:pPr>
            <a:r>
              <a:rPr sz="1800" b="0">
                <a:solidFill>
                  <a:srgbClr val="18232E"/>
                </a:solidFill>
                <a:latin typeface="Apple SD Gothic Neo"/>
                <a:ea typeface="Apple SD Gothic Neo"/>
                <a:cs typeface="Apple SD Gothic Neo"/>
              </a:rPr>
              <a:t>진행·결과</a:t>
            </a:r>
          </a:p>
        </p:txBody>
      </p:sp>
      <p:sp>
        <p:nvSpPr>
          <p:cNvPr id="43" name="dp-background-overview / n32 / path">
            <a:extLst xmlns:a="http://schemas.openxmlformats.org/drawingml/2006/main">
              <a:ext uri="{FF2B5EF4-FFF2-40B4-BE49-F238E27FC236}">
                <a16:creationId xmlns:a16="http://schemas.microsoft.com/office/drawing/2014/main" id="{88F99B72-DE19-41F0-ADD6-44DD19326308}"/>
              </a:ext>
            </a:extLst>
          </p:cNvPr>
          <p:cNvSpPr>
            <a:spLocks xmlns:a="http://schemas.openxmlformats.org/drawingml/2006/main" noGrp="1"/>
          </p:cNvSpPr>
          <p:nvPr/>
        </p:nvSpPr>
        <p:spPr>
          <a:xfrm xmlns:a="http://schemas.openxmlformats.org/drawingml/2006/main">
            <a:off x="14668500" y="4343400"/>
            <a:ext cx="953" cy="4133850"/>
          </a:xfrm>
          <a:custGeom xmlns:a="http://schemas.openxmlformats.org/drawingml/2006/main">
            <a:pathLst>
              <a:path w="953" h="4133850">
                <a:moveTo>
                  <a:pt x="0" y="0"/>
                </a:moveTo>
                <a:lnTo>
                  <a:pt x="0" y="4133850"/>
                </a:lnTo>
              </a:path>
            </a:pathLst>
          </a:custGeom>
          <a:noFill xmlns:a="http://schemas.openxmlformats.org/drawingml/2006/main"/>
          <a:ln xmlns:a="http://schemas.openxmlformats.org/drawingml/2006/main" w="16193">
            <a:solidFill>
              <a:srgbClr val="CDD6DE"/>
            </a:solidFill>
            <a:prstDash val="dash"/>
          </a:ln>
        </p:spPr>
      </p:sp>
      <p:sp>
        <p:nvSpPr>
          <p:cNvPr id="44" name="dp-background-overview / n33 / text 1">
            <a:extLst xmlns:a="http://schemas.openxmlformats.org/drawingml/2006/main">
              <a:ext uri="{FF2B5EF4-FFF2-40B4-BE49-F238E27FC236}">
                <a16:creationId xmlns:a16="http://schemas.microsoft.com/office/drawing/2014/main" id="{489C5193-7EAB-4114-A226-E2204E18AC37}"/>
              </a:ext>
            </a:extLst>
          </p:cNvPr>
          <p:cNvSpPr>
            <a:spLocks xmlns:a="http://schemas.openxmlformats.org/drawingml/2006/main" noGrp="1"/>
          </p:cNvSpPr>
          <p:nvPr/>
        </p:nvSpPr>
        <p:spPr>
          <a:xfrm xmlns:a="http://schemas.openxmlformats.org/drawingml/2006/main">
            <a:off x="609600" y="5619750"/>
            <a:ext cx="133350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VIA</a:t>
            </a:r>
          </a:p>
        </p:txBody>
      </p:sp>
      <p:sp>
        <p:nvSpPr>
          <p:cNvPr id="45" name="dp-background-overview / n33 / text 2">
            <a:extLst xmlns:a="http://schemas.openxmlformats.org/drawingml/2006/main">
              <a:ext uri="{FF2B5EF4-FFF2-40B4-BE49-F238E27FC236}">
                <a16:creationId xmlns:a16="http://schemas.microsoft.com/office/drawing/2014/main" id="{4634B538-4F38-4721-AD4D-D318F1FB2131}"/>
              </a:ext>
            </a:extLst>
          </p:cNvPr>
          <p:cNvSpPr>
            <a:spLocks xmlns:a="http://schemas.openxmlformats.org/drawingml/2006/main" noGrp="1"/>
          </p:cNvSpPr>
          <p:nvPr/>
        </p:nvSpPr>
        <p:spPr>
          <a:xfrm xmlns:a="http://schemas.openxmlformats.org/drawingml/2006/main">
            <a:off x="609600" y="5929313"/>
            <a:ext cx="133350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처리·연결</a:t>
            </a:r>
          </a:p>
        </p:txBody>
      </p:sp>
      <p:sp>
        <p:nvSpPr>
          <p:cNvPr id="46" name="dp-background-overview / n34 / path">
            <a:extLst xmlns:a="http://schemas.openxmlformats.org/drawingml/2006/main">
              <a:ext uri="{FF2B5EF4-FFF2-40B4-BE49-F238E27FC236}">
                <a16:creationId xmlns:a16="http://schemas.microsoft.com/office/drawing/2014/main" id="{3FAE482C-C982-4328-BAC4-C4E4A984ABC3}"/>
              </a:ext>
            </a:extLst>
          </p:cNvPr>
          <p:cNvSpPr>
            <a:spLocks xmlns:a="http://schemas.openxmlformats.org/drawingml/2006/main" noGrp="1"/>
          </p:cNvSpPr>
          <p:nvPr/>
        </p:nvSpPr>
        <p:spPr>
          <a:xfrm xmlns:a="http://schemas.openxmlformats.org/drawingml/2006/main">
            <a:off x="2143125" y="5524500"/>
            <a:ext cx="15478125" cy="953"/>
          </a:xfrm>
          <a:custGeom xmlns:a="http://schemas.openxmlformats.org/drawingml/2006/main">
            <a:pathLst>
              <a:path w="15478125" h="953">
                <a:moveTo>
                  <a:pt x="0" y="0"/>
                </a:moveTo>
                <a:lnTo>
                  <a:pt x="15478125" y="0"/>
                </a:lnTo>
              </a:path>
            </a:pathLst>
          </a:custGeom>
          <a:noFill xmlns:a="http://schemas.openxmlformats.org/drawingml/2006/main"/>
          <a:ln xmlns:a="http://schemas.openxmlformats.org/drawingml/2006/main" w="66675">
            <a:solidFill>
              <a:srgbClr val="CDD6DE"/>
            </a:solidFill>
            <a:prstDash val="solid"/>
          </a:ln>
        </p:spPr>
      </p:sp>
      <p:sp>
        <p:nvSpPr>
          <p:cNvPr id="47" name="dp-background-overview / n35 / text 1">
            <a:extLst xmlns:a="http://schemas.openxmlformats.org/drawingml/2006/main">
              <a:ext uri="{FF2B5EF4-FFF2-40B4-BE49-F238E27FC236}">
                <a16:creationId xmlns:a16="http://schemas.microsoft.com/office/drawing/2014/main" id="{FFD7FAB4-AE00-4E15-A88D-446B8713D382}"/>
              </a:ext>
            </a:extLst>
          </p:cNvPr>
          <p:cNvSpPr>
            <a:spLocks xmlns:a="http://schemas.openxmlformats.org/drawingml/2006/main" noGrp="1"/>
          </p:cNvSpPr>
          <p:nvPr/>
        </p:nvSpPr>
        <p:spPr>
          <a:xfrm xmlns:a="http://schemas.openxmlformats.org/drawingml/2006/main">
            <a:off x="2143125" y="5829300"/>
            <a:ext cx="3762375"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0">
                <a:solidFill>
                  <a:srgbClr val="18232E"/>
                </a:solidFill>
                <a:latin typeface="Apple SD Gothic Neo"/>
                <a:ea typeface="Apple SD Gothic Neo"/>
                <a:cs typeface="Apple SD Gothic Neo"/>
              </a:defRPr>
            </a:pPr>
            <a:r>
              <a:rPr sz="1875" b="0">
                <a:solidFill>
                  <a:srgbClr val="18232E"/>
                </a:solidFill>
                <a:latin typeface="Apple SD Gothic Neo"/>
                <a:ea typeface="Apple SD Gothic Neo"/>
                <a:cs typeface="Apple SD Gothic Neo"/>
              </a:rPr>
              <a:t>표의 대상 확인 · 업무 구분</a:t>
            </a:r>
          </a:p>
        </p:txBody>
      </p:sp>
      <p:sp>
        <p:nvSpPr>
          <p:cNvPr id="48" name="dp-background-overview / n35 / text 2">
            <a:extLst xmlns:a="http://schemas.openxmlformats.org/drawingml/2006/main">
              <a:ext uri="{FF2B5EF4-FFF2-40B4-BE49-F238E27FC236}">
                <a16:creationId xmlns:a16="http://schemas.microsoft.com/office/drawing/2014/main" id="{87B91AEA-5A33-4F7F-A04A-E9F7D5C4CBD3}"/>
              </a:ext>
            </a:extLst>
          </p:cNvPr>
          <p:cNvSpPr>
            <a:spLocks xmlns:a="http://schemas.openxmlformats.org/drawingml/2006/main" noGrp="1"/>
          </p:cNvSpPr>
          <p:nvPr/>
        </p:nvSpPr>
        <p:spPr>
          <a:xfrm xmlns:a="http://schemas.openxmlformats.org/drawingml/2006/main">
            <a:off x="2143125" y="6153150"/>
            <a:ext cx="3762375"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0">
                <a:solidFill>
                  <a:srgbClr val="18232E"/>
                </a:solidFill>
                <a:latin typeface="Apple SD Gothic Neo"/>
                <a:ea typeface="Apple SD Gothic Neo"/>
                <a:cs typeface="Apple SD Gothic Neo"/>
              </a:defRPr>
            </a:pPr>
            <a:r>
              <a:rPr sz="1875" b="0">
                <a:solidFill>
                  <a:srgbClr val="18232E"/>
                </a:solidFill>
                <a:latin typeface="Apple SD Gothic Neo"/>
                <a:ea typeface="Apple SD Gothic Neo"/>
                <a:cs typeface="Apple SD Gothic Neo"/>
              </a:rPr>
              <a:t>메일은 초안만 조건 유지</a:t>
            </a:r>
          </a:p>
        </p:txBody>
      </p:sp>
      <p:sp>
        <p:nvSpPr>
          <p:cNvPr id="49" name="dp-background-overview / n36 / text 1">
            <a:extLst xmlns:a="http://schemas.openxmlformats.org/drawingml/2006/main">
              <a:ext uri="{FF2B5EF4-FFF2-40B4-BE49-F238E27FC236}">
                <a16:creationId xmlns:a16="http://schemas.microsoft.com/office/drawing/2014/main" id="{E6231DBE-E49C-456E-A456-7F64625F303A}"/>
              </a:ext>
            </a:extLst>
          </p:cNvPr>
          <p:cNvSpPr>
            <a:spLocks xmlns:a="http://schemas.openxmlformats.org/drawingml/2006/main" noGrp="1"/>
          </p:cNvSpPr>
          <p:nvPr/>
        </p:nvSpPr>
        <p:spPr>
          <a:xfrm xmlns:a="http://schemas.openxmlformats.org/drawingml/2006/main">
            <a:off x="6381750" y="5829300"/>
            <a:ext cx="3667125"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0">
                <a:solidFill>
                  <a:srgbClr val="18232E"/>
                </a:solidFill>
                <a:latin typeface="Apple SD Gothic Neo"/>
                <a:ea typeface="Apple SD Gothic Neo"/>
                <a:cs typeface="Apple SD Gothic Neo"/>
              </a:defRPr>
            </a:pPr>
            <a:r>
              <a:rPr sz="1800" b="0">
                <a:solidFill>
                  <a:srgbClr val="18232E"/>
                </a:solidFill>
                <a:latin typeface="Apple SD Gothic Neo"/>
                <a:ea typeface="Apple SD Gothic Neo"/>
                <a:cs typeface="Apple SD Gothic Neo"/>
              </a:rPr>
              <a:t>정정의 적용 업무 확인</a:t>
            </a:r>
          </a:p>
        </p:txBody>
      </p:sp>
      <p:sp>
        <p:nvSpPr>
          <p:cNvPr id="50" name="dp-background-overview / n36 / text 2">
            <a:extLst xmlns:a="http://schemas.openxmlformats.org/drawingml/2006/main">
              <a:ext uri="{FF2B5EF4-FFF2-40B4-BE49-F238E27FC236}">
                <a16:creationId xmlns:a16="http://schemas.microsoft.com/office/drawing/2014/main" id="{9F105B04-2CC5-4803-82F4-1B707EB06D6A}"/>
              </a:ext>
            </a:extLst>
          </p:cNvPr>
          <p:cNvSpPr>
            <a:spLocks xmlns:a="http://schemas.openxmlformats.org/drawingml/2006/main" noGrp="1"/>
          </p:cNvSpPr>
          <p:nvPr/>
        </p:nvSpPr>
        <p:spPr>
          <a:xfrm xmlns:a="http://schemas.openxmlformats.org/drawingml/2006/main">
            <a:off x="6381750" y="6143625"/>
            <a:ext cx="3667125"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0">
                <a:solidFill>
                  <a:srgbClr val="18232E"/>
                </a:solidFill>
                <a:latin typeface="Apple SD Gothic Neo"/>
                <a:ea typeface="Apple SD Gothic Neo"/>
                <a:cs typeface="Apple SD Gothic Neo"/>
              </a:defRPr>
            </a:pPr>
            <a:r>
              <a:rPr sz="1800" b="0">
                <a:solidFill>
                  <a:srgbClr val="18232E"/>
                </a:solidFill>
                <a:latin typeface="Apple SD Gothic Neo"/>
                <a:ea typeface="Apple SD Gothic Neo"/>
                <a:cs typeface="Apple SD Gothic Neo"/>
              </a:rPr>
              <a:t>질문을 메일 업무에 연결</a:t>
            </a:r>
          </a:p>
        </p:txBody>
      </p:sp>
      <p:sp>
        <p:nvSpPr>
          <p:cNvPr id="51" name="dp-background-overview / n37 / text 1">
            <a:extLst xmlns:a="http://schemas.openxmlformats.org/drawingml/2006/main">
              <a:ext uri="{FF2B5EF4-FFF2-40B4-BE49-F238E27FC236}">
                <a16:creationId xmlns:a16="http://schemas.microsoft.com/office/drawing/2014/main" id="{D016B89C-965F-46DD-9680-33BE68A743AB}"/>
              </a:ext>
            </a:extLst>
          </p:cNvPr>
          <p:cNvSpPr>
            <a:spLocks xmlns:a="http://schemas.openxmlformats.org/drawingml/2006/main" noGrp="1"/>
          </p:cNvSpPr>
          <p:nvPr/>
        </p:nvSpPr>
        <p:spPr>
          <a:xfrm xmlns:a="http://schemas.openxmlformats.org/drawingml/2006/main">
            <a:off x="10287000" y="5829300"/>
            <a:ext cx="3857625"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0">
                <a:solidFill>
                  <a:srgbClr val="18232E"/>
                </a:solidFill>
                <a:latin typeface="Apple SD Gothic Neo"/>
                <a:ea typeface="Apple SD Gothic Neo"/>
                <a:cs typeface="Apple SD Gothic Neo"/>
              </a:defRPr>
            </a:pPr>
            <a:r>
              <a:rPr sz="1800" b="0">
                <a:solidFill>
                  <a:srgbClr val="18232E"/>
                </a:solidFill>
                <a:latin typeface="Apple SD Gothic Neo"/>
                <a:ea typeface="Apple SD Gothic Neo"/>
                <a:cs typeface="Apple SD Gothic Neo"/>
              </a:rPr>
              <a:t>과거 설명·결과 참조 연결</a:t>
            </a:r>
          </a:p>
        </p:txBody>
      </p:sp>
      <p:sp>
        <p:nvSpPr>
          <p:cNvPr id="52" name="dp-background-overview / n37 / text 2">
            <a:extLst xmlns:a="http://schemas.openxmlformats.org/drawingml/2006/main">
              <a:ext uri="{FF2B5EF4-FFF2-40B4-BE49-F238E27FC236}">
                <a16:creationId xmlns:a16="http://schemas.microsoft.com/office/drawing/2014/main" id="{64D2F7E5-1FFA-4002-9C4B-568FA5524E81}"/>
              </a:ext>
            </a:extLst>
          </p:cNvPr>
          <p:cNvSpPr>
            <a:spLocks xmlns:a="http://schemas.openxmlformats.org/drawingml/2006/main" noGrp="1"/>
          </p:cNvSpPr>
          <p:nvPr/>
        </p:nvSpPr>
        <p:spPr>
          <a:xfrm xmlns:a="http://schemas.openxmlformats.org/drawingml/2006/main">
            <a:off x="10287000" y="6143625"/>
            <a:ext cx="3857625"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0">
                <a:solidFill>
                  <a:srgbClr val="18232E"/>
                </a:solidFill>
                <a:latin typeface="Apple SD Gothic Neo"/>
                <a:ea typeface="Apple SD Gothic Neo"/>
                <a:cs typeface="Apple SD Gothic Neo"/>
              </a:defRPr>
            </a:pPr>
            <a:r>
              <a:rPr sz="1800" b="0">
                <a:solidFill>
                  <a:srgbClr val="18232E"/>
                </a:solidFill>
                <a:latin typeface="Apple SD Gothic Neo"/>
                <a:ea typeface="Apple SD Gothic Neo"/>
                <a:cs typeface="Apple SD Gothic Neo"/>
              </a:rPr>
              <a:t>현재 제안서 업무에 제공</a:t>
            </a:r>
          </a:p>
        </p:txBody>
      </p:sp>
      <p:sp>
        <p:nvSpPr>
          <p:cNvPr id="53" name="dp-background-overview / n38 / text 1">
            <a:extLst xmlns:a="http://schemas.openxmlformats.org/drawingml/2006/main">
              <a:ext uri="{FF2B5EF4-FFF2-40B4-BE49-F238E27FC236}">
                <a16:creationId xmlns:a16="http://schemas.microsoft.com/office/drawing/2014/main" id="{E77A2500-3BA7-48BB-94E4-14090F570BB0}"/>
              </a:ext>
            </a:extLst>
          </p:cNvPr>
          <p:cNvSpPr>
            <a:spLocks xmlns:a="http://schemas.openxmlformats.org/drawingml/2006/main" noGrp="1"/>
          </p:cNvSpPr>
          <p:nvPr/>
        </p:nvSpPr>
        <p:spPr>
          <a:xfrm xmlns:a="http://schemas.openxmlformats.org/drawingml/2006/main">
            <a:off x="15621000" y="5829300"/>
            <a:ext cx="2190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업무의 진행·결과를</a:t>
            </a:r>
          </a:p>
        </p:txBody>
      </p:sp>
      <p:sp>
        <p:nvSpPr>
          <p:cNvPr id="54" name="dp-background-overview / n38 / text 2">
            <a:extLst xmlns:a="http://schemas.openxmlformats.org/drawingml/2006/main">
              <a:ext uri="{FF2B5EF4-FFF2-40B4-BE49-F238E27FC236}">
                <a16:creationId xmlns:a16="http://schemas.microsoft.com/office/drawing/2014/main" id="{99D123AF-D9F0-4796-ABF2-753B4FCC3697}"/>
              </a:ext>
            </a:extLst>
          </p:cNvPr>
          <p:cNvSpPr>
            <a:spLocks xmlns:a="http://schemas.openxmlformats.org/drawingml/2006/main" noGrp="1"/>
          </p:cNvSpPr>
          <p:nvPr/>
        </p:nvSpPr>
        <p:spPr>
          <a:xfrm xmlns:a="http://schemas.openxmlformats.org/drawingml/2006/main">
            <a:off x="15621000" y="6134100"/>
            <a:ext cx="2190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사용자에게 전달</a:t>
            </a:r>
          </a:p>
        </p:txBody>
      </p:sp>
      <p:sp>
        <p:nvSpPr>
          <p:cNvPr id="55" name="dp-background-overview / n39 / path">
            <a:extLst xmlns:a="http://schemas.openxmlformats.org/drawingml/2006/main">
              <a:ext uri="{FF2B5EF4-FFF2-40B4-BE49-F238E27FC236}">
                <a16:creationId xmlns:a16="http://schemas.microsoft.com/office/drawing/2014/main" id="{2A3A740A-24F4-4C96-A39C-820E5BF7B8D5}"/>
              </a:ext>
            </a:extLst>
          </p:cNvPr>
          <p:cNvSpPr>
            <a:spLocks xmlns:a="http://schemas.openxmlformats.org/drawingml/2006/main" noGrp="1"/>
          </p:cNvSpPr>
          <p:nvPr/>
        </p:nvSpPr>
        <p:spPr>
          <a:xfrm xmlns:a="http://schemas.openxmlformats.org/drawingml/2006/main">
            <a:off x="2667000" y="4800600"/>
            <a:ext cx="953" cy="628650"/>
          </a:xfrm>
          <a:custGeom xmlns:a="http://schemas.openxmlformats.org/drawingml/2006/main">
            <a:pathLst>
              <a:path w="953" h="628650">
                <a:moveTo>
                  <a:pt x="0" y="0"/>
                </a:moveTo>
                <a:lnTo>
                  <a:pt x="0" y="628650"/>
                </a:lnTo>
              </a:path>
            </a:pathLst>
          </a:custGeom>
          <a:noFill xmlns:a="http://schemas.openxmlformats.org/drawingml/2006/main"/>
          <a:ln xmlns:a="http://schemas.openxmlformats.org/drawingml/2006/main" w="16193">
            <a:solidFill>
              <a:srgbClr val="18232E"/>
            </a:solidFill>
            <a:prstDash val="solid"/>
          </a:ln>
        </p:spPr>
      </p:sp>
      <p:sp>
        <p:nvSpPr>
          <p:cNvPr id="56" name="dp-background-overview / n39 / arrow">
            <a:extLst xmlns:a="http://schemas.openxmlformats.org/drawingml/2006/main">
              <a:ext uri="{FF2B5EF4-FFF2-40B4-BE49-F238E27FC236}">
                <a16:creationId xmlns:a16="http://schemas.microsoft.com/office/drawing/2014/main" id="{3B3E517C-D143-4477-BBF8-79F3BDD0CAE4}"/>
              </a:ext>
            </a:extLst>
          </p:cNvPr>
          <p:cNvSpPr>
            <a:spLocks xmlns:a="http://schemas.openxmlformats.org/drawingml/2006/main" noGrp="1"/>
          </p:cNvSpPr>
          <p:nvPr/>
        </p:nvSpPr>
        <p:spPr>
          <a:xfrm xmlns:a="http://schemas.openxmlformats.org/drawingml/2006/main">
            <a:off x="2615184" y="5325618"/>
            <a:ext cx="103632" cy="103632"/>
          </a:xfrm>
          <a:custGeom xmlns:a="http://schemas.openxmlformats.org/drawingml/2006/main">
            <a:pathLst>
              <a:path w="103632" h="103632">
                <a:moveTo>
                  <a:pt x="0" y="0"/>
                </a:moveTo>
                <a:lnTo>
                  <a:pt x="51816" y="103632"/>
                </a:lnTo>
                <a:lnTo>
                  <a:pt x="103632" y="0"/>
                </a:lnTo>
              </a:path>
            </a:pathLst>
          </a:custGeom>
          <a:noFill xmlns:a="http://schemas.openxmlformats.org/drawingml/2006/main"/>
          <a:ln xmlns:a="http://schemas.openxmlformats.org/drawingml/2006/main" w="20726">
            <a:solidFill>
              <a:srgbClr val="18232E"/>
            </a:solidFill>
            <a:prstDash val="solid"/>
          </a:ln>
        </p:spPr>
      </p:sp>
      <p:sp>
        <p:nvSpPr>
          <p:cNvPr id="57" name="dp-background-overview / n40 / path">
            <a:extLst xmlns:a="http://schemas.openxmlformats.org/drawingml/2006/main">
              <a:ext uri="{FF2B5EF4-FFF2-40B4-BE49-F238E27FC236}">
                <a16:creationId xmlns:a16="http://schemas.microsoft.com/office/drawing/2014/main" id="{FEAC31EA-A8E3-4DC4-B2F8-C857BE853230}"/>
              </a:ext>
            </a:extLst>
          </p:cNvPr>
          <p:cNvSpPr>
            <a:spLocks xmlns:a="http://schemas.openxmlformats.org/drawingml/2006/main" noGrp="1"/>
          </p:cNvSpPr>
          <p:nvPr/>
        </p:nvSpPr>
        <p:spPr>
          <a:xfrm xmlns:a="http://schemas.openxmlformats.org/drawingml/2006/main">
            <a:off x="6619875" y="4171950"/>
            <a:ext cx="953" cy="1257300"/>
          </a:xfrm>
          <a:custGeom xmlns:a="http://schemas.openxmlformats.org/drawingml/2006/main">
            <a:pathLst>
              <a:path w="953" h="1257300">
                <a:moveTo>
                  <a:pt x="0" y="0"/>
                </a:moveTo>
                <a:lnTo>
                  <a:pt x="0" y="1257300"/>
                </a:lnTo>
              </a:path>
            </a:pathLst>
          </a:custGeom>
          <a:noFill xmlns:a="http://schemas.openxmlformats.org/drawingml/2006/main"/>
          <a:ln xmlns:a="http://schemas.openxmlformats.org/drawingml/2006/main" w="16193">
            <a:solidFill>
              <a:srgbClr val="18232E"/>
            </a:solidFill>
            <a:prstDash val="solid"/>
          </a:ln>
        </p:spPr>
      </p:sp>
      <p:sp>
        <p:nvSpPr>
          <p:cNvPr id="58" name="dp-background-overview / n40 / arrow">
            <a:extLst xmlns:a="http://schemas.openxmlformats.org/drawingml/2006/main">
              <a:ext uri="{FF2B5EF4-FFF2-40B4-BE49-F238E27FC236}">
                <a16:creationId xmlns:a16="http://schemas.microsoft.com/office/drawing/2014/main" id="{4F6EC304-5053-46D3-BA84-F335BA2D9348}"/>
              </a:ext>
            </a:extLst>
          </p:cNvPr>
          <p:cNvSpPr>
            <a:spLocks xmlns:a="http://schemas.openxmlformats.org/drawingml/2006/main" noGrp="1"/>
          </p:cNvSpPr>
          <p:nvPr/>
        </p:nvSpPr>
        <p:spPr>
          <a:xfrm xmlns:a="http://schemas.openxmlformats.org/drawingml/2006/main">
            <a:off x="6568059" y="5325618"/>
            <a:ext cx="103632" cy="103632"/>
          </a:xfrm>
          <a:custGeom xmlns:a="http://schemas.openxmlformats.org/drawingml/2006/main">
            <a:pathLst>
              <a:path w="103632" h="103632">
                <a:moveTo>
                  <a:pt x="0" y="0"/>
                </a:moveTo>
                <a:lnTo>
                  <a:pt x="51816" y="103632"/>
                </a:lnTo>
                <a:lnTo>
                  <a:pt x="103632" y="0"/>
                </a:lnTo>
              </a:path>
            </a:pathLst>
          </a:custGeom>
          <a:noFill xmlns:a="http://schemas.openxmlformats.org/drawingml/2006/main"/>
          <a:ln xmlns:a="http://schemas.openxmlformats.org/drawingml/2006/main" w="20726">
            <a:solidFill>
              <a:srgbClr val="18232E"/>
            </a:solidFill>
            <a:prstDash val="solid"/>
          </a:ln>
        </p:spPr>
      </p:sp>
      <p:sp>
        <p:nvSpPr>
          <p:cNvPr id="59" name="dp-background-overview / n41 / path">
            <a:extLst xmlns:a="http://schemas.openxmlformats.org/drawingml/2006/main">
              <a:ext uri="{FF2B5EF4-FFF2-40B4-BE49-F238E27FC236}">
                <a16:creationId xmlns:a16="http://schemas.microsoft.com/office/drawing/2014/main" id="{C7FDA46E-9163-4154-8D31-B2988EC57AB9}"/>
              </a:ext>
            </a:extLst>
          </p:cNvPr>
          <p:cNvSpPr>
            <a:spLocks xmlns:a="http://schemas.openxmlformats.org/drawingml/2006/main" noGrp="1"/>
          </p:cNvSpPr>
          <p:nvPr/>
        </p:nvSpPr>
        <p:spPr>
          <a:xfrm xmlns:a="http://schemas.openxmlformats.org/drawingml/2006/main">
            <a:off x="8143875" y="5105400"/>
            <a:ext cx="953" cy="323850"/>
          </a:xfrm>
          <a:custGeom xmlns:a="http://schemas.openxmlformats.org/drawingml/2006/main">
            <a:pathLst>
              <a:path w="953" h="323850">
                <a:moveTo>
                  <a:pt x="0" y="323850"/>
                </a:moveTo>
                <a:lnTo>
                  <a:pt x="0" y="0"/>
                </a:lnTo>
              </a:path>
            </a:pathLst>
          </a:custGeom>
          <a:noFill xmlns:a="http://schemas.openxmlformats.org/drawingml/2006/main"/>
          <a:ln xmlns:a="http://schemas.openxmlformats.org/drawingml/2006/main" w="16193">
            <a:solidFill>
              <a:srgbClr val="18232E"/>
            </a:solidFill>
            <a:prstDash val="solid"/>
          </a:ln>
        </p:spPr>
      </p:sp>
      <p:sp>
        <p:nvSpPr>
          <p:cNvPr id="60" name="dp-background-overview / n41 / arrow">
            <a:extLst xmlns:a="http://schemas.openxmlformats.org/drawingml/2006/main">
              <a:ext uri="{FF2B5EF4-FFF2-40B4-BE49-F238E27FC236}">
                <a16:creationId xmlns:a16="http://schemas.microsoft.com/office/drawing/2014/main" id="{ED7665EC-6574-4C51-98CE-171EA2D44B5E}"/>
              </a:ext>
            </a:extLst>
          </p:cNvPr>
          <p:cNvSpPr>
            <a:spLocks xmlns:a="http://schemas.openxmlformats.org/drawingml/2006/main" noGrp="1"/>
          </p:cNvSpPr>
          <p:nvPr/>
        </p:nvSpPr>
        <p:spPr>
          <a:xfrm xmlns:a="http://schemas.openxmlformats.org/drawingml/2006/main">
            <a:off x="8092059" y="5105400"/>
            <a:ext cx="103632" cy="103632"/>
          </a:xfrm>
          <a:custGeom xmlns:a="http://schemas.openxmlformats.org/drawingml/2006/main">
            <a:pathLst>
              <a:path w="103632" h="103632">
                <a:moveTo>
                  <a:pt x="103632" y="103632"/>
                </a:moveTo>
                <a:lnTo>
                  <a:pt x="51816" y="0"/>
                </a:lnTo>
                <a:lnTo>
                  <a:pt x="0" y="103632"/>
                </a:lnTo>
              </a:path>
            </a:pathLst>
          </a:custGeom>
          <a:noFill xmlns:a="http://schemas.openxmlformats.org/drawingml/2006/main"/>
          <a:ln xmlns:a="http://schemas.openxmlformats.org/drawingml/2006/main" w="20726">
            <a:solidFill>
              <a:srgbClr val="18232E"/>
            </a:solidFill>
            <a:prstDash val="solid"/>
          </a:ln>
        </p:spPr>
      </p:sp>
      <p:sp>
        <p:nvSpPr>
          <p:cNvPr id="61" name="dp-background-overview / n42 / path">
            <a:extLst xmlns:a="http://schemas.openxmlformats.org/drawingml/2006/main">
              <a:ext uri="{FF2B5EF4-FFF2-40B4-BE49-F238E27FC236}">
                <a16:creationId xmlns:a16="http://schemas.microsoft.com/office/drawing/2014/main" id="{B819C647-7E99-470B-A71F-F2E5665FB7BE}"/>
              </a:ext>
            </a:extLst>
          </p:cNvPr>
          <p:cNvSpPr>
            <a:spLocks xmlns:a="http://schemas.openxmlformats.org/drawingml/2006/main" noGrp="1"/>
          </p:cNvSpPr>
          <p:nvPr/>
        </p:nvSpPr>
        <p:spPr>
          <a:xfrm xmlns:a="http://schemas.openxmlformats.org/drawingml/2006/main">
            <a:off x="10572750" y="4486275"/>
            <a:ext cx="953" cy="942975"/>
          </a:xfrm>
          <a:custGeom xmlns:a="http://schemas.openxmlformats.org/drawingml/2006/main">
            <a:pathLst>
              <a:path w="953" h="942975">
                <a:moveTo>
                  <a:pt x="0" y="0"/>
                </a:moveTo>
                <a:lnTo>
                  <a:pt x="0" y="942975"/>
                </a:lnTo>
              </a:path>
            </a:pathLst>
          </a:custGeom>
          <a:noFill xmlns:a="http://schemas.openxmlformats.org/drawingml/2006/main"/>
          <a:ln xmlns:a="http://schemas.openxmlformats.org/drawingml/2006/main" w="16193">
            <a:solidFill>
              <a:srgbClr val="18232E"/>
            </a:solidFill>
            <a:prstDash val="solid"/>
          </a:ln>
        </p:spPr>
      </p:sp>
      <p:sp>
        <p:nvSpPr>
          <p:cNvPr id="62" name="dp-background-overview / n42 / arrow">
            <a:extLst xmlns:a="http://schemas.openxmlformats.org/drawingml/2006/main">
              <a:ext uri="{FF2B5EF4-FFF2-40B4-BE49-F238E27FC236}">
                <a16:creationId xmlns:a16="http://schemas.microsoft.com/office/drawing/2014/main" id="{1FF76865-EFEE-4648-9895-DF87B752DC11}"/>
              </a:ext>
            </a:extLst>
          </p:cNvPr>
          <p:cNvSpPr>
            <a:spLocks xmlns:a="http://schemas.openxmlformats.org/drawingml/2006/main" noGrp="1"/>
          </p:cNvSpPr>
          <p:nvPr/>
        </p:nvSpPr>
        <p:spPr>
          <a:xfrm xmlns:a="http://schemas.openxmlformats.org/drawingml/2006/main">
            <a:off x="10520934" y="5325618"/>
            <a:ext cx="103632" cy="103632"/>
          </a:xfrm>
          <a:custGeom xmlns:a="http://schemas.openxmlformats.org/drawingml/2006/main">
            <a:pathLst>
              <a:path w="103632" h="103632">
                <a:moveTo>
                  <a:pt x="0" y="0"/>
                </a:moveTo>
                <a:lnTo>
                  <a:pt x="51816" y="103632"/>
                </a:lnTo>
                <a:lnTo>
                  <a:pt x="103632" y="0"/>
                </a:lnTo>
              </a:path>
            </a:pathLst>
          </a:custGeom>
          <a:noFill xmlns:a="http://schemas.openxmlformats.org/drawingml/2006/main"/>
          <a:ln xmlns:a="http://schemas.openxmlformats.org/drawingml/2006/main" w="20726">
            <a:solidFill>
              <a:srgbClr val="18232E"/>
            </a:solidFill>
            <a:prstDash val="solid"/>
          </a:ln>
        </p:spPr>
      </p:sp>
      <p:sp>
        <p:nvSpPr>
          <p:cNvPr id="63" name="dp-background-overview / n43 / path">
            <a:extLst xmlns:a="http://schemas.openxmlformats.org/drawingml/2006/main">
              <a:ext uri="{FF2B5EF4-FFF2-40B4-BE49-F238E27FC236}">
                <a16:creationId xmlns:a16="http://schemas.microsoft.com/office/drawing/2014/main" id="{14EB27C7-A2BA-420D-A5AA-7BF362574709}"/>
              </a:ext>
            </a:extLst>
          </p:cNvPr>
          <p:cNvSpPr>
            <a:spLocks xmlns:a="http://schemas.openxmlformats.org/drawingml/2006/main" noGrp="1"/>
          </p:cNvSpPr>
          <p:nvPr/>
        </p:nvSpPr>
        <p:spPr>
          <a:xfrm xmlns:a="http://schemas.openxmlformats.org/drawingml/2006/main">
            <a:off x="16764000" y="4533900"/>
            <a:ext cx="953" cy="895350"/>
          </a:xfrm>
          <a:custGeom xmlns:a="http://schemas.openxmlformats.org/drawingml/2006/main">
            <a:pathLst>
              <a:path w="953" h="895350">
                <a:moveTo>
                  <a:pt x="0" y="895350"/>
                </a:moveTo>
                <a:lnTo>
                  <a:pt x="0" y="0"/>
                </a:lnTo>
              </a:path>
            </a:pathLst>
          </a:custGeom>
          <a:noFill xmlns:a="http://schemas.openxmlformats.org/drawingml/2006/main"/>
          <a:ln xmlns:a="http://schemas.openxmlformats.org/drawingml/2006/main" w="16193">
            <a:solidFill>
              <a:srgbClr val="18232E"/>
            </a:solidFill>
            <a:prstDash val="solid"/>
          </a:ln>
        </p:spPr>
      </p:sp>
      <p:sp>
        <p:nvSpPr>
          <p:cNvPr id="64" name="dp-background-overview / n43 / arrow">
            <a:extLst xmlns:a="http://schemas.openxmlformats.org/drawingml/2006/main">
              <a:ext uri="{FF2B5EF4-FFF2-40B4-BE49-F238E27FC236}">
                <a16:creationId xmlns:a16="http://schemas.microsoft.com/office/drawing/2014/main" id="{F5BE3F21-680E-4FD5-88DA-6FDFCEE76DE1}"/>
              </a:ext>
            </a:extLst>
          </p:cNvPr>
          <p:cNvSpPr>
            <a:spLocks xmlns:a="http://schemas.openxmlformats.org/drawingml/2006/main" noGrp="1"/>
          </p:cNvSpPr>
          <p:nvPr/>
        </p:nvSpPr>
        <p:spPr>
          <a:xfrm xmlns:a="http://schemas.openxmlformats.org/drawingml/2006/main">
            <a:off x="16712184" y="4533900"/>
            <a:ext cx="103632" cy="103632"/>
          </a:xfrm>
          <a:custGeom xmlns:a="http://schemas.openxmlformats.org/drawingml/2006/main">
            <a:pathLst>
              <a:path w="103632" h="103632">
                <a:moveTo>
                  <a:pt x="103632" y="103632"/>
                </a:moveTo>
                <a:lnTo>
                  <a:pt x="51816" y="0"/>
                </a:lnTo>
                <a:lnTo>
                  <a:pt x="0" y="103632"/>
                </a:lnTo>
              </a:path>
            </a:pathLst>
          </a:custGeom>
          <a:noFill xmlns:a="http://schemas.openxmlformats.org/drawingml/2006/main"/>
          <a:ln xmlns:a="http://schemas.openxmlformats.org/drawingml/2006/main" w="20726">
            <a:solidFill>
              <a:srgbClr val="18232E"/>
            </a:solidFill>
            <a:prstDash val="solid"/>
          </a:ln>
        </p:spPr>
      </p:sp>
      <p:sp>
        <p:nvSpPr>
          <p:cNvPr id="65" name="dp-background-overview / n44 / text 1">
            <a:extLst xmlns:a="http://schemas.openxmlformats.org/drawingml/2006/main">
              <a:ext uri="{FF2B5EF4-FFF2-40B4-BE49-F238E27FC236}">
                <a16:creationId xmlns:a16="http://schemas.microsoft.com/office/drawing/2014/main" id="{49D89A76-8F43-4A6C-854C-7EC31BFD6D1A}"/>
              </a:ext>
            </a:extLst>
          </p:cNvPr>
          <p:cNvSpPr>
            <a:spLocks xmlns:a="http://schemas.openxmlformats.org/drawingml/2006/main" noGrp="1"/>
          </p:cNvSpPr>
          <p:nvPr/>
        </p:nvSpPr>
        <p:spPr>
          <a:xfrm xmlns:a="http://schemas.openxmlformats.org/drawingml/2006/main">
            <a:off x="8572500" y="6600825"/>
            <a:ext cx="419100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5F6B77"/>
                </a:solidFill>
                <a:latin typeface="Apple SD Gothic Neo"/>
                <a:ea typeface="Apple SD Gothic Neo"/>
                <a:cs typeface="Apple SD Gothic Neo"/>
              </a:defRPr>
            </a:pPr>
            <a:r>
              <a:rPr sz="1650" b="0">
                <a:solidFill>
                  <a:srgbClr val="5F6B77"/>
                </a:solidFill>
                <a:latin typeface="Apple SD Gothic Neo"/>
                <a:ea typeface="Apple SD Gothic Neo"/>
                <a:cs typeface="Apple SD Gothic Neo"/>
              </a:rPr>
              <a:t>늦게 끝난 이전 조건의 후보 → 현재 유효성 확인</a:t>
            </a:r>
          </a:p>
        </p:txBody>
      </p:sp>
      <p:sp>
        <p:nvSpPr>
          <p:cNvPr id="66" name="dp-background-overview / n45 / text 1">
            <a:extLst xmlns:a="http://schemas.openxmlformats.org/drawingml/2006/main">
              <a:ext uri="{FF2B5EF4-FFF2-40B4-BE49-F238E27FC236}">
                <a16:creationId xmlns:a16="http://schemas.microsoft.com/office/drawing/2014/main" id="{68AA2BEE-5302-4172-9FDE-251406AF6FFB}"/>
              </a:ext>
            </a:extLst>
          </p:cNvPr>
          <p:cNvSpPr>
            <a:spLocks xmlns:a="http://schemas.openxmlformats.org/drawingml/2006/main" noGrp="1"/>
          </p:cNvSpPr>
          <p:nvPr/>
        </p:nvSpPr>
        <p:spPr>
          <a:xfrm xmlns:a="http://schemas.openxmlformats.org/drawingml/2006/main">
            <a:off x="609600" y="7477125"/>
            <a:ext cx="133350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외부 Agent</a:t>
            </a:r>
          </a:p>
        </p:txBody>
      </p:sp>
      <p:sp>
        <p:nvSpPr>
          <p:cNvPr id="67" name="dp-background-overview / n45 / text 2">
            <a:extLst xmlns:a="http://schemas.openxmlformats.org/drawingml/2006/main">
              <a:ext uri="{FF2B5EF4-FFF2-40B4-BE49-F238E27FC236}">
                <a16:creationId xmlns:a16="http://schemas.microsoft.com/office/drawing/2014/main" id="{B91088F7-4329-4BB2-AE79-14744A3471FE}"/>
              </a:ext>
            </a:extLst>
          </p:cNvPr>
          <p:cNvSpPr>
            <a:spLocks xmlns:a="http://schemas.openxmlformats.org/drawingml/2006/main" noGrp="1"/>
          </p:cNvSpPr>
          <p:nvPr/>
        </p:nvSpPr>
        <p:spPr>
          <a:xfrm xmlns:a="http://schemas.openxmlformats.org/drawingml/2006/main">
            <a:off x="609600" y="7786688"/>
            <a:ext cx="133350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업무 수행</a:t>
            </a:r>
          </a:p>
        </p:txBody>
      </p:sp>
      <p:sp>
        <p:nvSpPr>
          <p:cNvPr id="68" name="dp-background-overview / n46 / text 1">
            <a:extLst xmlns:a="http://schemas.openxmlformats.org/drawingml/2006/main">
              <a:ext uri="{FF2B5EF4-FFF2-40B4-BE49-F238E27FC236}">
                <a16:creationId xmlns:a16="http://schemas.microsoft.com/office/drawing/2014/main" id="{75DDB0D5-DB7C-4053-9583-96FC8E3FAF4A}"/>
              </a:ext>
            </a:extLst>
          </p:cNvPr>
          <p:cNvSpPr>
            <a:spLocks xmlns:a="http://schemas.openxmlformats.org/drawingml/2006/main" noGrp="1"/>
          </p:cNvSpPr>
          <p:nvPr/>
        </p:nvSpPr>
        <p:spPr>
          <a:xfrm xmlns:a="http://schemas.openxmlformats.org/drawingml/2006/main">
            <a:off x="2143125" y="7200900"/>
            <a:ext cx="3095625"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18232E"/>
                </a:solidFill>
                <a:latin typeface="Apple SD Gothic Neo"/>
                <a:ea typeface="Apple SD Gothic Neo"/>
                <a:cs typeface="Apple SD Gothic Neo"/>
              </a:defRPr>
            </a:pPr>
            <a:r>
              <a:rPr sz="1725" b="1">
                <a:solidFill>
                  <a:srgbClr val="18232E"/>
                </a:solidFill>
                <a:latin typeface="Apple SD Gothic Neo"/>
                <a:ea typeface="Apple SD Gothic Neo"/>
                <a:cs typeface="Apple SD Gothic Neo"/>
              </a:rPr>
              <a:t>제안서 업무</a:t>
            </a:r>
          </a:p>
        </p:txBody>
      </p:sp>
      <p:sp>
        <p:nvSpPr>
          <p:cNvPr id="69" name="dp-background-overview / n47 / path">
            <a:extLst xmlns:a="http://schemas.openxmlformats.org/drawingml/2006/main">
              <a:ext uri="{FF2B5EF4-FFF2-40B4-BE49-F238E27FC236}">
                <a16:creationId xmlns:a16="http://schemas.microsoft.com/office/drawing/2014/main" id="{1A163969-8599-45A8-8321-D522D5152CB2}"/>
              </a:ext>
            </a:extLst>
          </p:cNvPr>
          <p:cNvSpPr>
            <a:spLocks xmlns:a="http://schemas.openxmlformats.org/drawingml/2006/main" noGrp="1"/>
          </p:cNvSpPr>
          <p:nvPr/>
        </p:nvSpPr>
        <p:spPr>
          <a:xfrm xmlns:a="http://schemas.openxmlformats.org/drawingml/2006/main">
            <a:off x="5286375" y="7524750"/>
            <a:ext cx="12334875" cy="953"/>
          </a:xfrm>
          <a:custGeom xmlns:a="http://schemas.openxmlformats.org/drawingml/2006/main">
            <a:pathLst>
              <a:path w="12334875" h="953">
                <a:moveTo>
                  <a:pt x="0" y="0"/>
                </a:moveTo>
                <a:lnTo>
                  <a:pt x="12334875" y="0"/>
                </a:lnTo>
              </a:path>
            </a:pathLst>
          </a:custGeom>
          <a:noFill xmlns:a="http://schemas.openxmlformats.org/drawingml/2006/main"/>
          <a:ln xmlns:a="http://schemas.openxmlformats.org/drawingml/2006/main" w="66675">
            <a:solidFill>
              <a:srgbClr val="CDD6DE"/>
            </a:solidFill>
            <a:prstDash val="solid"/>
          </a:ln>
        </p:spPr>
      </p:sp>
      <p:sp>
        <p:nvSpPr>
          <p:cNvPr id="70" name="dp-background-overview / n48 / text 1">
            <a:extLst xmlns:a="http://schemas.openxmlformats.org/drawingml/2006/main">
              <a:ext uri="{FF2B5EF4-FFF2-40B4-BE49-F238E27FC236}">
                <a16:creationId xmlns:a16="http://schemas.microsoft.com/office/drawing/2014/main" id="{618C6844-9A26-4306-8AD4-307970F4AABA}"/>
              </a:ext>
            </a:extLst>
          </p:cNvPr>
          <p:cNvSpPr>
            <a:spLocks xmlns:a="http://schemas.openxmlformats.org/drawingml/2006/main" noGrp="1"/>
          </p:cNvSpPr>
          <p:nvPr/>
        </p:nvSpPr>
        <p:spPr>
          <a:xfrm xmlns:a="http://schemas.openxmlformats.org/drawingml/2006/main">
            <a:off x="10572750" y="7162800"/>
            <a:ext cx="39052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기준 적용·분석·제안서 작성</a:t>
            </a:r>
          </a:p>
        </p:txBody>
      </p:sp>
      <p:sp>
        <p:nvSpPr>
          <p:cNvPr id="71" name="dp-background-overview / n49 / path">
            <a:extLst xmlns:a="http://schemas.openxmlformats.org/drawingml/2006/main">
              <a:ext uri="{FF2B5EF4-FFF2-40B4-BE49-F238E27FC236}">
                <a16:creationId xmlns:a16="http://schemas.microsoft.com/office/drawing/2014/main" id="{D320C1E0-5246-466C-A135-8DCD9ADA44E7}"/>
              </a:ext>
            </a:extLst>
          </p:cNvPr>
          <p:cNvSpPr>
            <a:spLocks xmlns:a="http://schemas.openxmlformats.org/drawingml/2006/main" noGrp="1"/>
          </p:cNvSpPr>
          <p:nvPr/>
        </p:nvSpPr>
        <p:spPr>
          <a:xfrm xmlns:a="http://schemas.openxmlformats.org/drawingml/2006/main">
            <a:off x="5476875" y="6477000"/>
            <a:ext cx="953" cy="952500"/>
          </a:xfrm>
          <a:custGeom xmlns:a="http://schemas.openxmlformats.org/drawingml/2006/main">
            <a:pathLst>
              <a:path w="953" h="952500">
                <a:moveTo>
                  <a:pt x="0" y="0"/>
                </a:moveTo>
                <a:lnTo>
                  <a:pt x="0" y="952500"/>
                </a:lnTo>
              </a:path>
            </a:pathLst>
          </a:custGeom>
          <a:noFill xmlns:a="http://schemas.openxmlformats.org/drawingml/2006/main"/>
          <a:ln xmlns:a="http://schemas.openxmlformats.org/drawingml/2006/main" w="16193">
            <a:solidFill>
              <a:srgbClr val="18232E"/>
            </a:solidFill>
            <a:prstDash val="solid"/>
          </a:ln>
        </p:spPr>
      </p:sp>
      <p:sp>
        <p:nvSpPr>
          <p:cNvPr id="72" name="dp-background-overview / n49 / arrow">
            <a:extLst xmlns:a="http://schemas.openxmlformats.org/drawingml/2006/main">
              <a:ext uri="{FF2B5EF4-FFF2-40B4-BE49-F238E27FC236}">
                <a16:creationId xmlns:a16="http://schemas.microsoft.com/office/drawing/2014/main" id="{37687F69-C936-4169-A255-A48EFF4ADE0E}"/>
              </a:ext>
            </a:extLst>
          </p:cNvPr>
          <p:cNvSpPr>
            <a:spLocks xmlns:a="http://schemas.openxmlformats.org/drawingml/2006/main" noGrp="1"/>
          </p:cNvSpPr>
          <p:nvPr/>
        </p:nvSpPr>
        <p:spPr>
          <a:xfrm xmlns:a="http://schemas.openxmlformats.org/drawingml/2006/main">
            <a:off x="5425059" y="7325868"/>
            <a:ext cx="103632" cy="103632"/>
          </a:xfrm>
          <a:custGeom xmlns:a="http://schemas.openxmlformats.org/drawingml/2006/main">
            <a:pathLst>
              <a:path w="103632" h="103632">
                <a:moveTo>
                  <a:pt x="0" y="0"/>
                </a:moveTo>
                <a:lnTo>
                  <a:pt x="51816" y="103632"/>
                </a:lnTo>
                <a:lnTo>
                  <a:pt x="103632" y="0"/>
                </a:lnTo>
              </a:path>
            </a:pathLst>
          </a:custGeom>
          <a:noFill xmlns:a="http://schemas.openxmlformats.org/drawingml/2006/main"/>
          <a:ln xmlns:a="http://schemas.openxmlformats.org/drawingml/2006/main" w="20726">
            <a:solidFill>
              <a:srgbClr val="18232E"/>
            </a:solidFill>
            <a:prstDash val="solid"/>
          </a:ln>
        </p:spPr>
      </p:sp>
      <p:sp>
        <p:nvSpPr>
          <p:cNvPr id="73" name="dp-background-overview / n50">
            <a:extLst xmlns:a="http://schemas.openxmlformats.org/drawingml/2006/main">
              <a:ext uri="{FF2B5EF4-FFF2-40B4-BE49-F238E27FC236}">
                <a16:creationId xmlns:a16="http://schemas.microsoft.com/office/drawing/2014/main" id="{3685B2E0-82FE-4D22-A5FA-FA829FACC185}"/>
              </a:ext>
            </a:extLst>
          </p:cNvPr>
          <p:cNvSpPr>
            <a:spLocks xmlns:a="http://schemas.openxmlformats.org/drawingml/2006/main" noGrp="1"/>
          </p:cNvSpPr>
          <p:nvPr/>
        </p:nvSpPr>
        <p:spPr>
          <a:xfrm xmlns:a="http://schemas.openxmlformats.org/drawingml/2006/main">
            <a:off x="4810125" y="6810375"/>
            <a:ext cx="619125" cy="310515"/>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74" name="dp-background-overview / n51 / text 1">
            <a:extLst xmlns:a="http://schemas.openxmlformats.org/drawingml/2006/main">
              <a:ext uri="{FF2B5EF4-FFF2-40B4-BE49-F238E27FC236}">
                <a16:creationId xmlns:a16="http://schemas.microsoft.com/office/drawing/2014/main" id="{FDDDBEBB-95B2-4E00-ACCE-E58A16ECD923}"/>
              </a:ext>
            </a:extLst>
          </p:cNvPr>
          <p:cNvSpPr>
            <a:spLocks xmlns:a="http://schemas.openxmlformats.org/drawingml/2006/main" noGrp="1"/>
          </p:cNvSpPr>
          <p:nvPr/>
        </p:nvSpPr>
        <p:spPr>
          <a:xfrm xmlns:a="http://schemas.openxmlformats.org/drawingml/2006/main">
            <a:off x="4857750" y="6829425"/>
            <a:ext cx="523875"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18232E"/>
                </a:solidFill>
                <a:latin typeface="Apple SD Gothic Neo"/>
                <a:ea typeface="Apple SD Gothic Neo"/>
                <a:cs typeface="Apple SD Gothic Neo"/>
              </a:defRPr>
            </a:pPr>
            <a:r>
              <a:rPr sz="1650" b="0">
                <a:solidFill>
                  <a:srgbClr val="18232E"/>
                </a:solidFill>
                <a:latin typeface="Apple SD Gothic Neo"/>
                <a:ea typeface="Apple SD Gothic Neo"/>
                <a:cs typeface="Apple SD Gothic Neo"/>
              </a:rPr>
              <a:t>위임</a:t>
            </a:r>
          </a:p>
        </p:txBody>
      </p:sp>
      <p:sp>
        <p:nvSpPr>
          <p:cNvPr id="75" name="dp-background-overview / n52 / path">
            <a:extLst xmlns:a="http://schemas.openxmlformats.org/drawingml/2006/main">
              <a:ext uri="{FF2B5EF4-FFF2-40B4-BE49-F238E27FC236}">
                <a16:creationId xmlns:a16="http://schemas.microsoft.com/office/drawing/2014/main" id="{6483CF62-6EB3-4294-8E1B-2204621EB1D5}"/>
              </a:ext>
            </a:extLst>
          </p:cNvPr>
          <p:cNvSpPr>
            <a:spLocks xmlns:a="http://schemas.openxmlformats.org/drawingml/2006/main" noGrp="1"/>
          </p:cNvSpPr>
          <p:nvPr/>
        </p:nvSpPr>
        <p:spPr>
          <a:xfrm xmlns:a="http://schemas.openxmlformats.org/drawingml/2006/main">
            <a:off x="6191250" y="6496050"/>
            <a:ext cx="953" cy="933450"/>
          </a:xfrm>
          <a:custGeom xmlns:a="http://schemas.openxmlformats.org/drawingml/2006/main">
            <a:pathLst>
              <a:path w="953" h="933450">
                <a:moveTo>
                  <a:pt x="0" y="933450"/>
                </a:moveTo>
                <a:lnTo>
                  <a:pt x="0" y="0"/>
                </a:lnTo>
              </a:path>
            </a:pathLst>
          </a:custGeom>
          <a:noFill xmlns:a="http://schemas.openxmlformats.org/drawingml/2006/main"/>
          <a:ln xmlns:a="http://schemas.openxmlformats.org/drawingml/2006/main" w="16193">
            <a:solidFill>
              <a:srgbClr val="18232E"/>
            </a:solidFill>
            <a:prstDash val="solid"/>
          </a:ln>
        </p:spPr>
      </p:sp>
      <p:sp>
        <p:nvSpPr>
          <p:cNvPr id="76" name="dp-background-overview / n52 / arrow">
            <a:extLst xmlns:a="http://schemas.openxmlformats.org/drawingml/2006/main">
              <a:ext uri="{FF2B5EF4-FFF2-40B4-BE49-F238E27FC236}">
                <a16:creationId xmlns:a16="http://schemas.microsoft.com/office/drawing/2014/main" id="{5A51D7F7-80D6-4BEE-A276-E63E2C27E3E5}"/>
              </a:ext>
            </a:extLst>
          </p:cNvPr>
          <p:cNvSpPr>
            <a:spLocks xmlns:a="http://schemas.openxmlformats.org/drawingml/2006/main" noGrp="1"/>
          </p:cNvSpPr>
          <p:nvPr/>
        </p:nvSpPr>
        <p:spPr>
          <a:xfrm xmlns:a="http://schemas.openxmlformats.org/drawingml/2006/main">
            <a:off x="6139434" y="6496050"/>
            <a:ext cx="103632" cy="103632"/>
          </a:xfrm>
          <a:custGeom xmlns:a="http://schemas.openxmlformats.org/drawingml/2006/main">
            <a:pathLst>
              <a:path w="103632" h="103632">
                <a:moveTo>
                  <a:pt x="103632" y="103632"/>
                </a:moveTo>
                <a:lnTo>
                  <a:pt x="51816" y="0"/>
                </a:lnTo>
                <a:lnTo>
                  <a:pt x="0" y="103632"/>
                </a:lnTo>
              </a:path>
            </a:pathLst>
          </a:custGeom>
          <a:noFill xmlns:a="http://schemas.openxmlformats.org/drawingml/2006/main"/>
          <a:ln xmlns:a="http://schemas.openxmlformats.org/drawingml/2006/main" w="20726">
            <a:solidFill>
              <a:srgbClr val="18232E"/>
            </a:solidFill>
            <a:prstDash val="solid"/>
          </a:ln>
        </p:spPr>
      </p:sp>
      <p:sp>
        <p:nvSpPr>
          <p:cNvPr id="77" name="dp-background-overview / n53">
            <a:extLst xmlns:a="http://schemas.openxmlformats.org/drawingml/2006/main">
              <a:ext uri="{FF2B5EF4-FFF2-40B4-BE49-F238E27FC236}">
                <a16:creationId xmlns:a16="http://schemas.microsoft.com/office/drawing/2014/main" id="{DFBE7C5C-050A-4ED4-A595-673FA143AF82}"/>
              </a:ext>
            </a:extLst>
          </p:cNvPr>
          <p:cNvSpPr>
            <a:spLocks xmlns:a="http://schemas.openxmlformats.org/drawingml/2006/main" noGrp="1"/>
          </p:cNvSpPr>
          <p:nvPr/>
        </p:nvSpPr>
        <p:spPr>
          <a:xfrm xmlns:a="http://schemas.openxmlformats.org/drawingml/2006/main">
            <a:off x="5705475" y="6810375"/>
            <a:ext cx="1066800" cy="2857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78" name="dp-background-overview / n54 / text 1">
            <a:extLst xmlns:a="http://schemas.openxmlformats.org/drawingml/2006/main">
              <a:ext uri="{FF2B5EF4-FFF2-40B4-BE49-F238E27FC236}">
                <a16:creationId xmlns:a16="http://schemas.microsoft.com/office/drawing/2014/main" id="{5F7025FD-945C-49E7-A044-FB1DBA35114A}"/>
              </a:ext>
            </a:extLst>
          </p:cNvPr>
          <p:cNvSpPr>
            <a:spLocks xmlns:a="http://schemas.openxmlformats.org/drawingml/2006/main" noGrp="1"/>
          </p:cNvSpPr>
          <p:nvPr/>
        </p:nvSpPr>
        <p:spPr>
          <a:xfrm xmlns:a="http://schemas.openxmlformats.org/drawingml/2006/main">
            <a:off x="5753100" y="6829425"/>
            <a:ext cx="9715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접수 확인</a:t>
            </a:r>
          </a:p>
        </p:txBody>
      </p:sp>
      <p:sp>
        <p:nvSpPr>
          <p:cNvPr id="79" name="dp-background-overview / n55 / text 1">
            <a:extLst xmlns:a="http://schemas.openxmlformats.org/drawingml/2006/main">
              <a:ext uri="{FF2B5EF4-FFF2-40B4-BE49-F238E27FC236}">
                <a16:creationId xmlns:a16="http://schemas.microsoft.com/office/drawing/2014/main" id="{EC9D7BD7-FDB8-4483-822D-5F266CB47BF7}"/>
              </a:ext>
            </a:extLst>
          </p:cNvPr>
          <p:cNvSpPr>
            <a:spLocks xmlns:a="http://schemas.openxmlformats.org/drawingml/2006/main" noGrp="1"/>
          </p:cNvSpPr>
          <p:nvPr/>
        </p:nvSpPr>
        <p:spPr>
          <a:xfrm xmlns:a="http://schemas.openxmlformats.org/drawingml/2006/main">
            <a:off x="2143125" y="6648450"/>
            <a:ext cx="2857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5F6B77"/>
                </a:solidFill>
                <a:latin typeface="Apple SD Gothic Neo"/>
                <a:ea typeface="Apple SD Gothic Neo"/>
                <a:cs typeface="Apple SD Gothic Neo"/>
              </a:defRPr>
            </a:pPr>
            <a:r>
              <a:rPr sz="1575" b="0">
                <a:solidFill>
                  <a:srgbClr val="5F6B77"/>
                </a:solidFill>
                <a:latin typeface="Apple SD Gothic Neo"/>
                <a:ea typeface="Apple SD Gothic Neo"/>
                <a:cs typeface="Apple SD Gothic Neo"/>
              </a:rPr>
              <a:t>위임 요청의 처리 완료</a:t>
            </a:r>
          </a:p>
        </p:txBody>
      </p:sp>
      <p:sp>
        <p:nvSpPr>
          <p:cNvPr id="80" name="dp-background-overview / n55 / text 2">
            <a:extLst xmlns:a="http://schemas.openxmlformats.org/drawingml/2006/main">
              <a:ext uri="{FF2B5EF4-FFF2-40B4-BE49-F238E27FC236}">
                <a16:creationId xmlns:a16="http://schemas.microsoft.com/office/drawing/2014/main" id="{D29FF3CC-2982-40ED-84B2-68E670D3FF3B}"/>
              </a:ext>
            </a:extLst>
          </p:cNvPr>
          <p:cNvSpPr>
            <a:spLocks xmlns:a="http://schemas.openxmlformats.org/drawingml/2006/main" noGrp="1"/>
          </p:cNvSpPr>
          <p:nvPr/>
        </p:nvSpPr>
        <p:spPr>
          <a:xfrm xmlns:a="http://schemas.openxmlformats.org/drawingml/2006/main">
            <a:off x="2143125" y="6915150"/>
            <a:ext cx="2857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5F6B77"/>
                </a:solidFill>
                <a:latin typeface="Apple SD Gothic Neo"/>
                <a:ea typeface="Apple SD Gothic Neo"/>
                <a:cs typeface="Apple SD Gothic Neo"/>
              </a:defRPr>
            </a:pPr>
            <a:r>
              <a:rPr sz="1575" b="0">
                <a:solidFill>
                  <a:srgbClr val="5F6B77"/>
                </a:solidFill>
                <a:latin typeface="Apple SD Gothic Neo"/>
                <a:ea typeface="Apple SD Gothic Neo"/>
                <a:cs typeface="Apple SD Gothic Neo"/>
              </a:rPr>
              <a:t>(외부 접수 확인 후)</a:t>
            </a:r>
          </a:p>
        </p:txBody>
      </p:sp>
      <p:sp>
        <p:nvSpPr>
          <p:cNvPr id="81" name="dp-background-overview / n56 / path">
            <a:extLst xmlns:a="http://schemas.openxmlformats.org/drawingml/2006/main">
              <a:ext uri="{FF2B5EF4-FFF2-40B4-BE49-F238E27FC236}">
                <a16:creationId xmlns:a16="http://schemas.microsoft.com/office/drawing/2014/main" id="{BE41EE95-8D4E-4621-850B-22FF53CA4879}"/>
              </a:ext>
            </a:extLst>
          </p:cNvPr>
          <p:cNvSpPr>
            <a:spLocks xmlns:a="http://schemas.openxmlformats.org/drawingml/2006/main" noGrp="1"/>
          </p:cNvSpPr>
          <p:nvPr/>
        </p:nvSpPr>
        <p:spPr>
          <a:xfrm xmlns:a="http://schemas.openxmlformats.org/drawingml/2006/main">
            <a:off x="12573000" y="6553200"/>
            <a:ext cx="953" cy="495300"/>
          </a:xfrm>
          <a:custGeom xmlns:a="http://schemas.openxmlformats.org/drawingml/2006/main">
            <a:pathLst>
              <a:path w="953" h="495300">
                <a:moveTo>
                  <a:pt x="0" y="0"/>
                </a:moveTo>
                <a:lnTo>
                  <a:pt x="0" y="495300"/>
                </a:lnTo>
              </a:path>
            </a:pathLst>
          </a:custGeom>
          <a:noFill xmlns:a="http://schemas.openxmlformats.org/drawingml/2006/main"/>
          <a:ln xmlns:a="http://schemas.openxmlformats.org/drawingml/2006/main" w="16193">
            <a:solidFill>
              <a:srgbClr val="18232E"/>
            </a:solidFill>
            <a:prstDash val="solid"/>
          </a:ln>
        </p:spPr>
      </p:sp>
      <p:sp>
        <p:nvSpPr>
          <p:cNvPr id="82" name="dp-background-overview / n56 / arrow">
            <a:extLst xmlns:a="http://schemas.openxmlformats.org/drawingml/2006/main">
              <a:ext uri="{FF2B5EF4-FFF2-40B4-BE49-F238E27FC236}">
                <a16:creationId xmlns:a16="http://schemas.microsoft.com/office/drawing/2014/main" id="{441348DC-4D9D-4A99-9D35-3CCEFD4B11DC}"/>
              </a:ext>
            </a:extLst>
          </p:cNvPr>
          <p:cNvSpPr>
            <a:spLocks xmlns:a="http://schemas.openxmlformats.org/drawingml/2006/main" noGrp="1"/>
          </p:cNvSpPr>
          <p:nvPr/>
        </p:nvSpPr>
        <p:spPr>
          <a:xfrm xmlns:a="http://schemas.openxmlformats.org/drawingml/2006/main">
            <a:off x="12521184" y="6944868"/>
            <a:ext cx="103632" cy="103632"/>
          </a:xfrm>
          <a:custGeom xmlns:a="http://schemas.openxmlformats.org/drawingml/2006/main">
            <a:pathLst>
              <a:path w="103632" h="103632">
                <a:moveTo>
                  <a:pt x="0" y="0"/>
                </a:moveTo>
                <a:lnTo>
                  <a:pt x="51816" y="103632"/>
                </a:lnTo>
                <a:lnTo>
                  <a:pt x="103632" y="0"/>
                </a:lnTo>
              </a:path>
            </a:pathLst>
          </a:custGeom>
          <a:noFill xmlns:a="http://schemas.openxmlformats.org/drawingml/2006/main"/>
          <a:ln xmlns:a="http://schemas.openxmlformats.org/drawingml/2006/main" w="20726">
            <a:solidFill>
              <a:srgbClr val="18232E"/>
            </a:solidFill>
            <a:prstDash val="solid"/>
          </a:ln>
        </p:spPr>
      </p:sp>
      <p:sp>
        <p:nvSpPr>
          <p:cNvPr id="83" name="dp-background-overview / n57 / path">
            <a:extLst xmlns:a="http://schemas.openxmlformats.org/drawingml/2006/main">
              <a:ext uri="{FF2B5EF4-FFF2-40B4-BE49-F238E27FC236}">
                <a16:creationId xmlns:a16="http://schemas.microsoft.com/office/drawing/2014/main" id="{8A5B7A18-A01E-4B37-A34E-8BFE3E4052C7}"/>
              </a:ext>
            </a:extLst>
          </p:cNvPr>
          <p:cNvSpPr>
            <a:spLocks xmlns:a="http://schemas.openxmlformats.org/drawingml/2006/main" noGrp="1"/>
          </p:cNvSpPr>
          <p:nvPr/>
        </p:nvSpPr>
        <p:spPr>
          <a:xfrm xmlns:a="http://schemas.openxmlformats.org/drawingml/2006/main">
            <a:off x="16764000" y="6572250"/>
            <a:ext cx="953" cy="857250"/>
          </a:xfrm>
          <a:custGeom xmlns:a="http://schemas.openxmlformats.org/drawingml/2006/main">
            <a:pathLst>
              <a:path w="953" h="857250">
                <a:moveTo>
                  <a:pt x="0" y="857250"/>
                </a:moveTo>
                <a:lnTo>
                  <a:pt x="0" y="0"/>
                </a:lnTo>
              </a:path>
            </a:pathLst>
          </a:custGeom>
          <a:noFill xmlns:a="http://schemas.openxmlformats.org/drawingml/2006/main"/>
          <a:ln xmlns:a="http://schemas.openxmlformats.org/drawingml/2006/main" w="16193">
            <a:solidFill>
              <a:srgbClr val="18232E"/>
            </a:solidFill>
            <a:prstDash val="solid"/>
          </a:ln>
        </p:spPr>
      </p:sp>
      <p:sp>
        <p:nvSpPr>
          <p:cNvPr id="84" name="dp-background-overview / n57 / arrow">
            <a:extLst xmlns:a="http://schemas.openxmlformats.org/drawingml/2006/main">
              <a:ext uri="{FF2B5EF4-FFF2-40B4-BE49-F238E27FC236}">
                <a16:creationId xmlns:a16="http://schemas.microsoft.com/office/drawing/2014/main" id="{ADCA49EE-D1FD-43C3-A1A8-80A83E4E92DE}"/>
              </a:ext>
            </a:extLst>
          </p:cNvPr>
          <p:cNvSpPr>
            <a:spLocks xmlns:a="http://schemas.openxmlformats.org/drawingml/2006/main" noGrp="1"/>
          </p:cNvSpPr>
          <p:nvPr/>
        </p:nvSpPr>
        <p:spPr>
          <a:xfrm xmlns:a="http://schemas.openxmlformats.org/drawingml/2006/main">
            <a:off x="16712184" y="6572250"/>
            <a:ext cx="103632" cy="103632"/>
          </a:xfrm>
          <a:custGeom xmlns:a="http://schemas.openxmlformats.org/drawingml/2006/main">
            <a:pathLst>
              <a:path w="103632" h="103632">
                <a:moveTo>
                  <a:pt x="103632" y="103632"/>
                </a:moveTo>
                <a:lnTo>
                  <a:pt x="51816" y="0"/>
                </a:lnTo>
                <a:lnTo>
                  <a:pt x="0" y="103632"/>
                </a:lnTo>
              </a:path>
            </a:pathLst>
          </a:custGeom>
          <a:noFill xmlns:a="http://schemas.openxmlformats.org/drawingml/2006/main"/>
          <a:ln xmlns:a="http://schemas.openxmlformats.org/drawingml/2006/main" w="20726">
            <a:solidFill>
              <a:srgbClr val="18232E"/>
            </a:solidFill>
            <a:prstDash val="solid"/>
          </a:ln>
        </p:spPr>
      </p:sp>
      <p:sp>
        <p:nvSpPr>
          <p:cNvPr id="85" name="dp-background-overview / n58 / text 1">
            <a:extLst xmlns:a="http://schemas.openxmlformats.org/drawingml/2006/main">
              <a:ext uri="{FF2B5EF4-FFF2-40B4-BE49-F238E27FC236}">
                <a16:creationId xmlns:a16="http://schemas.microsoft.com/office/drawing/2014/main" id="{D85B3548-2DDC-4A8D-B3D6-5A1658733F02}"/>
              </a:ext>
            </a:extLst>
          </p:cNvPr>
          <p:cNvSpPr>
            <a:spLocks xmlns:a="http://schemas.openxmlformats.org/drawingml/2006/main" noGrp="1"/>
          </p:cNvSpPr>
          <p:nvPr/>
        </p:nvSpPr>
        <p:spPr>
          <a:xfrm xmlns:a="http://schemas.openxmlformats.org/drawingml/2006/main">
            <a:off x="14763750" y="7810500"/>
            <a:ext cx="3095625"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5F6B77"/>
                </a:solidFill>
                <a:latin typeface="Apple SD Gothic Neo"/>
                <a:ea typeface="Apple SD Gothic Neo"/>
                <a:cs typeface="Apple SD Gothic Neo"/>
              </a:defRPr>
            </a:pPr>
            <a:r>
              <a:rPr sz="1650" b="0">
                <a:solidFill>
                  <a:srgbClr val="5F6B77"/>
                </a:solidFill>
                <a:latin typeface="Apple SD Gothic Neo"/>
                <a:ea typeface="Apple SD Gothic Neo"/>
                <a:cs typeface="Apple SD Gothic Neo"/>
              </a:rPr>
              <a:t>대화가 끝나도 업무는 지속</a:t>
            </a:r>
          </a:p>
        </p:txBody>
      </p:sp>
      <p:sp>
        <p:nvSpPr>
          <p:cNvPr id="86" name="dp-background-overview / n59 / text 1">
            <a:extLst xmlns:a="http://schemas.openxmlformats.org/drawingml/2006/main">
              <a:ext uri="{FF2B5EF4-FFF2-40B4-BE49-F238E27FC236}">
                <a16:creationId xmlns:a16="http://schemas.microsoft.com/office/drawing/2014/main" id="{4E0D2BEB-AE5A-4F4A-B4AC-F7B9853DB514}"/>
              </a:ext>
            </a:extLst>
          </p:cNvPr>
          <p:cNvSpPr>
            <a:spLocks xmlns:a="http://schemas.openxmlformats.org/drawingml/2006/main" noGrp="1"/>
          </p:cNvSpPr>
          <p:nvPr/>
        </p:nvSpPr>
        <p:spPr>
          <a:xfrm xmlns:a="http://schemas.openxmlformats.org/drawingml/2006/main">
            <a:off x="2143125" y="8181975"/>
            <a:ext cx="30480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18232E"/>
                </a:solidFill>
                <a:latin typeface="Apple SD Gothic Neo"/>
                <a:ea typeface="Apple SD Gothic Neo"/>
                <a:cs typeface="Apple SD Gothic Neo"/>
              </a:defRPr>
            </a:pPr>
            <a:r>
              <a:rPr sz="1725" b="1">
                <a:solidFill>
                  <a:srgbClr val="18232E"/>
                </a:solidFill>
                <a:latin typeface="Apple SD Gothic Neo"/>
                <a:ea typeface="Apple SD Gothic Neo"/>
                <a:cs typeface="Apple SD Gothic Neo"/>
              </a:rPr>
              <a:t>공유 메일 초안 업무</a:t>
            </a:r>
          </a:p>
        </p:txBody>
      </p:sp>
      <p:sp>
        <p:nvSpPr>
          <p:cNvPr id="87" name="dp-background-overview / n60 / path">
            <a:extLst xmlns:a="http://schemas.openxmlformats.org/drawingml/2006/main">
              <a:ext uri="{FF2B5EF4-FFF2-40B4-BE49-F238E27FC236}">
                <a16:creationId xmlns:a16="http://schemas.microsoft.com/office/drawing/2014/main" id="{A0269C91-3544-4094-9D48-C434150B0B4F}"/>
              </a:ext>
            </a:extLst>
          </p:cNvPr>
          <p:cNvSpPr>
            <a:spLocks xmlns:a="http://schemas.openxmlformats.org/drawingml/2006/main" noGrp="1"/>
          </p:cNvSpPr>
          <p:nvPr/>
        </p:nvSpPr>
        <p:spPr>
          <a:xfrm xmlns:a="http://schemas.openxmlformats.org/drawingml/2006/main">
            <a:off x="5286375" y="8572500"/>
            <a:ext cx="8524875" cy="953"/>
          </a:xfrm>
          <a:custGeom xmlns:a="http://schemas.openxmlformats.org/drawingml/2006/main">
            <a:pathLst>
              <a:path w="8524875" h="953">
                <a:moveTo>
                  <a:pt x="0" y="0"/>
                </a:moveTo>
                <a:lnTo>
                  <a:pt x="8524875" y="0"/>
                </a:lnTo>
              </a:path>
            </a:pathLst>
          </a:custGeom>
          <a:noFill xmlns:a="http://schemas.openxmlformats.org/drawingml/2006/main"/>
          <a:ln xmlns:a="http://schemas.openxmlformats.org/drawingml/2006/main" w="66675">
            <a:solidFill>
              <a:srgbClr val="CDD6DE"/>
            </a:solidFill>
            <a:prstDash val="solid"/>
          </a:ln>
        </p:spPr>
      </p:sp>
      <p:sp>
        <p:nvSpPr>
          <p:cNvPr id="88" name="dp-background-overview / n61 / path">
            <a:extLst xmlns:a="http://schemas.openxmlformats.org/drawingml/2006/main">
              <a:ext uri="{FF2B5EF4-FFF2-40B4-BE49-F238E27FC236}">
                <a16:creationId xmlns:a16="http://schemas.microsoft.com/office/drawing/2014/main" id="{A0339493-8FE5-4688-9FC7-50875B69D762}"/>
              </a:ext>
            </a:extLst>
          </p:cNvPr>
          <p:cNvSpPr>
            <a:spLocks xmlns:a="http://schemas.openxmlformats.org/drawingml/2006/main" noGrp="1"/>
          </p:cNvSpPr>
          <p:nvPr/>
        </p:nvSpPr>
        <p:spPr>
          <a:xfrm xmlns:a="http://schemas.openxmlformats.org/drawingml/2006/main">
            <a:off x="5286375" y="6515100"/>
            <a:ext cx="953" cy="1962150"/>
          </a:xfrm>
          <a:custGeom xmlns:a="http://schemas.openxmlformats.org/drawingml/2006/main">
            <a:pathLst>
              <a:path w="953" h="1962150">
                <a:moveTo>
                  <a:pt x="0" y="0"/>
                </a:moveTo>
                <a:lnTo>
                  <a:pt x="0" y="1962150"/>
                </a:lnTo>
              </a:path>
            </a:pathLst>
          </a:custGeom>
          <a:noFill xmlns:a="http://schemas.openxmlformats.org/drawingml/2006/main"/>
          <a:ln xmlns:a="http://schemas.openxmlformats.org/drawingml/2006/main" w="16193">
            <a:solidFill>
              <a:srgbClr val="18232E"/>
            </a:solidFill>
            <a:prstDash val="solid"/>
          </a:ln>
        </p:spPr>
      </p:sp>
      <p:sp>
        <p:nvSpPr>
          <p:cNvPr id="89" name="dp-background-overview / n61 / arrow">
            <a:extLst xmlns:a="http://schemas.openxmlformats.org/drawingml/2006/main">
              <a:ext uri="{FF2B5EF4-FFF2-40B4-BE49-F238E27FC236}">
                <a16:creationId xmlns:a16="http://schemas.microsoft.com/office/drawing/2014/main" id="{2E84E3AB-8265-4295-BBAB-6094F96819B5}"/>
              </a:ext>
            </a:extLst>
          </p:cNvPr>
          <p:cNvSpPr>
            <a:spLocks xmlns:a="http://schemas.openxmlformats.org/drawingml/2006/main" noGrp="1"/>
          </p:cNvSpPr>
          <p:nvPr/>
        </p:nvSpPr>
        <p:spPr>
          <a:xfrm xmlns:a="http://schemas.openxmlformats.org/drawingml/2006/main">
            <a:off x="5234559" y="8373618"/>
            <a:ext cx="103632" cy="103632"/>
          </a:xfrm>
          <a:custGeom xmlns:a="http://schemas.openxmlformats.org/drawingml/2006/main">
            <a:pathLst>
              <a:path w="103632" h="103632">
                <a:moveTo>
                  <a:pt x="0" y="0"/>
                </a:moveTo>
                <a:lnTo>
                  <a:pt x="51816" y="103632"/>
                </a:lnTo>
                <a:lnTo>
                  <a:pt x="103632" y="0"/>
                </a:lnTo>
              </a:path>
            </a:pathLst>
          </a:custGeom>
          <a:noFill xmlns:a="http://schemas.openxmlformats.org/drawingml/2006/main"/>
          <a:ln xmlns:a="http://schemas.openxmlformats.org/drawingml/2006/main" w="20726">
            <a:solidFill>
              <a:srgbClr val="18232E"/>
            </a:solidFill>
            <a:prstDash val="solid"/>
          </a:ln>
        </p:spPr>
      </p:sp>
      <p:sp>
        <p:nvSpPr>
          <p:cNvPr id="90" name="dp-background-overview / n62 / path">
            <a:extLst xmlns:a="http://schemas.openxmlformats.org/drawingml/2006/main">
              <a:ext uri="{FF2B5EF4-FFF2-40B4-BE49-F238E27FC236}">
                <a16:creationId xmlns:a16="http://schemas.microsoft.com/office/drawing/2014/main" id="{A1AA1B21-DC7F-4F08-9626-6EC9B1C9E3E7}"/>
              </a:ext>
            </a:extLst>
          </p:cNvPr>
          <p:cNvSpPr>
            <a:spLocks xmlns:a="http://schemas.openxmlformats.org/drawingml/2006/main" noGrp="1"/>
          </p:cNvSpPr>
          <p:nvPr/>
        </p:nvSpPr>
        <p:spPr>
          <a:xfrm xmlns:a="http://schemas.openxmlformats.org/drawingml/2006/main">
            <a:off x="6905625" y="6496050"/>
            <a:ext cx="953" cy="1981200"/>
          </a:xfrm>
          <a:custGeom xmlns:a="http://schemas.openxmlformats.org/drawingml/2006/main">
            <a:pathLst>
              <a:path w="953" h="1981200">
                <a:moveTo>
                  <a:pt x="0" y="1981200"/>
                </a:moveTo>
                <a:lnTo>
                  <a:pt x="0" y="0"/>
                </a:lnTo>
              </a:path>
            </a:pathLst>
          </a:custGeom>
          <a:noFill xmlns:a="http://schemas.openxmlformats.org/drawingml/2006/main"/>
          <a:ln xmlns:a="http://schemas.openxmlformats.org/drawingml/2006/main" w="16193">
            <a:solidFill>
              <a:srgbClr val="18232E"/>
            </a:solidFill>
            <a:prstDash val="solid"/>
          </a:ln>
        </p:spPr>
      </p:sp>
      <p:sp>
        <p:nvSpPr>
          <p:cNvPr id="91" name="dp-background-overview / n62 / arrow">
            <a:extLst xmlns:a="http://schemas.openxmlformats.org/drawingml/2006/main">
              <a:ext uri="{FF2B5EF4-FFF2-40B4-BE49-F238E27FC236}">
                <a16:creationId xmlns:a16="http://schemas.microsoft.com/office/drawing/2014/main" id="{FF1067C9-FF01-49B0-9E32-2C74F5BB2149}"/>
              </a:ext>
            </a:extLst>
          </p:cNvPr>
          <p:cNvSpPr>
            <a:spLocks xmlns:a="http://schemas.openxmlformats.org/drawingml/2006/main" noGrp="1"/>
          </p:cNvSpPr>
          <p:nvPr/>
        </p:nvSpPr>
        <p:spPr>
          <a:xfrm xmlns:a="http://schemas.openxmlformats.org/drawingml/2006/main">
            <a:off x="6853809" y="6496050"/>
            <a:ext cx="103632" cy="103632"/>
          </a:xfrm>
          <a:custGeom xmlns:a="http://schemas.openxmlformats.org/drawingml/2006/main">
            <a:pathLst>
              <a:path w="103632" h="103632">
                <a:moveTo>
                  <a:pt x="103632" y="103632"/>
                </a:moveTo>
                <a:lnTo>
                  <a:pt x="51816" y="0"/>
                </a:lnTo>
                <a:lnTo>
                  <a:pt x="0" y="103632"/>
                </a:lnTo>
              </a:path>
            </a:pathLst>
          </a:custGeom>
          <a:noFill xmlns:a="http://schemas.openxmlformats.org/drawingml/2006/main"/>
          <a:ln xmlns:a="http://schemas.openxmlformats.org/drawingml/2006/main" w="20726">
            <a:solidFill>
              <a:srgbClr val="18232E"/>
            </a:solidFill>
            <a:prstDash val="solid"/>
          </a:ln>
        </p:spPr>
      </p:sp>
      <p:sp>
        <p:nvSpPr>
          <p:cNvPr id="92" name="dp-background-overview / n63 / text 1">
            <a:extLst xmlns:a="http://schemas.openxmlformats.org/drawingml/2006/main">
              <a:ext uri="{FF2B5EF4-FFF2-40B4-BE49-F238E27FC236}">
                <a16:creationId xmlns:a16="http://schemas.microsoft.com/office/drawing/2014/main" id="{C99551E9-8D00-430D-ADC8-C866F8B0FA90}"/>
              </a:ext>
            </a:extLst>
          </p:cNvPr>
          <p:cNvSpPr>
            <a:spLocks xmlns:a="http://schemas.openxmlformats.org/drawingml/2006/main" noGrp="1"/>
          </p:cNvSpPr>
          <p:nvPr/>
        </p:nvSpPr>
        <p:spPr>
          <a:xfrm xmlns:a="http://schemas.openxmlformats.org/drawingml/2006/main">
            <a:off x="5810250" y="7743825"/>
            <a:ext cx="11430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5F6B77"/>
                </a:solidFill>
                <a:latin typeface="Apple SD Gothic Neo"/>
                <a:ea typeface="Apple SD Gothic Neo"/>
                <a:cs typeface="Apple SD Gothic Neo"/>
              </a:defRPr>
            </a:pPr>
            <a:r>
              <a:rPr sz="1575" b="0">
                <a:solidFill>
                  <a:srgbClr val="5F6B77"/>
                </a:solidFill>
                <a:latin typeface="Apple SD Gothic Neo"/>
                <a:ea typeface="Apple SD Gothic Neo"/>
                <a:cs typeface="Apple SD Gothic Neo"/>
              </a:rPr>
              <a:t>메일 질문</a:t>
            </a:r>
          </a:p>
        </p:txBody>
      </p:sp>
      <p:sp>
        <p:nvSpPr>
          <p:cNvPr id="93" name="dp-background-overview / n64 / text 1">
            <a:extLst xmlns:a="http://schemas.openxmlformats.org/drawingml/2006/main">
              <a:ext uri="{FF2B5EF4-FFF2-40B4-BE49-F238E27FC236}">
                <a16:creationId xmlns:a16="http://schemas.microsoft.com/office/drawing/2014/main" id="{935CA7C3-381A-4C3D-BAF2-48952BE9B098}"/>
              </a:ext>
            </a:extLst>
          </p:cNvPr>
          <p:cNvSpPr>
            <a:spLocks xmlns:a="http://schemas.openxmlformats.org/drawingml/2006/main" noGrp="1"/>
          </p:cNvSpPr>
          <p:nvPr/>
        </p:nvSpPr>
        <p:spPr>
          <a:xfrm xmlns:a="http://schemas.openxmlformats.org/drawingml/2006/main">
            <a:off x="7191375" y="8096250"/>
            <a:ext cx="657225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5F6B77"/>
                </a:solidFill>
                <a:latin typeface="Apple SD Gothic Neo"/>
                <a:ea typeface="Apple SD Gothic Neo"/>
                <a:cs typeface="Apple SD Gothic Neo"/>
              </a:defRPr>
            </a:pPr>
            <a:r>
              <a:rPr sz="1650" b="0">
                <a:solidFill>
                  <a:srgbClr val="5F6B77"/>
                </a:solidFill>
                <a:latin typeface="Apple SD Gothic Neo"/>
                <a:ea typeface="Apple SD Gothic Neo"/>
                <a:cs typeface="Apple SD Gothic Neo"/>
              </a:rPr>
              <a:t>수신자 질문은 VIA로 → 답변 연결 후 초안 준비 (발송 없음)</a:t>
            </a:r>
          </a:p>
        </p:txBody>
      </p:sp>
      <p:sp>
        <p:nvSpPr>
          <p:cNvPr id="94" name="dp-background-overview / n65 / path">
            <a:extLst xmlns:a="http://schemas.openxmlformats.org/drawingml/2006/main">
              <a:ext uri="{FF2B5EF4-FFF2-40B4-BE49-F238E27FC236}">
                <a16:creationId xmlns:a16="http://schemas.microsoft.com/office/drawing/2014/main" id="{73FB464F-0718-42F9-97EB-10145CC28A4D}"/>
              </a:ext>
            </a:extLst>
          </p:cNvPr>
          <p:cNvSpPr>
            <a:spLocks xmlns:a="http://schemas.openxmlformats.org/drawingml/2006/main" noGrp="1"/>
          </p:cNvSpPr>
          <p:nvPr/>
        </p:nvSpPr>
        <p:spPr>
          <a:xfrm xmlns:a="http://schemas.openxmlformats.org/drawingml/2006/main">
            <a:off x="9382125" y="6905625"/>
            <a:ext cx="953" cy="523875"/>
          </a:xfrm>
          <a:custGeom xmlns:a="http://schemas.openxmlformats.org/drawingml/2006/main">
            <a:pathLst>
              <a:path w="953" h="523875">
                <a:moveTo>
                  <a:pt x="0" y="523875"/>
                </a:moveTo>
                <a:lnTo>
                  <a:pt x="0" y="0"/>
                </a:lnTo>
              </a:path>
            </a:pathLst>
          </a:custGeom>
          <a:noFill xmlns:a="http://schemas.openxmlformats.org/drawingml/2006/main"/>
          <a:ln xmlns:a="http://schemas.openxmlformats.org/drawingml/2006/main" w="16193">
            <a:solidFill>
              <a:srgbClr val="18232E"/>
            </a:solidFill>
            <a:prstDash val="solid"/>
          </a:ln>
        </p:spPr>
      </p:sp>
      <p:sp>
        <p:nvSpPr>
          <p:cNvPr id="95" name="dp-background-overview / n65 / arrow">
            <a:extLst xmlns:a="http://schemas.openxmlformats.org/drawingml/2006/main">
              <a:ext uri="{FF2B5EF4-FFF2-40B4-BE49-F238E27FC236}">
                <a16:creationId xmlns:a16="http://schemas.microsoft.com/office/drawing/2014/main" id="{59C271F9-C95D-456F-BCA7-F5C88512ABE1}"/>
              </a:ext>
            </a:extLst>
          </p:cNvPr>
          <p:cNvSpPr>
            <a:spLocks xmlns:a="http://schemas.openxmlformats.org/drawingml/2006/main" noGrp="1"/>
          </p:cNvSpPr>
          <p:nvPr/>
        </p:nvSpPr>
        <p:spPr>
          <a:xfrm xmlns:a="http://schemas.openxmlformats.org/drawingml/2006/main">
            <a:off x="9330309" y="6905625"/>
            <a:ext cx="103632" cy="103632"/>
          </a:xfrm>
          <a:custGeom xmlns:a="http://schemas.openxmlformats.org/drawingml/2006/main">
            <a:pathLst>
              <a:path w="103632" h="103632">
                <a:moveTo>
                  <a:pt x="103632" y="103632"/>
                </a:moveTo>
                <a:lnTo>
                  <a:pt x="51816" y="0"/>
                </a:lnTo>
                <a:lnTo>
                  <a:pt x="0" y="103632"/>
                </a:lnTo>
              </a:path>
            </a:pathLst>
          </a:custGeom>
          <a:noFill xmlns:a="http://schemas.openxmlformats.org/drawingml/2006/main"/>
          <a:ln xmlns:a="http://schemas.openxmlformats.org/drawingml/2006/main" w="20726">
            <a:solidFill>
              <a:srgbClr val="18232E"/>
            </a:solidFill>
            <a:prstDash val="solid"/>
          </a:ln>
        </p:spPr>
      </p:sp>
      <p:sp>
        <p:nvSpPr>
          <p:cNvPr id="96" name="dp-background-overview / n66 / path">
            <a:extLst xmlns:a="http://schemas.openxmlformats.org/drawingml/2006/main">
              <a:ext uri="{FF2B5EF4-FFF2-40B4-BE49-F238E27FC236}">
                <a16:creationId xmlns:a16="http://schemas.microsoft.com/office/drawing/2014/main" id="{C2B868A3-6008-4AB4-80EA-CA5131DD64CD}"/>
              </a:ext>
            </a:extLst>
          </p:cNvPr>
          <p:cNvSpPr>
            <a:spLocks xmlns:a="http://schemas.openxmlformats.org/drawingml/2006/main" noGrp="1"/>
          </p:cNvSpPr>
          <p:nvPr/>
        </p:nvSpPr>
        <p:spPr>
          <a:xfrm xmlns:a="http://schemas.openxmlformats.org/drawingml/2006/main">
            <a:off x="609600" y="8858250"/>
            <a:ext cx="17068800" cy="953"/>
          </a:xfrm>
          <a:custGeom xmlns:a="http://schemas.openxmlformats.org/drawingml/2006/main">
            <a:pathLst>
              <a:path w="17068800" h="953">
                <a:moveTo>
                  <a:pt x="0" y="0"/>
                </a:moveTo>
                <a:lnTo>
                  <a:pt x="17068800" y="0"/>
                </a:lnTo>
              </a:path>
            </a:pathLst>
          </a:custGeom>
          <a:noFill xmlns:a="http://schemas.openxmlformats.org/drawingml/2006/main"/>
          <a:ln xmlns:a="http://schemas.openxmlformats.org/drawingml/2006/main" w="19050">
            <a:solidFill>
              <a:srgbClr val="CDD6DE"/>
            </a:solidFill>
            <a:prstDash val="solid"/>
          </a:ln>
        </p:spPr>
      </p:sp>
      <p:sp>
        <p:nvSpPr>
          <p:cNvPr id="97" name="dp-background-overview / n67 / path">
            <a:extLst xmlns:a="http://schemas.openxmlformats.org/drawingml/2006/main">
              <a:ext uri="{FF2B5EF4-FFF2-40B4-BE49-F238E27FC236}">
                <a16:creationId xmlns:a16="http://schemas.microsoft.com/office/drawing/2014/main" id="{7C5BD8E3-E6FC-4BEB-A116-906D1A0038E8}"/>
              </a:ext>
            </a:extLst>
          </p:cNvPr>
          <p:cNvSpPr>
            <a:spLocks xmlns:a="http://schemas.openxmlformats.org/drawingml/2006/main" noGrp="1"/>
          </p:cNvSpPr>
          <p:nvPr/>
        </p:nvSpPr>
        <p:spPr>
          <a:xfrm xmlns:a="http://schemas.openxmlformats.org/drawingml/2006/main">
            <a:off x="609600" y="9058275"/>
            <a:ext cx="504825" cy="953"/>
          </a:xfrm>
          <a:custGeom xmlns:a="http://schemas.openxmlformats.org/drawingml/2006/main">
            <a:pathLst>
              <a:path w="504825" h="953">
                <a:moveTo>
                  <a:pt x="0" y="0"/>
                </a:moveTo>
                <a:lnTo>
                  <a:pt x="504825" y="0"/>
                </a:lnTo>
              </a:path>
            </a:pathLst>
          </a:custGeom>
          <a:noFill xmlns:a="http://schemas.openxmlformats.org/drawingml/2006/main"/>
          <a:ln xmlns:a="http://schemas.openxmlformats.org/drawingml/2006/main" w="16193">
            <a:solidFill>
              <a:srgbClr val="18232E"/>
            </a:solidFill>
            <a:prstDash val="solid"/>
          </a:ln>
        </p:spPr>
      </p:sp>
      <p:sp>
        <p:nvSpPr>
          <p:cNvPr id="98" name="dp-background-overview / n67 / arrow">
            <a:extLst xmlns:a="http://schemas.openxmlformats.org/drawingml/2006/main">
              <a:ext uri="{FF2B5EF4-FFF2-40B4-BE49-F238E27FC236}">
                <a16:creationId xmlns:a16="http://schemas.microsoft.com/office/drawing/2014/main" id="{27A8B662-B3E1-4277-BC64-2EBE12AA2D97}"/>
              </a:ext>
            </a:extLst>
          </p:cNvPr>
          <p:cNvSpPr>
            <a:spLocks xmlns:a="http://schemas.openxmlformats.org/drawingml/2006/main" noGrp="1"/>
          </p:cNvSpPr>
          <p:nvPr/>
        </p:nvSpPr>
        <p:spPr>
          <a:xfrm xmlns:a="http://schemas.openxmlformats.org/drawingml/2006/main">
            <a:off x="1010793" y="9006459"/>
            <a:ext cx="103632" cy="103632"/>
          </a:xfrm>
          <a:custGeom xmlns:a="http://schemas.openxmlformats.org/drawingml/2006/main">
            <a:pathLst>
              <a:path w="103632" h="103632">
                <a:moveTo>
                  <a:pt x="0" y="103632"/>
                </a:moveTo>
                <a:lnTo>
                  <a:pt x="103632" y="51816"/>
                </a:lnTo>
                <a:lnTo>
                  <a:pt x="0" y="0"/>
                </a:lnTo>
              </a:path>
            </a:pathLst>
          </a:custGeom>
          <a:noFill xmlns:a="http://schemas.openxmlformats.org/drawingml/2006/main"/>
          <a:ln xmlns:a="http://schemas.openxmlformats.org/drawingml/2006/main" w="20726">
            <a:solidFill>
              <a:srgbClr val="18232E"/>
            </a:solidFill>
            <a:prstDash val="solid"/>
          </a:ln>
        </p:spPr>
      </p:sp>
      <p:sp>
        <p:nvSpPr>
          <p:cNvPr id="99" name="dp-background-overview / n68 / text 1">
            <a:extLst xmlns:a="http://schemas.openxmlformats.org/drawingml/2006/main">
              <a:ext uri="{FF2B5EF4-FFF2-40B4-BE49-F238E27FC236}">
                <a16:creationId xmlns:a16="http://schemas.microsoft.com/office/drawing/2014/main" id="{4E82FF10-EA41-46D0-B1E1-3C911BDA4695}"/>
              </a:ext>
            </a:extLst>
          </p:cNvPr>
          <p:cNvSpPr>
            <a:spLocks xmlns:a="http://schemas.openxmlformats.org/drawingml/2006/main" noGrp="1"/>
          </p:cNvSpPr>
          <p:nvPr/>
        </p:nvSpPr>
        <p:spPr>
          <a:xfrm xmlns:a="http://schemas.openxmlformats.org/drawingml/2006/main">
            <a:off x="1266825" y="8915400"/>
            <a:ext cx="31432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입력·위임·알림·전달</a:t>
            </a:r>
          </a:p>
        </p:txBody>
      </p:sp>
      <p:sp>
        <p:nvSpPr>
          <p:cNvPr id="100" name="dp-background-overview / n69 / path">
            <a:extLst xmlns:a="http://schemas.openxmlformats.org/drawingml/2006/main">
              <a:ext uri="{FF2B5EF4-FFF2-40B4-BE49-F238E27FC236}">
                <a16:creationId xmlns:a16="http://schemas.microsoft.com/office/drawing/2014/main" id="{ABB5F2D0-DF1A-4ABB-ACED-EF03D6046911}"/>
              </a:ext>
            </a:extLst>
          </p:cNvPr>
          <p:cNvSpPr>
            <a:spLocks xmlns:a="http://schemas.openxmlformats.org/drawingml/2006/main" noGrp="1"/>
          </p:cNvSpPr>
          <p:nvPr/>
        </p:nvSpPr>
        <p:spPr>
          <a:xfrm xmlns:a="http://schemas.openxmlformats.org/drawingml/2006/main">
            <a:off x="4619625" y="9058275"/>
            <a:ext cx="504825" cy="953"/>
          </a:xfrm>
          <a:custGeom xmlns:a="http://schemas.openxmlformats.org/drawingml/2006/main">
            <a:pathLst>
              <a:path w="504825" h="953">
                <a:moveTo>
                  <a:pt x="0" y="0"/>
                </a:moveTo>
                <a:lnTo>
                  <a:pt x="504825" y="0"/>
                </a:lnTo>
              </a:path>
            </a:pathLst>
          </a:custGeom>
          <a:noFill xmlns:a="http://schemas.openxmlformats.org/drawingml/2006/main"/>
          <a:ln xmlns:a="http://schemas.openxmlformats.org/drawingml/2006/main" w="16193">
            <a:solidFill>
              <a:srgbClr val="5F6B77"/>
            </a:solidFill>
            <a:prstDash val="dash"/>
          </a:ln>
        </p:spPr>
      </p:sp>
      <p:sp>
        <p:nvSpPr>
          <p:cNvPr id="101" name="dp-background-overview / n69 / arrow">
            <a:extLst xmlns:a="http://schemas.openxmlformats.org/drawingml/2006/main">
              <a:ext uri="{FF2B5EF4-FFF2-40B4-BE49-F238E27FC236}">
                <a16:creationId xmlns:a16="http://schemas.microsoft.com/office/drawing/2014/main" id="{069B1C5B-E0B0-4614-9029-C092CF35A103}"/>
              </a:ext>
            </a:extLst>
          </p:cNvPr>
          <p:cNvSpPr>
            <a:spLocks xmlns:a="http://schemas.openxmlformats.org/drawingml/2006/main" noGrp="1"/>
          </p:cNvSpPr>
          <p:nvPr/>
        </p:nvSpPr>
        <p:spPr>
          <a:xfrm xmlns:a="http://schemas.openxmlformats.org/drawingml/2006/main">
            <a:off x="5020818" y="9006459"/>
            <a:ext cx="103632" cy="103632"/>
          </a:xfrm>
          <a:custGeom xmlns:a="http://schemas.openxmlformats.org/drawingml/2006/main">
            <a:pathLst>
              <a:path w="103632" h="103632">
                <a:moveTo>
                  <a:pt x="0" y="103632"/>
                </a:moveTo>
                <a:lnTo>
                  <a:pt x="103632" y="51816"/>
                </a:lnTo>
                <a:lnTo>
                  <a:pt x="0" y="0"/>
                </a:lnTo>
              </a:path>
            </a:pathLst>
          </a:custGeom>
          <a:noFill xmlns:a="http://schemas.openxmlformats.org/drawingml/2006/main"/>
          <a:ln xmlns:a="http://schemas.openxmlformats.org/drawingml/2006/main" w="20726">
            <a:solidFill>
              <a:srgbClr val="5F6B77"/>
            </a:solidFill>
            <a:prstDash val="solid"/>
          </a:ln>
        </p:spPr>
      </p:sp>
      <p:sp>
        <p:nvSpPr>
          <p:cNvPr id="102" name="dp-background-overview / n70 / text 1">
            <a:extLst xmlns:a="http://schemas.openxmlformats.org/drawingml/2006/main">
              <a:ext uri="{FF2B5EF4-FFF2-40B4-BE49-F238E27FC236}">
                <a16:creationId xmlns:a16="http://schemas.microsoft.com/office/drawing/2014/main" id="{DAE5C787-DCF6-46B3-A8A4-9ABA0D14AC65}"/>
              </a:ext>
            </a:extLst>
          </p:cNvPr>
          <p:cNvSpPr>
            <a:spLocks xmlns:a="http://schemas.openxmlformats.org/drawingml/2006/main" noGrp="1"/>
          </p:cNvSpPr>
          <p:nvPr/>
        </p:nvSpPr>
        <p:spPr>
          <a:xfrm xmlns:a="http://schemas.openxmlformats.org/drawingml/2006/main">
            <a:off x="5276850" y="8915400"/>
            <a:ext cx="1905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과거 정보 참조</a:t>
            </a:r>
          </a:p>
        </p:txBody>
      </p:sp>
      <p:sp>
        <p:nvSpPr>
          <p:cNvPr id="103" name="dp-background-overview / n71 / path">
            <a:extLst xmlns:a="http://schemas.openxmlformats.org/drawingml/2006/main">
              <a:ext uri="{FF2B5EF4-FFF2-40B4-BE49-F238E27FC236}">
                <a16:creationId xmlns:a16="http://schemas.microsoft.com/office/drawing/2014/main" id="{FDBC82C7-E613-433C-9E39-A7362B295D5F}"/>
              </a:ext>
            </a:extLst>
          </p:cNvPr>
          <p:cNvSpPr>
            <a:spLocks xmlns:a="http://schemas.openxmlformats.org/drawingml/2006/main" noGrp="1"/>
          </p:cNvSpPr>
          <p:nvPr/>
        </p:nvSpPr>
        <p:spPr>
          <a:xfrm xmlns:a="http://schemas.openxmlformats.org/drawingml/2006/main">
            <a:off x="7429500" y="9058275"/>
            <a:ext cx="504825" cy="953"/>
          </a:xfrm>
          <a:custGeom xmlns:a="http://schemas.openxmlformats.org/drawingml/2006/main">
            <a:pathLst>
              <a:path w="504825" h="953">
                <a:moveTo>
                  <a:pt x="0" y="0"/>
                </a:moveTo>
                <a:lnTo>
                  <a:pt x="504825" y="0"/>
                </a:lnTo>
              </a:path>
            </a:pathLst>
          </a:custGeom>
          <a:noFill xmlns:a="http://schemas.openxmlformats.org/drawingml/2006/main"/>
          <a:ln xmlns:a="http://schemas.openxmlformats.org/drawingml/2006/main" w="66675">
            <a:solidFill>
              <a:srgbClr val="CDD6DE"/>
            </a:solidFill>
            <a:prstDash val="solid"/>
          </a:ln>
        </p:spPr>
      </p:sp>
      <p:sp>
        <p:nvSpPr>
          <p:cNvPr id="104" name="dp-background-overview / n72 / text 1">
            <a:extLst xmlns:a="http://schemas.openxmlformats.org/drawingml/2006/main">
              <a:ext uri="{FF2B5EF4-FFF2-40B4-BE49-F238E27FC236}">
                <a16:creationId xmlns:a16="http://schemas.microsoft.com/office/drawing/2014/main" id="{35830F31-85F5-4221-A0CE-D8FD6F7CD976}"/>
              </a:ext>
            </a:extLst>
          </p:cNvPr>
          <p:cNvSpPr>
            <a:spLocks xmlns:a="http://schemas.openxmlformats.org/drawingml/2006/main" noGrp="1"/>
          </p:cNvSpPr>
          <p:nvPr/>
        </p:nvSpPr>
        <p:spPr>
          <a:xfrm xmlns:a="http://schemas.openxmlformats.org/drawingml/2006/main">
            <a:off x="8086725" y="8915400"/>
            <a:ext cx="9144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계속되는 처리·업무   /   위치·길이는 설명용이며 측정 시간이 아님</a:t>
            </a:r>
          </a:p>
        </p:txBody>
      </p:sp>
      <p:sp>
        <p:nvSpPr>
          <p:cNvPr id="105" name="dp-background-overview / n73 / text 1">
            <a:extLst xmlns:a="http://schemas.openxmlformats.org/drawingml/2006/main">
              <a:ext uri="{FF2B5EF4-FFF2-40B4-BE49-F238E27FC236}">
                <a16:creationId xmlns:a16="http://schemas.microsoft.com/office/drawing/2014/main" id="{F5B3BA03-220E-472A-A052-A6B459742356}"/>
              </a:ext>
            </a:extLst>
          </p:cNvPr>
          <p:cNvSpPr>
            <a:spLocks xmlns:a="http://schemas.openxmlformats.org/drawingml/2006/main" noGrp="1"/>
          </p:cNvSpPr>
          <p:nvPr/>
        </p:nvSpPr>
        <p:spPr>
          <a:xfrm xmlns:a="http://schemas.openxmlformats.org/drawingml/2006/main">
            <a:off x="609600" y="9258300"/>
            <a:ext cx="4048125"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18232E"/>
                </a:solidFill>
                <a:latin typeface="Apple SD Gothic Neo"/>
                <a:ea typeface="Apple SD Gothic Neo"/>
                <a:cs typeface="Apple SD Gothic Neo"/>
              </a:defRPr>
            </a:pPr>
            <a:r>
              <a:rPr sz="1725" b="1">
                <a:solidFill>
                  <a:srgbClr val="18232E"/>
                </a:solidFill>
                <a:latin typeface="Apple SD Gothic Neo"/>
                <a:ea typeface="Apple SD Gothic Neo"/>
                <a:cs typeface="Apple SD Gothic Neo"/>
              </a:rPr>
              <a:t>① 지금 요청의 대상과</a:t>
            </a:r>
          </a:p>
        </p:txBody>
      </p:sp>
      <p:sp>
        <p:nvSpPr>
          <p:cNvPr id="106" name="dp-background-overview / n73 / text 2">
            <a:extLst xmlns:a="http://schemas.openxmlformats.org/drawingml/2006/main">
              <a:ext uri="{FF2B5EF4-FFF2-40B4-BE49-F238E27FC236}">
                <a16:creationId xmlns:a16="http://schemas.microsoft.com/office/drawing/2014/main" id="{17C2F4D3-5B54-49D9-83A8-521FC9408A0E}"/>
              </a:ext>
            </a:extLst>
          </p:cNvPr>
          <p:cNvSpPr>
            <a:spLocks xmlns:a="http://schemas.openxmlformats.org/drawingml/2006/main" noGrp="1"/>
          </p:cNvSpPr>
          <p:nvPr/>
        </p:nvSpPr>
        <p:spPr>
          <a:xfrm xmlns:a="http://schemas.openxmlformats.org/drawingml/2006/main">
            <a:off x="609600" y="9544050"/>
            <a:ext cx="4048125"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18232E"/>
                </a:solidFill>
                <a:latin typeface="Apple SD Gothic Neo"/>
                <a:ea typeface="Apple SD Gothic Neo"/>
                <a:cs typeface="Apple SD Gothic Neo"/>
              </a:defRPr>
            </a:pPr>
            <a:r>
              <a:rPr sz="1725" b="1">
                <a:solidFill>
                  <a:srgbClr val="18232E"/>
                </a:solidFill>
                <a:latin typeface="Apple SD Gothic Neo"/>
                <a:ea typeface="Apple SD Gothic Neo"/>
                <a:cs typeface="Apple SD Gothic Neo"/>
              </a:rPr>
              <a:t>조건 이해</a:t>
            </a:r>
          </a:p>
        </p:txBody>
      </p:sp>
      <p:sp>
        <p:nvSpPr>
          <p:cNvPr id="107" name="dp-background-overview / n74 / text 1">
            <a:extLst xmlns:a="http://schemas.openxmlformats.org/drawingml/2006/main">
              <a:ext uri="{FF2B5EF4-FFF2-40B4-BE49-F238E27FC236}">
                <a16:creationId xmlns:a16="http://schemas.microsoft.com/office/drawing/2014/main" id="{23BAC393-3332-4AA8-B2D5-A9C9D50A9938}"/>
              </a:ext>
            </a:extLst>
          </p:cNvPr>
          <p:cNvSpPr>
            <a:spLocks xmlns:a="http://schemas.openxmlformats.org/drawingml/2006/main" noGrp="1"/>
          </p:cNvSpPr>
          <p:nvPr/>
        </p:nvSpPr>
        <p:spPr>
          <a:xfrm xmlns:a="http://schemas.openxmlformats.org/drawingml/2006/main">
            <a:off x="4914900" y="9258300"/>
            <a:ext cx="4048125"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18232E"/>
                </a:solidFill>
                <a:latin typeface="Apple SD Gothic Neo"/>
                <a:ea typeface="Apple SD Gothic Neo"/>
                <a:cs typeface="Apple SD Gothic Neo"/>
              </a:defRPr>
            </a:pPr>
            <a:r>
              <a:rPr sz="1725" b="1">
                <a:solidFill>
                  <a:srgbClr val="18232E"/>
                </a:solidFill>
                <a:latin typeface="Apple SD Gothic Neo"/>
                <a:ea typeface="Apple SD Gothic Neo"/>
                <a:cs typeface="Apple SD Gothic Neo"/>
              </a:rPr>
              <a:t>② 새 입력·업무 알림이</a:t>
            </a:r>
          </a:p>
        </p:txBody>
      </p:sp>
      <p:sp>
        <p:nvSpPr>
          <p:cNvPr id="108" name="dp-background-overview / n74 / text 2">
            <a:extLst xmlns:a="http://schemas.openxmlformats.org/drawingml/2006/main">
              <a:ext uri="{FF2B5EF4-FFF2-40B4-BE49-F238E27FC236}">
                <a16:creationId xmlns:a16="http://schemas.microsoft.com/office/drawing/2014/main" id="{2A9AC82B-5CDA-436D-A2A7-A1EB8E52FC42}"/>
              </a:ext>
            </a:extLst>
          </p:cNvPr>
          <p:cNvSpPr>
            <a:spLocks xmlns:a="http://schemas.openxmlformats.org/drawingml/2006/main" noGrp="1"/>
          </p:cNvSpPr>
          <p:nvPr/>
        </p:nvSpPr>
        <p:spPr>
          <a:xfrm xmlns:a="http://schemas.openxmlformats.org/drawingml/2006/main">
            <a:off x="4914900" y="9544050"/>
            <a:ext cx="4048125"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18232E"/>
                </a:solidFill>
                <a:latin typeface="Apple SD Gothic Neo"/>
                <a:ea typeface="Apple SD Gothic Neo"/>
                <a:cs typeface="Apple SD Gothic Neo"/>
              </a:defRPr>
            </a:pPr>
            <a:r>
              <a:rPr sz="1725" b="1">
                <a:solidFill>
                  <a:srgbClr val="18232E"/>
                </a:solidFill>
                <a:latin typeface="Apple SD Gothic Neo"/>
                <a:ea typeface="Apple SD Gothic Neo"/>
                <a:cs typeface="Apple SD Gothic Neo"/>
              </a:rPr>
              <a:t>겹쳐도 처리 이어가기</a:t>
            </a:r>
          </a:p>
        </p:txBody>
      </p:sp>
      <p:sp>
        <p:nvSpPr>
          <p:cNvPr id="109" name="dp-background-overview / n75 / text 1">
            <a:extLst xmlns:a="http://schemas.openxmlformats.org/drawingml/2006/main">
              <a:ext uri="{FF2B5EF4-FFF2-40B4-BE49-F238E27FC236}">
                <a16:creationId xmlns:a16="http://schemas.microsoft.com/office/drawing/2014/main" id="{BEF0AD94-8338-4142-8B4D-F05A35FF3717}"/>
              </a:ext>
            </a:extLst>
          </p:cNvPr>
          <p:cNvSpPr>
            <a:spLocks xmlns:a="http://schemas.openxmlformats.org/drawingml/2006/main" noGrp="1"/>
          </p:cNvSpPr>
          <p:nvPr/>
        </p:nvSpPr>
        <p:spPr>
          <a:xfrm xmlns:a="http://schemas.openxmlformats.org/drawingml/2006/main">
            <a:off x="9220200" y="9258300"/>
            <a:ext cx="4048125"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18232E"/>
                </a:solidFill>
                <a:latin typeface="Apple SD Gothic Neo"/>
                <a:ea typeface="Apple SD Gothic Neo"/>
                <a:cs typeface="Apple SD Gothic Neo"/>
              </a:defRPr>
            </a:pPr>
            <a:r>
              <a:rPr sz="1725" b="1">
                <a:solidFill>
                  <a:srgbClr val="18232E"/>
                </a:solidFill>
                <a:latin typeface="Apple SD Gothic Neo"/>
                <a:ea typeface="Apple SD Gothic Neo"/>
                <a:cs typeface="Apple SD Gothic Neo"/>
              </a:rPr>
              <a:t>③ 과거 설명과 여러</a:t>
            </a:r>
          </a:p>
        </p:txBody>
      </p:sp>
      <p:sp>
        <p:nvSpPr>
          <p:cNvPr id="110" name="dp-background-overview / n75 / text 2">
            <a:extLst xmlns:a="http://schemas.openxmlformats.org/drawingml/2006/main">
              <a:ext uri="{FF2B5EF4-FFF2-40B4-BE49-F238E27FC236}">
                <a16:creationId xmlns:a16="http://schemas.microsoft.com/office/drawing/2014/main" id="{48FA6F69-E774-4ACC-88F8-3E4A5250AB04}"/>
              </a:ext>
            </a:extLst>
          </p:cNvPr>
          <p:cNvSpPr>
            <a:spLocks xmlns:a="http://schemas.openxmlformats.org/drawingml/2006/main" noGrp="1"/>
          </p:cNvSpPr>
          <p:nvPr/>
        </p:nvSpPr>
        <p:spPr>
          <a:xfrm xmlns:a="http://schemas.openxmlformats.org/drawingml/2006/main">
            <a:off x="9220200" y="9544050"/>
            <a:ext cx="4048125"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18232E"/>
                </a:solidFill>
                <a:latin typeface="Apple SD Gothic Neo"/>
                <a:ea typeface="Apple SD Gothic Neo"/>
                <a:cs typeface="Apple SD Gothic Neo"/>
              </a:defRPr>
            </a:pPr>
            <a:r>
              <a:rPr sz="1725" b="1">
                <a:solidFill>
                  <a:srgbClr val="18232E"/>
                </a:solidFill>
                <a:latin typeface="Apple SD Gothic Neo"/>
                <a:ea typeface="Apple SD Gothic Neo"/>
                <a:cs typeface="Apple SD Gothic Neo"/>
              </a:rPr>
              <a:t>업무 결과 연결</a:t>
            </a:r>
          </a:p>
        </p:txBody>
      </p:sp>
      <p:sp>
        <p:nvSpPr>
          <p:cNvPr id="111" name="dp-background-overview / n76 / text 1">
            <a:extLst xmlns:a="http://schemas.openxmlformats.org/drawingml/2006/main">
              <a:ext uri="{FF2B5EF4-FFF2-40B4-BE49-F238E27FC236}">
                <a16:creationId xmlns:a16="http://schemas.microsoft.com/office/drawing/2014/main" id="{2BF90FA6-F2FC-40E1-A7E0-BF537CE9A431}"/>
              </a:ext>
            </a:extLst>
          </p:cNvPr>
          <p:cNvSpPr>
            <a:spLocks xmlns:a="http://schemas.openxmlformats.org/drawingml/2006/main" noGrp="1"/>
          </p:cNvSpPr>
          <p:nvPr/>
        </p:nvSpPr>
        <p:spPr>
          <a:xfrm xmlns:a="http://schemas.openxmlformats.org/drawingml/2006/main">
            <a:off x="13525500" y="9258300"/>
            <a:ext cx="4048125"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18232E"/>
                </a:solidFill>
                <a:latin typeface="Apple SD Gothic Neo"/>
                <a:ea typeface="Apple SD Gothic Neo"/>
                <a:cs typeface="Apple SD Gothic Neo"/>
              </a:defRPr>
            </a:pPr>
            <a:r>
              <a:rPr sz="1725" b="1">
                <a:solidFill>
                  <a:srgbClr val="18232E"/>
                </a:solidFill>
                <a:latin typeface="Apple SD Gothic Neo"/>
                <a:ea typeface="Apple SD Gothic Neo"/>
                <a:cs typeface="Apple SD Gothic Neo"/>
              </a:rPr>
              <a:t>④ 대화와 업무의</a:t>
            </a:r>
          </a:p>
        </p:txBody>
      </p:sp>
      <p:sp>
        <p:nvSpPr>
          <p:cNvPr id="112" name="dp-background-overview / n76 / text 2">
            <a:extLst xmlns:a="http://schemas.openxmlformats.org/drawingml/2006/main">
              <a:ext uri="{FF2B5EF4-FFF2-40B4-BE49-F238E27FC236}">
                <a16:creationId xmlns:a16="http://schemas.microsoft.com/office/drawing/2014/main" id="{DFDBD946-B0BC-46E6-BBCA-C7904BF1D0BD}"/>
              </a:ext>
            </a:extLst>
          </p:cNvPr>
          <p:cNvSpPr>
            <a:spLocks xmlns:a="http://schemas.openxmlformats.org/drawingml/2006/main" noGrp="1"/>
          </p:cNvSpPr>
          <p:nvPr/>
        </p:nvSpPr>
        <p:spPr>
          <a:xfrm xmlns:a="http://schemas.openxmlformats.org/drawingml/2006/main">
            <a:off x="13525500" y="9544050"/>
            <a:ext cx="4048125"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18232E"/>
                </a:solidFill>
                <a:latin typeface="Apple SD Gothic Neo"/>
                <a:ea typeface="Apple SD Gothic Neo"/>
                <a:cs typeface="Apple SD Gothic Neo"/>
              </a:defRPr>
            </a:pPr>
            <a:r>
              <a:rPr sz="1725" b="1">
                <a:solidFill>
                  <a:srgbClr val="18232E"/>
                </a:solidFill>
                <a:latin typeface="Apple SD Gothic Neo"/>
                <a:ea typeface="Apple SD Gothic Neo"/>
                <a:cs typeface="Apple SD Gothic Neo"/>
              </a:rPr>
              <a:t>서로 다른 수명 관리</a:t>
            </a:r>
          </a:p>
        </p:txBody>
      </p:sp>
      <p:sp>
        <p:nvSpPr>
          <p:cNvPr id="113" name="dp-background-overview / n77 / text 1">
            <a:extLst xmlns:a="http://schemas.openxmlformats.org/drawingml/2006/main">
              <a:ext uri="{FF2B5EF4-FFF2-40B4-BE49-F238E27FC236}">
                <a16:creationId xmlns:a16="http://schemas.microsoft.com/office/drawing/2014/main" id="{7DCECE28-7998-4C9D-8BDC-96DD2809D0A7}"/>
              </a:ext>
            </a:extLst>
          </p:cNvPr>
          <p:cNvSpPr>
            <a:spLocks xmlns:a="http://schemas.openxmlformats.org/drawingml/2006/main" noGrp="1"/>
          </p:cNvSpPr>
          <p:nvPr/>
        </p:nvSpPr>
        <p:spPr>
          <a:xfrm xmlns:a="http://schemas.openxmlformats.org/drawingml/2006/main">
            <a:off x="609600" y="9915525"/>
            <a:ext cx="17068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VIA: 사용자 상호작용·요청 이해·업무 연결과 위임·결과 전달   /   업무 수행 Agent: 도메인 분석·계획·도구 선택·업무 실행</a:t>
            </a:r>
          </a:p>
        </p:txBody>
      </p:sp>
    </p:spTree>
    <p:extLst>
      <p:ext uri="{BB962C8B-B14F-4D97-AF65-F5344CB8AC3E}">
        <p14:creationId xmlns:p14="http://schemas.microsoft.com/office/powerpoint/2010/main" val="36156594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11</ap:Slides>
  <ap:Notes>11</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2026-10-08T11:10:07.7400000Z</dcterms:created>
  <dcterms:modified xsi:type="dcterms:W3CDTF">2026-10-08T11:10:07.7400000Z</dcterms:modified>
</coreProperties>
</file>